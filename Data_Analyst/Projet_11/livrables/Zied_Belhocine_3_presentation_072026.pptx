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35"/>
  </p:notesMasterIdLst>
  <p:sldIdLst>
    <p:sldId id="256" r:id="rId2"/>
    <p:sldId id="260" r:id="rId3"/>
    <p:sldId id="306" r:id="rId4"/>
    <p:sldId id="307" r:id="rId5"/>
    <p:sldId id="308" r:id="rId6"/>
    <p:sldId id="310" r:id="rId7"/>
    <p:sldId id="311" r:id="rId8"/>
    <p:sldId id="309" r:id="rId9"/>
    <p:sldId id="342" r:id="rId10"/>
    <p:sldId id="343" r:id="rId11"/>
    <p:sldId id="315" r:id="rId12"/>
    <p:sldId id="317" r:id="rId13"/>
    <p:sldId id="319" r:id="rId14"/>
    <p:sldId id="320" r:id="rId15"/>
    <p:sldId id="321" r:id="rId16"/>
    <p:sldId id="322" r:id="rId17"/>
    <p:sldId id="323" r:id="rId18"/>
    <p:sldId id="324" r:id="rId19"/>
    <p:sldId id="333" r:id="rId20"/>
    <p:sldId id="332" r:id="rId21"/>
    <p:sldId id="325" r:id="rId22"/>
    <p:sldId id="326" r:id="rId23"/>
    <p:sldId id="327" r:id="rId24"/>
    <p:sldId id="339" r:id="rId25"/>
    <p:sldId id="329" r:id="rId26"/>
    <p:sldId id="334" r:id="rId27"/>
    <p:sldId id="338" r:id="rId28"/>
    <p:sldId id="335" r:id="rId29"/>
    <p:sldId id="336" r:id="rId30"/>
    <p:sldId id="340" r:id="rId31"/>
    <p:sldId id="330" r:id="rId32"/>
    <p:sldId id="341" r:id="rId33"/>
    <p:sldId id="275" r:id="rId34"/>
  </p:sldIdLst>
  <p:sldSz cx="9144000" cy="5143500" type="screen16x9"/>
  <p:notesSz cx="6858000" cy="9144000"/>
  <p:embeddedFontLst>
    <p:embeddedFont>
      <p:font typeface="Zen Antique" panose="020B0604020202020204" charset="-128"/>
      <p:regular r:id="rId36"/>
    </p:embeddedFont>
    <p:embeddedFont>
      <p:font typeface="Anaheim" panose="020B0604020202020204" charset="0"/>
      <p:regular r:id="rId37"/>
      <p:bold r:id="rId38"/>
    </p:embeddedFont>
    <p:embeddedFont>
      <p:font typeface="Nunito Light" pitchFamily="2" charset="0"/>
      <p:regular r:id="rId39"/>
      <p:italic r:id="rId40"/>
    </p:embeddedFont>
    <p:embeddedFont>
      <p:font typeface="Open Sans" panose="020B0606030504020204" pitchFamily="34" charset="0"/>
      <p:regular r:id="rId41"/>
      <p:bold r:id="rId42"/>
      <p:italic r:id="rId43"/>
      <p:boldItalic r:id="rId44"/>
    </p:embeddedFont>
    <p:embeddedFont>
      <p:font typeface="Outfit" panose="020B0604020202020204" charset="0"/>
      <p:regular r:id="rId45"/>
      <p:bold r:id="rId46"/>
    </p:embeddedFont>
    <p:embeddedFont>
      <p:font typeface="PT Sans" panose="020B0503020203020204" pitchFamily="34" charset="0"/>
      <p:regular r:id="rId47"/>
      <p:bold r:id="rId48"/>
      <p:italic r:id="rId49"/>
      <p:boldItalic r:id="rId50"/>
    </p:embeddedFont>
    <p:embeddedFont>
      <p:font typeface="Raleway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2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4C1676E-F51A-4843-BF87-1B6F33CDB04F}">
  <a:tblStyle styleId="{74C1676E-F51A-4843-BF87-1B6F33CDB0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40B1B86-8086-4635-AB08-100A8F5E31C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font" Target="fonts/font18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84A5E2AB-1D44-42CC-A547-CC0F82ED9DE9}"/>
    <pc:docChg chg="undo custSel addSld delSld modSld sldOrd delMainMaster">
      <pc:chgData name="Zied Belhocine" userId="200cc0e2b299676e" providerId="LiveId" clId="{84A5E2AB-1D44-42CC-A547-CC0F82ED9DE9}" dt="2026-07-02T14:39:29.202" v="5820" actId="47"/>
      <pc:docMkLst>
        <pc:docMk/>
      </pc:docMkLst>
      <pc:sldChg chg="modSp mod">
        <pc:chgData name="Zied Belhocine" userId="200cc0e2b299676e" providerId="LiveId" clId="{84A5E2AB-1D44-42CC-A547-CC0F82ED9DE9}" dt="2026-07-01T10:02:11.144" v="222" actId="14100"/>
        <pc:sldMkLst>
          <pc:docMk/>
          <pc:sldMk cId="0" sldId="256"/>
        </pc:sldMkLst>
        <pc:spChg chg="mod">
          <ac:chgData name="Zied Belhocine" userId="200cc0e2b299676e" providerId="LiveId" clId="{84A5E2AB-1D44-42CC-A547-CC0F82ED9DE9}" dt="2026-07-01T10:01:35.264" v="157"/>
          <ac:spMkLst>
            <pc:docMk/>
            <pc:sldMk cId="0" sldId="256"/>
            <ac:spMk id="193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02:11.144" v="222" actId="14100"/>
          <ac:spMkLst>
            <pc:docMk/>
            <pc:sldMk cId="0" sldId="256"/>
            <ac:spMk id="194" creationId="{00000000-0000-0000-0000-000000000000}"/>
          </ac:spMkLst>
        </pc:spChg>
      </pc:sldChg>
      <pc:sldChg chg="del">
        <pc:chgData name="Zied Belhocine" userId="200cc0e2b299676e" providerId="LiveId" clId="{84A5E2AB-1D44-42CC-A547-CC0F82ED9DE9}" dt="2026-07-01T13:53:28.678" v="3400" actId="47"/>
        <pc:sldMkLst>
          <pc:docMk/>
          <pc:sldMk cId="0" sldId="257"/>
        </pc:sldMkLst>
      </pc:sldChg>
      <pc:sldChg chg="del">
        <pc:chgData name="Zied Belhocine" userId="200cc0e2b299676e" providerId="LiveId" clId="{84A5E2AB-1D44-42CC-A547-CC0F82ED9DE9}" dt="2026-07-01T13:53:30.710" v="3401" actId="47"/>
        <pc:sldMkLst>
          <pc:docMk/>
          <pc:sldMk cId="0" sldId="258"/>
        </pc:sldMkLst>
      </pc:sldChg>
      <pc:sldChg chg="del">
        <pc:chgData name="Zied Belhocine" userId="200cc0e2b299676e" providerId="LiveId" clId="{84A5E2AB-1D44-42CC-A547-CC0F82ED9DE9}" dt="2026-07-01T13:53:31.385" v="3402" actId="47"/>
        <pc:sldMkLst>
          <pc:docMk/>
          <pc:sldMk cId="0" sldId="259"/>
        </pc:sldMkLst>
      </pc:sldChg>
      <pc:sldChg chg="modSp mod ord modNotes">
        <pc:chgData name="Zied Belhocine" userId="200cc0e2b299676e" providerId="LiveId" clId="{84A5E2AB-1D44-42CC-A547-CC0F82ED9DE9}" dt="2026-07-01T10:02:33.091" v="239" actId="20577"/>
        <pc:sldMkLst>
          <pc:docMk/>
          <pc:sldMk cId="0" sldId="260"/>
        </pc:sldMkLst>
        <pc:spChg chg="mod">
          <ac:chgData name="Zied Belhocine" userId="200cc0e2b299676e" providerId="LiveId" clId="{84A5E2AB-1D44-42CC-A547-CC0F82ED9DE9}" dt="2026-07-01T10:02:33.091" v="239" actId="20577"/>
          <ac:spMkLst>
            <pc:docMk/>
            <pc:sldMk cId="0" sldId="260"/>
            <ac:spMk id="2146" creationId="{00000000-0000-0000-0000-000000000000}"/>
          </ac:spMkLst>
        </pc:spChg>
      </pc:sldChg>
      <pc:sldChg chg="del">
        <pc:chgData name="Zied Belhocine" userId="200cc0e2b299676e" providerId="LiveId" clId="{84A5E2AB-1D44-42CC-A547-CC0F82ED9DE9}" dt="2026-07-01T13:53:32.040" v="3403" actId="47"/>
        <pc:sldMkLst>
          <pc:docMk/>
          <pc:sldMk cId="0" sldId="261"/>
        </pc:sldMkLst>
      </pc:sldChg>
      <pc:sldChg chg="del">
        <pc:chgData name="Zied Belhocine" userId="200cc0e2b299676e" providerId="LiveId" clId="{84A5E2AB-1D44-42CC-A547-CC0F82ED9DE9}" dt="2026-07-01T13:53:32.792" v="3404" actId="47"/>
        <pc:sldMkLst>
          <pc:docMk/>
          <pc:sldMk cId="0" sldId="262"/>
        </pc:sldMkLst>
      </pc:sldChg>
      <pc:sldChg chg="del">
        <pc:chgData name="Zied Belhocine" userId="200cc0e2b299676e" providerId="LiveId" clId="{84A5E2AB-1D44-42CC-A547-CC0F82ED9DE9}" dt="2026-07-01T13:53:33.636" v="3405" actId="47"/>
        <pc:sldMkLst>
          <pc:docMk/>
          <pc:sldMk cId="0" sldId="263"/>
        </pc:sldMkLst>
      </pc:sldChg>
      <pc:sldChg chg="del">
        <pc:chgData name="Zied Belhocine" userId="200cc0e2b299676e" providerId="LiveId" clId="{84A5E2AB-1D44-42CC-A547-CC0F82ED9DE9}" dt="2026-07-01T13:53:34.816" v="3406" actId="47"/>
        <pc:sldMkLst>
          <pc:docMk/>
          <pc:sldMk cId="0" sldId="264"/>
        </pc:sldMkLst>
      </pc:sldChg>
      <pc:sldChg chg="del">
        <pc:chgData name="Zied Belhocine" userId="200cc0e2b299676e" providerId="LiveId" clId="{84A5E2AB-1D44-42CC-A547-CC0F82ED9DE9}" dt="2026-07-01T13:53:35.811" v="3407" actId="47"/>
        <pc:sldMkLst>
          <pc:docMk/>
          <pc:sldMk cId="0" sldId="265"/>
        </pc:sldMkLst>
      </pc:sldChg>
      <pc:sldChg chg="del">
        <pc:chgData name="Zied Belhocine" userId="200cc0e2b299676e" providerId="LiveId" clId="{84A5E2AB-1D44-42CC-A547-CC0F82ED9DE9}" dt="2026-07-01T13:53:36.517" v="3408" actId="47"/>
        <pc:sldMkLst>
          <pc:docMk/>
          <pc:sldMk cId="0" sldId="266"/>
        </pc:sldMkLst>
      </pc:sldChg>
      <pc:sldChg chg="del">
        <pc:chgData name="Zied Belhocine" userId="200cc0e2b299676e" providerId="LiveId" clId="{84A5E2AB-1D44-42CC-A547-CC0F82ED9DE9}" dt="2026-07-01T13:53:37.215" v="3409" actId="47"/>
        <pc:sldMkLst>
          <pc:docMk/>
          <pc:sldMk cId="0" sldId="267"/>
        </pc:sldMkLst>
      </pc:sldChg>
      <pc:sldChg chg="del">
        <pc:chgData name="Zied Belhocine" userId="200cc0e2b299676e" providerId="LiveId" clId="{84A5E2AB-1D44-42CC-A547-CC0F82ED9DE9}" dt="2026-07-01T13:53:38.121" v="3410" actId="47"/>
        <pc:sldMkLst>
          <pc:docMk/>
          <pc:sldMk cId="0" sldId="268"/>
        </pc:sldMkLst>
      </pc:sldChg>
      <pc:sldChg chg="del">
        <pc:chgData name="Zied Belhocine" userId="200cc0e2b299676e" providerId="LiveId" clId="{84A5E2AB-1D44-42CC-A547-CC0F82ED9DE9}" dt="2026-07-01T13:53:38.861" v="3411" actId="47"/>
        <pc:sldMkLst>
          <pc:docMk/>
          <pc:sldMk cId="0" sldId="269"/>
        </pc:sldMkLst>
      </pc:sldChg>
      <pc:sldChg chg="del">
        <pc:chgData name="Zied Belhocine" userId="200cc0e2b299676e" providerId="LiveId" clId="{84A5E2AB-1D44-42CC-A547-CC0F82ED9DE9}" dt="2026-07-01T13:53:39.535" v="3412" actId="47"/>
        <pc:sldMkLst>
          <pc:docMk/>
          <pc:sldMk cId="0" sldId="270"/>
        </pc:sldMkLst>
      </pc:sldChg>
      <pc:sldChg chg="del">
        <pc:chgData name="Zied Belhocine" userId="200cc0e2b299676e" providerId="LiveId" clId="{84A5E2AB-1D44-42CC-A547-CC0F82ED9DE9}" dt="2026-07-01T13:53:40.163" v="3413" actId="47"/>
        <pc:sldMkLst>
          <pc:docMk/>
          <pc:sldMk cId="0" sldId="271"/>
        </pc:sldMkLst>
      </pc:sldChg>
      <pc:sldChg chg="del">
        <pc:chgData name="Zied Belhocine" userId="200cc0e2b299676e" providerId="LiveId" clId="{84A5E2AB-1D44-42CC-A547-CC0F82ED9DE9}" dt="2026-07-01T13:53:40.838" v="3414" actId="47"/>
        <pc:sldMkLst>
          <pc:docMk/>
          <pc:sldMk cId="0" sldId="272"/>
        </pc:sldMkLst>
      </pc:sldChg>
      <pc:sldChg chg="del">
        <pc:chgData name="Zied Belhocine" userId="200cc0e2b299676e" providerId="LiveId" clId="{84A5E2AB-1D44-42CC-A547-CC0F82ED9DE9}" dt="2026-07-01T13:53:41.535" v="3415" actId="47"/>
        <pc:sldMkLst>
          <pc:docMk/>
          <pc:sldMk cId="0" sldId="273"/>
        </pc:sldMkLst>
      </pc:sldChg>
      <pc:sldChg chg="del">
        <pc:chgData name="Zied Belhocine" userId="200cc0e2b299676e" providerId="LiveId" clId="{84A5E2AB-1D44-42CC-A547-CC0F82ED9DE9}" dt="2026-07-01T13:53:42.201" v="3416" actId="47"/>
        <pc:sldMkLst>
          <pc:docMk/>
          <pc:sldMk cId="0" sldId="274"/>
        </pc:sldMkLst>
      </pc:sldChg>
      <pc:sldChg chg="addSp delSp modSp add del mod">
        <pc:chgData name="Zied Belhocine" userId="200cc0e2b299676e" providerId="LiveId" clId="{84A5E2AB-1D44-42CC-A547-CC0F82ED9DE9}" dt="2026-07-01T14:03:06.549" v="3533" actId="2085"/>
        <pc:sldMkLst>
          <pc:docMk/>
          <pc:sldMk cId="0" sldId="275"/>
        </pc:sldMkLst>
        <pc:spChg chg="add mod">
          <ac:chgData name="Zied Belhocine" userId="200cc0e2b299676e" providerId="LiveId" clId="{84A5E2AB-1D44-42CC-A547-CC0F82ED9DE9}" dt="2026-07-01T14:03:06.549" v="3533" actId="2085"/>
          <ac:spMkLst>
            <pc:docMk/>
            <pc:sldMk cId="0" sldId="275"/>
            <ac:spMk id="2" creationId="{04750975-1DFA-E131-7B14-7BF3C9E2989A}"/>
          </ac:spMkLst>
        </pc:spChg>
        <pc:spChg chg="mod">
          <ac:chgData name="Zied Belhocine" userId="200cc0e2b299676e" providerId="LiveId" clId="{84A5E2AB-1D44-42CC-A547-CC0F82ED9DE9}" dt="2026-07-01T14:01:51.238" v="3487" actId="20577"/>
          <ac:spMkLst>
            <pc:docMk/>
            <pc:sldMk cId="0" sldId="275"/>
            <ac:spMk id="5087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4:02:56.006" v="3531" actId="207"/>
          <ac:spMkLst>
            <pc:docMk/>
            <pc:sldMk cId="0" sldId="275"/>
            <ac:spMk id="5088" creationId="{00000000-0000-0000-0000-000000000000}"/>
          </ac:spMkLst>
        </pc:spChg>
        <pc:spChg chg="del">
          <ac:chgData name="Zied Belhocine" userId="200cc0e2b299676e" providerId="LiveId" clId="{84A5E2AB-1D44-42CC-A547-CC0F82ED9DE9}" dt="2026-07-01T14:02:18.103" v="3527" actId="478"/>
          <ac:spMkLst>
            <pc:docMk/>
            <pc:sldMk cId="0" sldId="275"/>
            <ac:spMk id="5089" creationId="{00000000-0000-0000-0000-000000000000}"/>
          </ac:spMkLst>
        </pc:spChg>
        <pc:spChg chg="del">
          <ac:chgData name="Zied Belhocine" userId="200cc0e2b299676e" providerId="LiveId" clId="{84A5E2AB-1D44-42CC-A547-CC0F82ED9DE9}" dt="2026-07-01T14:02:14.765" v="3526" actId="478"/>
          <ac:spMkLst>
            <pc:docMk/>
            <pc:sldMk cId="0" sldId="275"/>
            <ac:spMk id="5090" creationId="{00000000-0000-0000-0000-000000000000}"/>
          </ac:spMkLst>
        </pc:spChg>
        <pc:spChg chg="del">
          <ac:chgData name="Zied Belhocine" userId="200cc0e2b299676e" providerId="LiveId" clId="{84A5E2AB-1D44-42CC-A547-CC0F82ED9DE9}" dt="2026-07-01T14:02:14.765" v="3526" actId="478"/>
          <ac:spMkLst>
            <pc:docMk/>
            <pc:sldMk cId="0" sldId="275"/>
            <ac:spMk id="5091" creationId="{00000000-0000-0000-0000-000000000000}"/>
          </ac:spMkLst>
        </pc:spChg>
        <pc:spChg chg="del">
          <ac:chgData name="Zied Belhocine" userId="200cc0e2b299676e" providerId="LiveId" clId="{84A5E2AB-1D44-42CC-A547-CC0F82ED9DE9}" dt="2026-07-01T14:02:14.765" v="3526" actId="478"/>
          <ac:spMkLst>
            <pc:docMk/>
            <pc:sldMk cId="0" sldId="275"/>
            <ac:spMk id="5092" creationId="{00000000-0000-0000-0000-000000000000}"/>
          </ac:spMkLst>
        </pc:spChg>
        <pc:spChg chg="del">
          <ac:chgData name="Zied Belhocine" userId="200cc0e2b299676e" providerId="LiveId" clId="{84A5E2AB-1D44-42CC-A547-CC0F82ED9DE9}" dt="2026-07-01T14:02:14.765" v="3526" actId="478"/>
          <ac:spMkLst>
            <pc:docMk/>
            <pc:sldMk cId="0" sldId="275"/>
            <ac:spMk id="5093" creationId="{00000000-0000-0000-0000-000000000000}"/>
          </ac:spMkLst>
        </pc:spChg>
        <pc:grpChg chg="del mod">
          <ac:chgData name="Zied Belhocine" userId="200cc0e2b299676e" providerId="LiveId" clId="{84A5E2AB-1D44-42CC-A547-CC0F82ED9DE9}" dt="2026-07-01T14:02:13.575" v="3525" actId="478"/>
          <ac:grpSpMkLst>
            <pc:docMk/>
            <pc:sldMk cId="0" sldId="275"/>
            <ac:grpSpMk id="5094" creationId="{00000000-0000-0000-0000-000000000000}"/>
          </ac:grpSpMkLst>
        </pc:grpChg>
        <pc:grpChg chg="del">
          <ac:chgData name="Zied Belhocine" userId="200cc0e2b299676e" providerId="LiveId" clId="{84A5E2AB-1D44-42CC-A547-CC0F82ED9DE9}" dt="2026-07-01T14:02:14.765" v="3526" actId="478"/>
          <ac:grpSpMkLst>
            <pc:docMk/>
            <pc:sldMk cId="0" sldId="275"/>
            <ac:grpSpMk id="5099" creationId="{00000000-0000-0000-0000-000000000000}"/>
          </ac:grpSpMkLst>
        </pc:grpChg>
        <pc:grpChg chg="mod">
          <ac:chgData name="Zied Belhocine" userId="200cc0e2b299676e" providerId="LiveId" clId="{84A5E2AB-1D44-42CC-A547-CC0F82ED9DE9}" dt="2026-07-01T14:02:27.855" v="3529" actId="1076"/>
          <ac:grpSpMkLst>
            <pc:docMk/>
            <pc:sldMk cId="0" sldId="275"/>
            <ac:grpSpMk id="5102" creationId="{00000000-0000-0000-0000-000000000000}"/>
          </ac:grpSpMkLst>
        </pc:grpChg>
      </pc:sldChg>
      <pc:sldChg chg="add del">
        <pc:chgData name="Zied Belhocine" userId="200cc0e2b299676e" providerId="LiveId" clId="{84A5E2AB-1D44-42CC-A547-CC0F82ED9DE9}" dt="2026-07-01T13:53:57.706" v="3427" actId="47"/>
        <pc:sldMkLst>
          <pc:docMk/>
          <pc:sldMk cId="0" sldId="276"/>
        </pc:sldMkLst>
      </pc:sldChg>
      <pc:sldChg chg="modSp add del mod">
        <pc:chgData name="Zied Belhocine" userId="200cc0e2b299676e" providerId="LiveId" clId="{84A5E2AB-1D44-42CC-A547-CC0F82ED9DE9}" dt="2026-07-02T14:39:29.202" v="5820" actId="47"/>
        <pc:sldMkLst>
          <pc:docMk/>
          <pc:sldMk cId="0" sldId="277"/>
        </pc:sldMkLst>
        <pc:spChg chg="mod">
          <ac:chgData name="Zied Belhocine" userId="200cc0e2b299676e" providerId="LiveId" clId="{84A5E2AB-1D44-42CC-A547-CC0F82ED9DE9}" dt="2026-07-01T13:54:09.730" v="3436" actId="20577"/>
          <ac:spMkLst>
            <pc:docMk/>
            <pc:sldMk cId="0" sldId="277"/>
            <ac:spMk id="5978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3:54:32.961" v="3444" actId="404"/>
          <ac:spMkLst>
            <pc:docMk/>
            <pc:sldMk cId="0" sldId="277"/>
            <ac:spMk id="5979" creationId="{00000000-0000-0000-0000-000000000000}"/>
          </ac:spMkLst>
        </pc:spChg>
      </pc:sldChg>
      <pc:sldChg chg="add del">
        <pc:chgData name="Zied Belhocine" userId="200cc0e2b299676e" providerId="LiveId" clId="{84A5E2AB-1D44-42CC-A547-CC0F82ED9DE9}" dt="2026-07-01T13:54:37.422" v="3445" actId="47"/>
        <pc:sldMkLst>
          <pc:docMk/>
          <pc:sldMk cId="0" sldId="278"/>
        </pc:sldMkLst>
      </pc:sldChg>
      <pc:sldChg chg="add del">
        <pc:chgData name="Zied Belhocine" userId="200cc0e2b299676e" providerId="LiveId" clId="{84A5E2AB-1D44-42CC-A547-CC0F82ED9DE9}" dt="2026-07-01T13:54:38.152" v="3446" actId="47"/>
        <pc:sldMkLst>
          <pc:docMk/>
          <pc:sldMk cId="0" sldId="279"/>
        </pc:sldMkLst>
      </pc:sldChg>
      <pc:sldChg chg="del">
        <pc:chgData name="Zied Belhocine" userId="200cc0e2b299676e" providerId="LiveId" clId="{84A5E2AB-1D44-42CC-A547-CC0F82ED9DE9}" dt="2026-07-01T13:54:38.772" v="3447" actId="47"/>
        <pc:sldMkLst>
          <pc:docMk/>
          <pc:sldMk cId="0" sldId="280"/>
        </pc:sldMkLst>
      </pc:sldChg>
      <pc:sldChg chg="del">
        <pc:chgData name="Zied Belhocine" userId="200cc0e2b299676e" providerId="LiveId" clId="{84A5E2AB-1D44-42CC-A547-CC0F82ED9DE9}" dt="2026-07-01T13:54:38.987" v="3448" actId="47"/>
        <pc:sldMkLst>
          <pc:docMk/>
          <pc:sldMk cId="0" sldId="281"/>
        </pc:sldMkLst>
      </pc:sldChg>
      <pc:sldChg chg="del">
        <pc:chgData name="Zied Belhocine" userId="200cc0e2b299676e" providerId="LiveId" clId="{84A5E2AB-1D44-42CC-A547-CC0F82ED9DE9}" dt="2026-07-01T13:54:39.339" v="3449" actId="47"/>
        <pc:sldMkLst>
          <pc:docMk/>
          <pc:sldMk cId="0" sldId="282"/>
        </pc:sldMkLst>
      </pc:sldChg>
      <pc:sldChg chg="del">
        <pc:chgData name="Zied Belhocine" userId="200cc0e2b299676e" providerId="LiveId" clId="{84A5E2AB-1D44-42CC-A547-CC0F82ED9DE9}" dt="2026-07-01T13:54:39.640" v="3450" actId="47"/>
        <pc:sldMkLst>
          <pc:docMk/>
          <pc:sldMk cId="0" sldId="283"/>
        </pc:sldMkLst>
      </pc:sldChg>
      <pc:sldChg chg="del">
        <pc:chgData name="Zied Belhocine" userId="200cc0e2b299676e" providerId="LiveId" clId="{84A5E2AB-1D44-42CC-A547-CC0F82ED9DE9}" dt="2026-07-01T13:54:39.698" v="3451" actId="47"/>
        <pc:sldMkLst>
          <pc:docMk/>
          <pc:sldMk cId="0" sldId="284"/>
        </pc:sldMkLst>
      </pc:sldChg>
      <pc:sldChg chg="del">
        <pc:chgData name="Zied Belhocine" userId="200cc0e2b299676e" providerId="LiveId" clId="{84A5E2AB-1D44-42CC-A547-CC0F82ED9DE9}" dt="2026-07-01T13:54:39.743" v="3452" actId="47"/>
        <pc:sldMkLst>
          <pc:docMk/>
          <pc:sldMk cId="0" sldId="285"/>
        </pc:sldMkLst>
      </pc:sldChg>
      <pc:sldChg chg="del">
        <pc:chgData name="Zied Belhocine" userId="200cc0e2b299676e" providerId="LiveId" clId="{84A5E2AB-1D44-42CC-A547-CC0F82ED9DE9}" dt="2026-07-01T13:54:40.166" v="3453" actId="47"/>
        <pc:sldMkLst>
          <pc:docMk/>
          <pc:sldMk cId="0" sldId="286"/>
        </pc:sldMkLst>
      </pc:sldChg>
      <pc:sldChg chg="del">
        <pc:chgData name="Zied Belhocine" userId="200cc0e2b299676e" providerId="LiveId" clId="{84A5E2AB-1D44-42CC-A547-CC0F82ED9DE9}" dt="2026-07-01T13:54:40.545" v="3454" actId="47"/>
        <pc:sldMkLst>
          <pc:docMk/>
          <pc:sldMk cId="0" sldId="287"/>
        </pc:sldMkLst>
      </pc:sldChg>
      <pc:sldChg chg="del">
        <pc:chgData name="Zied Belhocine" userId="200cc0e2b299676e" providerId="LiveId" clId="{84A5E2AB-1D44-42CC-A547-CC0F82ED9DE9}" dt="2026-07-01T13:54:40.976" v="3455" actId="47"/>
        <pc:sldMkLst>
          <pc:docMk/>
          <pc:sldMk cId="0" sldId="288"/>
        </pc:sldMkLst>
      </pc:sldChg>
      <pc:sldChg chg="del">
        <pc:chgData name="Zied Belhocine" userId="200cc0e2b299676e" providerId="LiveId" clId="{84A5E2AB-1D44-42CC-A547-CC0F82ED9DE9}" dt="2026-07-01T13:54:41.268" v="3456" actId="47"/>
        <pc:sldMkLst>
          <pc:docMk/>
          <pc:sldMk cId="0" sldId="289"/>
        </pc:sldMkLst>
      </pc:sldChg>
      <pc:sldChg chg="del">
        <pc:chgData name="Zied Belhocine" userId="200cc0e2b299676e" providerId="LiveId" clId="{84A5E2AB-1D44-42CC-A547-CC0F82ED9DE9}" dt="2026-07-01T13:54:41.513" v="3457" actId="47"/>
        <pc:sldMkLst>
          <pc:docMk/>
          <pc:sldMk cId="0" sldId="290"/>
        </pc:sldMkLst>
      </pc:sldChg>
      <pc:sldChg chg="del">
        <pc:chgData name="Zied Belhocine" userId="200cc0e2b299676e" providerId="LiveId" clId="{84A5E2AB-1D44-42CC-A547-CC0F82ED9DE9}" dt="2026-07-01T13:54:41.759" v="3458" actId="47"/>
        <pc:sldMkLst>
          <pc:docMk/>
          <pc:sldMk cId="0" sldId="291"/>
        </pc:sldMkLst>
      </pc:sldChg>
      <pc:sldChg chg="del">
        <pc:chgData name="Zied Belhocine" userId="200cc0e2b299676e" providerId="LiveId" clId="{84A5E2AB-1D44-42CC-A547-CC0F82ED9DE9}" dt="2026-07-01T13:54:41.957" v="3459" actId="47"/>
        <pc:sldMkLst>
          <pc:docMk/>
          <pc:sldMk cId="0" sldId="292"/>
        </pc:sldMkLst>
      </pc:sldChg>
      <pc:sldChg chg="del">
        <pc:chgData name="Zied Belhocine" userId="200cc0e2b299676e" providerId="LiveId" clId="{84A5E2AB-1D44-42CC-A547-CC0F82ED9DE9}" dt="2026-07-01T13:54:42.310" v="3460" actId="47"/>
        <pc:sldMkLst>
          <pc:docMk/>
          <pc:sldMk cId="0" sldId="293"/>
        </pc:sldMkLst>
      </pc:sldChg>
      <pc:sldChg chg="del">
        <pc:chgData name="Zied Belhocine" userId="200cc0e2b299676e" providerId="LiveId" clId="{84A5E2AB-1D44-42CC-A547-CC0F82ED9DE9}" dt="2026-07-01T13:54:42.585" v="3461" actId="47"/>
        <pc:sldMkLst>
          <pc:docMk/>
          <pc:sldMk cId="0" sldId="294"/>
        </pc:sldMkLst>
      </pc:sldChg>
      <pc:sldChg chg="del">
        <pc:chgData name="Zied Belhocine" userId="200cc0e2b299676e" providerId="LiveId" clId="{84A5E2AB-1D44-42CC-A547-CC0F82ED9DE9}" dt="2026-07-01T13:54:42.913" v="3462" actId="47"/>
        <pc:sldMkLst>
          <pc:docMk/>
          <pc:sldMk cId="0" sldId="295"/>
        </pc:sldMkLst>
      </pc:sldChg>
      <pc:sldChg chg="modSp new del mod">
        <pc:chgData name="Zied Belhocine" userId="200cc0e2b299676e" providerId="LiveId" clId="{84A5E2AB-1D44-42CC-A547-CC0F82ED9DE9}" dt="2026-07-01T09:58:07.912" v="105" actId="47"/>
        <pc:sldMkLst>
          <pc:docMk/>
          <pc:sldMk cId="3848070005" sldId="296"/>
        </pc:sldMkLst>
        <pc:spChg chg="mod">
          <ac:chgData name="Zied Belhocine" userId="200cc0e2b299676e" providerId="LiveId" clId="{84A5E2AB-1D44-42CC-A547-CC0F82ED9DE9}" dt="2026-06-12T07:22:40.870" v="19" actId="20577"/>
          <ac:spMkLst>
            <pc:docMk/>
            <pc:sldMk cId="3848070005" sldId="296"/>
            <ac:spMk id="2" creationId="{935DA258-FF30-30D0-99F7-B6F10455DBE9}"/>
          </ac:spMkLst>
        </pc:spChg>
      </pc:sldChg>
      <pc:sldChg chg="addSp delSp modSp new del mod">
        <pc:chgData name="Zied Belhocine" userId="200cc0e2b299676e" providerId="LiveId" clId="{84A5E2AB-1D44-42CC-A547-CC0F82ED9DE9}" dt="2026-07-01T11:24:52.992" v="1827" actId="47"/>
        <pc:sldMkLst>
          <pc:docMk/>
          <pc:sldMk cId="1851465912" sldId="297"/>
        </pc:sldMkLst>
        <pc:spChg chg="mod">
          <ac:chgData name="Zied Belhocine" userId="200cc0e2b299676e" providerId="LiveId" clId="{84A5E2AB-1D44-42CC-A547-CC0F82ED9DE9}" dt="2026-07-01T09:58:47.974" v="127" actId="1076"/>
          <ac:spMkLst>
            <pc:docMk/>
            <pc:sldMk cId="1851465912" sldId="297"/>
            <ac:spMk id="2" creationId="{D7AB2704-1B66-ECCB-4988-19A7454EDDD2}"/>
          </ac:spMkLst>
        </pc:spChg>
        <pc:spChg chg="del">
          <ac:chgData name="Zied Belhocine" userId="200cc0e2b299676e" providerId="LiveId" clId="{84A5E2AB-1D44-42CC-A547-CC0F82ED9DE9}" dt="2026-07-01T09:58:36.385" v="122" actId="478"/>
          <ac:spMkLst>
            <pc:docMk/>
            <pc:sldMk cId="1851465912" sldId="297"/>
            <ac:spMk id="3" creationId="{7440CA91-41E2-E3EE-F759-A4378C86EFD2}"/>
          </ac:spMkLst>
        </pc:spChg>
        <pc:spChg chg="add">
          <ac:chgData name="Zied Belhocine" userId="200cc0e2b299676e" providerId="LiveId" clId="{84A5E2AB-1D44-42CC-A547-CC0F82ED9DE9}" dt="2026-07-01T09:58:39.322" v="123"/>
          <ac:spMkLst>
            <pc:docMk/>
            <pc:sldMk cId="1851465912" sldId="297"/>
            <ac:spMk id="4" creationId="{26A30591-0C70-DE92-56DC-6EAD52D0941F}"/>
          </ac:spMkLst>
        </pc:spChg>
        <pc:spChg chg="add mod">
          <ac:chgData name="Zied Belhocine" userId="200cc0e2b299676e" providerId="LiveId" clId="{84A5E2AB-1D44-42CC-A547-CC0F82ED9DE9}" dt="2026-07-01T09:58:46.444" v="126" actId="1076"/>
          <ac:spMkLst>
            <pc:docMk/>
            <pc:sldMk cId="1851465912" sldId="297"/>
            <ac:spMk id="6" creationId="{1B088F89-3FE5-7E3B-5D29-2D77FACFFA1A}"/>
          </ac:spMkLst>
        </pc:spChg>
      </pc:sldChg>
      <pc:sldChg chg="modSp new del mod">
        <pc:chgData name="Zied Belhocine" userId="200cc0e2b299676e" providerId="LiveId" clId="{84A5E2AB-1D44-42CC-A547-CC0F82ED9DE9}" dt="2026-07-01T09:58:28.688" v="117" actId="47"/>
        <pc:sldMkLst>
          <pc:docMk/>
          <pc:sldMk cId="2539117602" sldId="298"/>
        </pc:sldMkLst>
        <pc:spChg chg="mod">
          <ac:chgData name="Zied Belhocine" userId="200cc0e2b299676e" providerId="LiveId" clId="{84A5E2AB-1D44-42CC-A547-CC0F82ED9DE9}" dt="2026-06-12T07:22:54.399" v="56" actId="20577"/>
          <ac:spMkLst>
            <pc:docMk/>
            <pc:sldMk cId="2539117602" sldId="298"/>
            <ac:spMk id="2" creationId="{BE35AD66-7725-0109-53EF-50A2590DFB96}"/>
          </ac:spMkLst>
        </pc:spChg>
      </pc:sldChg>
      <pc:sldChg chg="modSp new del mod">
        <pc:chgData name="Zied Belhocine" userId="200cc0e2b299676e" providerId="LiveId" clId="{84A5E2AB-1D44-42CC-A547-CC0F82ED9DE9}" dt="2026-07-01T09:58:29.409" v="118" actId="47"/>
        <pc:sldMkLst>
          <pc:docMk/>
          <pc:sldMk cId="4025603392" sldId="299"/>
        </pc:sldMkLst>
        <pc:spChg chg="mod">
          <ac:chgData name="Zied Belhocine" userId="200cc0e2b299676e" providerId="LiveId" clId="{84A5E2AB-1D44-42CC-A547-CC0F82ED9DE9}" dt="2026-06-12T07:23:02.592" v="66" actId="20577"/>
          <ac:spMkLst>
            <pc:docMk/>
            <pc:sldMk cId="4025603392" sldId="299"/>
            <ac:spMk id="2" creationId="{506DFD24-4407-5F47-28ED-913D0F70DFAA}"/>
          </ac:spMkLst>
        </pc:spChg>
      </pc:sldChg>
      <pc:sldChg chg="modSp new del mod">
        <pc:chgData name="Zied Belhocine" userId="200cc0e2b299676e" providerId="LiveId" clId="{84A5E2AB-1D44-42CC-A547-CC0F82ED9DE9}" dt="2026-07-01T09:59:18.827" v="136" actId="47"/>
        <pc:sldMkLst>
          <pc:docMk/>
          <pc:sldMk cId="3346777326" sldId="300"/>
        </pc:sldMkLst>
        <pc:spChg chg="mod">
          <ac:chgData name="Zied Belhocine" userId="200cc0e2b299676e" providerId="LiveId" clId="{84A5E2AB-1D44-42CC-A547-CC0F82ED9DE9}" dt="2026-06-12T07:23:07.250" v="71" actId="20577"/>
          <ac:spMkLst>
            <pc:docMk/>
            <pc:sldMk cId="3346777326" sldId="300"/>
            <ac:spMk id="2" creationId="{F776C4DA-1CF7-52BC-6B5A-D71C0F82CACF}"/>
          </ac:spMkLst>
        </pc:spChg>
      </pc:sldChg>
      <pc:sldChg chg="addSp modSp new del mod">
        <pc:chgData name="Zied Belhocine" userId="200cc0e2b299676e" providerId="LiveId" clId="{84A5E2AB-1D44-42CC-A547-CC0F82ED9DE9}" dt="2026-07-01T13:53:26.193" v="3398" actId="47"/>
        <pc:sldMkLst>
          <pc:docMk/>
          <pc:sldMk cId="1270261620" sldId="301"/>
        </pc:sldMkLst>
        <pc:spChg chg="mod">
          <ac:chgData name="Zied Belhocine" userId="200cc0e2b299676e" providerId="LiveId" clId="{84A5E2AB-1D44-42CC-A547-CC0F82ED9DE9}" dt="2026-07-01T09:59:54.498" v="150" actId="404"/>
          <ac:spMkLst>
            <pc:docMk/>
            <pc:sldMk cId="1270261620" sldId="301"/>
            <ac:spMk id="2" creationId="{C1650580-98CB-C2A7-F037-4C7F77256AB8}"/>
          </ac:spMkLst>
        </pc:spChg>
        <pc:spChg chg="add">
          <ac:chgData name="Zied Belhocine" userId="200cc0e2b299676e" providerId="LiveId" clId="{84A5E2AB-1D44-42CC-A547-CC0F82ED9DE9}" dt="2026-07-01T09:59:37.580" v="137"/>
          <ac:spMkLst>
            <pc:docMk/>
            <pc:sldMk cId="1270261620" sldId="301"/>
            <ac:spMk id="4" creationId="{CB81B827-5219-4FC6-2075-27D0B817C481}"/>
          </ac:spMkLst>
        </pc:spChg>
        <pc:spChg chg="add">
          <ac:chgData name="Zied Belhocine" userId="200cc0e2b299676e" providerId="LiveId" clId="{84A5E2AB-1D44-42CC-A547-CC0F82ED9DE9}" dt="2026-07-01T09:59:40.817" v="138"/>
          <ac:spMkLst>
            <pc:docMk/>
            <pc:sldMk cId="1270261620" sldId="301"/>
            <ac:spMk id="5" creationId="{9FF15253-BC6C-EFAD-869A-B982F26227F6}"/>
          </ac:spMkLst>
        </pc:spChg>
      </pc:sldChg>
      <pc:sldChg chg="modSp add del mod ord">
        <pc:chgData name="Zied Belhocine" userId="200cc0e2b299676e" providerId="LiveId" clId="{84A5E2AB-1D44-42CC-A547-CC0F82ED9DE9}" dt="2026-07-01T11:24:38.818" v="1826" actId="47"/>
        <pc:sldMkLst>
          <pc:docMk/>
          <pc:sldMk cId="1894955957" sldId="302"/>
        </pc:sldMkLst>
        <pc:spChg chg="mod">
          <ac:chgData name="Zied Belhocine" userId="200cc0e2b299676e" providerId="LiveId" clId="{84A5E2AB-1D44-42CC-A547-CC0F82ED9DE9}" dt="2026-07-01T09:58:18.324" v="116" actId="404"/>
          <ac:spMkLst>
            <pc:docMk/>
            <pc:sldMk cId="1894955957" sldId="302"/>
            <ac:spMk id="2" creationId="{935DA258-FF30-30D0-99F7-B6F10455DBE9}"/>
          </ac:spMkLst>
        </pc:spChg>
      </pc:sldChg>
      <pc:sldChg chg="addSp delSp modSp new del">
        <pc:chgData name="Zied Belhocine" userId="200cc0e2b299676e" providerId="LiveId" clId="{84A5E2AB-1D44-42CC-A547-CC0F82ED9DE9}" dt="2026-07-01T13:53:25.650" v="3397" actId="47"/>
        <pc:sldMkLst>
          <pc:docMk/>
          <pc:sldMk cId="3620251965" sldId="303"/>
        </pc:sldMkLst>
        <pc:spChg chg="del">
          <ac:chgData name="Zied Belhocine" userId="200cc0e2b299676e" providerId="LiveId" clId="{84A5E2AB-1D44-42CC-A547-CC0F82ED9DE9}" dt="2026-07-01T09:57:53.885" v="103"/>
          <ac:spMkLst>
            <pc:docMk/>
            <pc:sldMk cId="3620251965" sldId="303"/>
            <ac:spMk id="2" creationId="{DF95DF7B-E4A1-ED7C-B979-87D5FD46EB0A}"/>
          </ac:spMkLst>
        </pc:spChg>
        <pc:spChg chg="add mod">
          <ac:chgData name="Zied Belhocine" userId="200cc0e2b299676e" providerId="LiveId" clId="{84A5E2AB-1D44-42CC-A547-CC0F82ED9DE9}" dt="2026-07-01T09:57:56.887" v="104" actId="1076"/>
          <ac:spMkLst>
            <pc:docMk/>
            <pc:sldMk cId="3620251965" sldId="303"/>
            <ac:spMk id="4" creationId="{E8BBB5EF-D166-7C86-82A9-8610A69578CC}"/>
          </ac:spMkLst>
        </pc:spChg>
      </pc:sldChg>
      <pc:sldChg chg="modSp new del mod">
        <pc:chgData name="Zied Belhocine" userId="200cc0e2b299676e" providerId="LiveId" clId="{84A5E2AB-1D44-42CC-A547-CC0F82ED9DE9}" dt="2026-07-01T11:24:55.969" v="1828" actId="47"/>
        <pc:sldMkLst>
          <pc:docMk/>
          <pc:sldMk cId="3691834928" sldId="304"/>
        </pc:sldMkLst>
        <pc:spChg chg="mod">
          <ac:chgData name="Zied Belhocine" userId="200cc0e2b299676e" providerId="LiveId" clId="{84A5E2AB-1D44-42CC-A547-CC0F82ED9DE9}" dt="2026-07-01T09:59:01.800" v="133" actId="20577"/>
          <ac:spMkLst>
            <pc:docMk/>
            <pc:sldMk cId="3691834928" sldId="304"/>
            <ac:spMk id="2" creationId="{856AD326-21E0-86FB-7BBC-712E1E5386F3}"/>
          </ac:spMkLst>
        </pc:spChg>
      </pc:sldChg>
      <pc:sldChg chg="new del">
        <pc:chgData name="Zied Belhocine" userId="200cc0e2b299676e" providerId="LiveId" clId="{84A5E2AB-1D44-42CC-A547-CC0F82ED9DE9}" dt="2026-07-01T09:59:14.094" v="134" actId="47"/>
        <pc:sldMkLst>
          <pc:docMk/>
          <pc:sldMk cId="1353060683" sldId="305"/>
        </pc:sldMkLst>
      </pc:sldChg>
      <pc:sldChg chg="addSp delSp modSp new del mod">
        <pc:chgData name="Zied Belhocine" userId="200cc0e2b299676e" providerId="LiveId" clId="{84A5E2AB-1D44-42CC-A547-CC0F82ED9DE9}" dt="2026-07-01T13:53:27.673" v="3399" actId="47"/>
        <pc:sldMkLst>
          <pc:docMk/>
          <pc:sldMk cId="3390842222" sldId="305"/>
        </pc:sldMkLst>
        <pc:spChg chg="del">
          <ac:chgData name="Zied Belhocine" userId="200cc0e2b299676e" providerId="LiveId" clId="{84A5E2AB-1D44-42CC-A547-CC0F82ED9DE9}" dt="2026-07-01T10:00:25.753" v="154" actId="478"/>
          <ac:spMkLst>
            <pc:docMk/>
            <pc:sldMk cId="3390842222" sldId="305"/>
            <ac:spMk id="2" creationId="{FF17FC9D-4968-6C98-2C3A-C014EF7A6B56}"/>
          </ac:spMkLst>
        </pc:spChg>
        <pc:spChg chg="add mod">
          <ac:chgData name="Zied Belhocine" userId="200cc0e2b299676e" providerId="LiveId" clId="{84A5E2AB-1D44-42CC-A547-CC0F82ED9DE9}" dt="2026-07-01T10:00:23.983" v="153" actId="1076"/>
          <ac:spMkLst>
            <pc:docMk/>
            <pc:sldMk cId="3390842222" sldId="305"/>
            <ac:spMk id="5" creationId="{4A8D019B-35D6-445A-C370-4963AA507193}"/>
          </ac:spMkLst>
        </pc:spChg>
      </pc:sldChg>
      <pc:sldChg chg="new del">
        <pc:chgData name="Zied Belhocine" userId="200cc0e2b299676e" providerId="LiveId" clId="{84A5E2AB-1D44-42CC-A547-CC0F82ED9DE9}" dt="2026-07-01T09:59:15.091" v="135" actId="47"/>
        <pc:sldMkLst>
          <pc:docMk/>
          <pc:sldMk cId="3984135623" sldId="306"/>
        </pc:sldMkLst>
      </pc:sldChg>
      <pc:sldChg chg="addSp delSp modSp add mod">
        <pc:chgData name="Zied Belhocine" userId="200cc0e2b299676e" providerId="LiveId" clId="{84A5E2AB-1D44-42CC-A547-CC0F82ED9DE9}" dt="2026-07-01T10:09:19.964" v="482" actId="14100"/>
        <pc:sldMkLst>
          <pc:docMk/>
          <pc:sldMk cId="4225042698" sldId="306"/>
        </pc:sldMkLst>
        <pc:spChg chg="add">
          <ac:chgData name="Zied Belhocine" userId="200cc0e2b299676e" providerId="LiveId" clId="{84A5E2AB-1D44-42CC-A547-CC0F82ED9DE9}" dt="2026-07-01T10:05:20.175" v="259"/>
          <ac:spMkLst>
            <pc:docMk/>
            <pc:sldMk cId="4225042698" sldId="306"/>
            <ac:spMk id="2" creationId="{3F771C79-DFE3-A080-8D27-990AA1B7333E}"/>
          </ac:spMkLst>
        </pc:spChg>
        <pc:spChg chg="add mod">
          <ac:chgData name="Zied Belhocine" userId="200cc0e2b299676e" providerId="LiveId" clId="{84A5E2AB-1D44-42CC-A547-CC0F82ED9DE9}" dt="2026-07-01T10:05:31.927" v="261"/>
          <ac:spMkLst>
            <pc:docMk/>
            <pc:sldMk cId="4225042698" sldId="306"/>
            <ac:spMk id="3" creationId="{77396E36-6CA8-54A4-4E64-E5FFAB375B84}"/>
          </ac:spMkLst>
        </pc:spChg>
        <pc:spChg chg="add mod">
          <ac:chgData name="Zied Belhocine" userId="200cc0e2b299676e" providerId="LiveId" clId="{84A5E2AB-1D44-42CC-A547-CC0F82ED9DE9}" dt="2026-07-01T10:09:16.546" v="481" actId="14100"/>
          <ac:spMkLst>
            <pc:docMk/>
            <pc:sldMk cId="4225042698" sldId="306"/>
            <ac:spMk id="5" creationId="{0F776D83-219C-D36B-B9AA-D0D71542B599}"/>
          </ac:spMkLst>
        </pc:spChg>
        <pc:spChg chg="mod">
          <ac:chgData name="Zied Belhocine" userId="200cc0e2b299676e" providerId="LiveId" clId="{84A5E2AB-1D44-42CC-A547-CC0F82ED9DE9}" dt="2026-07-01T10:09:12.787" v="480" actId="14100"/>
          <ac:spMkLst>
            <pc:docMk/>
            <pc:sldMk cId="4225042698" sldId="306"/>
            <ac:spMk id="3780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05:43.733" v="265" actId="1076"/>
          <ac:spMkLst>
            <pc:docMk/>
            <pc:sldMk cId="4225042698" sldId="306"/>
            <ac:spMk id="3781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05:45.603" v="266" actId="1076"/>
          <ac:spMkLst>
            <pc:docMk/>
            <pc:sldMk cId="4225042698" sldId="306"/>
            <ac:spMk id="3782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09:19.964" v="482" actId="14100"/>
          <ac:spMkLst>
            <pc:docMk/>
            <pc:sldMk cId="4225042698" sldId="306"/>
            <ac:spMk id="3783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07:16.723" v="297" actId="20577"/>
          <ac:spMkLst>
            <pc:docMk/>
            <pc:sldMk cId="4225042698" sldId="306"/>
            <ac:spMk id="3784" creationId="{00000000-0000-0000-0000-000000000000}"/>
          </ac:spMkLst>
        </pc:spChg>
        <pc:spChg chg="del">
          <ac:chgData name="Zied Belhocine" userId="200cc0e2b299676e" providerId="LiveId" clId="{84A5E2AB-1D44-42CC-A547-CC0F82ED9DE9}" dt="2026-07-01T10:05:52.717" v="268" actId="478"/>
          <ac:spMkLst>
            <pc:docMk/>
            <pc:sldMk cId="4225042698" sldId="306"/>
            <ac:spMk id="3785" creationId="{00000000-0000-0000-0000-000000000000}"/>
          </ac:spMkLst>
        </pc:spChg>
        <pc:grpChg chg="mod">
          <ac:chgData name="Zied Belhocine" userId="200cc0e2b299676e" providerId="LiveId" clId="{84A5E2AB-1D44-42CC-A547-CC0F82ED9DE9}" dt="2026-07-01T10:06:48.823" v="287" actId="1076"/>
          <ac:grpSpMkLst>
            <pc:docMk/>
            <pc:sldMk cId="4225042698" sldId="306"/>
            <ac:grpSpMk id="3786" creationId="{00000000-0000-0000-0000-000000000000}"/>
          </ac:grpSpMkLst>
        </pc:grpChg>
        <pc:grpChg chg="mod">
          <ac:chgData name="Zied Belhocine" userId="200cc0e2b299676e" providerId="LiveId" clId="{84A5E2AB-1D44-42CC-A547-CC0F82ED9DE9}" dt="2026-07-01T10:06:47.612" v="286" actId="1076"/>
          <ac:grpSpMkLst>
            <pc:docMk/>
            <pc:sldMk cId="4225042698" sldId="306"/>
            <ac:grpSpMk id="3824" creationId="{00000000-0000-0000-0000-000000000000}"/>
          </ac:grpSpMkLst>
        </pc:grpChg>
      </pc:sldChg>
      <pc:sldChg chg="addSp delSp modSp add mod ord modNotes">
        <pc:chgData name="Zied Belhocine" userId="200cc0e2b299676e" providerId="LiveId" clId="{84A5E2AB-1D44-42CC-A547-CC0F82ED9DE9}" dt="2026-07-02T09:43:44.639" v="4095" actId="478"/>
        <pc:sldMkLst>
          <pc:docMk/>
          <pc:sldMk cId="1828757639" sldId="307"/>
        </pc:sldMkLst>
        <pc:spChg chg="add mod">
          <ac:chgData name="Zied Belhocine" userId="200cc0e2b299676e" providerId="LiveId" clId="{84A5E2AB-1D44-42CC-A547-CC0F82ED9DE9}" dt="2026-07-02T09:43:01.083" v="4092" actId="20577"/>
          <ac:spMkLst>
            <pc:docMk/>
            <pc:sldMk cId="1828757639" sldId="307"/>
            <ac:spMk id="2" creationId="{FD5EC219-E917-AE70-622D-60CBF68E3CB4}"/>
          </ac:spMkLst>
        </pc:spChg>
        <pc:spChg chg="mod">
          <ac:chgData name="Zied Belhocine" userId="200cc0e2b299676e" providerId="LiveId" clId="{84A5E2AB-1D44-42CC-A547-CC0F82ED9DE9}" dt="2026-07-01T10:10:27.656" v="490" actId="20577"/>
          <ac:spMkLst>
            <pc:docMk/>
            <pc:sldMk cId="1828757639" sldId="307"/>
            <ac:spMk id="2138" creationId="{00000000-0000-0000-0000-000000000000}"/>
          </ac:spMkLst>
        </pc:spChg>
        <pc:spChg chg="mod">
          <ac:chgData name="Zied Belhocine" userId="200cc0e2b299676e" providerId="LiveId" clId="{84A5E2AB-1D44-42CC-A547-CC0F82ED9DE9}" dt="2026-07-02T09:43:03.781" v="4093" actId="20577"/>
          <ac:spMkLst>
            <pc:docMk/>
            <pc:sldMk cId="1828757639" sldId="307"/>
            <ac:spMk id="2139" creationId="{00000000-0000-0000-0000-000000000000}"/>
          </ac:spMkLst>
        </pc:spChg>
        <pc:picChg chg="add del">
          <ac:chgData name="Zied Belhocine" userId="200cc0e2b299676e" providerId="LiveId" clId="{84A5E2AB-1D44-42CC-A547-CC0F82ED9DE9}" dt="2026-07-02T09:43:44.639" v="4095" actId="478"/>
          <ac:picMkLst>
            <pc:docMk/>
            <pc:sldMk cId="1828757639" sldId="307"/>
            <ac:picMk id="3" creationId="{EA2A586B-EEE9-1D81-643E-B2AB57D553DE}"/>
          </ac:picMkLst>
        </pc:picChg>
      </pc:sldChg>
      <pc:sldChg chg="add del">
        <pc:chgData name="Zied Belhocine" userId="200cc0e2b299676e" providerId="LiveId" clId="{84A5E2AB-1D44-42CC-A547-CC0F82ED9DE9}" dt="2026-07-01T10:04:20.052" v="243"/>
        <pc:sldMkLst>
          <pc:docMk/>
          <pc:sldMk cId="782768508" sldId="308"/>
        </pc:sldMkLst>
      </pc:sldChg>
      <pc:sldChg chg="modSp add mod">
        <pc:chgData name="Zied Belhocine" userId="200cc0e2b299676e" providerId="LiveId" clId="{84A5E2AB-1D44-42CC-A547-CC0F82ED9DE9}" dt="2026-07-01T10:13:40.802" v="629" actId="20577"/>
        <pc:sldMkLst>
          <pc:docMk/>
          <pc:sldMk cId="3838794834" sldId="308"/>
        </pc:sldMkLst>
        <pc:spChg chg="mod">
          <ac:chgData name="Zied Belhocine" userId="200cc0e2b299676e" providerId="LiveId" clId="{84A5E2AB-1D44-42CC-A547-CC0F82ED9DE9}" dt="2026-07-01T10:13:40.802" v="629" actId="20577"/>
          <ac:spMkLst>
            <pc:docMk/>
            <pc:sldMk cId="3838794834" sldId="308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13:33.729" v="608" actId="20577"/>
          <ac:spMkLst>
            <pc:docMk/>
            <pc:sldMk cId="3838794834" sldId="308"/>
            <ac:spMk id="2147" creationId="{00000000-0000-0000-0000-000000000000}"/>
          </ac:spMkLst>
        </pc:spChg>
      </pc:sldChg>
      <pc:sldChg chg="addSp delSp modSp new mod">
        <pc:chgData name="Zied Belhocine" userId="200cc0e2b299676e" providerId="LiveId" clId="{84A5E2AB-1D44-42CC-A547-CC0F82ED9DE9}" dt="2026-07-01T10:54:45.409" v="1227" actId="1076"/>
        <pc:sldMkLst>
          <pc:docMk/>
          <pc:sldMk cId="1099914639" sldId="309"/>
        </pc:sldMkLst>
        <pc:spChg chg="del">
          <ac:chgData name="Zied Belhocine" userId="200cc0e2b299676e" providerId="LiveId" clId="{84A5E2AB-1D44-42CC-A547-CC0F82ED9DE9}" dt="2026-07-01T10:30:53.107" v="789" actId="478"/>
          <ac:spMkLst>
            <pc:docMk/>
            <pc:sldMk cId="1099914639" sldId="309"/>
            <ac:spMk id="2" creationId="{EA800BF4-CCA9-080C-1D6A-FE397F729AD9}"/>
          </ac:spMkLst>
        </pc:spChg>
        <pc:spChg chg="del">
          <ac:chgData name="Zied Belhocine" userId="200cc0e2b299676e" providerId="LiveId" clId="{84A5E2AB-1D44-42CC-A547-CC0F82ED9DE9}" dt="2026-07-01T10:30:51.468" v="788" actId="478"/>
          <ac:spMkLst>
            <pc:docMk/>
            <pc:sldMk cId="1099914639" sldId="309"/>
            <ac:spMk id="3" creationId="{56E16186-8351-B1E9-8C6D-895D1B4632E4}"/>
          </ac:spMkLst>
        </pc:spChg>
        <pc:spChg chg="add mod">
          <ac:chgData name="Zied Belhocine" userId="200cc0e2b299676e" providerId="LiveId" clId="{84A5E2AB-1D44-42CC-A547-CC0F82ED9DE9}" dt="2026-07-01T10:54:37.230" v="1224" actId="1076"/>
          <ac:spMkLst>
            <pc:docMk/>
            <pc:sldMk cId="1099914639" sldId="309"/>
            <ac:spMk id="4" creationId="{E96E53DB-DF93-A92F-E6E5-D47AE813CCAF}"/>
          </ac:spMkLst>
        </pc:spChg>
        <pc:spChg chg="add mod">
          <ac:chgData name="Zied Belhocine" userId="200cc0e2b299676e" providerId="LiveId" clId="{84A5E2AB-1D44-42CC-A547-CC0F82ED9DE9}" dt="2026-07-01T10:54:39.919" v="1225" actId="1076"/>
          <ac:spMkLst>
            <pc:docMk/>
            <pc:sldMk cId="1099914639" sldId="309"/>
            <ac:spMk id="6" creationId="{5548C6F7-C5FF-69EE-999B-9DD828750572}"/>
          </ac:spMkLst>
        </pc:spChg>
        <pc:spChg chg="add mod">
          <ac:chgData name="Zied Belhocine" userId="200cc0e2b299676e" providerId="LiveId" clId="{84A5E2AB-1D44-42CC-A547-CC0F82ED9DE9}" dt="2026-07-01T10:47:21.994" v="908" actId="1076"/>
          <ac:spMkLst>
            <pc:docMk/>
            <pc:sldMk cId="1099914639" sldId="309"/>
            <ac:spMk id="9" creationId="{3CDC2D3D-DDA9-111E-FF28-E8A042EF6C7B}"/>
          </ac:spMkLst>
        </pc:spChg>
        <pc:picChg chg="add mod">
          <ac:chgData name="Zied Belhocine" userId="200cc0e2b299676e" providerId="LiveId" clId="{84A5E2AB-1D44-42CC-A547-CC0F82ED9DE9}" dt="2026-07-01T10:54:45.409" v="1227" actId="1076"/>
          <ac:picMkLst>
            <pc:docMk/>
            <pc:sldMk cId="1099914639" sldId="309"/>
            <ac:picMk id="8" creationId="{257F6AA5-1F51-85B1-63D8-D5740AF81EC9}"/>
          </ac:picMkLst>
        </pc:picChg>
      </pc:sldChg>
      <pc:sldChg chg="addSp delSp modSp add mod">
        <pc:chgData name="Zied Belhocine" userId="200cc0e2b299676e" providerId="LiveId" clId="{84A5E2AB-1D44-42CC-A547-CC0F82ED9DE9}" dt="2026-07-02T14:11:07.873" v="4571" actId="20577"/>
        <pc:sldMkLst>
          <pc:docMk/>
          <pc:sldMk cId="4243552096" sldId="310"/>
        </pc:sldMkLst>
        <pc:spChg chg="add mod">
          <ac:chgData name="Zied Belhocine" userId="200cc0e2b299676e" providerId="LiveId" clId="{84A5E2AB-1D44-42CC-A547-CC0F82ED9DE9}" dt="2026-07-02T09:45:06.732" v="4107" actId="1076"/>
          <ac:spMkLst>
            <pc:docMk/>
            <pc:sldMk cId="4243552096" sldId="310"/>
            <ac:spMk id="2" creationId="{F781567E-E41C-390E-99D9-1E23889AD7EE}"/>
          </ac:spMkLst>
        </pc:spChg>
        <pc:spChg chg="add mod">
          <ac:chgData name="Zied Belhocine" userId="200cc0e2b299676e" providerId="LiveId" clId="{84A5E2AB-1D44-42CC-A547-CC0F82ED9DE9}" dt="2026-07-02T09:45:04.124" v="4106" actId="1076"/>
          <ac:spMkLst>
            <pc:docMk/>
            <pc:sldMk cId="4243552096" sldId="310"/>
            <ac:spMk id="3" creationId="{AC51E67B-B5BD-8251-99CB-CB4CD2077A0B}"/>
          </ac:spMkLst>
        </pc:spChg>
        <pc:spChg chg="add del mod">
          <ac:chgData name="Zied Belhocine" userId="200cc0e2b299676e" providerId="LiveId" clId="{84A5E2AB-1D44-42CC-A547-CC0F82ED9DE9}" dt="2026-07-02T09:45:15.148" v="4110"/>
          <ac:spMkLst>
            <pc:docMk/>
            <pc:sldMk cId="4243552096" sldId="310"/>
            <ac:spMk id="4" creationId="{D5CB2333-3607-F145-2ABC-8FF713DEA178}"/>
          </ac:spMkLst>
        </pc:spChg>
        <pc:spChg chg="add del">
          <ac:chgData name="Zied Belhocine" userId="200cc0e2b299676e" providerId="LiveId" clId="{84A5E2AB-1D44-42CC-A547-CC0F82ED9DE9}" dt="2026-07-02T09:45:16.913" v="4112" actId="22"/>
          <ac:spMkLst>
            <pc:docMk/>
            <pc:sldMk cId="4243552096" sldId="310"/>
            <ac:spMk id="6" creationId="{FEF6E438-12F0-F4D3-504A-77E95D75AA03}"/>
          </ac:spMkLst>
        </pc:spChg>
        <pc:spChg chg="add mod">
          <ac:chgData name="Zied Belhocine" userId="200cc0e2b299676e" providerId="LiveId" clId="{84A5E2AB-1D44-42CC-A547-CC0F82ED9DE9}" dt="2026-07-02T09:45:38.686" v="4136" actId="14100"/>
          <ac:spMkLst>
            <pc:docMk/>
            <pc:sldMk cId="4243552096" sldId="310"/>
            <ac:spMk id="7" creationId="{5EFF02F6-AAEF-424A-E49A-99382E7CB0A1}"/>
          </ac:spMkLst>
        </pc:spChg>
        <pc:spChg chg="add mod">
          <ac:chgData name="Zied Belhocine" userId="200cc0e2b299676e" providerId="LiveId" clId="{84A5E2AB-1D44-42CC-A547-CC0F82ED9DE9}" dt="2026-07-02T09:46:25.725" v="4180" actId="14100"/>
          <ac:spMkLst>
            <pc:docMk/>
            <pc:sldMk cId="4243552096" sldId="310"/>
            <ac:spMk id="8" creationId="{7A40521F-02EB-CF1E-510C-5817B28F1A6E}"/>
          </ac:spMkLst>
        </pc:spChg>
        <pc:spChg chg="mod">
          <ac:chgData name="Zied Belhocine" userId="200cc0e2b299676e" providerId="LiveId" clId="{84A5E2AB-1D44-42CC-A547-CC0F82ED9DE9}" dt="2026-07-01T10:14:21.929" v="675" actId="20577"/>
          <ac:spMkLst>
            <pc:docMk/>
            <pc:sldMk cId="4243552096" sldId="310"/>
            <ac:spMk id="1650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14:11.779" v="663" actId="20577"/>
          <ac:spMkLst>
            <pc:docMk/>
            <pc:sldMk cId="4243552096" sldId="310"/>
            <ac:spMk id="1657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14:37.618" v="695" actId="20577"/>
          <ac:spMkLst>
            <pc:docMk/>
            <pc:sldMk cId="4243552096" sldId="310"/>
            <ac:spMk id="1658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15:13.953" v="723" actId="20577"/>
          <ac:spMkLst>
            <pc:docMk/>
            <pc:sldMk cId="4243552096" sldId="310"/>
            <ac:spMk id="1659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15:17.103" v="726" actId="20577"/>
          <ac:spMkLst>
            <pc:docMk/>
            <pc:sldMk cId="4243552096" sldId="310"/>
            <ac:spMk id="1660" creationId="{00000000-0000-0000-0000-000000000000}"/>
          </ac:spMkLst>
        </pc:spChg>
        <pc:spChg chg="mod">
          <ac:chgData name="Zied Belhocine" userId="200cc0e2b299676e" providerId="LiveId" clId="{84A5E2AB-1D44-42CC-A547-CC0F82ED9DE9}" dt="2026-07-02T14:11:03.785" v="4556" actId="20577"/>
          <ac:spMkLst>
            <pc:docMk/>
            <pc:sldMk cId="4243552096" sldId="310"/>
            <ac:spMk id="1661" creationId="{00000000-0000-0000-0000-000000000000}"/>
          </ac:spMkLst>
        </pc:spChg>
        <pc:spChg chg="mod">
          <ac:chgData name="Zied Belhocine" userId="200cc0e2b299676e" providerId="LiveId" clId="{84A5E2AB-1D44-42CC-A547-CC0F82ED9DE9}" dt="2026-07-02T14:11:07.873" v="4571" actId="20577"/>
          <ac:spMkLst>
            <pc:docMk/>
            <pc:sldMk cId="4243552096" sldId="310"/>
            <ac:spMk id="1662" creationId="{00000000-0000-0000-0000-000000000000}"/>
          </ac:spMkLst>
        </pc:spChg>
      </pc:sldChg>
      <pc:sldChg chg="modSp add mod ord">
        <pc:chgData name="Zied Belhocine" userId="200cc0e2b299676e" providerId="LiveId" clId="{84A5E2AB-1D44-42CC-A547-CC0F82ED9DE9}" dt="2026-07-01T10:16:57.742" v="786" actId="20577"/>
        <pc:sldMkLst>
          <pc:docMk/>
          <pc:sldMk cId="3641537664" sldId="311"/>
        </pc:sldMkLst>
        <pc:spChg chg="mod">
          <ac:chgData name="Zied Belhocine" userId="200cc0e2b299676e" providerId="LiveId" clId="{84A5E2AB-1D44-42CC-A547-CC0F82ED9DE9}" dt="2026-07-01T10:16:57.742" v="786" actId="20577"/>
          <ac:spMkLst>
            <pc:docMk/>
            <pc:sldMk cId="3641537664" sldId="311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0:15:56.876" v="771" actId="20577"/>
          <ac:spMkLst>
            <pc:docMk/>
            <pc:sldMk cId="3641537664" sldId="311"/>
            <ac:spMk id="2147" creationId="{00000000-0000-0000-0000-000000000000}"/>
          </ac:spMkLst>
        </pc:spChg>
      </pc:sldChg>
      <pc:sldChg chg="delSp modSp add del mod">
        <pc:chgData name="Zied Belhocine" userId="200cc0e2b299676e" providerId="LiveId" clId="{84A5E2AB-1D44-42CC-A547-CC0F82ED9DE9}" dt="2026-07-01T10:35:59.586" v="874" actId="47"/>
        <pc:sldMkLst>
          <pc:docMk/>
          <pc:sldMk cId="2907883878" sldId="312"/>
        </pc:sldMkLst>
        <pc:spChg chg="mod">
          <ac:chgData name="Zied Belhocine" userId="200cc0e2b299676e" providerId="LiveId" clId="{84A5E2AB-1D44-42CC-A547-CC0F82ED9DE9}" dt="2026-07-01T10:35:41.779" v="868" actId="20577"/>
          <ac:spMkLst>
            <pc:docMk/>
            <pc:sldMk cId="2907883878" sldId="312"/>
            <ac:spMk id="4" creationId="{E96E53DB-DF93-A92F-E6E5-D47AE813CCAF}"/>
          </ac:spMkLst>
        </pc:spChg>
        <pc:spChg chg="del mod">
          <ac:chgData name="Zied Belhocine" userId="200cc0e2b299676e" providerId="LiveId" clId="{84A5E2AB-1D44-42CC-A547-CC0F82ED9DE9}" dt="2026-07-01T10:33:57.868" v="844"/>
          <ac:spMkLst>
            <pc:docMk/>
            <pc:sldMk cId="2907883878" sldId="312"/>
            <ac:spMk id="6" creationId="{5548C6F7-C5FF-69EE-999B-9DD828750572}"/>
          </ac:spMkLst>
        </pc:spChg>
      </pc:sldChg>
      <pc:sldChg chg="modSp add del mod">
        <pc:chgData name="Zied Belhocine" userId="200cc0e2b299676e" providerId="LiveId" clId="{84A5E2AB-1D44-42CC-A547-CC0F82ED9DE9}" dt="2026-07-02T14:15:38.702" v="4815" actId="47"/>
        <pc:sldMkLst>
          <pc:docMk/>
          <pc:sldMk cId="1723549304" sldId="313"/>
        </pc:sldMkLst>
        <pc:spChg chg="mod">
          <ac:chgData name="Zied Belhocine" userId="200cc0e2b299676e" providerId="LiveId" clId="{84A5E2AB-1D44-42CC-A547-CC0F82ED9DE9}" dt="2026-07-02T14:13:43.828" v="4746" actId="404"/>
          <ac:spMkLst>
            <pc:docMk/>
            <pc:sldMk cId="1723549304" sldId="313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2T14:14:25.506" v="4756" actId="1076"/>
          <ac:spMkLst>
            <pc:docMk/>
            <pc:sldMk cId="1723549304" sldId="313"/>
            <ac:spMk id="6" creationId="{5548C6F7-C5FF-69EE-999B-9DD828750572}"/>
          </ac:spMkLst>
        </pc:spChg>
        <pc:spChg chg="mod">
          <ac:chgData name="Zied Belhocine" userId="200cc0e2b299676e" providerId="LiveId" clId="{84A5E2AB-1D44-42CC-A547-CC0F82ED9DE9}" dt="2026-07-01T10:49:04.964" v="946" actId="20577"/>
          <ac:spMkLst>
            <pc:docMk/>
            <pc:sldMk cId="1723549304" sldId="313"/>
            <ac:spMk id="9" creationId="{3CDC2D3D-DDA9-111E-FF28-E8A042EF6C7B}"/>
          </ac:spMkLst>
        </pc:spChg>
        <pc:picChg chg="mod">
          <ac:chgData name="Zied Belhocine" userId="200cc0e2b299676e" providerId="LiveId" clId="{84A5E2AB-1D44-42CC-A547-CC0F82ED9DE9}" dt="2026-07-01T14:16:08.808" v="3599" actId="14826"/>
          <ac:picMkLst>
            <pc:docMk/>
            <pc:sldMk cId="1723549304" sldId="313"/>
            <ac:picMk id="8" creationId="{257F6AA5-1F51-85B1-63D8-D5740AF81EC9}"/>
          </ac:picMkLst>
        </pc:picChg>
      </pc:sldChg>
      <pc:sldChg chg="addSp delSp modSp add del mod">
        <pc:chgData name="Zied Belhocine" userId="200cc0e2b299676e" providerId="LiveId" clId="{84A5E2AB-1D44-42CC-A547-CC0F82ED9DE9}" dt="2026-07-02T14:15:35.848" v="4814" actId="47"/>
        <pc:sldMkLst>
          <pc:docMk/>
          <pc:sldMk cId="2808471620" sldId="314"/>
        </pc:sldMkLst>
        <pc:spChg chg="add del mod">
          <ac:chgData name="Zied Belhocine" userId="200cc0e2b299676e" providerId="LiveId" clId="{84A5E2AB-1D44-42CC-A547-CC0F82ED9DE9}" dt="2026-07-01T10:51:48.770" v="1020" actId="478"/>
          <ac:spMkLst>
            <pc:docMk/>
            <pc:sldMk cId="2808471620" sldId="314"/>
            <ac:spMk id="2" creationId="{13117497-7327-E210-2819-0B6596A03A26}"/>
          </ac:spMkLst>
        </pc:spChg>
        <pc:spChg chg="add del mod">
          <ac:chgData name="Zied Belhocine" userId="200cc0e2b299676e" providerId="LiveId" clId="{84A5E2AB-1D44-42CC-A547-CC0F82ED9DE9}" dt="2026-07-01T12:11:44.079" v="2381" actId="20577"/>
          <ac:spMkLst>
            <pc:docMk/>
            <pc:sldMk cId="2808471620" sldId="314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1T10:55:03.401" v="1233" actId="1076"/>
          <ac:spMkLst>
            <pc:docMk/>
            <pc:sldMk cId="2808471620" sldId="314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1:04:32.505" v="1401"/>
          <ac:spMkLst>
            <pc:docMk/>
            <pc:sldMk cId="2808471620" sldId="314"/>
            <ac:spMk id="6" creationId="{5548C6F7-C5FF-69EE-999B-9DD828750572}"/>
          </ac:spMkLst>
        </pc:spChg>
        <pc:spChg chg="del mod">
          <ac:chgData name="Zied Belhocine" userId="200cc0e2b299676e" providerId="LiveId" clId="{84A5E2AB-1D44-42CC-A547-CC0F82ED9DE9}" dt="2026-07-01T10:51:04.318" v="1006"/>
          <ac:spMkLst>
            <pc:docMk/>
            <pc:sldMk cId="2808471620" sldId="314"/>
            <ac:spMk id="9" creationId="{3CDC2D3D-DDA9-111E-FF28-E8A042EF6C7B}"/>
          </ac:spMkLst>
        </pc:spChg>
        <pc:picChg chg="add del mod">
          <ac:chgData name="Zied Belhocine" userId="200cc0e2b299676e" providerId="LiveId" clId="{84A5E2AB-1D44-42CC-A547-CC0F82ED9DE9}" dt="2026-07-01T12:10:14.655" v="2276" actId="478"/>
          <ac:picMkLst>
            <pc:docMk/>
            <pc:sldMk cId="2808471620" sldId="314"/>
            <ac:picMk id="7" creationId="{EB3919D0-11AC-7BD4-0468-5E47D2D99097}"/>
          </ac:picMkLst>
        </pc:picChg>
        <pc:picChg chg="mod">
          <ac:chgData name="Zied Belhocine" userId="200cc0e2b299676e" providerId="LiveId" clId="{84A5E2AB-1D44-42CC-A547-CC0F82ED9DE9}" dt="2026-07-01T12:10:24.395" v="2279" actId="1076"/>
          <ac:picMkLst>
            <pc:docMk/>
            <pc:sldMk cId="2808471620" sldId="314"/>
            <ac:picMk id="8" creationId="{257F6AA5-1F51-85B1-63D8-D5740AF81EC9}"/>
          </ac:picMkLst>
        </pc:picChg>
      </pc:sldChg>
      <pc:sldChg chg="addSp delSp modSp add mod">
        <pc:chgData name="Zied Belhocine" userId="200cc0e2b299676e" providerId="LiveId" clId="{84A5E2AB-1D44-42CC-A547-CC0F82ED9DE9}" dt="2026-07-02T14:19:26.129" v="5123" actId="20577"/>
        <pc:sldMkLst>
          <pc:docMk/>
          <pc:sldMk cId="1671586200" sldId="315"/>
        </pc:sldMkLst>
        <pc:spChg chg="add">
          <ac:chgData name="Zied Belhocine" userId="200cc0e2b299676e" providerId="LiveId" clId="{84A5E2AB-1D44-42CC-A547-CC0F82ED9DE9}" dt="2026-07-01T10:52:47.688" v="1111"/>
          <ac:spMkLst>
            <pc:docMk/>
            <pc:sldMk cId="1671586200" sldId="315"/>
            <ac:spMk id="2" creationId="{BBC3BD4E-17B5-85FA-7C23-D5F2AE994384}"/>
          </ac:spMkLst>
        </pc:spChg>
        <pc:spChg chg="add mod">
          <ac:chgData name="Zied Belhocine" userId="200cc0e2b299676e" providerId="LiveId" clId="{84A5E2AB-1D44-42CC-A547-CC0F82ED9DE9}" dt="2026-07-02T14:19:01.296" v="5083" actId="1076"/>
          <ac:spMkLst>
            <pc:docMk/>
            <pc:sldMk cId="1671586200" sldId="315"/>
            <ac:spMk id="3" creationId="{59DC945C-8F58-C779-7EE6-6F8EB4583563}"/>
          </ac:spMkLst>
        </pc:spChg>
        <pc:spChg chg="mod">
          <ac:chgData name="Zied Belhocine" userId="200cc0e2b299676e" providerId="LiveId" clId="{84A5E2AB-1D44-42CC-A547-CC0F82ED9DE9}" dt="2026-07-02T14:19:26.129" v="5123" actId="20577"/>
          <ac:spMkLst>
            <pc:docMk/>
            <pc:sldMk cId="1671586200" sldId="315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2T14:18:44.790" v="5080" actId="1076"/>
          <ac:spMkLst>
            <pc:docMk/>
            <pc:sldMk cId="1671586200" sldId="315"/>
            <ac:spMk id="6" creationId="{5548C6F7-C5FF-69EE-999B-9DD828750572}"/>
          </ac:spMkLst>
        </pc:spChg>
        <pc:spChg chg="mod">
          <ac:chgData name="Zied Belhocine" userId="200cc0e2b299676e" providerId="LiveId" clId="{84A5E2AB-1D44-42CC-A547-CC0F82ED9DE9}" dt="2026-07-02T14:19:01.296" v="5083" actId="1076"/>
          <ac:spMkLst>
            <pc:docMk/>
            <pc:sldMk cId="1671586200" sldId="315"/>
            <ac:spMk id="9" creationId="{3CDC2D3D-DDA9-111E-FF28-E8A042EF6C7B}"/>
          </ac:spMkLst>
        </pc:spChg>
        <pc:picChg chg="add mod">
          <ac:chgData name="Zied Belhocine" userId="200cc0e2b299676e" providerId="LiveId" clId="{84A5E2AB-1D44-42CC-A547-CC0F82ED9DE9}" dt="2026-07-02T14:18:53.282" v="5082" actId="1076"/>
          <ac:picMkLst>
            <pc:docMk/>
            <pc:sldMk cId="1671586200" sldId="315"/>
            <ac:picMk id="2" creationId="{AE2EA9B0-6887-AEF0-BF79-CBC6CA2D543B}"/>
          </ac:picMkLst>
        </pc:picChg>
        <pc:picChg chg="add del">
          <ac:chgData name="Zied Belhocine" userId="200cc0e2b299676e" providerId="LiveId" clId="{84A5E2AB-1D44-42CC-A547-CC0F82ED9DE9}" dt="2026-07-01T10:53:47.748" v="1129" actId="22"/>
          <ac:picMkLst>
            <pc:docMk/>
            <pc:sldMk cId="1671586200" sldId="315"/>
            <ac:picMk id="5" creationId="{0BF6FC50-6BFA-AAE5-CE5C-2BA47FF4003C}"/>
          </ac:picMkLst>
        </pc:picChg>
        <pc:picChg chg="mod">
          <ac:chgData name="Zied Belhocine" userId="200cc0e2b299676e" providerId="LiveId" clId="{84A5E2AB-1D44-42CC-A547-CC0F82ED9DE9}" dt="2026-07-02T14:18:53.282" v="5082" actId="1076"/>
          <ac:picMkLst>
            <pc:docMk/>
            <pc:sldMk cId="1671586200" sldId="315"/>
            <ac:picMk id="8" creationId="{257F6AA5-1F51-85B1-63D8-D5740AF81EC9}"/>
          </ac:picMkLst>
        </pc:picChg>
      </pc:sldChg>
      <pc:sldChg chg="add del">
        <pc:chgData name="Zied Belhocine" userId="200cc0e2b299676e" providerId="LiveId" clId="{84A5E2AB-1D44-42CC-A547-CC0F82ED9DE9}" dt="2026-07-01T10:36:02.990" v="876" actId="47"/>
        <pc:sldMkLst>
          <pc:docMk/>
          <pc:sldMk cId="1891870444" sldId="315"/>
        </pc:sldMkLst>
      </pc:sldChg>
      <pc:sldChg chg="add del">
        <pc:chgData name="Zied Belhocine" userId="200cc0e2b299676e" providerId="LiveId" clId="{84A5E2AB-1D44-42CC-A547-CC0F82ED9DE9}" dt="2026-07-01T10:36:01.724" v="875" actId="47"/>
        <pc:sldMkLst>
          <pc:docMk/>
          <pc:sldMk cId="301625374" sldId="316"/>
        </pc:sldMkLst>
      </pc:sldChg>
      <pc:sldChg chg="modSp add del mod">
        <pc:chgData name="Zied Belhocine" userId="200cc0e2b299676e" providerId="LiveId" clId="{84A5E2AB-1D44-42CC-A547-CC0F82ED9DE9}" dt="2026-07-02T14:19:34.303" v="5127" actId="47"/>
        <pc:sldMkLst>
          <pc:docMk/>
          <pc:sldMk cId="2241107981" sldId="316"/>
        </pc:sldMkLst>
        <pc:spChg chg="mod">
          <ac:chgData name="Zied Belhocine" userId="200cc0e2b299676e" providerId="LiveId" clId="{84A5E2AB-1D44-42CC-A547-CC0F82ED9DE9}" dt="2026-07-01T14:18:16.048" v="3600" actId="313"/>
          <ac:spMkLst>
            <pc:docMk/>
            <pc:sldMk cId="2241107981" sldId="316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1T11:00:58.415" v="1288" actId="20577"/>
          <ac:spMkLst>
            <pc:docMk/>
            <pc:sldMk cId="2241107981" sldId="316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1:04:36.540" v="1402"/>
          <ac:spMkLst>
            <pc:docMk/>
            <pc:sldMk cId="2241107981" sldId="316"/>
            <ac:spMk id="6" creationId="{5548C6F7-C5FF-69EE-999B-9DD828750572}"/>
          </ac:spMkLst>
        </pc:spChg>
        <pc:picChg chg="mod">
          <ac:chgData name="Zied Belhocine" userId="200cc0e2b299676e" providerId="LiveId" clId="{84A5E2AB-1D44-42CC-A547-CC0F82ED9DE9}" dt="2026-07-01T12:11:57.221" v="2382" actId="14826"/>
          <ac:picMkLst>
            <pc:docMk/>
            <pc:sldMk cId="2241107981" sldId="316"/>
            <ac:picMk id="8" creationId="{257F6AA5-1F51-85B1-63D8-D5740AF81EC9}"/>
          </ac:picMkLst>
        </pc:picChg>
      </pc:sldChg>
      <pc:sldChg chg="addSp modSp add mod">
        <pc:chgData name="Zied Belhocine" userId="200cc0e2b299676e" providerId="LiveId" clId="{84A5E2AB-1D44-42CC-A547-CC0F82ED9DE9}" dt="2026-07-02T14:22:29.078" v="5289" actId="313"/>
        <pc:sldMkLst>
          <pc:docMk/>
          <pc:sldMk cId="108726999" sldId="317"/>
        </pc:sldMkLst>
        <pc:spChg chg="mod">
          <ac:chgData name="Zied Belhocine" userId="200cc0e2b299676e" providerId="LiveId" clId="{84A5E2AB-1D44-42CC-A547-CC0F82ED9DE9}" dt="2026-07-02T14:21:49.387" v="5225" actId="1076"/>
          <ac:spMkLst>
            <pc:docMk/>
            <pc:sldMk cId="108726999" sldId="317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2T14:21:10.160" v="5187" actId="20577"/>
          <ac:spMkLst>
            <pc:docMk/>
            <pc:sldMk cId="108726999" sldId="317"/>
            <ac:spMk id="4" creationId="{E96E53DB-DF93-A92F-E6E5-D47AE813CCAF}"/>
          </ac:spMkLst>
        </pc:spChg>
        <pc:spChg chg="add mod">
          <ac:chgData name="Zied Belhocine" userId="200cc0e2b299676e" providerId="LiveId" clId="{84A5E2AB-1D44-42CC-A547-CC0F82ED9DE9}" dt="2026-07-02T14:22:29.078" v="5289" actId="313"/>
          <ac:spMkLst>
            <pc:docMk/>
            <pc:sldMk cId="108726999" sldId="317"/>
            <ac:spMk id="5" creationId="{AAF370BB-2EB9-9C00-3881-F3127248129A}"/>
          </ac:spMkLst>
        </pc:spChg>
        <pc:spChg chg="mod">
          <ac:chgData name="Zied Belhocine" userId="200cc0e2b299676e" providerId="LiveId" clId="{84A5E2AB-1D44-42CC-A547-CC0F82ED9DE9}" dt="2026-07-02T14:21:34.858" v="5221" actId="20577"/>
          <ac:spMkLst>
            <pc:docMk/>
            <pc:sldMk cId="108726999" sldId="317"/>
            <ac:spMk id="6" creationId="{5548C6F7-C5FF-69EE-999B-9DD828750572}"/>
          </ac:spMkLst>
        </pc:spChg>
        <pc:picChg chg="add mod">
          <ac:chgData name="Zied Belhocine" userId="200cc0e2b299676e" providerId="LiveId" clId="{84A5E2AB-1D44-42CC-A547-CC0F82ED9DE9}" dt="2026-07-02T14:20:53.660" v="5145" actId="14100"/>
          <ac:picMkLst>
            <pc:docMk/>
            <pc:sldMk cId="108726999" sldId="317"/>
            <ac:picMk id="2" creationId="{C803F179-D8CA-F81C-AE49-C817AE144525}"/>
          </ac:picMkLst>
        </pc:picChg>
        <pc:picChg chg="mod">
          <ac:chgData name="Zied Belhocine" userId="200cc0e2b299676e" providerId="LiveId" clId="{84A5E2AB-1D44-42CC-A547-CC0F82ED9DE9}" dt="2026-07-02T14:20:47.887" v="5143" actId="1076"/>
          <ac:picMkLst>
            <pc:docMk/>
            <pc:sldMk cId="108726999" sldId="317"/>
            <ac:picMk id="8" creationId="{257F6AA5-1F51-85B1-63D8-D5740AF81EC9}"/>
          </ac:picMkLst>
        </pc:picChg>
      </pc:sldChg>
      <pc:sldChg chg="addSp delSp modSp add del mod">
        <pc:chgData name="Zied Belhocine" userId="200cc0e2b299676e" providerId="LiveId" clId="{84A5E2AB-1D44-42CC-A547-CC0F82ED9DE9}" dt="2026-07-02T14:22:37.228" v="5290" actId="47"/>
        <pc:sldMkLst>
          <pc:docMk/>
          <pc:sldMk cId="3402527125" sldId="318"/>
        </pc:sldMkLst>
        <pc:spChg chg="mod">
          <ac:chgData name="Zied Belhocine" userId="200cc0e2b299676e" providerId="LiveId" clId="{84A5E2AB-1D44-42CC-A547-CC0F82ED9DE9}" dt="2026-07-01T11:10:37.111" v="1747" actId="20577"/>
          <ac:spMkLst>
            <pc:docMk/>
            <pc:sldMk cId="3402527125" sldId="318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1T11:08:13.724" v="1522" actId="20577"/>
          <ac:spMkLst>
            <pc:docMk/>
            <pc:sldMk cId="3402527125" sldId="318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1:09:22.670" v="1526"/>
          <ac:spMkLst>
            <pc:docMk/>
            <pc:sldMk cId="3402527125" sldId="318"/>
            <ac:spMk id="6" creationId="{5548C6F7-C5FF-69EE-999B-9DD828750572}"/>
          </ac:spMkLst>
        </pc:spChg>
        <pc:picChg chg="add del">
          <ac:chgData name="Zied Belhocine" userId="200cc0e2b299676e" providerId="LiveId" clId="{84A5E2AB-1D44-42CC-A547-CC0F82ED9DE9}" dt="2026-07-01T11:09:10.980" v="1524" actId="22"/>
          <ac:picMkLst>
            <pc:docMk/>
            <pc:sldMk cId="3402527125" sldId="318"/>
            <ac:picMk id="5" creationId="{A2E3FF18-B653-FEB4-E393-58D4FF3D0894}"/>
          </ac:picMkLst>
        </pc:picChg>
        <pc:picChg chg="mod">
          <ac:chgData name="Zied Belhocine" userId="200cc0e2b299676e" providerId="LiveId" clId="{84A5E2AB-1D44-42CC-A547-CC0F82ED9DE9}" dt="2026-07-01T11:09:13.308" v="1525" actId="14826"/>
          <ac:picMkLst>
            <pc:docMk/>
            <pc:sldMk cId="3402527125" sldId="318"/>
            <ac:picMk id="8" creationId="{257F6AA5-1F51-85B1-63D8-D5740AF81EC9}"/>
          </ac:picMkLst>
        </pc:picChg>
      </pc:sldChg>
      <pc:sldChg chg="modSp add mod">
        <pc:chgData name="Zied Belhocine" userId="200cc0e2b299676e" providerId="LiveId" clId="{84A5E2AB-1D44-42CC-A547-CC0F82ED9DE9}" dt="2026-07-01T11:23:45.048" v="1825" actId="20577"/>
        <pc:sldMkLst>
          <pc:docMk/>
          <pc:sldMk cId="4017930837" sldId="319"/>
        </pc:sldMkLst>
        <pc:spChg chg="mod">
          <ac:chgData name="Zied Belhocine" userId="200cc0e2b299676e" providerId="LiveId" clId="{84A5E2AB-1D44-42CC-A547-CC0F82ED9DE9}" dt="2026-07-01T11:23:45.048" v="1825" actId="20577"/>
          <ac:spMkLst>
            <pc:docMk/>
            <pc:sldMk cId="4017930837" sldId="319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1T11:12:03.703" v="1781" actId="20577"/>
          <ac:spMkLst>
            <pc:docMk/>
            <pc:sldMk cId="4017930837" sldId="319"/>
            <ac:spMk id="4" creationId="{E96E53DB-DF93-A92F-E6E5-D47AE813CCAF}"/>
          </ac:spMkLst>
        </pc:spChg>
        <pc:picChg chg="mod">
          <ac:chgData name="Zied Belhocine" userId="200cc0e2b299676e" providerId="LiveId" clId="{84A5E2AB-1D44-42CC-A547-CC0F82ED9DE9}" dt="2026-07-01T11:23:24.214" v="1783" actId="14826"/>
          <ac:picMkLst>
            <pc:docMk/>
            <pc:sldMk cId="4017930837" sldId="319"/>
            <ac:picMk id="8" creationId="{257F6AA5-1F51-85B1-63D8-D5740AF81EC9}"/>
          </ac:picMkLst>
        </pc:picChg>
      </pc:sldChg>
      <pc:sldChg chg="modSp add mod">
        <pc:chgData name="Zied Belhocine" userId="200cc0e2b299676e" providerId="LiveId" clId="{84A5E2AB-1D44-42CC-A547-CC0F82ED9DE9}" dt="2026-07-01T11:25:25.900" v="1874" actId="20577"/>
        <pc:sldMkLst>
          <pc:docMk/>
          <pc:sldMk cId="3059391485" sldId="320"/>
        </pc:sldMkLst>
        <pc:spChg chg="mod">
          <ac:chgData name="Zied Belhocine" userId="200cc0e2b299676e" providerId="LiveId" clId="{84A5E2AB-1D44-42CC-A547-CC0F82ED9DE9}" dt="2026-07-01T11:25:25.900" v="1874" actId="20577"/>
          <ac:spMkLst>
            <pc:docMk/>
            <pc:sldMk cId="3059391485" sldId="320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1:25:08.270" v="1831" actId="20577"/>
          <ac:spMkLst>
            <pc:docMk/>
            <pc:sldMk cId="3059391485" sldId="320"/>
            <ac:spMk id="2147" creationId="{00000000-0000-0000-0000-000000000000}"/>
          </ac:spMkLst>
        </pc:spChg>
      </pc:sldChg>
      <pc:sldChg chg="delSp modSp add mod">
        <pc:chgData name="Zied Belhocine" userId="200cc0e2b299676e" providerId="LiveId" clId="{84A5E2AB-1D44-42CC-A547-CC0F82ED9DE9}" dt="2026-07-01T12:15:15.387" v="2473" actId="14826"/>
        <pc:sldMkLst>
          <pc:docMk/>
          <pc:sldMk cId="1291718482" sldId="321"/>
        </pc:sldMkLst>
        <pc:spChg chg="mod">
          <ac:chgData name="Zied Belhocine" userId="200cc0e2b299676e" providerId="LiveId" clId="{84A5E2AB-1D44-42CC-A547-CC0F82ED9DE9}" dt="2026-07-01T11:49:09.586" v="2050" actId="20577"/>
          <ac:spMkLst>
            <pc:docMk/>
            <pc:sldMk cId="1291718482" sldId="321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1T11:46:59.315" v="1894" actId="20577"/>
          <ac:spMkLst>
            <pc:docMk/>
            <pc:sldMk cId="1291718482" sldId="321"/>
            <ac:spMk id="4" creationId="{E96E53DB-DF93-A92F-E6E5-D47AE813CCAF}"/>
          </ac:spMkLst>
        </pc:spChg>
        <pc:spChg chg="del mod">
          <ac:chgData name="Zied Belhocine" userId="200cc0e2b299676e" providerId="LiveId" clId="{84A5E2AB-1D44-42CC-A547-CC0F82ED9DE9}" dt="2026-07-01T11:48:42.133" v="1969" actId="478"/>
          <ac:spMkLst>
            <pc:docMk/>
            <pc:sldMk cId="1291718482" sldId="321"/>
            <ac:spMk id="6" creationId="{5548C6F7-C5FF-69EE-999B-9DD828750572}"/>
          </ac:spMkLst>
        </pc:spChg>
        <pc:picChg chg="mod">
          <ac:chgData name="Zied Belhocine" userId="200cc0e2b299676e" providerId="LiveId" clId="{84A5E2AB-1D44-42CC-A547-CC0F82ED9DE9}" dt="2026-07-01T12:15:15.387" v="2473" actId="14826"/>
          <ac:picMkLst>
            <pc:docMk/>
            <pc:sldMk cId="1291718482" sldId="321"/>
            <ac:picMk id="8" creationId="{257F6AA5-1F51-85B1-63D8-D5740AF81EC9}"/>
          </ac:picMkLst>
        </pc:picChg>
      </pc:sldChg>
      <pc:sldChg chg="addSp modSp add mod ord">
        <pc:chgData name="Zied Belhocine" userId="200cc0e2b299676e" providerId="LiveId" clId="{84A5E2AB-1D44-42CC-A547-CC0F82ED9DE9}" dt="2026-07-01T12:15:32.444" v="2474" actId="14826"/>
        <pc:sldMkLst>
          <pc:docMk/>
          <pc:sldMk cId="882175336" sldId="322"/>
        </pc:sldMkLst>
        <pc:spChg chg="add mod">
          <ac:chgData name="Zied Belhocine" userId="200cc0e2b299676e" providerId="LiveId" clId="{84A5E2AB-1D44-42CC-A547-CC0F82ED9DE9}" dt="2026-07-01T11:49:29.685" v="2084" actId="20577"/>
          <ac:spMkLst>
            <pc:docMk/>
            <pc:sldMk cId="882175336" sldId="322"/>
            <ac:spMk id="2" creationId="{D2B34B9C-29EA-EFEA-8E3D-D11D7D18FAC6}"/>
          </ac:spMkLst>
        </pc:spChg>
        <pc:picChg chg="mod">
          <ac:chgData name="Zied Belhocine" userId="200cc0e2b299676e" providerId="LiveId" clId="{84A5E2AB-1D44-42CC-A547-CC0F82ED9DE9}" dt="2026-07-01T12:15:32.444" v="2474" actId="14826"/>
          <ac:picMkLst>
            <pc:docMk/>
            <pc:sldMk cId="882175336" sldId="322"/>
            <ac:picMk id="8" creationId="{257F6AA5-1F51-85B1-63D8-D5740AF81EC9}"/>
          </ac:picMkLst>
        </pc:picChg>
      </pc:sldChg>
      <pc:sldChg chg="addSp delSp modSp add mod">
        <pc:chgData name="Zied Belhocine" userId="200cc0e2b299676e" providerId="LiveId" clId="{84A5E2AB-1D44-42CC-A547-CC0F82ED9DE9}" dt="2026-07-01T14:26:36.627" v="3711"/>
        <pc:sldMkLst>
          <pc:docMk/>
          <pc:sldMk cId="246665235" sldId="323"/>
        </pc:sldMkLst>
        <pc:spChg chg="mod">
          <ac:chgData name="Zied Belhocine" userId="200cc0e2b299676e" providerId="LiveId" clId="{84A5E2AB-1D44-42CC-A547-CC0F82ED9DE9}" dt="2026-07-01T12:20:35.303" v="2502" actId="20577"/>
          <ac:spMkLst>
            <pc:docMk/>
            <pc:sldMk cId="246665235" sldId="323"/>
            <ac:spMk id="2" creationId="{D2B34B9C-29EA-EFEA-8E3D-D11D7D18FAC6}"/>
          </ac:spMkLst>
        </pc:spChg>
        <pc:spChg chg="del">
          <ac:chgData name="Zied Belhocine" userId="200cc0e2b299676e" providerId="LiveId" clId="{84A5E2AB-1D44-42CC-A547-CC0F82ED9DE9}" dt="2026-07-01T11:49:58.513" v="2088" actId="478"/>
          <ac:spMkLst>
            <pc:docMk/>
            <pc:sldMk cId="246665235" sldId="323"/>
            <ac:spMk id="3" creationId="{BDD63C54-6BEE-4DD3-0856-E1C9F6739672}"/>
          </ac:spMkLst>
        </pc:spChg>
        <pc:spChg chg="mod">
          <ac:chgData name="Zied Belhocine" userId="200cc0e2b299676e" providerId="LiveId" clId="{84A5E2AB-1D44-42CC-A547-CC0F82ED9DE9}" dt="2026-07-01T11:50:10.107" v="2120" actId="20577"/>
          <ac:spMkLst>
            <pc:docMk/>
            <pc:sldMk cId="246665235" sldId="323"/>
            <ac:spMk id="4" creationId="{E96E53DB-DF93-A92F-E6E5-D47AE813CCAF}"/>
          </ac:spMkLst>
        </pc:spChg>
        <pc:spChg chg="del">
          <ac:chgData name="Zied Belhocine" userId="200cc0e2b299676e" providerId="LiveId" clId="{84A5E2AB-1D44-42CC-A547-CC0F82ED9DE9}" dt="2026-07-01T11:50:04.082" v="2091" actId="478"/>
          <ac:spMkLst>
            <pc:docMk/>
            <pc:sldMk cId="246665235" sldId="323"/>
            <ac:spMk id="6" creationId="{5548C6F7-C5FF-69EE-999B-9DD828750572}"/>
          </ac:spMkLst>
        </pc:spChg>
        <pc:spChg chg="add mod">
          <ac:chgData name="Zied Belhocine" userId="200cc0e2b299676e" providerId="LiveId" clId="{84A5E2AB-1D44-42CC-A547-CC0F82ED9DE9}" dt="2026-07-01T12:20:28.595" v="2497" actId="20577"/>
          <ac:spMkLst>
            <pc:docMk/>
            <pc:sldMk cId="246665235" sldId="323"/>
            <ac:spMk id="7" creationId="{ACA0630E-3401-A8CC-688E-BE6147A16265}"/>
          </ac:spMkLst>
        </pc:spChg>
        <pc:spChg chg="add del mod">
          <ac:chgData name="Zied Belhocine" userId="200cc0e2b299676e" providerId="LiveId" clId="{84A5E2AB-1D44-42CC-A547-CC0F82ED9DE9}" dt="2026-07-01T14:26:36.627" v="3711"/>
          <ac:spMkLst>
            <pc:docMk/>
            <pc:sldMk cId="246665235" sldId="323"/>
            <ac:spMk id="9" creationId="{F1337260-DB23-BB3B-D963-4150C7B69FDE}"/>
          </ac:spMkLst>
        </pc:spChg>
        <pc:picChg chg="add">
          <ac:chgData name="Zied Belhocine" userId="200cc0e2b299676e" providerId="LiveId" clId="{84A5E2AB-1D44-42CC-A547-CC0F82ED9DE9}" dt="2026-07-01T11:49:48.270" v="2086"/>
          <ac:picMkLst>
            <pc:docMk/>
            <pc:sldMk cId="246665235" sldId="323"/>
            <ac:picMk id="5" creationId="{4C4E0E2D-F343-B068-0564-D4A97117A548}"/>
          </ac:picMkLst>
        </pc:picChg>
        <pc:picChg chg="mod">
          <ac:chgData name="Zied Belhocine" userId="200cc0e2b299676e" providerId="LiveId" clId="{84A5E2AB-1D44-42CC-A547-CC0F82ED9DE9}" dt="2026-07-01T12:15:49.058" v="2477" actId="1076"/>
          <ac:picMkLst>
            <pc:docMk/>
            <pc:sldMk cId="246665235" sldId="323"/>
            <ac:picMk id="8" creationId="{257F6AA5-1F51-85B1-63D8-D5740AF81EC9}"/>
          </ac:picMkLst>
        </pc:picChg>
      </pc:sldChg>
      <pc:sldChg chg="addSp delSp modSp add mod">
        <pc:chgData name="Zied Belhocine" userId="200cc0e2b299676e" providerId="LiveId" clId="{84A5E2AB-1D44-42CC-A547-CC0F82ED9DE9}" dt="2026-07-01T12:34:01.927" v="2750" actId="1076"/>
        <pc:sldMkLst>
          <pc:docMk/>
          <pc:sldMk cId="849495697" sldId="324"/>
        </pc:sldMkLst>
        <pc:spChg chg="del">
          <ac:chgData name="Zied Belhocine" userId="200cc0e2b299676e" providerId="LiveId" clId="{84A5E2AB-1D44-42CC-A547-CC0F82ED9DE9}" dt="2026-07-01T12:28:05.872" v="2520" actId="478"/>
          <ac:spMkLst>
            <pc:docMk/>
            <pc:sldMk cId="849495697" sldId="324"/>
            <ac:spMk id="2" creationId="{D2B34B9C-29EA-EFEA-8E3D-D11D7D18FAC6}"/>
          </ac:spMkLst>
        </pc:spChg>
        <pc:spChg chg="del">
          <ac:chgData name="Zied Belhocine" userId="200cc0e2b299676e" providerId="LiveId" clId="{84A5E2AB-1D44-42CC-A547-CC0F82ED9DE9}" dt="2026-07-01T12:28:04.018" v="2519" actId="478"/>
          <ac:spMkLst>
            <pc:docMk/>
            <pc:sldMk cId="849495697" sldId="324"/>
            <ac:spMk id="7" creationId="{ACA0630E-3401-A8CC-688E-BE6147A16265}"/>
          </ac:spMkLst>
        </pc:spChg>
        <pc:spChg chg="mod">
          <ac:chgData name="Zied Belhocine" userId="200cc0e2b299676e" providerId="LiveId" clId="{84A5E2AB-1D44-42CC-A547-CC0F82ED9DE9}" dt="2026-07-01T12:34:01.927" v="2750" actId="1076"/>
          <ac:spMkLst>
            <pc:docMk/>
            <pc:sldMk cId="849495697" sldId="324"/>
            <ac:spMk id="9" creationId="{F1337260-DB23-BB3B-D963-4150C7B69FDE}"/>
          </ac:spMkLst>
        </pc:spChg>
        <pc:picChg chg="add del">
          <ac:chgData name="Zied Belhocine" userId="200cc0e2b299676e" providerId="LiveId" clId="{84A5E2AB-1D44-42CC-A547-CC0F82ED9DE9}" dt="2026-07-01T12:27:55.320" v="2517" actId="478"/>
          <ac:picMkLst>
            <pc:docMk/>
            <pc:sldMk cId="849495697" sldId="324"/>
            <ac:picMk id="5" creationId="{AF5E6EA2-9C3B-4904-F4C1-B04E3473A857}"/>
          </ac:picMkLst>
        </pc:picChg>
        <pc:picChg chg="mod">
          <ac:chgData name="Zied Belhocine" userId="200cc0e2b299676e" providerId="LiveId" clId="{84A5E2AB-1D44-42CC-A547-CC0F82ED9DE9}" dt="2026-07-01T12:34:00.014" v="2749" actId="1076"/>
          <ac:picMkLst>
            <pc:docMk/>
            <pc:sldMk cId="849495697" sldId="324"/>
            <ac:picMk id="8" creationId="{257F6AA5-1F51-85B1-63D8-D5740AF81EC9}"/>
          </ac:picMkLst>
        </pc:picChg>
      </pc:sldChg>
      <pc:sldChg chg="addSp delSp modSp add mod ord">
        <pc:chgData name="Zied Belhocine" userId="200cc0e2b299676e" providerId="LiveId" clId="{84A5E2AB-1D44-42CC-A547-CC0F82ED9DE9}" dt="2026-07-01T14:29:45.672" v="3749" actId="1076"/>
        <pc:sldMkLst>
          <pc:docMk/>
          <pc:sldMk cId="223434177" sldId="325"/>
        </pc:sldMkLst>
        <pc:spChg chg="mod">
          <ac:chgData name="Zied Belhocine" userId="200cc0e2b299676e" providerId="LiveId" clId="{84A5E2AB-1D44-42CC-A547-CC0F82ED9DE9}" dt="2026-07-01T14:29:31.473" v="3746" actId="20577"/>
          <ac:spMkLst>
            <pc:docMk/>
            <pc:sldMk cId="223434177" sldId="325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2:31:13.401" v="2742" actId="1076"/>
          <ac:spMkLst>
            <pc:docMk/>
            <pc:sldMk cId="223434177" sldId="325"/>
            <ac:spMk id="9" creationId="{F1337260-DB23-BB3B-D963-4150C7B69FDE}"/>
          </ac:spMkLst>
        </pc:spChg>
        <pc:picChg chg="add mod">
          <ac:chgData name="Zied Belhocine" userId="200cc0e2b299676e" providerId="LiveId" clId="{84A5E2AB-1D44-42CC-A547-CC0F82ED9DE9}" dt="2026-07-01T14:29:45.672" v="3749" actId="1076"/>
          <ac:picMkLst>
            <pc:docMk/>
            <pc:sldMk cId="223434177" sldId="325"/>
            <ac:picMk id="3" creationId="{57CBCC84-F716-A4B4-6DDA-434C83FFDE03}"/>
          </ac:picMkLst>
        </pc:picChg>
        <pc:picChg chg="del">
          <ac:chgData name="Zied Belhocine" userId="200cc0e2b299676e" providerId="LiveId" clId="{84A5E2AB-1D44-42CC-A547-CC0F82ED9DE9}" dt="2026-07-01T12:30:02.152" v="2558" actId="478"/>
          <ac:picMkLst>
            <pc:docMk/>
            <pc:sldMk cId="223434177" sldId="325"/>
            <ac:picMk id="8" creationId="{257F6AA5-1F51-85B1-63D8-D5740AF81EC9}"/>
          </ac:picMkLst>
        </pc:picChg>
      </pc:sldChg>
      <pc:sldChg chg="modSp add mod">
        <pc:chgData name="Zied Belhocine" userId="200cc0e2b299676e" providerId="LiveId" clId="{84A5E2AB-1D44-42CC-A547-CC0F82ED9DE9}" dt="2026-07-02T08:41:00.071" v="3776" actId="20577"/>
        <pc:sldMkLst>
          <pc:docMk/>
          <pc:sldMk cId="709395548" sldId="326"/>
        </pc:sldMkLst>
        <pc:spChg chg="mod">
          <ac:chgData name="Zied Belhocine" userId="200cc0e2b299676e" providerId="LiveId" clId="{84A5E2AB-1D44-42CC-A547-CC0F82ED9DE9}" dt="2026-07-02T08:41:00.071" v="3776" actId="20577"/>
          <ac:spMkLst>
            <pc:docMk/>
            <pc:sldMk cId="709395548" sldId="326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2:31:28.004" v="2745" actId="20577"/>
          <ac:spMkLst>
            <pc:docMk/>
            <pc:sldMk cId="709395548" sldId="326"/>
            <ac:spMk id="2147" creationId="{00000000-0000-0000-0000-000000000000}"/>
          </ac:spMkLst>
        </pc:spChg>
      </pc:sldChg>
      <pc:sldChg chg="addSp delSp modSp add mod">
        <pc:chgData name="Zied Belhocine" userId="200cc0e2b299676e" providerId="LiveId" clId="{84A5E2AB-1D44-42CC-A547-CC0F82ED9DE9}" dt="2026-07-01T13:25:20.765" v="3115" actId="20577"/>
        <pc:sldMkLst>
          <pc:docMk/>
          <pc:sldMk cId="4033983911" sldId="327"/>
        </pc:sldMkLst>
        <pc:spChg chg="mod">
          <ac:chgData name="Zied Belhocine" userId="200cc0e2b299676e" providerId="LiveId" clId="{84A5E2AB-1D44-42CC-A547-CC0F82ED9DE9}" dt="2026-07-01T12:44:38.694" v="2815" actId="404"/>
          <ac:spMkLst>
            <pc:docMk/>
            <pc:sldMk cId="4033983911" sldId="327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3:25:20.765" v="3115" actId="20577"/>
          <ac:spMkLst>
            <pc:docMk/>
            <pc:sldMk cId="4033983911" sldId="327"/>
            <ac:spMk id="9" creationId="{F1337260-DB23-BB3B-D963-4150C7B69FDE}"/>
          </ac:spMkLst>
        </pc:spChg>
        <pc:picChg chg="del mod">
          <ac:chgData name="Zied Belhocine" userId="200cc0e2b299676e" providerId="LiveId" clId="{84A5E2AB-1D44-42CC-A547-CC0F82ED9DE9}" dt="2026-07-01T12:44:27.040" v="2807" actId="478"/>
          <ac:picMkLst>
            <pc:docMk/>
            <pc:sldMk cId="4033983911" sldId="327"/>
            <ac:picMk id="3" creationId="{57CBCC84-F716-A4B4-6DDA-434C83FFDE03}"/>
          </ac:picMkLst>
        </pc:picChg>
        <pc:picChg chg="add mod">
          <ac:chgData name="Zied Belhocine" userId="200cc0e2b299676e" providerId="LiveId" clId="{84A5E2AB-1D44-42CC-A547-CC0F82ED9DE9}" dt="2026-07-01T13:24:43.764" v="3054" actId="14826"/>
          <ac:picMkLst>
            <pc:docMk/>
            <pc:sldMk cId="4033983911" sldId="327"/>
            <ac:picMk id="5" creationId="{03496BBD-CA39-7E87-9A89-9648D587C220}"/>
          </ac:picMkLst>
        </pc:picChg>
        <pc:picChg chg="add mod">
          <ac:chgData name="Zied Belhocine" userId="200cc0e2b299676e" providerId="LiveId" clId="{84A5E2AB-1D44-42CC-A547-CC0F82ED9DE9}" dt="2026-07-01T13:24:57.189" v="3059" actId="14826"/>
          <ac:picMkLst>
            <pc:docMk/>
            <pc:sldMk cId="4033983911" sldId="327"/>
            <ac:picMk id="7" creationId="{BA1837BC-31E4-A4E4-9A6A-B64F56221D65}"/>
          </ac:picMkLst>
        </pc:picChg>
      </pc:sldChg>
      <pc:sldChg chg="addSp delSp modSp add del mod">
        <pc:chgData name="Zied Belhocine" userId="200cc0e2b299676e" providerId="LiveId" clId="{84A5E2AB-1D44-42CC-A547-CC0F82ED9DE9}" dt="2026-07-02T08:39:50.249" v="3752" actId="47"/>
        <pc:sldMkLst>
          <pc:docMk/>
          <pc:sldMk cId="3950695618" sldId="328"/>
        </pc:sldMkLst>
        <pc:spChg chg="mod">
          <ac:chgData name="Zied Belhocine" userId="200cc0e2b299676e" providerId="LiveId" clId="{84A5E2AB-1D44-42CC-A547-CC0F82ED9DE9}" dt="2026-07-01T13:50:45.359" v="3132" actId="20577"/>
          <ac:spMkLst>
            <pc:docMk/>
            <pc:sldMk cId="3950695618" sldId="328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3:51:22.891" v="3231" actId="20577"/>
          <ac:spMkLst>
            <pc:docMk/>
            <pc:sldMk cId="3950695618" sldId="328"/>
            <ac:spMk id="9" creationId="{F1337260-DB23-BB3B-D963-4150C7B69FDE}"/>
          </ac:spMkLst>
        </pc:spChg>
        <pc:picChg chg="add mod">
          <ac:chgData name="Zied Belhocine" userId="200cc0e2b299676e" providerId="LiveId" clId="{84A5E2AB-1D44-42CC-A547-CC0F82ED9DE9}" dt="2026-07-01T12:49:43.453" v="2906" actId="1076"/>
          <ac:picMkLst>
            <pc:docMk/>
            <pc:sldMk cId="3950695618" sldId="328"/>
            <ac:picMk id="3" creationId="{8BA40B18-E9B4-6919-D8DC-E89DD1A56F1B}"/>
          </ac:picMkLst>
        </pc:picChg>
        <pc:picChg chg="del">
          <ac:chgData name="Zied Belhocine" userId="200cc0e2b299676e" providerId="LiveId" clId="{84A5E2AB-1D44-42CC-A547-CC0F82ED9DE9}" dt="2026-07-01T12:49:41.688" v="2905" actId="478"/>
          <ac:picMkLst>
            <pc:docMk/>
            <pc:sldMk cId="3950695618" sldId="328"/>
            <ac:picMk id="5" creationId="{03496BBD-CA39-7E87-9A89-9648D587C220}"/>
          </ac:picMkLst>
        </pc:picChg>
      </pc:sldChg>
      <pc:sldChg chg="addSp modSp add mod">
        <pc:chgData name="Zied Belhocine" userId="200cc0e2b299676e" providerId="LiveId" clId="{84A5E2AB-1D44-42CC-A547-CC0F82ED9DE9}" dt="2026-07-02T08:39:56.585" v="3755" actId="20577"/>
        <pc:sldMkLst>
          <pc:docMk/>
          <pc:sldMk cId="2369556117" sldId="329"/>
        </pc:sldMkLst>
        <pc:spChg chg="mod">
          <ac:chgData name="Zied Belhocine" userId="200cc0e2b299676e" providerId="LiveId" clId="{84A5E2AB-1D44-42CC-A547-CC0F82ED9DE9}" dt="2026-07-02T08:39:56.585" v="3755" actId="20577"/>
          <ac:spMkLst>
            <pc:docMk/>
            <pc:sldMk cId="2369556117" sldId="329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3:53:20.251" v="3395" actId="20577"/>
          <ac:spMkLst>
            <pc:docMk/>
            <pc:sldMk cId="2369556117" sldId="329"/>
            <ac:spMk id="9" creationId="{F1337260-DB23-BB3B-D963-4150C7B69FDE}"/>
          </ac:spMkLst>
        </pc:spChg>
        <pc:picChg chg="add mod">
          <ac:chgData name="Zied Belhocine" userId="200cc0e2b299676e" providerId="LiveId" clId="{84A5E2AB-1D44-42CC-A547-CC0F82ED9DE9}" dt="2026-07-01T13:52:57.615" v="3320" actId="1076"/>
          <ac:picMkLst>
            <pc:docMk/>
            <pc:sldMk cId="2369556117" sldId="329"/>
            <ac:picMk id="2" creationId="{3C5B27E6-A4FF-369E-A80D-F8E3823840EC}"/>
          </ac:picMkLst>
        </pc:picChg>
        <pc:picChg chg="mod">
          <ac:chgData name="Zied Belhocine" userId="200cc0e2b299676e" providerId="LiveId" clId="{84A5E2AB-1D44-42CC-A547-CC0F82ED9DE9}" dt="2026-07-01T13:52:56.640" v="3319" actId="1076"/>
          <ac:picMkLst>
            <pc:docMk/>
            <pc:sldMk cId="2369556117" sldId="329"/>
            <ac:picMk id="3" creationId="{8BA40B18-E9B4-6919-D8DC-E89DD1A56F1B}"/>
          </ac:picMkLst>
        </pc:picChg>
      </pc:sldChg>
      <pc:sldChg chg="addSp delSp modSp add mod ord">
        <pc:chgData name="Zied Belhocine" userId="200cc0e2b299676e" providerId="LiveId" clId="{84A5E2AB-1D44-42CC-A547-CC0F82ED9DE9}" dt="2026-07-02T14:39:16.334" v="5819" actId="20577"/>
        <pc:sldMkLst>
          <pc:docMk/>
          <pc:sldMk cId="531086516" sldId="330"/>
        </pc:sldMkLst>
        <pc:spChg chg="add mod">
          <ac:chgData name="Zied Belhocine" userId="200cc0e2b299676e" providerId="LiveId" clId="{84A5E2AB-1D44-42CC-A547-CC0F82ED9DE9}" dt="2026-07-02T14:12:25.920" v="4708" actId="20577"/>
          <ac:spMkLst>
            <pc:docMk/>
            <pc:sldMk cId="531086516" sldId="330"/>
            <ac:spMk id="2" creationId="{54885B69-8B62-1565-43DD-A8A075C6E606}"/>
          </ac:spMkLst>
        </pc:spChg>
        <pc:spChg chg="mod">
          <ac:chgData name="Zied Belhocine" userId="200cc0e2b299676e" providerId="LiveId" clId="{84A5E2AB-1D44-42CC-A547-CC0F82ED9DE9}" dt="2026-07-01T14:04:47.679" v="3551" actId="403"/>
          <ac:spMkLst>
            <pc:docMk/>
            <pc:sldMk cId="531086516" sldId="330"/>
            <ac:spMk id="4" creationId="{E96E53DB-DF93-A92F-E6E5-D47AE813CCAF}"/>
          </ac:spMkLst>
        </pc:spChg>
        <pc:spChg chg="add mod">
          <ac:chgData name="Zied Belhocine" userId="200cc0e2b299676e" providerId="LiveId" clId="{84A5E2AB-1D44-42CC-A547-CC0F82ED9DE9}" dt="2026-07-01T14:05:14.422" v="3558" actId="14100"/>
          <ac:spMkLst>
            <pc:docMk/>
            <pc:sldMk cId="531086516" sldId="330"/>
            <ac:spMk id="6" creationId="{17D332FB-EE2F-4DED-5C3D-BE1303F351FD}"/>
          </ac:spMkLst>
        </pc:spChg>
        <pc:spChg chg="add del mod">
          <ac:chgData name="Zied Belhocine" userId="200cc0e2b299676e" providerId="LiveId" clId="{84A5E2AB-1D44-42CC-A547-CC0F82ED9DE9}" dt="2026-07-01T14:05:17.869" v="3560" actId="478"/>
          <ac:spMkLst>
            <pc:docMk/>
            <pc:sldMk cId="531086516" sldId="330"/>
            <ac:spMk id="7" creationId="{A32504B3-9DC6-B35D-C789-9BFD62EACBE7}"/>
          </ac:spMkLst>
        </pc:spChg>
        <pc:spChg chg="add mod">
          <ac:chgData name="Zied Belhocine" userId="200cc0e2b299676e" providerId="LiveId" clId="{84A5E2AB-1D44-42CC-A547-CC0F82ED9DE9}" dt="2026-07-01T14:05:25.900" v="3561" actId="1076"/>
          <ac:spMkLst>
            <pc:docMk/>
            <pc:sldMk cId="531086516" sldId="330"/>
            <ac:spMk id="8" creationId="{62D52DCC-4942-759E-FC4D-8EBC874BE397}"/>
          </ac:spMkLst>
        </pc:spChg>
        <pc:spChg chg="mod">
          <ac:chgData name="Zied Belhocine" userId="200cc0e2b299676e" providerId="LiveId" clId="{84A5E2AB-1D44-42CC-A547-CC0F82ED9DE9}" dt="2026-07-02T14:39:16.334" v="5819" actId="20577"/>
          <ac:spMkLst>
            <pc:docMk/>
            <pc:sldMk cId="531086516" sldId="330"/>
            <ac:spMk id="9" creationId="{F1337260-DB23-BB3B-D963-4150C7B69FDE}"/>
          </ac:spMkLst>
        </pc:spChg>
        <pc:picChg chg="del">
          <ac:chgData name="Zied Belhocine" userId="200cc0e2b299676e" providerId="LiveId" clId="{84A5E2AB-1D44-42CC-A547-CC0F82ED9DE9}" dt="2026-07-01T13:59:01.701" v="3464" actId="478"/>
          <ac:picMkLst>
            <pc:docMk/>
            <pc:sldMk cId="531086516" sldId="330"/>
            <ac:picMk id="3" creationId="{8BA40B18-E9B4-6919-D8DC-E89DD1A56F1B}"/>
          </ac:picMkLst>
        </pc:picChg>
        <pc:picChg chg="add mod">
          <ac:chgData name="Zied Belhocine" userId="200cc0e2b299676e" providerId="LiveId" clId="{84A5E2AB-1D44-42CC-A547-CC0F82ED9DE9}" dt="2026-07-01T14:05:00.786" v="3554" actId="1076"/>
          <ac:picMkLst>
            <pc:docMk/>
            <pc:sldMk cId="531086516" sldId="330"/>
            <ac:picMk id="5" creationId="{2045EBA3-3BB5-EA6A-816F-AE2248A61DA0}"/>
          </ac:picMkLst>
        </pc:picChg>
      </pc:sldChg>
      <pc:sldChg chg="new del">
        <pc:chgData name="Zied Belhocine" userId="200cc0e2b299676e" providerId="LiveId" clId="{84A5E2AB-1D44-42CC-A547-CC0F82ED9DE9}" dt="2026-07-01T13:51:26.018" v="3233" actId="47"/>
        <pc:sldMkLst>
          <pc:docMk/>
          <pc:sldMk cId="1304491859" sldId="330"/>
        </pc:sldMkLst>
      </pc:sldChg>
      <pc:sldChg chg="add del">
        <pc:chgData name="Zied Belhocine" userId="200cc0e2b299676e" providerId="LiveId" clId="{84A5E2AB-1D44-42CC-A547-CC0F82ED9DE9}" dt="2026-07-01T13:53:23.507" v="3396" actId="47"/>
        <pc:sldMkLst>
          <pc:docMk/>
          <pc:sldMk cId="2863620891" sldId="330"/>
        </pc:sldMkLst>
      </pc:sldChg>
      <pc:sldChg chg="modSp add del mod">
        <pc:chgData name="Zied Belhocine" userId="200cc0e2b299676e" providerId="LiveId" clId="{84A5E2AB-1D44-42CC-A547-CC0F82ED9DE9}" dt="2026-07-02T08:40:25.561" v="3756" actId="47"/>
        <pc:sldMkLst>
          <pc:docMk/>
          <pc:sldMk cId="3764215123" sldId="331"/>
        </pc:sldMkLst>
        <pc:spChg chg="mod">
          <ac:chgData name="Zied Belhocine" userId="200cc0e2b299676e" providerId="LiveId" clId="{84A5E2AB-1D44-42CC-A547-CC0F82ED9DE9}" dt="2026-07-01T14:10:17.697" v="3598" actId="404"/>
          <ac:spMkLst>
            <pc:docMk/>
            <pc:sldMk cId="3764215123" sldId="331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1T14:09:58.038" v="3570" actId="20577"/>
          <ac:spMkLst>
            <pc:docMk/>
            <pc:sldMk cId="3764215123" sldId="331"/>
            <ac:spMk id="2147" creationId="{00000000-0000-0000-0000-000000000000}"/>
          </ac:spMkLst>
        </pc:spChg>
      </pc:sldChg>
      <pc:sldChg chg="delSp modSp add mod ord">
        <pc:chgData name="Zied Belhocine" userId="200cc0e2b299676e" providerId="LiveId" clId="{84A5E2AB-1D44-42CC-A547-CC0F82ED9DE9}" dt="2026-07-01T14:29:20.565" v="3735" actId="20577"/>
        <pc:sldMkLst>
          <pc:docMk/>
          <pc:sldMk cId="3439706209" sldId="332"/>
        </pc:sldMkLst>
        <pc:spChg chg="mod">
          <ac:chgData name="Zied Belhocine" userId="200cc0e2b299676e" providerId="LiveId" clId="{84A5E2AB-1D44-42CC-A547-CC0F82ED9DE9}" dt="2026-07-01T14:25:26.015" v="3633" actId="20577"/>
          <ac:spMkLst>
            <pc:docMk/>
            <pc:sldMk cId="3439706209" sldId="332"/>
            <ac:spMk id="2" creationId="{D2B34B9C-29EA-EFEA-8E3D-D11D7D18FAC6}"/>
          </ac:spMkLst>
        </pc:spChg>
        <pc:spChg chg="mod">
          <ac:chgData name="Zied Belhocine" userId="200cc0e2b299676e" providerId="LiveId" clId="{84A5E2AB-1D44-42CC-A547-CC0F82ED9DE9}" dt="2026-07-01T14:29:20.565" v="3735" actId="20577"/>
          <ac:spMkLst>
            <pc:docMk/>
            <pc:sldMk cId="3439706209" sldId="332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1T14:26:14.370" v="3708" actId="20577"/>
          <ac:spMkLst>
            <pc:docMk/>
            <pc:sldMk cId="3439706209" sldId="332"/>
            <ac:spMk id="7" creationId="{ACA0630E-3401-A8CC-688E-BE6147A16265}"/>
          </ac:spMkLst>
        </pc:spChg>
        <pc:spChg chg="del">
          <ac:chgData name="Zied Belhocine" userId="200cc0e2b299676e" providerId="LiveId" clId="{84A5E2AB-1D44-42CC-A547-CC0F82ED9DE9}" dt="2026-07-01T14:27:55.652" v="3712" actId="478"/>
          <ac:spMkLst>
            <pc:docMk/>
            <pc:sldMk cId="3439706209" sldId="332"/>
            <ac:spMk id="9" creationId="{F1337260-DB23-BB3B-D963-4150C7B69FDE}"/>
          </ac:spMkLst>
        </pc:spChg>
        <pc:picChg chg="mod">
          <ac:chgData name="Zied Belhocine" userId="200cc0e2b299676e" providerId="LiveId" clId="{84A5E2AB-1D44-42CC-A547-CC0F82ED9DE9}" dt="2026-07-01T14:25:03.917" v="3604" actId="14826"/>
          <ac:picMkLst>
            <pc:docMk/>
            <pc:sldMk cId="3439706209" sldId="332"/>
            <ac:picMk id="8" creationId="{257F6AA5-1F51-85B1-63D8-D5740AF81EC9}"/>
          </ac:picMkLst>
        </pc:picChg>
      </pc:sldChg>
      <pc:sldChg chg="add">
        <pc:chgData name="Zied Belhocine" userId="200cc0e2b299676e" providerId="LiveId" clId="{84A5E2AB-1D44-42CC-A547-CC0F82ED9DE9}" dt="2026-07-01T14:29:25.564" v="3736" actId="2890"/>
        <pc:sldMkLst>
          <pc:docMk/>
          <pc:sldMk cId="1799239956" sldId="333"/>
        </pc:sldMkLst>
      </pc:sldChg>
      <pc:sldChg chg="modSp add mod ord">
        <pc:chgData name="Zied Belhocine" userId="200cc0e2b299676e" providerId="LiveId" clId="{84A5E2AB-1D44-42CC-A547-CC0F82ED9DE9}" dt="2026-07-02T08:41:11.343" v="3783" actId="20577"/>
        <pc:sldMkLst>
          <pc:docMk/>
          <pc:sldMk cId="3940489858" sldId="334"/>
        </pc:sldMkLst>
        <pc:spChg chg="mod">
          <ac:chgData name="Zied Belhocine" userId="200cc0e2b299676e" providerId="LiveId" clId="{84A5E2AB-1D44-42CC-A547-CC0F82ED9DE9}" dt="2026-07-02T08:41:05.786" v="3781" actId="6549"/>
          <ac:spMkLst>
            <pc:docMk/>
            <pc:sldMk cId="3940489858" sldId="334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2T08:41:11.343" v="3783" actId="20577"/>
          <ac:spMkLst>
            <pc:docMk/>
            <pc:sldMk cId="3940489858" sldId="334"/>
            <ac:spMk id="2147" creationId="{00000000-0000-0000-0000-000000000000}"/>
          </ac:spMkLst>
        </pc:spChg>
      </pc:sldChg>
      <pc:sldChg chg="addSp delSp modSp add mod ord">
        <pc:chgData name="Zied Belhocine" userId="200cc0e2b299676e" providerId="LiveId" clId="{84A5E2AB-1D44-42CC-A547-CC0F82ED9DE9}" dt="2026-07-02T09:53:10.928" v="4385" actId="20577"/>
        <pc:sldMkLst>
          <pc:docMk/>
          <pc:sldMk cId="1383492502" sldId="335"/>
        </pc:sldMkLst>
        <pc:spChg chg="mod">
          <ac:chgData name="Zied Belhocine" userId="200cc0e2b299676e" providerId="LiveId" clId="{84A5E2AB-1D44-42CC-A547-CC0F82ED9DE9}" dt="2026-07-02T09:32:34.648" v="3845" actId="20577"/>
          <ac:spMkLst>
            <pc:docMk/>
            <pc:sldMk cId="1383492502" sldId="335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2T09:53:10.928" v="4385" actId="20577"/>
          <ac:spMkLst>
            <pc:docMk/>
            <pc:sldMk cId="1383492502" sldId="335"/>
            <ac:spMk id="9" creationId="{F1337260-DB23-BB3B-D963-4150C7B69FDE}"/>
          </ac:spMkLst>
        </pc:spChg>
        <pc:picChg chg="del">
          <ac:chgData name="Zied Belhocine" userId="200cc0e2b299676e" providerId="LiveId" clId="{84A5E2AB-1D44-42CC-A547-CC0F82ED9DE9}" dt="2026-07-02T09:17:27.679" v="3794" actId="478"/>
          <ac:picMkLst>
            <pc:docMk/>
            <pc:sldMk cId="1383492502" sldId="335"/>
            <ac:picMk id="2" creationId="{3C5B27E6-A4FF-369E-A80D-F8E3823840EC}"/>
          </ac:picMkLst>
        </pc:picChg>
        <pc:picChg chg="del">
          <ac:chgData name="Zied Belhocine" userId="200cc0e2b299676e" providerId="LiveId" clId="{84A5E2AB-1D44-42CC-A547-CC0F82ED9DE9}" dt="2026-07-02T09:17:14.596" v="3793" actId="478"/>
          <ac:picMkLst>
            <pc:docMk/>
            <pc:sldMk cId="1383492502" sldId="335"/>
            <ac:picMk id="3" creationId="{8BA40B18-E9B4-6919-D8DC-E89DD1A56F1B}"/>
          </ac:picMkLst>
        </pc:picChg>
        <pc:picChg chg="add mod">
          <ac:chgData name="Zied Belhocine" userId="200cc0e2b299676e" providerId="LiveId" clId="{84A5E2AB-1D44-42CC-A547-CC0F82ED9DE9}" dt="2026-07-02T09:17:12.969" v="3792" actId="1076"/>
          <ac:picMkLst>
            <pc:docMk/>
            <pc:sldMk cId="1383492502" sldId="335"/>
            <ac:picMk id="6" creationId="{FAB73DAA-3260-6D74-B588-FEDC4273B697}"/>
          </ac:picMkLst>
        </pc:picChg>
        <pc:picChg chg="add mod">
          <ac:chgData name="Zied Belhocine" userId="200cc0e2b299676e" providerId="LiveId" clId="{84A5E2AB-1D44-42CC-A547-CC0F82ED9DE9}" dt="2026-07-02T09:17:12.969" v="3792" actId="1076"/>
          <ac:picMkLst>
            <pc:docMk/>
            <pc:sldMk cId="1383492502" sldId="335"/>
            <ac:picMk id="8" creationId="{1FF8E8E4-442F-AFD1-EC19-8183D713B9E4}"/>
          </ac:picMkLst>
        </pc:picChg>
        <pc:picChg chg="add mod">
          <ac:chgData name="Zied Belhocine" userId="200cc0e2b299676e" providerId="LiveId" clId="{84A5E2AB-1D44-42CC-A547-CC0F82ED9DE9}" dt="2026-07-02T09:19:14.654" v="3798" actId="14826"/>
          <ac:picMkLst>
            <pc:docMk/>
            <pc:sldMk cId="1383492502" sldId="335"/>
            <ac:picMk id="11" creationId="{EB9D76AB-4C9B-C214-4F43-CFD4C08D3C5A}"/>
          </ac:picMkLst>
        </pc:picChg>
      </pc:sldChg>
      <pc:sldChg chg="addSp delSp modSp add mod">
        <pc:chgData name="Zied Belhocine" userId="200cc0e2b299676e" providerId="LiveId" clId="{84A5E2AB-1D44-42CC-A547-CC0F82ED9DE9}" dt="2026-07-02T09:56:01.073" v="4539" actId="20577"/>
        <pc:sldMkLst>
          <pc:docMk/>
          <pc:sldMk cId="3844611247" sldId="336"/>
        </pc:sldMkLst>
        <pc:spChg chg="mod">
          <ac:chgData name="Zied Belhocine" userId="200cc0e2b299676e" providerId="LiveId" clId="{84A5E2AB-1D44-42CC-A547-CC0F82ED9DE9}" dt="2026-07-02T09:56:01.073" v="4539" actId="20577"/>
          <ac:spMkLst>
            <pc:docMk/>
            <pc:sldMk cId="3844611247" sldId="336"/>
            <ac:spMk id="9" creationId="{F1337260-DB23-BB3B-D963-4150C7B69FDE}"/>
          </ac:spMkLst>
        </pc:spChg>
        <pc:spChg chg="add del mod">
          <ac:chgData name="Zied Belhocine" userId="200cc0e2b299676e" providerId="LiveId" clId="{84A5E2AB-1D44-42CC-A547-CC0F82ED9DE9}" dt="2026-07-02T09:54:00.162" v="4400" actId="478"/>
          <ac:spMkLst>
            <pc:docMk/>
            <pc:sldMk cId="3844611247" sldId="336"/>
            <ac:spMk id="15" creationId="{D433F308-A8F3-1793-D5F5-CF7910F2FA63}"/>
          </ac:spMkLst>
        </pc:spChg>
        <pc:spChg chg="add del mod">
          <ac:chgData name="Zied Belhocine" userId="200cc0e2b299676e" providerId="LiveId" clId="{84A5E2AB-1D44-42CC-A547-CC0F82ED9DE9}" dt="2026-07-02T09:55:25.982" v="4511" actId="478"/>
          <ac:spMkLst>
            <pc:docMk/>
            <pc:sldMk cId="3844611247" sldId="336"/>
            <ac:spMk id="16" creationId="{62B31712-63CB-93E0-A295-56FFD41FEF26}"/>
          </ac:spMkLst>
        </pc:spChg>
        <pc:picChg chg="add del mod">
          <ac:chgData name="Zied Belhocine" userId="200cc0e2b299676e" providerId="LiveId" clId="{84A5E2AB-1D44-42CC-A547-CC0F82ED9DE9}" dt="2026-07-02T09:31:32.285" v="3807" actId="478"/>
          <ac:picMkLst>
            <pc:docMk/>
            <pc:sldMk cId="3844611247" sldId="336"/>
            <ac:picMk id="3" creationId="{DB7264ED-E38B-AD5A-7D6E-58486AF8ABC2}"/>
          </ac:picMkLst>
        </pc:picChg>
        <pc:picChg chg="del">
          <ac:chgData name="Zied Belhocine" userId="200cc0e2b299676e" providerId="LiveId" clId="{84A5E2AB-1D44-42CC-A547-CC0F82ED9DE9}" dt="2026-07-02T09:31:28.664" v="3804" actId="478"/>
          <ac:picMkLst>
            <pc:docMk/>
            <pc:sldMk cId="3844611247" sldId="336"/>
            <ac:picMk id="6" creationId="{FAB73DAA-3260-6D74-B588-FEDC4273B697}"/>
          </ac:picMkLst>
        </pc:picChg>
        <pc:picChg chg="add del mod">
          <ac:chgData name="Zied Belhocine" userId="200cc0e2b299676e" providerId="LiveId" clId="{84A5E2AB-1D44-42CC-A547-CC0F82ED9DE9}" dt="2026-07-02T09:53:20.550" v="4389" actId="478"/>
          <ac:picMkLst>
            <pc:docMk/>
            <pc:sldMk cId="3844611247" sldId="336"/>
            <ac:picMk id="7" creationId="{E6971014-CABA-3F94-5B95-5030C2025095}"/>
          </ac:picMkLst>
        </pc:picChg>
        <pc:picChg chg="del">
          <ac:chgData name="Zied Belhocine" userId="200cc0e2b299676e" providerId="LiveId" clId="{84A5E2AB-1D44-42CC-A547-CC0F82ED9DE9}" dt="2026-07-02T09:31:28.093" v="3803" actId="478"/>
          <ac:picMkLst>
            <pc:docMk/>
            <pc:sldMk cId="3844611247" sldId="336"/>
            <ac:picMk id="8" creationId="{1FF8E8E4-442F-AFD1-EC19-8183D713B9E4}"/>
          </ac:picMkLst>
        </pc:picChg>
        <pc:picChg chg="del mod">
          <ac:chgData name="Zied Belhocine" userId="200cc0e2b299676e" providerId="LiveId" clId="{84A5E2AB-1D44-42CC-A547-CC0F82ED9DE9}" dt="2026-07-02T09:53:23.850" v="4392" actId="478"/>
          <ac:picMkLst>
            <pc:docMk/>
            <pc:sldMk cId="3844611247" sldId="336"/>
            <ac:picMk id="11" creationId="{EB9D76AB-4C9B-C214-4F43-CFD4C08D3C5A}"/>
          </ac:picMkLst>
        </pc:picChg>
        <pc:picChg chg="add del mod">
          <ac:chgData name="Zied Belhocine" userId="200cc0e2b299676e" providerId="LiveId" clId="{84A5E2AB-1D44-42CC-A547-CC0F82ED9DE9}" dt="2026-07-02T09:53:21.306" v="4390" actId="478"/>
          <ac:picMkLst>
            <pc:docMk/>
            <pc:sldMk cId="3844611247" sldId="336"/>
            <ac:picMk id="12" creationId="{C75DEE08-5077-6FDB-746D-3962FD7289F6}"/>
          </ac:picMkLst>
        </pc:picChg>
        <pc:picChg chg="add mod">
          <ac:chgData name="Zied Belhocine" userId="200cc0e2b299676e" providerId="LiveId" clId="{84A5E2AB-1D44-42CC-A547-CC0F82ED9DE9}" dt="2026-07-02T09:55:40.441" v="4513" actId="1076"/>
          <ac:picMkLst>
            <pc:docMk/>
            <pc:sldMk cId="3844611247" sldId="336"/>
            <ac:picMk id="14" creationId="{D2EE4A0E-99AF-ED46-A01A-2B15FFEB409E}"/>
          </ac:picMkLst>
        </pc:picChg>
      </pc:sldChg>
      <pc:sldChg chg="new del ord">
        <pc:chgData name="Zied Belhocine" userId="200cc0e2b299676e" providerId="LiveId" clId="{84A5E2AB-1D44-42CC-A547-CC0F82ED9DE9}" dt="2026-07-02T09:32:41.964" v="3852" actId="47"/>
        <pc:sldMkLst>
          <pc:docMk/>
          <pc:sldMk cId="1361263224" sldId="337"/>
        </pc:sldMkLst>
      </pc:sldChg>
      <pc:sldChg chg="addSp delSp modSp add mod ord">
        <pc:chgData name="Zied Belhocine" userId="200cc0e2b299676e" providerId="LiveId" clId="{84A5E2AB-1D44-42CC-A547-CC0F82ED9DE9}" dt="2026-07-02T09:42:18.301" v="4075" actId="20577"/>
        <pc:sldMkLst>
          <pc:docMk/>
          <pc:sldMk cId="248844108" sldId="338"/>
        </pc:sldMkLst>
        <pc:spChg chg="mod">
          <ac:chgData name="Zied Belhocine" userId="200cc0e2b299676e" providerId="LiveId" clId="{84A5E2AB-1D44-42CC-A547-CC0F82ED9DE9}" dt="2026-07-02T09:41:41.488" v="3994" actId="20577"/>
          <ac:spMkLst>
            <pc:docMk/>
            <pc:sldMk cId="248844108" sldId="338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2T09:42:18.301" v="4075" actId="20577"/>
          <ac:spMkLst>
            <pc:docMk/>
            <pc:sldMk cId="248844108" sldId="338"/>
            <ac:spMk id="9" creationId="{F1337260-DB23-BB3B-D963-4150C7B69FDE}"/>
          </ac:spMkLst>
        </pc:spChg>
        <pc:picChg chg="add mod">
          <ac:chgData name="Zied Belhocine" userId="200cc0e2b299676e" providerId="LiveId" clId="{84A5E2AB-1D44-42CC-A547-CC0F82ED9DE9}" dt="2026-07-02T09:41:30.925" v="3953" actId="1076"/>
          <ac:picMkLst>
            <pc:docMk/>
            <pc:sldMk cId="248844108" sldId="338"/>
            <ac:picMk id="3" creationId="{ECFE3ADE-F305-2E0F-F5F8-8DDE9E0FF85E}"/>
          </ac:picMkLst>
        </pc:picChg>
        <pc:picChg chg="del">
          <ac:chgData name="Zied Belhocine" userId="200cc0e2b299676e" providerId="LiveId" clId="{84A5E2AB-1D44-42CC-A547-CC0F82ED9DE9}" dt="2026-07-02T09:41:14.552" v="3949" actId="478"/>
          <ac:picMkLst>
            <pc:docMk/>
            <pc:sldMk cId="248844108" sldId="338"/>
            <ac:picMk id="6" creationId="{FAB73DAA-3260-6D74-B588-FEDC4273B697}"/>
          </ac:picMkLst>
        </pc:picChg>
        <pc:picChg chg="del">
          <ac:chgData name="Zied Belhocine" userId="200cc0e2b299676e" providerId="LiveId" clId="{84A5E2AB-1D44-42CC-A547-CC0F82ED9DE9}" dt="2026-07-02T09:41:15.610" v="3950" actId="478"/>
          <ac:picMkLst>
            <pc:docMk/>
            <pc:sldMk cId="248844108" sldId="338"/>
            <ac:picMk id="8" creationId="{1FF8E8E4-442F-AFD1-EC19-8183D713B9E4}"/>
          </ac:picMkLst>
        </pc:picChg>
        <pc:picChg chg="del">
          <ac:chgData name="Zied Belhocine" userId="200cc0e2b299676e" providerId="LiveId" clId="{84A5E2AB-1D44-42CC-A547-CC0F82ED9DE9}" dt="2026-07-02T09:41:13.885" v="3948" actId="478"/>
          <ac:picMkLst>
            <pc:docMk/>
            <pc:sldMk cId="248844108" sldId="338"/>
            <ac:picMk id="11" creationId="{EB9D76AB-4C9B-C214-4F43-CFD4C08D3C5A}"/>
          </ac:picMkLst>
        </pc:picChg>
      </pc:sldChg>
      <pc:sldChg chg="addSp delSp modSp add mod">
        <pc:chgData name="Zied Belhocine" userId="200cc0e2b299676e" providerId="LiveId" clId="{84A5E2AB-1D44-42CC-A547-CC0F82ED9DE9}" dt="2026-07-02T09:38:40.769" v="3945" actId="20577"/>
        <pc:sldMkLst>
          <pc:docMk/>
          <pc:sldMk cId="1882156462" sldId="339"/>
        </pc:sldMkLst>
        <pc:spChg chg="add del">
          <ac:chgData name="Zied Belhocine" userId="200cc0e2b299676e" providerId="LiveId" clId="{84A5E2AB-1D44-42CC-A547-CC0F82ED9DE9}" dt="2026-07-02T09:37:30.770" v="3855" actId="22"/>
          <ac:spMkLst>
            <pc:docMk/>
            <pc:sldMk cId="1882156462" sldId="339"/>
            <ac:spMk id="3" creationId="{FF1848A2-6A38-DC08-ADB7-334EF6D60967}"/>
          </ac:spMkLst>
        </pc:spChg>
        <pc:spChg chg="mod">
          <ac:chgData name="Zied Belhocine" userId="200cc0e2b299676e" providerId="LiveId" clId="{84A5E2AB-1D44-42CC-A547-CC0F82ED9DE9}" dt="2026-07-02T09:37:52.115" v="3876" actId="5793"/>
          <ac:spMkLst>
            <pc:docMk/>
            <pc:sldMk cId="1882156462" sldId="339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2T09:38:40.769" v="3945" actId="20577"/>
          <ac:spMkLst>
            <pc:docMk/>
            <pc:sldMk cId="1882156462" sldId="339"/>
            <ac:spMk id="9" creationId="{F1337260-DB23-BB3B-D963-4150C7B69FDE}"/>
          </ac:spMkLst>
        </pc:spChg>
        <pc:picChg chg="del">
          <ac:chgData name="Zied Belhocine" userId="200cc0e2b299676e" providerId="LiveId" clId="{84A5E2AB-1D44-42CC-A547-CC0F82ED9DE9}" dt="2026-07-02T09:37:35.161" v="3856" actId="478"/>
          <ac:picMkLst>
            <pc:docMk/>
            <pc:sldMk cId="1882156462" sldId="339"/>
            <ac:picMk id="5" creationId="{03496BBD-CA39-7E87-9A89-9648D587C220}"/>
          </ac:picMkLst>
        </pc:picChg>
        <pc:picChg chg="del">
          <ac:chgData name="Zied Belhocine" userId="200cc0e2b299676e" providerId="LiveId" clId="{84A5E2AB-1D44-42CC-A547-CC0F82ED9DE9}" dt="2026-07-02T09:37:35.558" v="3857" actId="478"/>
          <ac:picMkLst>
            <pc:docMk/>
            <pc:sldMk cId="1882156462" sldId="339"/>
            <ac:picMk id="7" creationId="{BA1837BC-31E4-A4E4-9A6A-B64F56221D65}"/>
          </ac:picMkLst>
        </pc:picChg>
        <pc:picChg chg="add mod">
          <ac:chgData name="Zied Belhocine" userId="200cc0e2b299676e" providerId="LiveId" clId="{84A5E2AB-1D44-42CC-A547-CC0F82ED9DE9}" dt="2026-07-02T09:38:26.643" v="3889" actId="1076"/>
          <ac:picMkLst>
            <pc:docMk/>
            <pc:sldMk cId="1882156462" sldId="339"/>
            <ac:picMk id="8" creationId="{3CB830D8-C0B2-E49F-48CA-534214A1377D}"/>
          </ac:picMkLst>
        </pc:picChg>
      </pc:sldChg>
      <pc:sldChg chg="new del">
        <pc:chgData name="Zied Belhocine" userId="200cc0e2b299676e" providerId="LiveId" clId="{84A5E2AB-1D44-42CC-A547-CC0F82ED9DE9}" dt="2026-07-02T09:41:44.430" v="3996" actId="47"/>
        <pc:sldMkLst>
          <pc:docMk/>
          <pc:sldMk cId="69177427" sldId="340"/>
        </pc:sldMkLst>
      </pc:sldChg>
      <pc:sldChg chg="new del">
        <pc:chgData name="Zied Belhocine" userId="200cc0e2b299676e" providerId="LiveId" clId="{84A5E2AB-1D44-42CC-A547-CC0F82ED9DE9}" dt="2026-07-02T09:42:21.343" v="4077" actId="47"/>
        <pc:sldMkLst>
          <pc:docMk/>
          <pc:sldMk cId="765667555" sldId="340"/>
        </pc:sldMkLst>
      </pc:sldChg>
      <pc:sldChg chg="new del">
        <pc:chgData name="Zied Belhocine" userId="200cc0e2b299676e" providerId="LiveId" clId="{84A5E2AB-1D44-42CC-A547-CC0F82ED9DE9}" dt="2026-07-02T09:53:14.090" v="4387" actId="47"/>
        <pc:sldMkLst>
          <pc:docMk/>
          <pc:sldMk cId="2836225644" sldId="340"/>
        </pc:sldMkLst>
      </pc:sldChg>
      <pc:sldChg chg="new del">
        <pc:chgData name="Zied Belhocine" userId="200cc0e2b299676e" providerId="LiveId" clId="{84A5E2AB-1D44-42CC-A547-CC0F82ED9DE9}" dt="2026-07-02T09:38:43.926" v="3947" actId="47"/>
        <pc:sldMkLst>
          <pc:docMk/>
          <pc:sldMk cId="2988309539" sldId="340"/>
        </pc:sldMkLst>
      </pc:sldChg>
      <pc:sldChg chg="modSp add mod ord">
        <pc:chgData name="Zied Belhocine" userId="200cc0e2b299676e" providerId="LiveId" clId="{84A5E2AB-1D44-42CC-A547-CC0F82ED9DE9}" dt="2026-07-02T14:11:43.677" v="4597" actId="404"/>
        <pc:sldMkLst>
          <pc:docMk/>
          <pc:sldMk cId="4187964146" sldId="340"/>
        </pc:sldMkLst>
        <pc:spChg chg="mod">
          <ac:chgData name="Zied Belhocine" userId="200cc0e2b299676e" providerId="LiveId" clId="{84A5E2AB-1D44-42CC-A547-CC0F82ED9DE9}" dt="2026-07-02T14:11:43.677" v="4597" actId="404"/>
          <ac:spMkLst>
            <pc:docMk/>
            <pc:sldMk cId="4187964146" sldId="340"/>
            <ac:spMk id="2146" creationId="{00000000-0000-0000-0000-000000000000}"/>
          </ac:spMkLst>
        </pc:spChg>
        <pc:spChg chg="mod">
          <ac:chgData name="Zied Belhocine" userId="200cc0e2b299676e" providerId="LiveId" clId="{84A5E2AB-1D44-42CC-A547-CC0F82ED9DE9}" dt="2026-07-02T14:11:36.152" v="4579" actId="20577"/>
          <ac:spMkLst>
            <pc:docMk/>
            <pc:sldMk cId="4187964146" sldId="340"/>
            <ac:spMk id="2147" creationId="{00000000-0000-0000-0000-000000000000}"/>
          </ac:spMkLst>
        </pc:spChg>
      </pc:sldChg>
      <pc:sldChg chg="addSp delSp modSp add mod">
        <pc:chgData name="Zied Belhocine" userId="200cc0e2b299676e" providerId="LiveId" clId="{84A5E2AB-1D44-42CC-A547-CC0F82ED9DE9}" dt="2026-07-02T14:35:45.289" v="5590" actId="20577"/>
        <pc:sldMkLst>
          <pc:docMk/>
          <pc:sldMk cId="2816648125" sldId="341"/>
        </pc:sldMkLst>
        <pc:spChg chg="add mod">
          <ac:chgData name="Zied Belhocine" userId="200cc0e2b299676e" providerId="LiveId" clId="{84A5E2AB-1D44-42CC-A547-CC0F82ED9DE9}" dt="2026-07-02T14:34:19.144" v="5362" actId="1076"/>
          <ac:spMkLst>
            <pc:docMk/>
            <pc:sldMk cId="2816648125" sldId="341"/>
            <ac:spMk id="2" creationId="{118D55AA-3840-0AB3-2C07-B4679CD5AB08}"/>
          </ac:spMkLst>
        </pc:spChg>
        <pc:spChg chg="mod">
          <ac:chgData name="Zied Belhocine" userId="200cc0e2b299676e" providerId="LiveId" clId="{84A5E2AB-1D44-42CC-A547-CC0F82ED9DE9}" dt="2026-07-02T14:12:43.424" v="4718" actId="20577"/>
          <ac:spMkLst>
            <pc:docMk/>
            <pc:sldMk cId="2816648125" sldId="341"/>
            <ac:spMk id="4" creationId="{E96E53DB-DF93-A92F-E6E5-D47AE813CCAF}"/>
          </ac:spMkLst>
        </pc:spChg>
        <pc:spChg chg="del">
          <ac:chgData name="Zied Belhocine" userId="200cc0e2b299676e" providerId="LiveId" clId="{84A5E2AB-1D44-42CC-A547-CC0F82ED9DE9}" dt="2026-07-02T14:27:05.848" v="5296" actId="478"/>
          <ac:spMkLst>
            <pc:docMk/>
            <pc:sldMk cId="2816648125" sldId="341"/>
            <ac:spMk id="6" creationId="{17D332FB-EE2F-4DED-5C3D-BE1303F351FD}"/>
          </ac:spMkLst>
        </pc:spChg>
        <pc:spChg chg="del">
          <ac:chgData name="Zied Belhocine" userId="200cc0e2b299676e" providerId="LiveId" clId="{84A5E2AB-1D44-42CC-A547-CC0F82ED9DE9}" dt="2026-07-02T14:27:06.950" v="5297" actId="478"/>
          <ac:spMkLst>
            <pc:docMk/>
            <pc:sldMk cId="2816648125" sldId="341"/>
            <ac:spMk id="8" creationId="{62D52DCC-4942-759E-FC4D-8EBC874BE397}"/>
          </ac:spMkLst>
        </pc:spChg>
        <pc:spChg chg="del">
          <ac:chgData name="Zied Belhocine" userId="200cc0e2b299676e" providerId="LiveId" clId="{84A5E2AB-1D44-42CC-A547-CC0F82ED9DE9}" dt="2026-07-02T14:27:08.354" v="5298" actId="478"/>
          <ac:spMkLst>
            <pc:docMk/>
            <pc:sldMk cId="2816648125" sldId="341"/>
            <ac:spMk id="9" creationId="{F1337260-DB23-BB3B-D963-4150C7B69FDE}"/>
          </ac:spMkLst>
        </pc:spChg>
        <pc:spChg chg="add mod">
          <ac:chgData name="Zied Belhocine" userId="200cc0e2b299676e" providerId="LiveId" clId="{84A5E2AB-1D44-42CC-A547-CC0F82ED9DE9}" dt="2026-07-02T14:35:45.289" v="5590" actId="20577"/>
          <ac:spMkLst>
            <pc:docMk/>
            <pc:sldMk cId="2816648125" sldId="341"/>
            <ac:spMk id="14" creationId="{41726B96-2AE7-FBF5-227F-D6973DB6DAFD}"/>
          </ac:spMkLst>
        </pc:spChg>
        <pc:picChg chg="del">
          <ac:chgData name="Zied Belhocine" userId="200cc0e2b299676e" providerId="LiveId" clId="{84A5E2AB-1D44-42CC-A547-CC0F82ED9DE9}" dt="2026-07-02T14:27:05.114" v="5295" actId="478"/>
          <ac:picMkLst>
            <pc:docMk/>
            <pc:sldMk cId="2816648125" sldId="341"/>
            <ac:picMk id="5" creationId="{2045EBA3-3BB5-EA6A-816F-AE2248A61DA0}"/>
          </ac:picMkLst>
        </pc:picChg>
        <pc:picChg chg="add mod">
          <ac:chgData name="Zied Belhocine" userId="200cc0e2b299676e" providerId="LiveId" clId="{84A5E2AB-1D44-42CC-A547-CC0F82ED9DE9}" dt="2026-07-02T14:34:19.144" v="5362" actId="1076"/>
          <ac:picMkLst>
            <pc:docMk/>
            <pc:sldMk cId="2816648125" sldId="341"/>
            <ac:picMk id="7" creationId="{AFD94995-636D-22F5-90B7-7EE53CFF9336}"/>
          </ac:picMkLst>
        </pc:picChg>
        <pc:picChg chg="add mod">
          <ac:chgData name="Zied Belhocine" userId="200cc0e2b299676e" providerId="LiveId" clId="{84A5E2AB-1D44-42CC-A547-CC0F82ED9DE9}" dt="2026-07-02T14:34:19.144" v="5362" actId="1076"/>
          <ac:picMkLst>
            <pc:docMk/>
            <pc:sldMk cId="2816648125" sldId="341"/>
            <ac:picMk id="11" creationId="{C8B7B05E-28B3-B28B-C771-E5AB88A285A3}"/>
          </ac:picMkLst>
        </pc:picChg>
        <pc:picChg chg="add mod">
          <ac:chgData name="Zied Belhocine" userId="200cc0e2b299676e" providerId="LiveId" clId="{84A5E2AB-1D44-42CC-A547-CC0F82ED9DE9}" dt="2026-07-02T14:34:19.144" v="5362" actId="1076"/>
          <ac:picMkLst>
            <pc:docMk/>
            <pc:sldMk cId="2816648125" sldId="341"/>
            <ac:picMk id="13" creationId="{E7DCF774-3040-2D09-28C1-45F251AC53D8}"/>
          </ac:picMkLst>
        </pc:picChg>
      </pc:sldChg>
      <pc:sldChg chg="addSp modSp add mod">
        <pc:chgData name="Zied Belhocine" userId="200cc0e2b299676e" providerId="LiveId" clId="{84A5E2AB-1D44-42CC-A547-CC0F82ED9DE9}" dt="2026-07-02T14:19:30.443" v="5126" actId="20577"/>
        <pc:sldMkLst>
          <pc:docMk/>
          <pc:sldMk cId="3754519144" sldId="342"/>
        </pc:sldMkLst>
        <pc:spChg chg="add mod">
          <ac:chgData name="Zied Belhocine" userId="200cc0e2b299676e" providerId="LiveId" clId="{84A5E2AB-1D44-42CC-A547-CC0F82ED9DE9}" dt="2026-07-02T14:16:59.692" v="4920" actId="20577"/>
          <ac:spMkLst>
            <pc:docMk/>
            <pc:sldMk cId="3754519144" sldId="342"/>
            <ac:spMk id="3" creationId="{8350DFB2-0A8B-D68A-EF5F-8AF40DA6F87E}"/>
          </ac:spMkLst>
        </pc:spChg>
        <pc:spChg chg="mod">
          <ac:chgData name="Zied Belhocine" userId="200cc0e2b299676e" providerId="LiveId" clId="{84A5E2AB-1D44-42CC-A547-CC0F82ED9DE9}" dt="2026-07-02T14:19:30.443" v="5126" actId="20577"/>
          <ac:spMkLst>
            <pc:docMk/>
            <pc:sldMk cId="3754519144" sldId="342"/>
            <ac:spMk id="4" creationId="{E96E53DB-DF93-A92F-E6E5-D47AE813CCAF}"/>
          </ac:spMkLst>
        </pc:spChg>
        <pc:spChg chg="mod">
          <ac:chgData name="Zied Belhocine" userId="200cc0e2b299676e" providerId="LiveId" clId="{84A5E2AB-1D44-42CC-A547-CC0F82ED9DE9}" dt="2026-07-02T14:14:38.298" v="4765" actId="20577"/>
          <ac:spMkLst>
            <pc:docMk/>
            <pc:sldMk cId="3754519144" sldId="342"/>
            <ac:spMk id="6" creationId="{5548C6F7-C5FF-69EE-999B-9DD828750572}"/>
          </ac:spMkLst>
        </pc:spChg>
        <pc:spChg chg="mod">
          <ac:chgData name="Zied Belhocine" userId="200cc0e2b299676e" providerId="LiveId" clId="{84A5E2AB-1D44-42CC-A547-CC0F82ED9DE9}" dt="2026-07-02T14:15:04.281" v="4811" actId="20577"/>
          <ac:spMkLst>
            <pc:docMk/>
            <pc:sldMk cId="3754519144" sldId="342"/>
            <ac:spMk id="9" creationId="{3CDC2D3D-DDA9-111E-FF28-E8A042EF6C7B}"/>
          </ac:spMkLst>
        </pc:spChg>
        <pc:picChg chg="add mod">
          <ac:chgData name="Zied Belhocine" userId="200cc0e2b299676e" providerId="LiveId" clId="{84A5E2AB-1D44-42CC-A547-CC0F82ED9DE9}" dt="2026-07-02T14:13:21.010" v="4737" actId="1038"/>
          <ac:picMkLst>
            <pc:docMk/>
            <pc:sldMk cId="3754519144" sldId="342"/>
            <ac:picMk id="2" creationId="{764CE4AF-1FAB-99B7-A198-16EE63846230}"/>
          </ac:picMkLst>
        </pc:picChg>
        <pc:picChg chg="mod">
          <ac:chgData name="Zied Belhocine" userId="200cc0e2b299676e" providerId="LiveId" clId="{84A5E2AB-1D44-42CC-A547-CC0F82ED9DE9}" dt="2026-07-02T14:13:21.010" v="4737" actId="1038"/>
          <ac:picMkLst>
            <pc:docMk/>
            <pc:sldMk cId="3754519144" sldId="342"/>
            <ac:picMk id="8" creationId="{257F6AA5-1F51-85B1-63D8-D5740AF81EC9}"/>
          </ac:picMkLst>
        </pc:picChg>
      </pc:sldChg>
      <pc:sldChg chg="new del">
        <pc:chgData name="Zied Belhocine" userId="200cc0e2b299676e" providerId="LiveId" clId="{84A5E2AB-1D44-42CC-A547-CC0F82ED9DE9}" dt="2026-07-02T14:18:09.263" v="5034" actId="680"/>
        <pc:sldMkLst>
          <pc:docMk/>
          <pc:sldMk cId="756722954" sldId="343"/>
        </pc:sldMkLst>
      </pc:sldChg>
      <pc:sldChg chg="modSp add mod">
        <pc:chgData name="Zied Belhocine" userId="200cc0e2b299676e" providerId="LiveId" clId="{84A5E2AB-1D44-42CC-A547-CC0F82ED9DE9}" dt="2026-07-02T14:23:37.184" v="5294" actId="20577"/>
        <pc:sldMkLst>
          <pc:docMk/>
          <pc:sldMk cId="3484167821" sldId="343"/>
        </pc:sldMkLst>
        <pc:spChg chg="mod">
          <ac:chgData name="Zied Belhocine" userId="200cc0e2b299676e" providerId="LiveId" clId="{84A5E2AB-1D44-42CC-A547-CC0F82ED9DE9}" dt="2026-07-02T14:23:37.184" v="5294" actId="20577"/>
          <ac:spMkLst>
            <pc:docMk/>
            <pc:sldMk cId="3484167821" sldId="343"/>
            <ac:spMk id="4" creationId="{E96E53DB-DF93-A92F-E6E5-D47AE813CCAF}"/>
          </ac:spMkLst>
        </pc:spChg>
      </pc:sldChg>
      <pc:sldMasterChg chg="addSldLayout delSldLayout">
        <pc:chgData name="Zied Belhocine" userId="200cc0e2b299676e" providerId="LiveId" clId="{84A5E2AB-1D44-42CC-A547-CC0F82ED9DE9}" dt="2026-07-02T14:39:29.202" v="5820" actId="47"/>
        <pc:sldMasterMkLst>
          <pc:docMk/>
          <pc:sldMasterMk cId="0" sldId="2147483673"/>
        </pc:sldMasterMkLst>
        <pc:sldLayoutChg chg="add del">
          <pc:chgData name="Zied Belhocine" userId="200cc0e2b299676e" providerId="LiveId" clId="{84A5E2AB-1D44-42CC-A547-CC0F82ED9DE9}" dt="2026-07-01T13:53:57.706" v="3427" actId="47"/>
          <pc:sldLayoutMkLst>
            <pc:docMk/>
            <pc:sldMasterMk cId="0" sldId="2147483673"/>
            <pc:sldLayoutMk cId="0" sldId="2147483650"/>
          </pc:sldLayoutMkLst>
        </pc:sldLayoutChg>
        <pc:sldLayoutChg chg="del">
          <pc:chgData name="Zied Belhocine" userId="200cc0e2b299676e" providerId="LiveId" clId="{84A5E2AB-1D44-42CC-A547-CC0F82ED9DE9}" dt="2026-07-01T13:53:32.040" v="3403" actId="47"/>
          <pc:sldLayoutMkLst>
            <pc:docMk/>
            <pc:sldMasterMk cId="0" sldId="2147483673"/>
            <pc:sldLayoutMk cId="0" sldId="2147483651"/>
          </pc:sldLayoutMkLst>
        </pc:sldLayoutChg>
        <pc:sldLayoutChg chg="del">
          <pc:chgData name="Zied Belhocine" userId="200cc0e2b299676e" providerId="LiveId" clId="{84A5E2AB-1D44-42CC-A547-CC0F82ED9DE9}" dt="2026-07-01T13:53:41.535" v="3415" actId="47"/>
          <pc:sldLayoutMkLst>
            <pc:docMk/>
            <pc:sldMasterMk cId="0" sldId="2147483673"/>
            <pc:sldLayoutMk cId="0" sldId="2147483652"/>
          </pc:sldLayoutMkLst>
        </pc:sldLayoutChg>
        <pc:sldLayoutChg chg="del">
          <pc:chgData name="Zied Belhocine" userId="200cc0e2b299676e" providerId="LiveId" clId="{84A5E2AB-1D44-42CC-A547-CC0F82ED9DE9}" dt="2026-07-01T13:53:36.517" v="3408" actId="47"/>
          <pc:sldLayoutMkLst>
            <pc:docMk/>
            <pc:sldMasterMk cId="0" sldId="2147483673"/>
            <pc:sldLayoutMk cId="0" sldId="2147483657"/>
          </pc:sldLayoutMkLst>
        </pc:sldLayoutChg>
        <pc:sldLayoutChg chg="del">
          <pc:chgData name="Zied Belhocine" userId="200cc0e2b299676e" providerId="LiveId" clId="{84A5E2AB-1D44-42CC-A547-CC0F82ED9DE9}" dt="2026-07-01T13:53:42.201" v="3416" actId="47"/>
          <pc:sldLayoutMkLst>
            <pc:docMk/>
            <pc:sldMasterMk cId="0" sldId="2147483673"/>
            <pc:sldLayoutMk cId="0" sldId="2147483660"/>
          </pc:sldLayoutMkLst>
        </pc:sldLayoutChg>
        <pc:sldLayoutChg chg="del">
          <pc:chgData name="Zied Belhocine" userId="200cc0e2b299676e" providerId="LiveId" clId="{84A5E2AB-1D44-42CC-A547-CC0F82ED9DE9}" dt="2026-07-01T13:53:38.861" v="3411" actId="47"/>
          <pc:sldLayoutMkLst>
            <pc:docMk/>
            <pc:sldMasterMk cId="0" sldId="2147483673"/>
            <pc:sldLayoutMk cId="0" sldId="2147483661"/>
          </pc:sldLayoutMkLst>
        </pc:sldLayoutChg>
        <pc:sldLayoutChg chg="del">
          <pc:chgData name="Zied Belhocine" userId="200cc0e2b299676e" providerId="LiveId" clId="{84A5E2AB-1D44-42CC-A547-CC0F82ED9DE9}" dt="2026-07-01T13:53:40.838" v="3414" actId="47"/>
          <pc:sldLayoutMkLst>
            <pc:docMk/>
            <pc:sldMasterMk cId="0" sldId="2147483673"/>
            <pc:sldLayoutMk cId="0" sldId="2147483662"/>
          </pc:sldLayoutMkLst>
        </pc:sldLayoutChg>
        <pc:sldLayoutChg chg="add del">
          <pc:chgData name="Zied Belhocine" userId="200cc0e2b299676e" providerId="LiveId" clId="{84A5E2AB-1D44-42CC-A547-CC0F82ED9DE9}" dt="2026-07-02T14:39:29.202" v="5820" actId="47"/>
          <pc:sldLayoutMkLst>
            <pc:docMk/>
            <pc:sldMasterMk cId="0" sldId="2147483673"/>
            <pc:sldLayoutMk cId="0" sldId="2147483663"/>
          </pc:sldLayoutMkLst>
        </pc:sldLayoutChg>
        <pc:sldLayoutChg chg="del">
          <pc:chgData name="Zied Belhocine" userId="200cc0e2b299676e" providerId="LiveId" clId="{84A5E2AB-1D44-42CC-A547-CC0F82ED9DE9}" dt="2026-07-01T13:53:32.792" v="3404" actId="47"/>
          <pc:sldLayoutMkLst>
            <pc:docMk/>
            <pc:sldMasterMk cId="0" sldId="2147483673"/>
            <pc:sldLayoutMk cId="0" sldId="2147483664"/>
          </pc:sldLayoutMkLst>
        </pc:sldLayoutChg>
        <pc:sldLayoutChg chg="del">
          <pc:chgData name="Zied Belhocine" userId="200cc0e2b299676e" providerId="LiveId" clId="{84A5E2AB-1D44-42CC-A547-CC0F82ED9DE9}" dt="2026-07-01T13:53:33.636" v="3405" actId="47"/>
          <pc:sldLayoutMkLst>
            <pc:docMk/>
            <pc:sldMasterMk cId="0" sldId="2147483673"/>
            <pc:sldLayoutMk cId="0" sldId="2147483665"/>
          </pc:sldLayoutMkLst>
        </pc:sldLayoutChg>
        <pc:sldLayoutChg chg="del">
          <pc:chgData name="Zied Belhocine" userId="200cc0e2b299676e" providerId="LiveId" clId="{84A5E2AB-1D44-42CC-A547-CC0F82ED9DE9}" dt="2026-07-01T13:53:34.816" v="3406" actId="47"/>
          <pc:sldLayoutMkLst>
            <pc:docMk/>
            <pc:sldMasterMk cId="0" sldId="2147483673"/>
            <pc:sldLayoutMk cId="0" sldId="2147483666"/>
          </pc:sldLayoutMkLst>
        </pc:sldLayoutChg>
        <pc:sldLayoutChg chg="add del">
          <pc:chgData name="Zied Belhocine" userId="200cc0e2b299676e" providerId="LiveId" clId="{84A5E2AB-1D44-42CC-A547-CC0F82ED9DE9}" dt="2026-07-01T13:53:49.730" v="3426" actId="47"/>
          <pc:sldLayoutMkLst>
            <pc:docMk/>
            <pc:sldMasterMk cId="0" sldId="2147483673"/>
            <pc:sldLayoutMk cId="0" sldId="2147483668"/>
          </pc:sldLayoutMkLst>
        </pc:sldLayoutChg>
      </pc:sldMasterChg>
      <pc:sldMasterChg chg="del delSldLayout">
        <pc:chgData name="Zied Belhocine" userId="200cc0e2b299676e" providerId="LiveId" clId="{84A5E2AB-1D44-42CC-A547-CC0F82ED9DE9}" dt="2026-07-01T13:54:42.913" v="3462" actId="47"/>
        <pc:sldMasterMkLst>
          <pc:docMk/>
          <pc:sldMasterMk cId="0" sldId="2147483674"/>
        </pc:sldMasterMkLst>
        <pc:sldLayoutChg chg="del">
          <pc:chgData name="Zied Belhocine" userId="200cc0e2b299676e" providerId="LiveId" clId="{84A5E2AB-1D44-42CC-A547-CC0F82ED9DE9}" dt="2026-07-01T13:54:42.913" v="3462" actId="47"/>
          <pc:sldLayoutMkLst>
            <pc:docMk/>
            <pc:sldMasterMk cId="0" sldId="2147483674"/>
            <pc:sldLayoutMk cId="0" sldId="2147483671"/>
          </pc:sldLayoutMkLst>
        </pc:sldLayoutChg>
        <pc:sldLayoutChg chg="del">
          <pc:chgData name="Zied Belhocine" userId="200cc0e2b299676e" providerId="LiveId" clId="{84A5E2AB-1D44-42CC-A547-CC0F82ED9DE9}" dt="2026-07-01T13:54:42.585" v="3461" actId="47"/>
          <pc:sldLayoutMkLst>
            <pc:docMk/>
            <pc:sldMasterMk cId="0" sldId="2147483674"/>
            <pc:sldLayoutMk cId="0" sldId="214748367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913220fde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913220fdeb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7" name="Google Shape;3777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8" name="Google Shape;3778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55108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5" name="Google Shape;2135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6" name="Google Shape;2136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4812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3682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47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8" name="Google Shape;1648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71627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4350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7888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14162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1478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1930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4" name="Google Shape;5084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5" name="Google Shape;5085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0" name="Google Shape;10;p2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713225" y="659425"/>
            <a:ext cx="6660000" cy="15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826905" y="2441150"/>
            <a:ext cx="3903300" cy="3651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15;p3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6" name="Google Shape;16;p3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7" name="Google Shape;17;p3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7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42" name="Google Shape;42;p7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3" name="Google Shape;43;p7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3292800" cy="102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ubTitle" idx="1"/>
          </p:nvPr>
        </p:nvSpPr>
        <p:spPr>
          <a:xfrm>
            <a:off x="713325" y="1765100"/>
            <a:ext cx="3292800" cy="28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>
            <a:spLocks noGrp="1"/>
          </p:cNvSpPr>
          <p:nvPr>
            <p:ph type="pic" idx="2"/>
          </p:nvPr>
        </p:nvSpPr>
        <p:spPr>
          <a:xfrm flipH="1">
            <a:off x="5336576" y="539500"/>
            <a:ext cx="3094200" cy="4064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8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49" name="Google Shape;49;p8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0" name="Google Shape;50;p8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oogle Shape;53;p9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54" name="Google Shape;54;p9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1948800" y="4014450"/>
            <a:ext cx="5246400" cy="441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13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70" name="Google Shape;70;p13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2" hasCustomPrompt="1"/>
          </p:nvPr>
        </p:nvSpPr>
        <p:spPr>
          <a:xfrm>
            <a:off x="832800" y="1500847"/>
            <a:ext cx="7347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3" hasCustomPrompt="1"/>
          </p:nvPr>
        </p:nvSpPr>
        <p:spPr>
          <a:xfrm>
            <a:off x="832800" y="3208753"/>
            <a:ext cx="7347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4" hasCustomPrompt="1"/>
          </p:nvPr>
        </p:nvSpPr>
        <p:spPr>
          <a:xfrm>
            <a:off x="2880000" y="1500847"/>
            <a:ext cx="7347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5" hasCustomPrompt="1"/>
          </p:nvPr>
        </p:nvSpPr>
        <p:spPr>
          <a:xfrm>
            <a:off x="2880000" y="3208753"/>
            <a:ext cx="7347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6" hasCustomPrompt="1"/>
          </p:nvPr>
        </p:nvSpPr>
        <p:spPr>
          <a:xfrm>
            <a:off x="4927200" y="1500847"/>
            <a:ext cx="7347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7" hasCustomPrompt="1"/>
          </p:nvPr>
        </p:nvSpPr>
        <p:spPr>
          <a:xfrm>
            <a:off x="4927200" y="3208753"/>
            <a:ext cx="7347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1"/>
          </p:nvPr>
        </p:nvSpPr>
        <p:spPr>
          <a:xfrm>
            <a:off x="756600" y="2180300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8"/>
          </p:nvPr>
        </p:nvSpPr>
        <p:spPr>
          <a:xfrm>
            <a:off x="2803800" y="2180300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9"/>
          </p:nvPr>
        </p:nvSpPr>
        <p:spPr>
          <a:xfrm>
            <a:off x="4851000" y="2180300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13"/>
          </p:nvPr>
        </p:nvSpPr>
        <p:spPr>
          <a:xfrm>
            <a:off x="756600" y="3854225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14"/>
          </p:nvPr>
        </p:nvSpPr>
        <p:spPr>
          <a:xfrm>
            <a:off x="2803800" y="3854225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15"/>
          </p:nvPr>
        </p:nvSpPr>
        <p:spPr>
          <a:xfrm>
            <a:off x="4851000" y="3854225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153;p21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54" name="Google Shape;154;p21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55" name="Google Shape;155;p21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156" name="Google Shape;156;p21"/>
          <p:cNvSpPr txBox="1">
            <a:spLocks noGrp="1"/>
          </p:cNvSpPr>
          <p:nvPr>
            <p:ph type="title" hasCustomPrompt="1"/>
          </p:nvPr>
        </p:nvSpPr>
        <p:spPr>
          <a:xfrm>
            <a:off x="713213" y="1975238"/>
            <a:ext cx="3492600" cy="7689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7" name="Google Shape;157;p21"/>
          <p:cNvSpPr txBox="1">
            <a:spLocks noGrp="1"/>
          </p:cNvSpPr>
          <p:nvPr>
            <p:ph type="subTitle" idx="1"/>
          </p:nvPr>
        </p:nvSpPr>
        <p:spPr>
          <a:xfrm>
            <a:off x="713225" y="2810362"/>
            <a:ext cx="34926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58" name="Google Shape;158;p21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539495"/>
            <a:ext cx="3492600" cy="7689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9" name="Google Shape;159;p21"/>
          <p:cNvSpPr txBox="1">
            <a:spLocks noGrp="1"/>
          </p:cNvSpPr>
          <p:nvPr>
            <p:ph type="subTitle" idx="3"/>
          </p:nvPr>
        </p:nvSpPr>
        <p:spPr>
          <a:xfrm>
            <a:off x="713225" y="1374606"/>
            <a:ext cx="34926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60" name="Google Shape;160;p21"/>
          <p:cNvSpPr txBox="1">
            <a:spLocks noGrp="1"/>
          </p:cNvSpPr>
          <p:nvPr>
            <p:ph type="title" idx="4" hasCustomPrompt="1"/>
          </p:nvPr>
        </p:nvSpPr>
        <p:spPr>
          <a:xfrm>
            <a:off x="713213" y="3410981"/>
            <a:ext cx="3492600" cy="7689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1" name="Google Shape;161;p21"/>
          <p:cNvSpPr txBox="1">
            <a:spLocks noGrp="1"/>
          </p:cNvSpPr>
          <p:nvPr>
            <p:ph type="subTitle" idx="5"/>
          </p:nvPr>
        </p:nvSpPr>
        <p:spPr>
          <a:xfrm>
            <a:off x="713225" y="4246105"/>
            <a:ext cx="34926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oogle Shape;163;p22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64" name="Google Shape;164;p22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65" name="Google Shape;165;p22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166" name="Google Shape;166;p2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987600" cy="9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2"/>
          <p:cNvSpPr txBox="1">
            <a:spLocks noGrp="1"/>
          </p:cNvSpPr>
          <p:nvPr>
            <p:ph type="subTitle" idx="1"/>
          </p:nvPr>
        </p:nvSpPr>
        <p:spPr>
          <a:xfrm>
            <a:off x="713225" y="1525011"/>
            <a:ext cx="39876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2"/>
          <p:cNvSpPr txBox="1"/>
          <p:nvPr/>
        </p:nvSpPr>
        <p:spPr>
          <a:xfrm>
            <a:off x="713225" y="3792406"/>
            <a:ext cx="3987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CREDITS:</a:t>
            </a:r>
            <a:r>
              <a:rPr lang="en" sz="10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This presentation template was created by </a:t>
            </a:r>
            <a:r>
              <a:rPr lang="en" sz="1000" b="1" u="sng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, and includes icons by </a:t>
            </a:r>
            <a:r>
              <a:rPr lang="en" sz="1000" b="1" u="sng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, and infographics &amp; images by </a:t>
            </a:r>
            <a:r>
              <a:rPr lang="en" sz="1000" b="1" u="sng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endParaRPr sz="1000" b="1" u="sng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23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71" name="Google Shape;171;p23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72" name="Google Shape;172;p23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3" name="Google Shape;173;p23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74" name="Google Shape;174;p23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75" name="Google Shape;175;p23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oogle Shape;177;p24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78" name="Google Shape;178;p24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79" name="Google Shape;179;p24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80" name="Google Shape;180;p24"/>
          <p:cNvGrpSpPr/>
          <p:nvPr/>
        </p:nvGrpSpPr>
        <p:grpSpPr>
          <a:xfrm>
            <a:off x="-3900" y="0"/>
            <a:ext cx="9151800" cy="5143500"/>
            <a:chOff x="-3900" y="0"/>
            <a:chExt cx="9151800" cy="5143500"/>
          </a:xfrm>
        </p:grpSpPr>
        <p:sp>
          <p:nvSpPr>
            <p:cNvPr id="181" name="Google Shape;181;p24"/>
            <p:cNvSpPr/>
            <p:nvPr/>
          </p:nvSpPr>
          <p:spPr>
            <a:xfrm>
              <a:off x="-1950" y="0"/>
              <a:ext cx="91479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82" name="Google Shape;182;p24"/>
            <p:cNvSpPr/>
            <p:nvPr/>
          </p:nvSpPr>
          <p:spPr>
            <a:xfrm>
              <a:off x="-3900" y="4993200"/>
              <a:ext cx="9151800" cy="150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●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■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●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■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●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■"/>
              <a:defRPr sz="12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59" r:id="rId8"/>
    <p:sldLayoutId id="2147483667" r:id="rId9"/>
    <p:sldLayoutId id="2147483668" r:id="rId10"/>
    <p:sldLayoutId id="2147483669" r:id="rId11"/>
    <p:sldLayoutId id="214748367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fao.org/faostat/fr/#data/M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fao.org/faostat/fr/#data/M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fao.org/faostat/fr/#data/OA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ata.worldbank.org/indicator/LP.LPI.OVRL.XQ?end=2022&amp;most_recent_year_desc=false&amp;start=2007&amp;view=char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>
            <a:spLocks noGrp="1"/>
          </p:cNvSpPr>
          <p:nvPr>
            <p:ph type="ctrTitle"/>
          </p:nvPr>
        </p:nvSpPr>
        <p:spPr>
          <a:xfrm>
            <a:off x="713225" y="659425"/>
            <a:ext cx="6660000" cy="15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100" dirty="0"/>
              <a:t>Produisez une étude de marché avec R ou Python</a:t>
            </a:r>
            <a:endParaRPr lang="en-US" sz="3600" dirty="0"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1"/>
          </p:nvPr>
        </p:nvSpPr>
        <p:spPr>
          <a:xfrm>
            <a:off x="826905" y="2441149"/>
            <a:ext cx="3903300" cy="49852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 Poule qui chante – Zied Belhocine Juillet 2026</a:t>
            </a:r>
            <a:endParaRPr dirty="0"/>
          </a:p>
        </p:txBody>
      </p:sp>
      <p:grpSp>
        <p:nvGrpSpPr>
          <p:cNvPr id="195" name="Google Shape;195;p28"/>
          <p:cNvGrpSpPr/>
          <p:nvPr/>
        </p:nvGrpSpPr>
        <p:grpSpPr>
          <a:xfrm>
            <a:off x="7054070" y="1958939"/>
            <a:ext cx="4332272" cy="5143556"/>
            <a:chOff x="7855920" y="2772000"/>
            <a:chExt cx="2108880" cy="2503800"/>
          </a:xfrm>
        </p:grpSpPr>
        <p:sp>
          <p:nvSpPr>
            <p:cNvPr id="196" name="Google Shape;196;p28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8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8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8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8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8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8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8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8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8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8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8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8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8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8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8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8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8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8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8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8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8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8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8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8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8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8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8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8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8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8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8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8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8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8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8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8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8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8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8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8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8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8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8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8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8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8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8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8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8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8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8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8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8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8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8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8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8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8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8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8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8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8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8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8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8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8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8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8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8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8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8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8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8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8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8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8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8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8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8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8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8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8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8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8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8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8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8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8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8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8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8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8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8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8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8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8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8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8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8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8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8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8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8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8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8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8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8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8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8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8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8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8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8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8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8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8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8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8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8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8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8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8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8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8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8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8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8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8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8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8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8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8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8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28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28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8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8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28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8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8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8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8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8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8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28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8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8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8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8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8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8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8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8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8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8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8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8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8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8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28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28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8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8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8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8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8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8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8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8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8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8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8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0" name="Google Shape;380;p28"/>
          <p:cNvSpPr/>
          <p:nvPr/>
        </p:nvSpPr>
        <p:spPr>
          <a:xfrm>
            <a:off x="19251" y="3205276"/>
            <a:ext cx="1568245" cy="2155078"/>
          </a:xfrm>
          <a:custGeom>
            <a:avLst/>
            <a:gdLst/>
            <a:ahLst/>
            <a:cxnLst/>
            <a:rect l="l" t="t" r="r" b="b"/>
            <a:pathLst>
              <a:path w="4632" h="6365" extrusionOk="0">
                <a:moveTo>
                  <a:pt x="4619" y="2457"/>
                </a:moveTo>
                <a:cubicBezTo>
                  <a:pt x="4617" y="2442"/>
                  <a:pt x="4613" y="2428"/>
                  <a:pt x="4606" y="2416"/>
                </a:cubicBezTo>
                <a:cubicBezTo>
                  <a:pt x="4602" y="2409"/>
                  <a:pt x="4597" y="2402"/>
                  <a:pt x="4591" y="2396"/>
                </a:cubicBezTo>
                <a:cubicBezTo>
                  <a:pt x="4585" y="2382"/>
                  <a:pt x="4577" y="2369"/>
                  <a:pt x="4570" y="2356"/>
                </a:cubicBezTo>
                <a:cubicBezTo>
                  <a:pt x="4550" y="2322"/>
                  <a:pt x="4527" y="2291"/>
                  <a:pt x="4499" y="2263"/>
                </a:cubicBezTo>
                <a:cubicBezTo>
                  <a:pt x="4460" y="2220"/>
                  <a:pt x="4412" y="2162"/>
                  <a:pt x="4356" y="2143"/>
                </a:cubicBezTo>
                <a:cubicBezTo>
                  <a:pt x="4355" y="2143"/>
                  <a:pt x="4355" y="2143"/>
                  <a:pt x="4354" y="2143"/>
                </a:cubicBezTo>
                <a:cubicBezTo>
                  <a:pt x="4353" y="2143"/>
                  <a:pt x="4353" y="2143"/>
                  <a:pt x="4352" y="2143"/>
                </a:cubicBezTo>
                <a:lnTo>
                  <a:pt x="4327" y="2124"/>
                </a:lnTo>
                <a:cubicBezTo>
                  <a:pt x="4259" y="2070"/>
                  <a:pt x="4170" y="2041"/>
                  <a:pt x="4091" y="2009"/>
                </a:cubicBezTo>
                <a:cubicBezTo>
                  <a:pt x="4045" y="1991"/>
                  <a:pt x="3996" y="1950"/>
                  <a:pt x="3945" y="1946"/>
                </a:cubicBezTo>
                <a:cubicBezTo>
                  <a:pt x="3944" y="1939"/>
                  <a:pt x="3943" y="1931"/>
                  <a:pt x="3943" y="1924"/>
                </a:cubicBezTo>
                <a:cubicBezTo>
                  <a:pt x="3943" y="1916"/>
                  <a:pt x="3944" y="1909"/>
                  <a:pt x="3945" y="1901"/>
                </a:cubicBezTo>
                <a:cubicBezTo>
                  <a:pt x="3943" y="1877"/>
                  <a:pt x="3939" y="1852"/>
                  <a:pt x="3933" y="1828"/>
                </a:cubicBezTo>
                <a:cubicBezTo>
                  <a:pt x="3924" y="1785"/>
                  <a:pt x="3909" y="1744"/>
                  <a:pt x="3889" y="1706"/>
                </a:cubicBezTo>
                <a:cubicBezTo>
                  <a:pt x="3887" y="1701"/>
                  <a:pt x="3884" y="1697"/>
                  <a:pt x="3882" y="1693"/>
                </a:cubicBezTo>
                <a:cubicBezTo>
                  <a:pt x="3872" y="1677"/>
                  <a:pt x="3862" y="1661"/>
                  <a:pt x="3850" y="1647"/>
                </a:cubicBezTo>
                <a:cubicBezTo>
                  <a:pt x="3851" y="1645"/>
                  <a:pt x="3853" y="1642"/>
                  <a:pt x="3854" y="1640"/>
                </a:cubicBezTo>
                <a:cubicBezTo>
                  <a:pt x="3857" y="1635"/>
                  <a:pt x="3859" y="1629"/>
                  <a:pt x="3861" y="1624"/>
                </a:cubicBezTo>
                <a:cubicBezTo>
                  <a:pt x="3868" y="1617"/>
                  <a:pt x="3873" y="1610"/>
                  <a:pt x="3878" y="1602"/>
                </a:cubicBezTo>
                <a:cubicBezTo>
                  <a:pt x="3893" y="1576"/>
                  <a:pt x="3883" y="1531"/>
                  <a:pt x="3876" y="1498"/>
                </a:cubicBezTo>
                <a:cubicBezTo>
                  <a:pt x="3875" y="1460"/>
                  <a:pt x="3866" y="1423"/>
                  <a:pt x="3848" y="1390"/>
                </a:cubicBezTo>
                <a:cubicBezTo>
                  <a:pt x="3834" y="1360"/>
                  <a:pt x="3815" y="1313"/>
                  <a:pt x="3792" y="1289"/>
                </a:cubicBezTo>
                <a:cubicBezTo>
                  <a:pt x="3765" y="1261"/>
                  <a:pt x="3728" y="1220"/>
                  <a:pt x="3683" y="1241"/>
                </a:cubicBezTo>
                <a:cubicBezTo>
                  <a:pt x="3683" y="1242"/>
                  <a:pt x="3683" y="1242"/>
                  <a:pt x="3682" y="1242"/>
                </a:cubicBezTo>
                <a:cubicBezTo>
                  <a:pt x="3680" y="1243"/>
                  <a:pt x="3678" y="1245"/>
                  <a:pt x="3676" y="1247"/>
                </a:cubicBezTo>
                <a:cubicBezTo>
                  <a:pt x="3676" y="1242"/>
                  <a:pt x="3676" y="1236"/>
                  <a:pt x="3676" y="1231"/>
                </a:cubicBezTo>
                <a:cubicBezTo>
                  <a:pt x="3676" y="1177"/>
                  <a:pt x="3669" y="1123"/>
                  <a:pt x="3656" y="1070"/>
                </a:cubicBezTo>
                <a:cubicBezTo>
                  <a:pt x="3608" y="902"/>
                  <a:pt x="3594" y="710"/>
                  <a:pt x="3499" y="559"/>
                </a:cubicBezTo>
                <a:cubicBezTo>
                  <a:pt x="3491" y="542"/>
                  <a:pt x="3484" y="524"/>
                  <a:pt x="3478" y="506"/>
                </a:cubicBezTo>
                <a:cubicBezTo>
                  <a:pt x="3468" y="468"/>
                  <a:pt x="3425" y="424"/>
                  <a:pt x="3404" y="391"/>
                </a:cubicBezTo>
                <a:cubicBezTo>
                  <a:pt x="3358" y="321"/>
                  <a:pt x="3303" y="258"/>
                  <a:pt x="3240" y="204"/>
                </a:cubicBezTo>
                <a:cubicBezTo>
                  <a:pt x="3183" y="152"/>
                  <a:pt x="3108" y="126"/>
                  <a:pt x="3043" y="89"/>
                </a:cubicBezTo>
                <a:cubicBezTo>
                  <a:pt x="3040" y="87"/>
                  <a:pt x="3037" y="85"/>
                  <a:pt x="3034" y="84"/>
                </a:cubicBezTo>
                <a:cubicBezTo>
                  <a:pt x="3007" y="68"/>
                  <a:pt x="2978" y="55"/>
                  <a:pt x="2948" y="45"/>
                </a:cubicBezTo>
                <a:cubicBezTo>
                  <a:pt x="2933" y="40"/>
                  <a:pt x="2917" y="36"/>
                  <a:pt x="2901" y="31"/>
                </a:cubicBezTo>
                <a:lnTo>
                  <a:pt x="2895" y="30"/>
                </a:lnTo>
                <a:cubicBezTo>
                  <a:pt x="2818" y="10"/>
                  <a:pt x="2739" y="0"/>
                  <a:pt x="2660" y="0"/>
                </a:cubicBezTo>
                <a:cubicBezTo>
                  <a:pt x="2650" y="0"/>
                  <a:pt x="2641" y="0"/>
                  <a:pt x="2631" y="0"/>
                </a:cubicBezTo>
                <a:cubicBezTo>
                  <a:pt x="2552" y="2"/>
                  <a:pt x="2471" y="23"/>
                  <a:pt x="2395" y="39"/>
                </a:cubicBezTo>
                <a:cubicBezTo>
                  <a:pt x="2295" y="59"/>
                  <a:pt x="2203" y="111"/>
                  <a:pt x="2103" y="135"/>
                </a:cubicBezTo>
                <a:cubicBezTo>
                  <a:pt x="2055" y="148"/>
                  <a:pt x="2008" y="168"/>
                  <a:pt x="1964" y="193"/>
                </a:cubicBezTo>
                <a:cubicBezTo>
                  <a:pt x="1940" y="207"/>
                  <a:pt x="1917" y="222"/>
                  <a:pt x="1895" y="240"/>
                </a:cubicBezTo>
                <a:lnTo>
                  <a:pt x="1890" y="242"/>
                </a:lnTo>
                <a:cubicBezTo>
                  <a:pt x="1890" y="242"/>
                  <a:pt x="1890" y="243"/>
                  <a:pt x="1890" y="244"/>
                </a:cubicBezTo>
                <a:cubicBezTo>
                  <a:pt x="1844" y="277"/>
                  <a:pt x="1801" y="312"/>
                  <a:pt x="1755" y="345"/>
                </a:cubicBezTo>
                <a:lnTo>
                  <a:pt x="1746" y="352"/>
                </a:lnTo>
                <a:cubicBezTo>
                  <a:pt x="1751" y="347"/>
                  <a:pt x="1756" y="342"/>
                  <a:pt x="1761" y="337"/>
                </a:cubicBezTo>
                <a:cubicBezTo>
                  <a:pt x="1761" y="337"/>
                  <a:pt x="1761" y="335"/>
                  <a:pt x="1761" y="336"/>
                </a:cubicBezTo>
                <a:lnTo>
                  <a:pt x="1724" y="368"/>
                </a:lnTo>
                <a:cubicBezTo>
                  <a:pt x="1686" y="396"/>
                  <a:pt x="1649" y="425"/>
                  <a:pt x="1615" y="456"/>
                </a:cubicBezTo>
                <a:cubicBezTo>
                  <a:pt x="1594" y="475"/>
                  <a:pt x="1575" y="495"/>
                  <a:pt x="1558" y="516"/>
                </a:cubicBezTo>
                <a:cubicBezTo>
                  <a:pt x="1544" y="528"/>
                  <a:pt x="1531" y="540"/>
                  <a:pt x="1518" y="553"/>
                </a:cubicBezTo>
                <a:cubicBezTo>
                  <a:pt x="1476" y="595"/>
                  <a:pt x="1440" y="642"/>
                  <a:pt x="1410" y="693"/>
                </a:cubicBezTo>
                <a:cubicBezTo>
                  <a:pt x="1379" y="730"/>
                  <a:pt x="1350" y="767"/>
                  <a:pt x="1323" y="807"/>
                </a:cubicBezTo>
                <a:cubicBezTo>
                  <a:pt x="1287" y="858"/>
                  <a:pt x="1253" y="913"/>
                  <a:pt x="1214" y="963"/>
                </a:cubicBezTo>
                <a:cubicBezTo>
                  <a:pt x="1206" y="973"/>
                  <a:pt x="1199" y="984"/>
                  <a:pt x="1192" y="995"/>
                </a:cubicBezTo>
                <a:cubicBezTo>
                  <a:pt x="1186" y="1005"/>
                  <a:pt x="1181" y="1016"/>
                  <a:pt x="1176" y="1026"/>
                </a:cubicBezTo>
                <a:cubicBezTo>
                  <a:pt x="1170" y="1035"/>
                  <a:pt x="1165" y="1044"/>
                  <a:pt x="1159" y="1053"/>
                </a:cubicBezTo>
                <a:cubicBezTo>
                  <a:pt x="1138" y="1085"/>
                  <a:pt x="1118" y="1118"/>
                  <a:pt x="1099" y="1151"/>
                </a:cubicBezTo>
                <a:cubicBezTo>
                  <a:pt x="1061" y="1216"/>
                  <a:pt x="1028" y="1283"/>
                  <a:pt x="999" y="1353"/>
                </a:cubicBezTo>
                <a:cubicBezTo>
                  <a:pt x="958" y="1434"/>
                  <a:pt x="918" y="1516"/>
                  <a:pt x="876" y="1598"/>
                </a:cubicBezTo>
                <a:cubicBezTo>
                  <a:pt x="827" y="1694"/>
                  <a:pt x="801" y="1797"/>
                  <a:pt x="776" y="1900"/>
                </a:cubicBezTo>
                <a:cubicBezTo>
                  <a:pt x="769" y="1902"/>
                  <a:pt x="763" y="1904"/>
                  <a:pt x="756" y="1907"/>
                </a:cubicBezTo>
                <a:cubicBezTo>
                  <a:pt x="608" y="1955"/>
                  <a:pt x="464" y="2018"/>
                  <a:pt x="329" y="2096"/>
                </a:cubicBezTo>
                <a:cubicBezTo>
                  <a:pt x="323" y="2100"/>
                  <a:pt x="317" y="2103"/>
                  <a:pt x="311" y="2107"/>
                </a:cubicBezTo>
                <a:cubicBezTo>
                  <a:pt x="229" y="2157"/>
                  <a:pt x="155" y="2217"/>
                  <a:pt x="89" y="2286"/>
                </a:cubicBezTo>
                <a:cubicBezTo>
                  <a:pt x="50" y="2326"/>
                  <a:pt x="14" y="2415"/>
                  <a:pt x="12" y="2484"/>
                </a:cubicBezTo>
                <a:cubicBezTo>
                  <a:pt x="4" y="2512"/>
                  <a:pt x="0" y="2540"/>
                  <a:pt x="0" y="2569"/>
                </a:cubicBezTo>
                <a:cubicBezTo>
                  <a:pt x="0" y="2580"/>
                  <a:pt x="0" y="2591"/>
                  <a:pt x="1" y="2602"/>
                </a:cubicBezTo>
                <a:cubicBezTo>
                  <a:pt x="13" y="2662"/>
                  <a:pt x="49" y="2715"/>
                  <a:pt x="71" y="2771"/>
                </a:cubicBezTo>
                <a:cubicBezTo>
                  <a:pt x="78" y="2790"/>
                  <a:pt x="87" y="2808"/>
                  <a:pt x="97" y="2825"/>
                </a:cubicBezTo>
                <a:cubicBezTo>
                  <a:pt x="106" y="2840"/>
                  <a:pt x="116" y="2855"/>
                  <a:pt x="127" y="2869"/>
                </a:cubicBezTo>
                <a:cubicBezTo>
                  <a:pt x="126" y="2870"/>
                  <a:pt x="125" y="2871"/>
                  <a:pt x="124" y="2872"/>
                </a:cubicBezTo>
                <a:cubicBezTo>
                  <a:pt x="123" y="2873"/>
                  <a:pt x="123" y="2875"/>
                  <a:pt x="123" y="2876"/>
                </a:cubicBezTo>
                <a:cubicBezTo>
                  <a:pt x="123" y="2877"/>
                  <a:pt x="123" y="2878"/>
                  <a:pt x="124" y="2879"/>
                </a:cubicBezTo>
                <a:cubicBezTo>
                  <a:pt x="143" y="2925"/>
                  <a:pt x="143" y="2974"/>
                  <a:pt x="164" y="3019"/>
                </a:cubicBezTo>
                <a:cubicBezTo>
                  <a:pt x="192" y="3076"/>
                  <a:pt x="204" y="3141"/>
                  <a:pt x="218" y="3203"/>
                </a:cubicBezTo>
                <a:cubicBezTo>
                  <a:pt x="239" y="3298"/>
                  <a:pt x="265" y="3393"/>
                  <a:pt x="295" y="3485"/>
                </a:cubicBezTo>
                <a:cubicBezTo>
                  <a:pt x="372" y="3708"/>
                  <a:pt x="426" y="3938"/>
                  <a:pt x="489" y="4165"/>
                </a:cubicBezTo>
                <a:cubicBezTo>
                  <a:pt x="520" y="4276"/>
                  <a:pt x="544" y="4389"/>
                  <a:pt x="579" y="4499"/>
                </a:cubicBezTo>
                <a:cubicBezTo>
                  <a:pt x="613" y="4609"/>
                  <a:pt x="648" y="4723"/>
                  <a:pt x="679" y="4836"/>
                </a:cubicBezTo>
                <a:cubicBezTo>
                  <a:pt x="696" y="4898"/>
                  <a:pt x="720" y="4957"/>
                  <a:pt x="734" y="5019"/>
                </a:cubicBezTo>
                <a:cubicBezTo>
                  <a:pt x="746" y="5078"/>
                  <a:pt x="763" y="5136"/>
                  <a:pt x="784" y="5192"/>
                </a:cubicBezTo>
                <a:cubicBezTo>
                  <a:pt x="789" y="5205"/>
                  <a:pt x="795" y="5218"/>
                  <a:pt x="801" y="5232"/>
                </a:cubicBezTo>
                <a:cubicBezTo>
                  <a:pt x="800" y="5233"/>
                  <a:pt x="799" y="5233"/>
                  <a:pt x="799" y="5234"/>
                </a:cubicBezTo>
                <a:cubicBezTo>
                  <a:pt x="749" y="5320"/>
                  <a:pt x="772" y="5440"/>
                  <a:pt x="770" y="5538"/>
                </a:cubicBezTo>
                <a:cubicBezTo>
                  <a:pt x="768" y="5623"/>
                  <a:pt x="782" y="5739"/>
                  <a:pt x="822" y="5815"/>
                </a:cubicBezTo>
                <a:cubicBezTo>
                  <a:pt x="842" y="5854"/>
                  <a:pt x="865" y="5908"/>
                  <a:pt x="899" y="5937"/>
                </a:cubicBezTo>
                <a:cubicBezTo>
                  <a:pt x="938" y="5968"/>
                  <a:pt x="978" y="5998"/>
                  <a:pt x="1020" y="6025"/>
                </a:cubicBezTo>
                <a:cubicBezTo>
                  <a:pt x="1066" y="6053"/>
                  <a:pt x="1112" y="6080"/>
                  <a:pt x="1159" y="6105"/>
                </a:cubicBezTo>
                <a:cubicBezTo>
                  <a:pt x="1177" y="6114"/>
                  <a:pt x="1193" y="6126"/>
                  <a:pt x="1212" y="6135"/>
                </a:cubicBezTo>
                <a:cubicBezTo>
                  <a:pt x="1243" y="6148"/>
                  <a:pt x="1277" y="6150"/>
                  <a:pt x="1307" y="6164"/>
                </a:cubicBezTo>
                <a:cubicBezTo>
                  <a:pt x="1316" y="6175"/>
                  <a:pt x="1327" y="6184"/>
                  <a:pt x="1340" y="6192"/>
                </a:cubicBezTo>
                <a:cubicBezTo>
                  <a:pt x="1356" y="6200"/>
                  <a:pt x="1375" y="6207"/>
                  <a:pt x="1394" y="6208"/>
                </a:cubicBezTo>
                <a:cubicBezTo>
                  <a:pt x="1397" y="6208"/>
                  <a:pt x="1399" y="6208"/>
                  <a:pt x="1402" y="6208"/>
                </a:cubicBezTo>
                <a:cubicBezTo>
                  <a:pt x="1411" y="6208"/>
                  <a:pt x="1419" y="6206"/>
                  <a:pt x="1427" y="6203"/>
                </a:cubicBezTo>
                <a:cubicBezTo>
                  <a:pt x="1428" y="6204"/>
                  <a:pt x="1430" y="6206"/>
                  <a:pt x="1431" y="6207"/>
                </a:cubicBezTo>
                <a:cubicBezTo>
                  <a:pt x="1433" y="6208"/>
                  <a:pt x="1435" y="6209"/>
                  <a:pt x="1438" y="6209"/>
                </a:cubicBezTo>
                <a:cubicBezTo>
                  <a:pt x="1440" y="6209"/>
                  <a:pt x="1443" y="6208"/>
                  <a:pt x="1445" y="6207"/>
                </a:cubicBezTo>
                <a:cubicBezTo>
                  <a:pt x="1447" y="6205"/>
                  <a:pt x="1449" y="6203"/>
                  <a:pt x="1450" y="6202"/>
                </a:cubicBezTo>
                <a:cubicBezTo>
                  <a:pt x="1451" y="6200"/>
                  <a:pt x="1451" y="6200"/>
                  <a:pt x="1451" y="6199"/>
                </a:cubicBezTo>
                <a:cubicBezTo>
                  <a:pt x="1466" y="6207"/>
                  <a:pt x="1480" y="6214"/>
                  <a:pt x="1496" y="6219"/>
                </a:cubicBezTo>
                <a:lnTo>
                  <a:pt x="1503" y="6219"/>
                </a:lnTo>
                <a:cubicBezTo>
                  <a:pt x="1537" y="6233"/>
                  <a:pt x="1573" y="6244"/>
                  <a:pt x="1608" y="6259"/>
                </a:cubicBezTo>
                <a:cubicBezTo>
                  <a:pt x="1657" y="6280"/>
                  <a:pt x="1709" y="6295"/>
                  <a:pt x="1762" y="6306"/>
                </a:cubicBezTo>
                <a:cubicBezTo>
                  <a:pt x="1830" y="6319"/>
                  <a:pt x="1900" y="6328"/>
                  <a:pt x="1970" y="6331"/>
                </a:cubicBezTo>
                <a:cubicBezTo>
                  <a:pt x="1988" y="6338"/>
                  <a:pt x="2005" y="6342"/>
                  <a:pt x="2024" y="6345"/>
                </a:cubicBezTo>
                <a:cubicBezTo>
                  <a:pt x="2053" y="6346"/>
                  <a:pt x="2084" y="6346"/>
                  <a:pt x="2113" y="6350"/>
                </a:cubicBezTo>
                <a:cubicBezTo>
                  <a:pt x="2136" y="6353"/>
                  <a:pt x="2160" y="6354"/>
                  <a:pt x="2183" y="6354"/>
                </a:cubicBezTo>
                <a:cubicBezTo>
                  <a:pt x="2206" y="6354"/>
                  <a:pt x="2230" y="6353"/>
                  <a:pt x="2253" y="6350"/>
                </a:cubicBezTo>
                <a:cubicBezTo>
                  <a:pt x="2318" y="6356"/>
                  <a:pt x="2384" y="6361"/>
                  <a:pt x="2449" y="6363"/>
                </a:cubicBezTo>
                <a:cubicBezTo>
                  <a:pt x="2493" y="6364"/>
                  <a:pt x="2535" y="6364"/>
                  <a:pt x="2576" y="6363"/>
                </a:cubicBezTo>
                <a:cubicBezTo>
                  <a:pt x="2772" y="6364"/>
                  <a:pt x="2966" y="6287"/>
                  <a:pt x="3143" y="6214"/>
                </a:cubicBezTo>
                <a:cubicBezTo>
                  <a:pt x="3342" y="6132"/>
                  <a:pt x="3553" y="6034"/>
                  <a:pt x="3678" y="5853"/>
                </a:cubicBezTo>
                <a:lnTo>
                  <a:pt x="3679" y="5851"/>
                </a:lnTo>
                <a:cubicBezTo>
                  <a:pt x="3703" y="5832"/>
                  <a:pt x="3735" y="5769"/>
                  <a:pt x="3734" y="5736"/>
                </a:cubicBezTo>
                <a:cubicBezTo>
                  <a:pt x="3732" y="5680"/>
                  <a:pt x="3742" y="5619"/>
                  <a:pt x="3741" y="5562"/>
                </a:cubicBezTo>
                <a:cubicBezTo>
                  <a:pt x="3740" y="5485"/>
                  <a:pt x="3736" y="5409"/>
                  <a:pt x="3728" y="5332"/>
                </a:cubicBezTo>
                <a:cubicBezTo>
                  <a:pt x="3728" y="5330"/>
                  <a:pt x="3727" y="5329"/>
                  <a:pt x="3726" y="5327"/>
                </a:cubicBezTo>
                <a:cubicBezTo>
                  <a:pt x="3725" y="5325"/>
                  <a:pt x="3723" y="5323"/>
                  <a:pt x="3720" y="5321"/>
                </a:cubicBezTo>
                <a:cubicBezTo>
                  <a:pt x="3718" y="5320"/>
                  <a:pt x="3716" y="5319"/>
                  <a:pt x="3713" y="5319"/>
                </a:cubicBezTo>
                <a:lnTo>
                  <a:pt x="3709" y="5319"/>
                </a:lnTo>
                <a:cubicBezTo>
                  <a:pt x="3711" y="5311"/>
                  <a:pt x="3713" y="5303"/>
                  <a:pt x="3715" y="5296"/>
                </a:cubicBezTo>
                <a:cubicBezTo>
                  <a:pt x="3731" y="5259"/>
                  <a:pt x="3745" y="5209"/>
                  <a:pt x="3766" y="5178"/>
                </a:cubicBezTo>
                <a:cubicBezTo>
                  <a:pt x="3831" y="5074"/>
                  <a:pt x="3835" y="4937"/>
                  <a:pt x="3878" y="4824"/>
                </a:cubicBezTo>
                <a:cubicBezTo>
                  <a:pt x="3925" y="4699"/>
                  <a:pt x="3949" y="4564"/>
                  <a:pt x="3998" y="4439"/>
                </a:cubicBezTo>
                <a:cubicBezTo>
                  <a:pt x="4035" y="4341"/>
                  <a:pt x="4067" y="4241"/>
                  <a:pt x="4093" y="4140"/>
                </a:cubicBezTo>
                <a:cubicBezTo>
                  <a:pt x="4125" y="4026"/>
                  <a:pt x="4156" y="3912"/>
                  <a:pt x="4182" y="3797"/>
                </a:cubicBezTo>
                <a:cubicBezTo>
                  <a:pt x="4207" y="3690"/>
                  <a:pt x="4249" y="3590"/>
                  <a:pt x="4276" y="3484"/>
                </a:cubicBezTo>
                <a:cubicBezTo>
                  <a:pt x="4299" y="3392"/>
                  <a:pt x="4328" y="3302"/>
                  <a:pt x="4361" y="3213"/>
                </a:cubicBezTo>
                <a:cubicBezTo>
                  <a:pt x="4391" y="3131"/>
                  <a:pt x="4416" y="3047"/>
                  <a:pt x="4448" y="2966"/>
                </a:cubicBezTo>
                <a:cubicBezTo>
                  <a:pt x="4466" y="2948"/>
                  <a:pt x="4482" y="2929"/>
                  <a:pt x="4499" y="2911"/>
                </a:cubicBezTo>
                <a:cubicBezTo>
                  <a:pt x="4505" y="2904"/>
                  <a:pt x="4510" y="2897"/>
                  <a:pt x="4515" y="2889"/>
                </a:cubicBezTo>
                <a:cubicBezTo>
                  <a:pt x="4518" y="2882"/>
                  <a:pt x="4521" y="2876"/>
                  <a:pt x="4524" y="2869"/>
                </a:cubicBezTo>
                <a:cubicBezTo>
                  <a:pt x="4526" y="2867"/>
                  <a:pt x="4528" y="2864"/>
                  <a:pt x="4530" y="2861"/>
                </a:cubicBezTo>
                <a:cubicBezTo>
                  <a:pt x="4533" y="2856"/>
                  <a:pt x="4535" y="2851"/>
                  <a:pt x="4537" y="2846"/>
                </a:cubicBezTo>
                <a:cubicBezTo>
                  <a:pt x="4540" y="2838"/>
                  <a:pt x="4543" y="2830"/>
                  <a:pt x="4547" y="2822"/>
                </a:cubicBezTo>
                <a:lnTo>
                  <a:pt x="4550" y="2817"/>
                </a:lnTo>
                <a:cubicBezTo>
                  <a:pt x="4564" y="2795"/>
                  <a:pt x="4586" y="2762"/>
                  <a:pt x="4584" y="2734"/>
                </a:cubicBezTo>
                <a:cubicBezTo>
                  <a:pt x="4596" y="2695"/>
                  <a:pt x="4612" y="2658"/>
                  <a:pt x="4620" y="2618"/>
                </a:cubicBezTo>
                <a:cubicBezTo>
                  <a:pt x="4631" y="2560"/>
                  <a:pt x="4621" y="2514"/>
                  <a:pt x="4619" y="2457"/>
                </a:cubicBezTo>
                <a:moveTo>
                  <a:pt x="3911" y="1902"/>
                </a:moveTo>
                <a:cubicBezTo>
                  <a:pt x="3911" y="1913"/>
                  <a:pt x="3911" y="1925"/>
                  <a:pt x="3911" y="1936"/>
                </a:cubicBezTo>
                <a:cubicBezTo>
                  <a:pt x="3883" y="1928"/>
                  <a:pt x="3853" y="1922"/>
                  <a:pt x="3844" y="1919"/>
                </a:cubicBezTo>
                <a:cubicBezTo>
                  <a:pt x="3774" y="1896"/>
                  <a:pt x="3702" y="1884"/>
                  <a:pt x="3631" y="1863"/>
                </a:cubicBezTo>
                <a:cubicBezTo>
                  <a:pt x="3611" y="1856"/>
                  <a:pt x="3591" y="1852"/>
                  <a:pt x="3570" y="1851"/>
                </a:cubicBezTo>
                <a:cubicBezTo>
                  <a:pt x="3543" y="1849"/>
                  <a:pt x="3518" y="1843"/>
                  <a:pt x="3493" y="1834"/>
                </a:cubicBezTo>
                <a:cubicBezTo>
                  <a:pt x="3494" y="1833"/>
                  <a:pt x="3494" y="1833"/>
                  <a:pt x="3494" y="1833"/>
                </a:cubicBezTo>
                <a:cubicBezTo>
                  <a:pt x="3494" y="1832"/>
                  <a:pt x="3494" y="1832"/>
                  <a:pt x="3494" y="1831"/>
                </a:cubicBezTo>
                <a:cubicBezTo>
                  <a:pt x="3495" y="1830"/>
                  <a:pt x="3495" y="1828"/>
                  <a:pt x="3495" y="1827"/>
                </a:cubicBezTo>
                <a:cubicBezTo>
                  <a:pt x="3495" y="1820"/>
                  <a:pt x="3493" y="1813"/>
                  <a:pt x="3490" y="1807"/>
                </a:cubicBezTo>
                <a:cubicBezTo>
                  <a:pt x="3483" y="1785"/>
                  <a:pt x="3482" y="1762"/>
                  <a:pt x="3476" y="1740"/>
                </a:cubicBezTo>
                <a:cubicBezTo>
                  <a:pt x="3472" y="1723"/>
                  <a:pt x="3470" y="1705"/>
                  <a:pt x="3470" y="1688"/>
                </a:cubicBezTo>
                <a:cubicBezTo>
                  <a:pt x="3470" y="1658"/>
                  <a:pt x="3475" y="1629"/>
                  <a:pt x="3486" y="1602"/>
                </a:cubicBezTo>
                <a:cubicBezTo>
                  <a:pt x="3494" y="1589"/>
                  <a:pt x="3505" y="1578"/>
                  <a:pt x="3518" y="1571"/>
                </a:cubicBezTo>
                <a:cubicBezTo>
                  <a:pt x="3521" y="1569"/>
                  <a:pt x="3524" y="1568"/>
                  <a:pt x="3527" y="1567"/>
                </a:cubicBezTo>
                <a:cubicBezTo>
                  <a:pt x="3530" y="1565"/>
                  <a:pt x="3527" y="1568"/>
                  <a:pt x="3527" y="1569"/>
                </a:cubicBezTo>
                <a:cubicBezTo>
                  <a:pt x="3529" y="1649"/>
                  <a:pt x="3535" y="1780"/>
                  <a:pt x="3604" y="1835"/>
                </a:cubicBezTo>
                <a:cubicBezTo>
                  <a:pt x="3632" y="1857"/>
                  <a:pt x="3675" y="1884"/>
                  <a:pt x="3713" y="1878"/>
                </a:cubicBezTo>
                <a:cubicBezTo>
                  <a:pt x="3740" y="1874"/>
                  <a:pt x="3778" y="1878"/>
                  <a:pt x="3792" y="1855"/>
                </a:cubicBezTo>
                <a:lnTo>
                  <a:pt x="3794" y="1854"/>
                </a:lnTo>
                <a:cubicBezTo>
                  <a:pt x="3822" y="1844"/>
                  <a:pt x="3825" y="1802"/>
                  <a:pt x="3816" y="1776"/>
                </a:cubicBezTo>
                <a:cubicBezTo>
                  <a:pt x="3801" y="1729"/>
                  <a:pt x="3770" y="1663"/>
                  <a:pt x="3711" y="1661"/>
                </a:cubicBezTo>
                <a:cubicBezTo>
                  <a:pt x="3707" y="1661"/>
                  <a:pt x="3704" y="1662"/>
                  <a:pt x="3702" y="1664"/>
                </a:cubicBezTo>
                <a:cubicBezTo>
                  <a:pt x="3699" y="1665"/>
                  <a:pt x="3696" y="1668"/>
                  <a:pt x="3695" y="1670"/>
                </a:cubicBezTo>
                <a:cubicBezTo>
                  <a:pt x="3694" y="1671"/>
                  <a:pt x="3695" y="1671"/>
                  <a:pt x="3694" y="1672"/>
                </a:cubicBezTo>
                <a:cubicBezTo>
                  <a:pt x="3691" y="1634"/>
                  <a:pt x="3690" y="1595"/>
                  <a:pt x="3690" y="1557"/>
                </a:cubicBezTo>
                <a:cubicBezTo>
                  <a:pt x="3697" y="1560"/>
                  <a:pt x="3704" y="1564"/>
                  <a:pt x="3711" y="1568"/>
                </a:cubicBezTo>
                <a:cubicBezTo>
                  <a:pt x="3770" y="1602"/>
                  <a:pt x="3819" y="1651"/>
                  <a:pt x="3853" y="1710"/>
                </a:cubicBezTo>
                <a:cubicBezTo>
                  <a:pt x="3861" y="1724"/>
                  <a:pt x="3868" y="1739"/>
                  <a:pt x="3874" y="1753"/>
                </a:cubicBezTo>
                <a:cubicBezTo>
                  <a:pt x="3893" y="1801"/>
                  <a:pt x="3905" y="1851"/>
                  <a:pt x="3910" y="1902"/>
                </a:cubicBezTo>
                <a:lnTo>
                  <a:pt x="3911" y="1902"/>
                </a:lnTo>
                <a:moveTo>
                  <a:pt x="3700" y="1975"/>
                </a:moveTo>
                <a:cubicBezTo>
                  <a:pt x="3700" y="1978"/>
                  <a:pt x="3702" y="1981"/>
                  <a:pt x="3703" y="1986"/>
                </a:cubicBezTo>
                <a:cubicBezTo>
                  <a:pt x="3705" y="1992"/>
                  <a:pt x="3707" y="1998"/>
                  <a:pt x="3709" y="2005"/>
                </a:cubicBezTo>
                <a:lnTo>
                  <a:pt x="3710" y="2006"/>
                </a:lnTo>
                <a:cubicBezTo>
                  <a:pt x="3710" y="2007"/>
                  <a:pt x="3711" y="2008"/>
                  <a:pt x="3711" y="2008"/>
                </a:cubicBezTo>
                <a:cubicBezTo>
                  <a:pt x="3712" y="2008"/>
                  <a:pt x="3713" y="2009"/>
                  <a:pt x="3714" y="2009"/>
                </a:cubicBezTo>
                <a:cubicBezTo>
                  <a:pt x="3715" y="2009"/>
                  <a:pt x="3716" y="2008"/>
                  <a:pt x="3717" y="2008"/>
                </a:cubicBezTo>
                <a:cubicBezTo>
                  <a:pt x="3717" y="2008"/>
                  <a:pt x="3717" y="2007"/>
                  <a:pt x="3718" y="2006"/>
                </a:cubicBezTo>
                <a:cubicBezTo>
                  <a:pt x="3718" y="2005"/>
                  <a:pt x="3719" y="2005"/>
                  <a:pt x="3719" y="2005"/>
                </a:cubicBezTo>
                <a:cubicBezTo>
                  <a:pt x="3719" y="2000"/>
                  <a:pt x="3723" y="1997"/>
                  <a:pt x="3724" y="1994"/>
                </a:cubicBezTo>
                <a:cubicBezTo>
                  <a:pt x="3725" y="1990"/>
                  <a:pt x="3726" y="1985"/>
                  <a:pt x="3726" y="1981"/>
                </a:cubicBezTo>
                <a:lnTo>
                  <a:pt x="3727" y="1981"/>
                </a:lnTo>
                <a:cubicBezTo>
                  <a:pt x="3727" y="1982"/>
                  <a:pt x="3728" y="1982"/>
                  <a:pt x="3728" y="1982"/>
                </a:cubicBezTo>
                <a:cubicBezTo>
                  <a:pt x="3729" y="1983"/>
                  <a:pt x="3729" y="1983"/>
                  <a:pt x="3730" y="1983"/>
                </a:cubicBezTo>
                <a:cubicBezTo>
                  <a:pt x="3731" y="1983"/>
                  <a:pt x="3731" y="1983"/>
                  <a:pt x="3732" y="1983"/>
                </a:cubicBezTo>
                <a:lnTo>
                  <a:pt x="3734" y="1983"/>
                </a:lnTo>
                <a:cubicBezTo>
                  <a:pt x="3734" y="1984"/>
                  <a:pt x="3734" y="1985"/>
                  <a:pt x="3734" y="1986"/>
                </a:cubicBezTo>
                <a:cubicBezTo>
                  <a:pt x="3735" y="1989"/>
                  <a:pt x="3736" y="1991"/>
                  <a:pt x="3737" y="1993"/>
                </a:cubicBezTo>
                <a:cubicBezTo>
                  <a:pt x="3737" y="1994"/>
                  <a:pt x="3738" y="1995"/>
                  <a:pt x="3739" y="1997"/>
                </a:cubicBezTo>
                <a:cubicBezTo>
                  <a:pt x="3742" y="2003"/>
                  <a:pt x="3744" y="2010"/>
                  <a:pt x="3744" y="2018"/>
                </a:cubicBezTo>
                <a:cubicBezTo>
                  <a:pt x="3744" y="2024"/>
                  <a:pt x="3753" y="2024"/>
                  <a:pt x="3753" y="2018"/>
                </a:cubicBezTo>
                <a:cubicBezTo>
                  <a:pt x="3753" y="2011"/>
                  <a:pt x="3756" y="2005"/>
                  <a:pt x="3757" y="1999"/>
                </a:cubicBezTo>
                <a:cubicBezTo>
                  <a:pt x="3757" y="1997"/>
                  <a:pt x="3757" y="1996"/>
                  <a:pt x="3757" y="1995"/>
                </a:cubicBezTo>
                <a:cubicBezTo>
                  <a:pt x="3757" y="1993"/>
                  <a:pt x="3757" y="1992"/>
                  <a:pt x="3757" y="1991"/>
                </a:cubicBezTo>
                <a:lnTo>
                  <a:pt x="3764" y="1993"/>
                </a:lnTo>
                <a:lnTo>
                  <a:pt x="3772" y="1995"/>
                </a:lnTo>
                <a:cubicBezTo>
                  <a:pt x="3773" y="1998"/>
                  <a:pt x="3776" y="2011"/>
                  <a:pt x="3777" y="2014"/>
                </a:cubicBezTo>
                <a:cubicBezTo>
                  <a:pt x="3778" y="2020"/>
                  <a:pt x="3779" y="2026"/>
                  <a:pt x="3779" y="2032"/>
                </a:cubicBezTo>
                <a:cubicBezTo>
                  <a:pt x="3779" y="2033"/>
                  <a:pt x="3779" y="2033"/>
                  <a:pt x="3779" y="2034"/>
                </a:cubicBezTo>
                <a:cubicBezTo>
                  <a:pt x="3779" y="2039"/>
                  <a:pt x="3781" y="2045"/>
                  <a:pt x="3781" y="2051"/>
                </a:cubicBezTo>
                <a:cubicBezTo>
                  <a:pt x="3781" y="2056"/>
                  <a:pt x="3791" y="2056"/>
                  <a:pt x="3791" y="2051"/>
                </a:cubicBezTo>
                <a:cubicBezTo>
                  <a:pt x="3793" y="2039"/>
                  <a:pt x="3794" y="2028"/>
                  <a:pt x="3794" y="2017"/>
                </a:cubicBezTo>
                <a:cubicBezTo>
                  <a:pt x="3793" y="2011"/>
                  <a:pt x="3792" y="2005"/>
                  <a:pt x="3790" y="1998"/>
                </a:cubicBezTo>
                <a:cubicBezTo>
                  <a:pt x="3804" y="2000"/>
                  <a:pt x="3818" y="2001"/>
                  <a:pt x="3831" y="2003"/>
                </a:cubicBezTo>
                <a:lnTo>
                  <a:pt x="3835" y="2003"/>
                </a:lnTo>
                <a:cubicBezTo>
                  <a:pt x="3833" y="2015"/>
                  <a:pt x="3832" y="2027"/>
                  <a:pt x="3832" y="2039"/>
                </a:cubicBezTo>
                <a:cubicBezTo>
                  <a:pt x="3832" y="2051"/>
                  <a:pt x="3833" y="2063"/>
                  <a:pt x="3835" y="2075"/>
                </a:cubicBezTo>
                <a:cubicBezTo>
                  <a:pt x="3836" y="2110"/>
                  <a:pt x="3839" y="2144"/>
                  <a:pt x="3841" y="2178"/>
                </a:cubicBezTo>
                <a:cubicBezTo>
                  <a:pt x="3841" y="2179"/>
                  <a:pt x="3841" y="2180"/>
                  <a:pt x="3842" y="2181"/>
                </a:cubicBezTo>
                <a:lnTo>
                  <a:pt x="3843" y="2182"/>
                </a:lnTo>
                <a:cubicBezTo>
                  <a:pt x="3844" y="2183"/>
                  <a:pt x="3845" y="2183"/>
                  <a:pt x="3846" y="2183"/>
                </a:cubicBezTo>
                <a:cubicBezTo>
                  <a:pt x="3846" y="2183"/>
                  <a:pt x="3847" y="2182"/>
                  <a:pt x="3848" y="2182"/>
                </a:cubicBezTo>
                <a:cubicBezTo>
                  <a:pt x="3849" y="2181"/>
                  <a:pt x="3849" y="2182"/>
                  <a:pt x="3850" y="2181"/>
                </a:cubicBezTo>
                <a:cubicBezTo>
                  <a:pt x="3850" y="2180"/>
                  <a:pt x="3850" y="2179"/>
                  <a:pt x="3850" y="2178"/>
                </a:cubicBezTo>
                <a:cubicBezTo>
                  <a:pt x="3853" y="2144"/>
                  <a:pt x="3855" y="2109"/>
                  <a:pt x="3856" y="2075"/>
                </a:cubicBezTo>
                <a:cubicBezTo>
                  <a:pt x="3857" y="2056"/>
                  <a:pt x="3859" y="2036"/>
                  <a:pt x="3863" y="2018"/>
                </a:cubicBezTo>
                <a:cubicBezTo>
                  <a:pt x="3864" y="2015"/>
                  <a:pt x="3864" y="2012"/>
                  <a:pt x="3865" y="2009"/>
                </a:cubicBezTo>
                <a:lnTo>
                  <a:pt x="3874" y="2012"/>
                </a:lnTo>
                <a:cubicBezTo>
                  <a:pt x="3874" y="2028"/>
                  <a:pt x="3880" y="2044"/>
                  <a:pt x="3881" y="2060"/>
                </a:cubicBezTo>
                <a:cubicBezTo>
                  <a:pt x="3882" y="2081"/>
                  <a:pt x="3885" y="2102"/>
                  <a:pt x="3886" y="2123"/>
                </a:cubicBezTo>
                <a:cubicBezTo>
                  <a:pt x="3886" y="2124"/>
                  <a:pt x="3885" y="2124"/>
                  <a:pt x="3886" y="2125"/>
                </a:cubicBezTo>
                <a:cubicBezTo>
                  <a:pt x="3886" y="2126"/>
                  <a:pt x="3887" y="2126"/>
                  <a:pt x="3888" y="2127"/>
                </a:cubicBezTo>
                <a:cubicBezTo>
                  <a:pt x="3889" y="2127"/>
                  <a:pt x="3890" y="2127"/>
                  <a:pt x="3891" y="2127"/>
                </a:cubicBezTo>
                <a:cubicBezTo>
                  <a:pt x="3891" y="2127"/>
                  <a:pt x="3892" y="2127"/>
                  <a:pt x="3893" y="2127"/>
                </a:cubicBezTo>
                <a:cubicBezTo>
                  <a:pt x="3894" y="2126"/>
                  <a:pt x="3895" y="2125"/>
                  <a:pt x="3895" y="2125"/>
                </a:cubicBezTo>
                <a:cubicBezTo>
                  <a:pt x="3895" y="2124"/>
                  <a:pt x="3895" y="2124"/>
                  <a:pt x="3896" y="2123"/>
                </a:cubicBezTo>
                <a:cubicBezTo>
                  <a:pt x="3896" y="2089"/>
                  <a:pt x="3900" y="2055"/>
                  <a:pt x="3901" y="2021"/>
                </a:cubicBezTo>
                <a:lnTo>
                  <a:pt x="3932" y="2033"/>
                </a:lnTo>
                <a:cubicBezTo>
                  <a:pt x="3932" y="2034"/>
                  <a:pt x="3932" y="2035"/>
                  <a:pt x="3932" y="2037"/>
                </a:cubicBezTo>
                <a:cubicBezTo>
                  <a:pt x="3932" y="2038"/>
                  <a:pt x="3932" y="2039"/>
                  <a:pt x="3932" y="2041"/>
                </a:cubicBezTo>
                <a:cubicBezTo>
                  <a:pt x="3935" y="2051"/>
                  <a:pt x="3936" y="2061"/>
                  <a:pt x="3937" y="2072"/>
                </a:cubicBezTo>
                <a:cubicBezTo>
                  <a:pt x="3938" y="2088"/>
                  <a:pt x="3942" y="2104"/>
                  <a:pt x="3942" y="2120"/>
                </a:cubicBezTo>
                <a:cubicBezTo>
                  <a:pt x="3942" y="2125"/>
                  <a:pt x="3949" y="2124"/>
                  <a:pt x="3949" y="2120"/>
                </a:cubicBezTo>
                <a:cubicBezTo>
                  <a:pt x="3949" y="2101"/>
                  <a:pt x="3952" y="2082"/>
                  <a:pt x="3956" y="2064"/>
                </a:cubicBezTo>
                <a:cubicBezTo>
                  <a:pt x="3958" y="2057"/>
                  <a:pt x="3959" y="2051"/>
                  <a:pt x="3960" y="2044"/>
                </a:cubicBezTo>
                <a:cubicBezTo>
                  <a:pt x="3967" y="2047"/>
                  <a:pt x="3975" y="2049"/>
                  <a:pt x="3983" y="2051"/>
                </a:cubicBezTo>
                <a:cubicBezTo>
                  <a:pt x="3986" y="2061"/>
                  <a:pt x="3987" y="2071"/>
                  <a:pt x="3987" y="2081"/>
                </a:cubicBezTo>
                <a:cubicBezTo>
                  <a:pt x="3987" y="2088"/>
                  <a:pt x="3987" y="2095"/>
                  <a:pt x="3985" y="2102"/>
                </a:cubicBezTo>
                <a:cubicBezTo>
                  <a:pt x="3986" y="2120"/>
                  <a:pt x="3987" y="2138"/>
                  <a:pt x="3990" y="2157"/>
                </a:cubicBezTo>
                <a:cubicBezTo>
                  <a:pt x="3990" y="2162"/>
                  <a:pt x="3998" y="2161"/>
                  <a:pt x="3998" y="2157"/>
                </a:cubicBezTo>
                <a:cubicBezTo>
                  <a:pt x="4002" y="2124"/>
                  <a:pt x="4003" y="2091"/>
                  <a:pt x="4005" y="2058"/>
                </a:cubicBezTo>
                <a:cubicBezTo>
                  <a:pt x="4014" y="2061"/>
                  <a:pt x="4023" y="2064"/>
                  <a:pt x="4032" y="2068"/>
                </a:cubicBezTo>
                <a:cubicBezTo>
                  <a:pt x="4034" y="2077"/>
                  <a:pt x="4035" y="2086"/>
                  <a:pt x="4035" y="2095"/>
                </a:cubicBezTo>
                <a:cubicBezTo>
                  <a:pt x="4036" y="2098"/>
                  <a:pt x="4036" y="2100"/>
                  <a:pt x="4036" y="2104"/>
                </a:cubicBezTo>
                <a:cubicBezTo>
                  <a:pt x="4036" y="2107"/>
                  <a:pt x="4036" y="2111"/>
                  <a:pt x="4035" y="2114"/>
                </a:cubicBezTo>
                <a:cubicBezTo>
                  <a:pt x="4035" y="2115"/>
                  <a:pt x="4035" y="2115"/>
                  <a:pt x="4035" y="2116"/>
                </a:cubicBezTo>
                <a:cubicBezTo>
                  <a:pt x="4035" y="2128"/>
                  <a:pt x="4037" y="2141"/>
                  <a:pt x="4040" y="2154"/>
                </a:cubicBezTo>
                <a:lnTo>
                  <a:pt x="4040" y="2155"/>
                </a:lnTo>
                <a:lnTo>
                  <a:pt x="4041" y="2156"/>
                </a:lnTo>
                <a:cubicBezTo>
                  <a:pt x="4042" y="2157"/>
                  <a:pt x="4043" y="2157"/>
                  <a:pt x="4044" y="2157"/>
                </a:cubicBezTo>
                <a:cubicBezTo>
                  <a:pt x="4044" y="2157"/>
                  <a:pt x="4045" y="2157"/>
                  <a:pt x="4046" y="2156"/>
                </a:cubicBezTo>
                <a:lnTo>
                  <a:pt x="4047" y="2155"/>
                </a:lnTo>
                <a:cubicBezTo>
                  <a:pt x="4047" y="2154"/>
                  <a:pt x="4047" y="2154"/>
                  <a:pt x="4048" y="2154"/>
                </a:cubicBezTo>
                <a:cubicBezTo>
                  <a:pt x="4050" y="2132"/>
                  <a:pt x="4061" y="2104"/>
                  <a:pt x="4061" y="2079"/>
                </a:cubicBezTo>
                <a:lnTo>
                  <a:pt x="4081" y="2088"/>
                </a:lnTo>
                <a:cubicBezTo>
                  <a:pt x="4068" y="2147"/>
                  <a:pt x="4082" y="2211"/>
                  <a:pt x="4078" y="2271"/>
                </a:cubicBezTo>
                <a:cubicBezTo>
                  <a:pt x="4078" y="2275"/>
                  <a:pt x="4084" y="2275"/>
                  <a:pt x="4084" y="2271"/>
                </a:cubicBezTo>
                <a:cubicBezTo>
                  <a:pt x="4089" y="2228"/>
                  <a:pt x="4102" y="2186"/>
                  <a:pt x="4106" y="2143"/>
                </a:cubicBezTo>
                <a:cubicBezTo>
                  <a:pt x="4106" y="2131"/>
                  <a:pt x="4111" y="2116"/>
                  <a:pt x="4111" y="2102"/>
                </a:cubicBezTo>
                <a:lnTo>
                  <a:pt x="4131" y="2111"/>
                </a:lnTo>
                <a:cubicBezTo>
                  <a:pt x="4131" y="2112"/>
                  <a:pt x="4131" y="2112"/>
                  <a:pt x="4131" y="2112"/>
                </a:cubicBezTo>
                <a:cubicBezTo>
                  <a:pt x="4131" y="2114"/>
                  <a:pt x="4131" y="2117"/>
                  <a:pt x="4132" y="2118"/>
                </a:cubicBezTo>
                <a:lnTo>
                  <a:pt x="4133" y="2120"/>
                </a:lnTo>
                <a:cubicBezTo>
                  <a:pt x="4133" y="2128"/>
                  <a:pt x="4133" y="2137"/>
                  <a:pt x="4133" y="2145"/>
                </a:cubicBezTo>
                <a:cubicBezTo>
                  <a:pt x="4132" y="2155"/>
                  <a:pt x="4131" y="2165"/>
                  <a:pt x="4131" y="2175"/>
                </a:cubicBezTo>
                <a:cubicBezTo>
                  <a:pt x="4131" y="2180"/>
                  <a:pt x="4131" y="2186"/>
                  <a:pt x="4132" y="2192"/>
                </a:cubicBezTo>
                <a:cubicBezTo>
                  <a:pt x="4132" y="2193"/>
                  <a:pt x="4132" y="2194"/>
                  <a:pt x="4132" y="2194"/>
                </a:cubicBezTo>
                <a:cubicBezTo>
                  <a:pt x="4133" y="2195"/>
                  <a:pt x="4134" y="2195"/>
                  <a:pt x="4135" y="2196"/>
                </a:cubicBezTo>
                <a:cubicBezTo>
                  <a:pt x="4135" y="2197"/>
                  <a:pt x="4136" y="2197"/>
                  <a:pt x="4138" y="2197"/>
                </a:cubicBezTo>
                <a:cubicBezTo>
                  <a:pt x="4139" y="2197"/>
                  <a:pt x="4139" y="2197"/>
                  <a:pt x="4140" y="2196"/>
                </a:cubicBezTo>
                <a:cubicBezTo>
                  <a:pt x="4140" y="2195"/>
                  <a:pt x="4142" y="2195"/>
                  <a:pt x="4143" y="2194"/>
                </a:cubicBezTo>
                <a:cubicBezTo>
                  <a:pt x="4143" y="2194"/>
                  <a:pt x="4143" y="2193"/>
                  <a:pt x="4143" y="2192"/>
                </a:cubicBezTo>
                <a:cubicBezTo>
                  <a:pt x="4144" y="2187"/>
                  <a:pt x="4144" y="2181"/>
                  <a:pt x="4144" y="2176"/>
                </a:cubicBezTo>
                <a:cubicBezTo>
                  <a:pt x="4144" y="2171"/>
                  <a:pt x="4144" y="2165"/>
                  <a:pt x="4143" y="2160"/>
                </a:cubicBezTo>
                <a:lnTo>
                  <a:pt x="4143" y="2159"/>
                </a:lnTo>
                <a:cubicBezTo>
                  <a:pt x="4143" y="2147"/>
                  <a:pt x="4147" y="2135"/>
                  <a:pt x="4153" y="2125"/>
                </a:cubicBezTo>
                <a:cubicBezTo>
                  <a:pt x="4153" y="2124"/>
                  <a:pt x="4154" y="2123"/>
                  <a:pt x="4154" y="2122"/>
                </a:cubicBezTo>
                <a:lnTo>
                  <a:pt x="4170" y="2130"/>
                </a:lnTo>
                <a:cubicBezTo>
                  <a:pt x="4168" y="2135"/>
                  <a:pt x="4167" y="2140"/>
                  <a:pt x="4167" y="2146"/>
                </a:cubicBezTo>
                <a:cubicBezTo>
                  <a:pt x="4167" y="2147"/>
                  <a:pt x="4167" y="2147"/>
                  <a:pt x="4167" y="2148"/>
                </a:cubicBezTo>
                <a:cubicBezTo>
                  <a:pt x="4167" y="2153"/>
                  <a:pt x="4168" y="2158"/>
                  <a:pt x="4170" y="2163"/>
                </a:cubicBezTo>
                <a:cubicBezTo>
                  <a:pt x="4172" y="2169"/>
                  <a:pt x="4172" y="2176"/>
                  <a:pt x="4172" y="2183"/>
                </a:cubicBezTo>
                <a:cubicBezTo>
                  <a:pt x="4172" y="2184"/>
                  <a:pt x="4172" y="2184"/>
                  <a:pt x="4172" y="2185"/>
                </a:cubicBezTo>
                <a:cubicBezTo>
                  <a:pt x="4172" y="2190"/>
                  <a:pt x="4180" y="2190"/>
                  <a:pt x="4180" y="2185"/>
                </a:cubicBezTo>
                <a:cubicBezTo>
                  <a:pt x="4183" y="2175"/>
                  <a:pt x="4187" y="2166"/>
                  <a:pt x="4191" y="2156"/>
                </a:cubicBezTo>
                <a:cubicBezTo>
                  <a:pt x="4191" y="2154"/>
                  <a:pt x="4191" y="2145"/>
                  <a:pt x="4192" y="2144"/>
                </a:cubicBezTo>
                <a:cubicBezTo>
                  <a:pt x="4193" y="2143"/>
                  <a:pt x="4194" y="2142"/>
                  <a:pt x="4194" y="2142"/>
                </a:cubicBezTo>
                <a:lnTo>
                  <a:pt x="4208" y="2148"/>
                </a:lnTo>
                <a:cubicBezTo>
                  <a:pt x="4207" y="2149"/>
                  <a:pt x="4206" y="2151"/>
                  <a:pt x="4205" y="2152"/>
                </a:cubicBezTo>
                <a:cubicBezTo>
                  <a:pt x="4203" y="2154"/>
                  <a:pt x="4203" y="2156"/>
                  <a:pt x="4203" y="2157"/>
                </a:cubicBezTo>
                <a:cubicBezTo>
                  <a:pt x="4203" y="2158"/>
                  <a:pt x="4203" y="2158"/>
                  <a:pt x="4203" y="2158"/>
                </a:cubicBezTo>
                <a:cubicBezTo>
                  <a:pt x="4206" y="2196"/>
                  <a:pt x="4200" y="2234"/>
                  <a:pt x="4201" y="2272"/>
                </a:cubicBezTo>
                <a:cubicBezTo>
                  <a:pt x="4201" y="2276"/>
                  <a:pt x="4208" y="2276"/>
                  <a:pt x="4208" y="2272"/>
                </a:cubicBezTo>
                <a:cubicBezTo>
                  <a:pt x="4210" y="2253"/>
                  <a:pt x="4214" y="2234"/>
                  <a:pt x="4219" y="2216"/>
                </a:cubicBezTo>
                <a:cubicBezTo>
                  <a:pt x="4222" y="2200"/>
                  <a:pt x="4223" y="2184"/>
                  <a:pt x="4223" y="2168"/>
                </a:cubicBezTo>
                <a:lnTo>
                  <a:pt x="4224" y="2167"/>
                </a:lnTo>
                <a:cubicBezTo>
                  <a:pt x="4225" y="2165"/>
                  <a:pt x="4227" y="2165"/>
                  <a:pt x="4228" y="2164"/>
                </a:cubicBezTo>
                <a:cubicBezTo>
                  <a:pt x="4229" y="2162"/>
                  <a:pt x="4229" y="2161"/>
                  <a:pt x="4229" y="2159"/>
                </a:cubicBezTo>
                <a:lnTo>
                  <a:pt x="4240" y="2164"/>
                </a:lnTo>
                <a:cubicBezTo>
                  <a:pt x="4245" y="2166"/>
                  <a:pt x="4249" y="2169"/>
                  <a:pt x="4254" y="2172"/>
                </a:cubicBezTo>
                <a:cubicBezTo>
                  <a:pt x="4253" y="2172"/>
                  <a:pt x="4252" y="2172"/>
                  <a:pt x="4252" y="2172"/>
                </a:cubicBezTo>
                <a:cubicBezTo>
                  <a:pt x="4250" y="2173"/>
                  <a:pt x="4248" y="2175"/>
                  <a:pt x="4248" y="2176"/>
                </a:cubicBezTo>
                <a:cubicBezTo>
                  <a:pt x="4247" y="2177"/>
                  <a:pt x="4247" y="2177"/>
                  <a:pt x="4247" y="2178"/>
                </a:cubicBezTo>
                <a:cubicBezTo>
                  <a:pt x="4244" y="2191"/>
                  <a:pt x="4249" y="2206"/>
                  <a:pt x="4244" y="2219"/>
                </a:cubicBezTo>
                <a:cubicBezTo>
                  <a:pt x="4242" y="2225"/>
                  <a:pt x="4246" y="2234"/>
                  <a:pt x="4244" y="2241"/>
                </a:cubicBezTo>
                <a:cubicBezTo>
                  <a:pt x="4243" y="2245"/>
                  <a:pt x="4242" y="2249"/>
                  <a:pt x="4242" y="2253"/>
                </a:cubicBezTo>
                <a:cubicBezTo>
                  <a:pt x="4242" y="2254"/>
                  <a:pt x="4242" y="2254"/>
                  <a:pt x="4242" y="2255"/>
                </a:cubicBezTo>
                <a:lnTo>
                  <a:pt x="4243" y="2255"/>
                </a:lnTo>
                <a:cubicBezTo>
                  <a:pt x="4243" y="2256"/>
                  <a:pt x="4243" y="2256"/>
                  <a:pt x="4244" y="2257"/>
                </a:cubicBezTo>
                <a:lnTo>
                  <a:pt x="4245" y="2257"/>
                </a:lnTo>
                <a:cubicBezTo>
                  <a:pt x="4246" y="2257"/>
                  <a:pt x="4247" y="2257"/>
                  <a:pt x="4247" y="2257"/>
                </a:cubicBezTo>
                <a:cubicBezTo>
                  <a:pt x="4248" y="2256"/>
                  <a:pt x="4248" y="2256"/>
                  <a:pt x="4248" y="2255"/>
                </a:cubicBezTo>
                <a:lnTo>
                  <a:pt x="4249" y="2255"/>
                </a:lnTo>
                <a:cubicBezTo>
                  <a:pt x="4249" y="2247"/>
                  <a:pt x="4253" y="2240"/>
                  <a:pt x="4253" y="2233"/>
                </a:cubicBezTo>
                <a:cubicBezTo>
                  <a:pt x="4253" y="2232"/>
                  <a:pt x="4253" y="2231"/>
                  <a:pt x="4253" y="2231"/>
                </a:cubicBezTo>
                <a:cubicBezTo>
                  <a:pt x="4253" y="2227"/>
                  <a:pt x="4253" y="2223"/>
                  <a:pt x="4255" y="2220"/>
                </a:cubicBezTo>
                <a:cubicBezTo>
                  <a:pt x="4256" y="2219"/>
                  <a:pt x="4256" y="2218"/>
                  <a:pt x="4257" y="2217"/>
                </a:cubicBezTo>
                <a:cubicBezTo>
                  <a:pt x="4257" y="2216"/>
                  <a:pt x="4258" y="2215"/>
                  <a:pt x="4259" y="2214"/>
                </a:cubicBezTo>
                <a:cubicBezTo>
                  <a:pt x="4260" y="2200"/>
                  <a:pt x="4268" y="2191"/>
                  <a:pt x="4264" y="2177"/>
                </a:cubicBezTo>
                <a:cubicBezTo>
                  <a:pt x="4274" y="2183"/>
                  <a:pt x="4284" y="2190"/>
                  <a:pt x="4292" y="2197"/>
                </a:cubicBezTo>
                <a:cubicBezTo>
                  <a:pt x="4291" y="2197"/>
                  <a:pt x="4290" y="2197"/>
                  <a:pt x="4289" y="2198"/>
                </a:cubicBezTo>
                <a:cubicBezTo>
                  <a:pt x="4287" y="2198"/>
                  <a:pt x="4286" y="2200"/>
                  <a:pt x="4286" y="2202"/>
                </a:cubicBezTo>
                <a:cubicBezTo>
                  <a:pt x="4285" y="2203"/>
                  <a:pt x="4284" y="2205"/>
                  <a:pt x="4284" y="2206"/>
                </a:cubicBezTo>
                <a:cubicBezTo>
                  <a:pt x="4284" y="2219"/>
                  <a:pt x="4283" y="2232"/>
                  <a:pt x="4283" y="2244"/>
                </a:cubicBezTo>
                <a:cubicBezTo>
                  <a:pt x="4283" y="2257"/>
                  <a:pt x="4284" y="2270"/>
                  <a:pt x="4284" y="2283"/>
                </a:cubicBezTo>
                <a:cubicBezTo>
                  <a:pt x="4284" y="2287"/>
                  <a:pt x="4291" y="2287"/>
                  <a:pt x="4291" y="2283"/>
                </a:cubicBezTo>
                <a:cubicBezTo>
                  <a:pt x="4292" y="2270"/>
                  <a:pt x="4295" y="2258"/>
                  <a:pt x="4298" y="2246"/>
                </a:cubicBezTo>
                <a:cubicBezTo>
                  <a:pt x="4300" y="2234"/>
                  <a:pt x="4301" y="2222"/>
                  <a:pt x="4304" y="2210"/>
                </a:cubicBezTo>
                <a:cubicBezTo>
                  <a:pt x="4304" y="2209"/>
                  <a:pt x="4304" y="2209"/>
                  <a:pt x="4304" y="2208"/>
                </a:cubicBezTo>
                <a:lnTo>
                  <a:pt x="4304" y="2207"/>
                </a:lnTo>
                <a:lnTo>
                  <a:pt x="4324" y="2222"/>
                </a:lnTo>
                <a:cubicBezTo>
                  <a:pt x="4304" y="2239"/>
                  <a:pt x="4317" y="2282"/>
                  <a:pt x="4315" y="2305"/>
                </a:cubicBezTo>
                <a:cubicBezTo>
                  <a:pt x="4315" y="2323"/>
                  <a:pt x="4322" y="2364"/>
                  <a:pt x="4312" y="2378"/>
                </a:cubicBezTo>
                <a:cubicBezTo>
                  <a:pt x="4309" y="2382"/>
                  <a:pt x="4316" y="2386"/>
                  <a:pt x="4319" y="2382"/>
                </a:cubicBezTo>
                <a:cubicBezTo>
                  <a:pt x="4333" y="2363"/>
                  <a:pt x="4321" y="2330"/>
                  <a:pt x="4327" y="2308"/>
                </a:cubicBezTo>
                <a:cubicBezTo>
                  <a:pt x="4333" y="2286"/>
                  <a:pt x="4334" y="2265"/>
                  <a:pt x="4339" y="2244"/>
                </a:cubicBezTo>
                <a:cubicBezTo>
                  <a:pt x="4340" y="2241"/>
                  <a:pt x="4341" y="2238"/>
                  <a:pt x="4341" y="2235"/>
                </a:cubicBezTo>
                <a:cubicBezTo>
                  <a:pt x="4345" y="2238"/>
                  <a:pt x="4350" y="2241"/>
                  <a:pt x="4354" y="2245"/>
                </a:cubicBezTo>
                <a:lnTo>
                  <a:pt x="4353" y="2245"/>
                </a:lnTo>
                <a:cubicBezTo>
                  <a:pt x="4352" y="2246"/>
                  <a:pt x="4350" y="2247"/>
                  <a:pt x="4349" y="2249"/>
                </a:cubicBezTo>
                <a:cubicBezTo>
                  <a:pt x="4348" y="2250"/>
                  <a:pt x="4348" y="2253"/>
                  <a:pt x="4348" y="2255"/>
                </a:cubicBezTo>
                <a:cubicBezTo>
                  <a:pt x="4350" y="2295"/>
                  <a:pt x="4354" y="2334"/>
                  <a:pt x="4356" y="2373"/>
                </a:cubicBezTo>
                <a:cubicBezTo>
                  <a:pt x="4356" y="2378"/>
                  <a:pt x="4364" y="2378"/>
                  <a:pt x="4364" y="2373"/>
                </a:cubicBezTo>
                <a:cubicBezTo>
                  <a:pt x="4366" y="2335"/>
                  <a:pt x="4370" y="2297"/>
                  <a:pt x="4372" y="2259"/>
                </a:cubicBezTo>
                <a:lnTo>
                  <a:pt x="4402" y="2285"/>
                </a:lnTo>
                <a:cubicBezTo>
                  <a:pt x="4404" y="2288"/>
                  <a:pt x="4406" y="2290"/>
                  <a:pt x="4409" y="2292"/>
                </a:cubicBezTo>
                <a:cubicBezTo>
                  <a:pt x="4408" y="2292"/>
                  <a:pt x="4408" y="2293"/>
                  <a:pt x="4407" y="2294"/>
                </a:cubicBezTo>
                <a:cubicBezTo>
                  <a:pt x="4400" y="2314"/>
                  <a:pt x="4407" y="2333"/>
                  <a:pt x="4404" y="2353"/>
                </a:cubicBezTo>
                <a:cubicBezTo>
                  <a:pt x="4401" y="2372"/>
                  <a:pt x="4396" y="2393"/>
                  <a:pt x="4395" y="2414"/>
                </a:cubicBezTo>
                <a:cubicBezTo>
                  <a:pt x="4395" y="2418"/>
                  <a:pt x="4401" y="2418"/>
                  <a:pt x="4402" y="2414"/>
                </a:cubicBezTo>
                <a:cubicBezTo>
                  <a:pt x="4403" y="2403"/>
                  <a:pt x="4405" y="2393"/>
                  <a:pt x="4408" y="2382"/>
                </a:cubicBezTo>
                <a:cubicBezTo>
                  <a:pt x="4411" y="2373"/>
                  <a:pt x="4409" y="2363"/>
                  <a:pt x="4412" y="2354"/>
                </a:cubicBezTo>
                <a:cubicBezTo>
                  <a:pt x="4416" y="2340"/>
                  <a:pt x="4414" y="2325"/>
                  <a:pt x="4419" y="2311"/>
                </a:cubicBezTo>
                <a:cubicBezTo>
                  <a:pt x="4420" y="2309"/>
                  <a:pt x="4420" y="2306"/>
                  <a:pt x="4420" y="2304"/>
                </a:cubicBezTo>
                <a:lnTo>
                  <a:pt x="4420" y="2303"/>
                </a:lnTo>
                <a:cubicBezTo>
                  <a:pt x="4426" y="2310"/>
                  <a:pt x="4431" y="2317"/>
                  <a:pt x="4437" y="2324"/>
                </a:cubicBezTo>
                <a:cubicBezTo>
                  <a:pt x="4434" y="2330"/>
                  <a:pt x="4432" y="2336"/>
                  <a:pt x="4432" y="2342"/>
                </a:cubicBezTo>
                <a:cubicBezTo>
                  <a:pt x="4432" y="2344"/>
                  <a:pt x="4432" y="2346"/>
                  <a:pt x="4433" y="2348"/>
                </a:cubicBezTo>
                <a:cubicBezTo>
                  <a:pt x="4437" y="2387"/>
                  <a:pt x="4440" y="2427"/>
                  <a:pt x="4440" y="2467"/>
                </a:cubicBezTo>
                <a:cubicBezTo>
                  <a:pt x="4440" y="2472"/>
                  <a:pt x="4440" y="2477"/>
                  <a:pt x="4440" y="2483"/>
                </a:cubicBezTo>
                <a:cubicBezTo>
                  <a:pt x="4440" y="2488"/>
                  <a:pt x="4447" y="2487"/>
                  <a:pt x="4447" y="2483"/>
                </a:cubicBezTo>
                <a:cubicBezTo>
                  <a:pt x="4447" y="2455"/>
                  <a:pt x="4450" y="2427"/>
                  <a:pt x="4451" y="2400"/>
                </a:cubicBezTo>
                <a:cubicBezTo>
                  <a:pt x="4451" y="2395"/>
                  <a:pt x="4451" y="2390"/>
                  <a:pt x="4451" y="2386"/>
                </a:cubicBezTo>
                <a:cubicBezTo>
                  <a:pt x="4451" y="2373"/>
                  <a:pt x="4452" y="2360"/>
                  <a:pt x="4455" y="2347"/>
                </a:cubicBezTo>
                <a:cubicBezTo>
                  <a:pt x="4461" y="2353"/>
                  <a:pt x="4467" y="2359"/>
                  <a:pt x="4475" y="2364"/>
                </a:cubicBezTo>
                <a:cubicBezTo>
                  <a:pt x="4477" y="2365"/>
                  <a:pt x="4478" y="2367"/>
                  <a:pt x="4480" y="2369"/>
                </a:cubicBezTo>
                <a:cubicBezTo>
                  <a:pt x="4458" y="2394"/>
                  <a:pt x="4469" y="2445"/>
                  <a:pt x="4473" y="2475"/>
                </a:cubicBezTo>
                <a:cubicBezTo>
                  <a:pt x="4476" y="2501"/>
                  <a:pt x="4478" y="2527"/>
                  <a:pt x="4478" y="2552"/>
                </a:cubicBezTo>
                <a:cubicBezTo>
                  <a:pt x="4478" y="2572"/>
                  <a:pt x="4477" y="2591"/>
                  <a:pt x="4475" y="2611"/>
                </a:cubicBezTo>
                <a:cubicBezTo>
                  <a:pt x="4475" y="2615"/>
                  <a:pt x="4482" y="2617"/>
                  <a:pt x="4482" y="2612"/>
                </a:cubicBezTo>
                <a:cubicBezTo>
                  <a:pt x="4487" y="2570"/>
                  <a:pt x="4491" y="2528"/>
                  <a:pt x="4497" y="2487"/>
                </a:cubicBezTo>
                <a:cubicBezTo>
                  <a:pt x="4503" y="2459"/>
                  <a:pt x="4507" y="2431"/>
                  <a:pt x="4509" y="2403"/>
                </a:cubicBezTo>
                <a:cubicBezTo>
                  <a:pt x="4525" y="2432"/>
                  <a:pt x="4534" y="2465"/>
                  <a:pt x="4534" y="2498"/>
                </a:cubicBezTo>
                <a:cubicBezTo>
                  <a:pt x="4534" y="2532"/>
                  <a:pt x="4534" y="2514"/>
                  <a:pt x="4535" y="2534"/>
                </a:cubicBezTo>
                <a:cubicBezTo>
                  <a:pt x="4527" y="2557"/>
                  <a:pt x="4520" y="2580"/>
                  <a:pt x="4516" y="2604"/>
                </a:cubicBezTo>
                <a:cubicBezTo>
                  <a:pt x="4511" y="2631"/>
                  <a:pt x="4505" y="2658"/>
                  <a:pt x="4498" y="2684"/>
                </a:cubicBezTo>
                <a:cubicBezTo>
                  <a:pt x="4496" y="2692"/>
                  <a:pt x="4492" y="2698"/>
                  <a:pt x="4489" y="2705"/>
                </a:cubicBezTo>
                <a:cubicBezTo>
                  <a:pt x="4487" y="2708"/>
                  <a:pt x="4485" y="2711"/>
                  <a:pt x="4482" y="2714"/>
                </a:cubicBezTo>
                <a:cubicBezTo>
                  <a:pt x="4473" y="2727"/>
                  <a:pt x="4463" y="2740"/>
                  <a:pt x="4452" y="2752"/>
                </a:cubicBezTo>
                <a:cubicBezTo>
                  <a:pt x="4451" y="2748"/>
                  <a:pt x="4451" y="2744"/>
                  <a:pt x="4451" y="2740"/>
                </a:cubicBezTo>
                <a:cubicBezTo>
                  <a:pt x="4451" y="2736"/>
                  <a:pt x="4451" y="2732"/>
                  <a:pt x="4452" y="2728"/>
                </a:cubicBezTo>
                <a:cubicBezTo>
                  <a:pt x="4453" y="2719"/>
                  <a:pt x="4453" y="2710"/>
                  <a:pt x="4453" y="2701"/>
                </a:cubicBezTo>
                <a:cubicBezTo>
                  <a:pt x="4453" y="2679"/>
                  <a:pt x="4450" y="2658"/>
                  <a:pt x="4445" y="2637"/>
                </a:cubicBezTo>
                <a:cubicBezTo>
                  <a:pt x="4444" y="2633"/>
                  <a:pt x="4438" y="2635"/>
                  <a:pt x="4438" y="2637"/>
                </a:cubicBezTo>
                <a:cubicBezTo>
                  <a:pt x="4425" y="2685"/>
                  <a:pt x="4419" y="2735"/>
                  <a:pt x="4418" y="2784"/>
                </a:cubicBezTo>
                <a:cubicBezTo>
                  <a:pt x="4418" y="2785"/>
                  <a:pt x="4418" y="2786"/>
                  <a:pt x="4418" y="2786"/>
                </a:cubicBezTo>
                <a:cubicBezTo>
                  <a:pt x="4418" y="2787"/>
                  <a:pt x="4418" y="2787"/>
                  <a:pt x="4418" y="2788"/>
                </a:cubicBezTo>
                <a:lnTo>
                  <a:pt x="4410" y="2797"/>
                </a:lnTo>
                <a:cubicBezTo>
                  <a:pt x="4412" y="2766"/>
                  <a:pt x="4413" y="2735"/>
                  <a:pt x="4413" y="2704"/>
                </a:cubicBezTo>
                <a:cubicBezTo>
                  <a:pt x="4413" y="2652"/>
                  <a:pt x="4410" y="2599"/>
                  <a:pt x="4403" y="2547"/>
                </a:cubicBezTo>
                <a:cubicBezTo>
                  <a:pt x="4403" y="2543"/>
                  <a:pt x="4396" y="2543"/>
                  <a:pt x="4396" y="2547"/>
                </a:cubicBezTo>
                <a:cubicBezTo>
                  <a:pt x="4391" y="2605"/>
                  <a:pt x="4392" y="2665"/>
                  <a:pt x="4385" y="2722"/>
                </a:cubicBezTo>
                <a:cubicBezTo>
                  <a:pt x="4381" y="2756"/>
                  <a:pt x="4372" y="2794"/>
                  <a:pt x="4380" y="2828"/>
                </a:cubicBezTo>
                <a:lnTo>
                  <a:pt x="4363" y="2846"/>
                </a:lnTo>
                <a:lnTo>
                  <a:pt x="4351" y="2857"/>
                </a:lnTo>
                <a:cubicBezTo>
                  <a:pt x="4356" y="2811"/>
                  <a:pt x="4359" y="2765"/>
                  <a:pt x="4359" y="2718"/>
                </a:cubicBezTo>
                <a:cubicBezTo>
                  <a:pt x="4359" y="2708"/>
                  <a:pt x="4359" y="2698"/>
                  <a:pt x="4359" y="2688"/>
                </a:cubicBezTo>
                <a:cubicBezTo>
                  <a:pt x="4359" y="2619"/>
                  <a:pt x="4360" y="2544"/>
                  <a:pt x="4366" y="2475"/>
                </a:cubicBezTo>
                <a:cubicBezTo>
                  <a:pt x="4366" y="2470"/>
                  <a:pt x="4358" y="2469"/>
                  <a:pt x="4357" y="2475"/>
                </a:cubicBezTo>
                <a:cubicBezTo>
                  <a:pt x="4342" y="2612"/>
                  <a:pt x="4318" y="2747"/>
                  <a:pt x="4314" y="2885"/>
                </a:cubicBezTo>
                <a:lnTo>
                  <a:pt x="4314" y="2886"/>
                </a:lnTo>
                <a:cubicBezTo>
                  <a:pt x="4314" y="2888"/>
                  <a:pt x="4314" y="2890"/>
                  <a:pt x="4315" y="2892"/>
                </a:cubicBezTo>
                <a:lnTo>
                  <a:pt x="4302" y="2895"/>
                </a:lnTo>
                <a:cubicBezTo>
                  <a:pt x="4303" y="2894"/>
                  <a:pt x="4303" y="2893"/>
                  <a:pt x="4304" y="2892"/>
                </a:cubicBezTo>
                <a:cubicBezTo>
                  <a:pt x="4306" y="2890"/>
                  <a:pt x="4306" y="2887"/>
                  <a:pt x="4307" y="2884"/>
                </a:cubicBezTo>
                <a:cubicBezTo>
                  <a:pt x="4310" y="2730"/>
                  <a:pt x="4308" y="2577"/>
                  <a:pt x="4307" y="2424"/>
                </a:cubicBezTo>
                <a:cubicBezTo>
                  <a:pt x="4307" y="2418"/>
                  <a:pt x="4298" y="2417"/>
                  <a:pt x="4298" y="2424"/>
                </a:cubicBezTo>
                <a:cubicBezTo>
                  <a:pt x="4297" y="2506"/>
                  <a:pt x="4282" y="2585"/>
                  <a:pt x="4275" y="2667"/>
                </a:cubicBezTo>
                <a:cubicBezTo>
                  <a:pt x="4275" y="2673"/>
                  <a:pt x="4275" y="2679"/>
                  <a:pt x="4273" y="2685"/>
                </a:cubicBezTo>
                <a:cubicBezTo>
                  <a:pt x="4272" y="2682"/>
                  <a:pt x="4271" y="2678"/>
                  <a:pt x="4269" y="2674"/>
                </a:cubicBezTo>
                <a:cubicBezTo>
                  <a:pt x="4270" y="2673"/>
                  <a:pt x="4270" y="2672"/>
                  <a:pt x="4271" y="2670"/>
                </a:cubicBezTo>
                <a:cubicBezTo>
                  <a:pt x="4280" y="2579"/>
                  <a:pt x="4267" y="2482"/>
                  <a:pt x="4265" y="2390"/>
                </a:cubicBezTo>
                <a:cubicBezTo>
                  <a:pt x="4265" y="2384"/>
                  <a:pt x="4256" y="2383"/>
                  <a:pt x="4256" y="2390"/>
                </a:cubicBezTo>
                <a:cubicBezTo>
                  <a:pt x="4256" y="2431"/>
                  <a:pt x="4254" y="2473"/>
                  <a:pt x="4252" y="2514"/>
                </a:cubicBezTo>
                <a:cubicBezTo>
                  <a:pt x="4250" y="2553"/>
                  <a:pt x="4244" y="2589"/>
                  <a:pt x="4243" y="2627"/>
                </a:cubicBezTo>
                <a:cubicBezTo>
                  <a:pt x="4234" y="2614"/>
                  <a:pt x="4224" y="2602"/>
                  <a:pt x="4213" y="2590"/>
                </a:cubicBezTo>
                <a:cubicBezTo>
                  <a:pt x="4214" y="2590"/>
                  <a:pt x="4214" y="2589"/>
                  <a:pt x="4215" y="2588"/>
                </a:cubicBezTo>
                <a:cubicBezTo>
                  <a:pt x="4215" y="2588"/>
                  <a:pt x="4215" y="2587"/>
                  <a:pt x="4215" y="2586"/>
                </a:cubicBezTo>
                <a:lnTo>
                  <a:pt x="4215" y="2585"/>
                </a:lnTo>
                <a:cubicBezTo>
                  <a:pt x="4215" y="2501"/>
                  <a:pt x="4211" y="2417"/>
                  <a:pt x="4209" y="2334"/>
                </a:cubicBezTo>
                <a:cubicBezTo>
                  <a:pt x="4209" y="2330"/>
                  <a:pt x="4202" y="2329"/>
                  <a:pt x="4202" y="2334"/>
                </a:cubicBezTo>
                <a:cubicBezTo>
                  <a:pt x="4199" y="2375"/>
                  <a:pt x="4198" y="2415"/>
                  <a:pt x="4198" y="2456"/>
                </a:cubicBezTo>
                <a:cubicBezTo>
                  <a:pt x="4198" y="2496"/>
                  <a:pt x="4199" y="2537"/>
                  <a:pt x="4202" y="2578"/>
                </a:cubicBezTo>
                <a:cubicBezTo>
                  <a:pt x="4189" y="2565"/>
                  <a:pt x="4176" y="2553"/>
                  <a:pt x="4162" y="2541"/>
                </a:cubicBezTo>
                <a:lnTo>
                  <a:pt x="4162" y="2539"/>
                </a:lnTo>
                <a:cubicBezTo>
                  <a:pt x="4165" y="2539"/>
                  <a:pt x="4168" y="2540"/>
                  <a:pt x="4167" y="2534"/>
                </a:cubicBezTo>
                <a:cubicBezTo>
                  <a:pt x="4166" y="2523"/>
                  <a:pt x="4166" y="2512"/>
                  <a:pt x="4166" y="2501"/>
                </a:cubicBezTo>
                <a:cubicBezTo>
                  <a:pt x="4166" y="2490"/>
                  <a:pt x="4166" y="2479"/>
                  <a:pt x="4167" y="2468"/>
                </a:cubicBezTo>
                <a:cubicBezTo>
                  <a:pt x="4167" y="2419"/>
                  <a:pt x="4167" y="2370"/>
                  <a:pt x="4165" y="2321"/>
                </a:cubicBezTo>
                <a:cubicBezTo>
                  <a:pt x="4165" y="2315"/>
                  <a:pt x="4156" y="2315"/>
                  <a:pt x="4156" y="2321"/>
                </a:cubicBezTo>
                <a:cubicBezTo>
                  <a:pt x="4155" y="2370"/>
                  <a:pt x="4147" y="2419"/>
                  <a:pt x="4147" y="2469"/>
                </a:cubicBezTo>
                <a:cubicBezTo>
                  <a:pt x="4145" y="2479"/>
                  <a:pt x="4145" y="2488"/>
                  <a:pt x="4145" y="2498"/>
                </a:cubicBezTo>
                <a:cubicBezTo>
                  <a:pt x="4145" y="2507"/>
                  <a:pt x="4145" y="2518"/>
                  <a:pt x="4147" y="2528"/>
                </a:cubicBezTo>
                <a:lnTo>
                  <a:pt x="4127" y="2512"/>
                </a:lnTo>
                <a:cubicBezTo>
                  <a:pt x="4116" y="2470"/>
                  <a:pt x="4126" y="2416"/>
                  <a:pt x="4123" y="2372"/>
                </a:cubicBezTo>
                <a:cubicBezTo>
                  <a:pt x="4121" y="2336"/>
                  <a:pt x="4128" y="2299"/>
                  <a:pt x="4126" y="2262"/>
                </a:cubicBezTo>
                <a:cubicBezTo>
                  <a:pt x="4126" y="2256"/>
                  <a:pt x="4116" y="2255"/>
                  <a:pt x="4117" y="2262"/>
                </a:cubicBezTo>
                <a:cubicBezTo>
                  <a:pt x="4118" y="2299"/>
                  <a:pt x="4107" y="2337"/>
                  <a:pt x="4105" y="2374"/>
                </a:cubicBezTo>
                <a:cubicBezTo>
                  <a:pt x="4104" y="2404"/>
                  <a:pt x="4104" y="2436"/>
                  <a:pt x="4104" y="2466"/>
                </a:cubicBezTo>
                <a:cubicBezTo>
                  <a:pt x="4104" y="2476"/>
                  <a:pt x="4102" y="2486"/>
                  <a:pt x="4102" y="2495"/>
                </a:cubicBezTo>
                <a:cubicBezTo>
                  <a:pt x="4092" y="2488"/>
                  <a:pt x="4082" y="2481"/>
                  <a:pt x="4071" y="2475"/>
                </a:cubicBezTo>
                <a:cubicBezTo>
                  <a:pt x="4069" y="2458"/>
                  <a:pt x="4067" y="2440"/>
                  <a:pt x="4067" y="2423"/>
                </a:cubicBezTo>
                <a:cubicBezTo>
                  <a:pt x="4067" y="2421"/>
                  <a:pt x="4067" y="2419"/>
                  <a:pt x="4067" y="2417"/>
                </a:cubicBezTo>
                <a:cubicBezTo>
                  <a:pt x="4067" y="2386"/>
                  <a:pt x="4061" y="2355"/>
                  <a:pt x="4059" y="2324"/>
                </a:cubicBezTo>
                <a:cubicBezTo>
                  <a:pt x="4059" y="2320"/>
                  <a:pt x="4052" y="2319"/>
                  <a:pt x="4052" y="2324"/>
                </a:cubicBezTo>
                <a:cubicBezTo>
                  <a:pt x="4050" y="2359"/>
                  <a:pt x="4044" y="2393"/>
                  <a:pt x="4043" y="2429"/>
                </a:cubicBezTo>
                <a:cubicBezTo>
                  <a:pt x="4043" y="2439"/>
                  <a:pt x="4042" y="2450"/>
                  <a:pt x="4043" y="2460"/>
                </a:cubicBezTo>
                <a:cubicBezTo>
                  <a:pt x="4033" y="2455"/>
                  <a:pt x="4023" y="2450"/>
                  <a:pt x="4012" y="2446"/>
                </a:cubicBezTo>
                <a:cubicBezTo>
                  <a:pt x="4017" y="2419"/>
                  <a:pt x="4012" y="2383"/>
                  <a:pt x="4016" y="2359"/>
                </a:cubicBezTo>
                <a:cubicBezTo>
                  <a:pt x="4023" y="2326"/>
                  <a:pt x="4026" y="2291"/>
                  <a:pt x="4026" y="2257"/>
                </a:cubicBezTo>
                <a:cubicBezTo>
                  <a:pt x="4026" y="2241"/>
                  <a:pt x="4025" y="2225"/>
                  <a:pt x="4024" y="2210"/>
                </a:cubicBezTo>
                <a:cubicBezTo>
                  <a:pt x="4024" y="2204"/>
                  <a:pt x="4014" y="2203"/>
                  <a:pt x="4013" y="2210"/>
                </a:cubicBezTo>
                <a:cubicBezTo>
                  <a:pt x="4008" y="2282"/>
                  <a:pt x="3985" y="2353"/>
                  <a:pt x="3985" y="2426"/>
                </a:cubicBezTo>
                <a:cubicBezTo>
                  <a:pt x="3985" y="2428"/>
                  <a:pt x="3985" y="2430"/>
                  <a:pt x="3985" y="2432"/>
                </a:cubicBezTo>
                <a:cubicBezTo>
                  <a:pt x="3985" y="2433"/>
                  <a:pt x="3985" y="2435"/>
                  <a:pt x="3985" y="2437"/>
                </a:cubicBezTo>
                <a:lnTo>
                  <a:pt x="3968" y="2432"/>
                </a:lnTo>
                <a:cubicBezTo>
                  <a:pt x="3969" y="2411"/>
                  <a:pt x="3970" y="2389"/>
                  <a:pt x="3970" y="2368"/>
                </a:cubicBezTo>
                <a:cubicBezTo>
                  <a:pt x="3970" y="2356"/>
                  <a:pt x="3970" y="2343"/>
                  <a:pt x="3969" y="2331"/>
                </a:cubicBezTo>
                <a:cubicBezTo>
                  <a:pt x="3969" y="2298"/>
                  <a:pt x="3973" y="2265"/>
                  <a:pt x="3972" y="2233"/>
                </a:cubicBezTo>
                <a:cubicBezTo>
                  <a:pt x="3972" y="2227"/>
                  <a:pt x="3963" y="2226"/>
                  <a:pt x="3963" y="2233"/>
                </a:cubicBezTo>
                <a:cubicBezTo>
                  <a:pt x="3962" y="2297"/>
                  <a:pt x="3940" y="2364"/>
                  <a:pt x="3946" y="2429"/>
                </a:cubicBezTo>
                <a:cubicBezTo>
                  <a:pt x="3939" y="2428"/>
                  <a:pt x="3931" y="2426"/>
                  <a:pt x="3924" y="2425"/>
                </a:cubicBezTo>
                <a:cubicBezTo>
                  <a:pt x="3924" y="2421"/>
                  <a:pt x="3924" y="2415"/>
                  <a:pt x="3924" y="2405"/>
                </a:cubicBezTo>
                <a:cubicBezTo>
                  <a:pt x="3924" y="2405"/>
                  <a:pt x="3924" y="2404"/>
                  <a:pt x="3924" y="2403"/>
                </a:cubicBezTo>
                <a:cubicBezTo>
                  <a:pt x="3924" y="2379"/>
                  <a:pt x="3925" y="2355"/>
                  <a:pt x="3927" y="2331"/>
                </a:cubicBezTo>
                <a:cubicBezTo>
                  <a:pt x="3928" y="2313"/>
                  <a:pt x="3929" y="2295"/>
                  <a:pt x="3929" y="2277"/>
                </a:cubicBezTo>
                <a:cubicBezTo>
                  <a:pt x="3929" y="2239"/>
                  <a:pt x="3927" y="2202"/>
                  <a:pt x="3923" y="2165"/>
                </a:cubicBezTo>
                <a:cubicBezTo>
                  <a:pt x="3923" y="2160"/>
                  <a:pt x="3915" y="2160"/>
                  <a:pt x="3915" y="2165"/>
                </a:cubicBezTo>
                <a:cubicBezTo>
                  <a:pt x="3912" y="2220"/>
                  <a:pt x="3911" y="2275"/>
                  <a:pt x="3911" y="2331"/>
                </a:cubicBezTo>
                <a:cubicBezTo>
                  <a:pt x="3911" y="2362"/>
                  <a:pt x="3906" y="2393"/>
                  <a:pt x="3908" y="2424"/>
                </a:cubicBezTo>
                <a:cubicBezTo>
                  <a:pt x="3900" y="2424"/>
                  <a:pt x="3892" y="2423"/>
                  <a:pt x="3884" y="2423"/>
                </a:cubicBezTo>
                <a:cubicBezTo>
                  <a:pt x="3876" y="2423"/>
                  <a:pt x="3867" y="2424"/>
                  <a:pt x="3859" y="2424"/>
                </a:cubicBezTo>
                <a:lnTo>
                  <a:pt x="3859" y="2423"/>
                </a:lnTo>
                <a:cubicBezTo>
                  <a:pt x="3861" y="2413"/>
                  <a:pt x="3861" y="2403"/>
                  <a:pt x="3861" y="2393"/>
                </a:cubicBezTo>
                <a:cubicBezTo>
                  <a:pt x="3861" y="2382"/>
                  <a:pt x="3861" y="2372"/>
                  <a:pt x="3859" y="2362"/>
                </a:cubicBezTo>
                <a:cubicBezTo>
                  <a:pt x="3859" y="2330"/>
                  <a:pt x="3854" y="2299"/>
                  <a:pt x="3853" y="2266"/>
                </a:cubicBezTo>
                <a:cubicBezTo>
                  <a:pt x="3853" y="2266"/>
                  <a:pt x="3852" y="2265"/>
                  <a:pt x="3852" y="2264"/>
                </a:cubicBezTo>
                <a:cubicBezTo>
                  <a:pt x="3851" y="2263"/>
                  <a:pt x="3851" y="2263"/>
                  <a:pt x="3851" y="2262"/>
                </a:cubicBezTo>
                <a:cubicBezTo>
                  <a:pt x="3850" y="2261"/>
                  <a:pt x="3849" y="2262"/>
                  <a:pt x="3848" y="2262"/>
                </a:cubicBezTo>
                <a:cubicBezTo>
                  <a:pt x="3847" y="2262"/>
                  <a:pt x="3847" y="2261"/>
                  <a:pt x="3846" y="2262"/>
                </a:cubicBezTo>
                <a:cubicBezTo>
                  <a:pt x="3845" y="2262"/>
                  <a:pt x="3844" y="2263"/>
                  <a:pt x="3844" y="2264"/>
                </a:cubicBezTo>
                <a:cubicBezTo>
                  <a:pt x="3843" y="2265"/>
                  <a:pt x="3843" y="2266"/>
                  <a:pt x="3843" y="2266"/>
                </a:cubicBezTo>
                <a:cubicBezTo>
                  <a:pt x="3843" y="2303"/>
                  <a:pt x="3838" y="2339"/>
                  <a:pt x="3837" y="2376"/>
                </a:cubicBezTo>
                <a:cubicBezTo>
                  <a:pt x="3837" y="2395"/>
                  <a:pt x="3830" y="2413"/>
                  <a:pt x="3845" y="2425"/>
                </a:cubicBezTo>
                <a:cubicBezTo>
                  <a:pt x="3829" y="2427"/>
                  <a:pt x="3812" y="2430"/>
                  <a:pt x="3796" y="2433"/>
                </a:cubicBezTo>
                <a:cubicBezTo>
                  <a:pt x="3790" y="2417"/>
                  <a:pt x="3796" y="2357"/>
                  <a:pt x="3796" y="2341"/>
                </a:cubicBezTo>
                <a:cubicBezTo>
                  <a:pt x="3796" y="2272"/>
                  <a:pt x="3789" y="2206"/>
                  <a:pt x="3785" y="2138"/>
                </a:cubicBezTo>
                <a:cubicBezTo>
                  <a:pt x="3785" y="2136"/>
                  <a:pt x="3780" y="2136"/>
                  <a:pt x="3780" y="2138"/>
                </a:cubicBezTo>
                <a:cubicBezTo>
                  <a:pt x="3776" y="2185"/>
                  <a:pt x="3774" y="2232"/>
                  <a:pt x="3774" y="2279"/>
                </a:cubicBezTo>
                <a:cubicBezTo>
                  <a:pt x="3774" y="2300"/>
                  <a:pt x="3774" y="2321"/>
                  <a:pt x="3775" y="2342"/>
                </a:cubicBezTo>
                <a:cubicBezTo>
                  <a:pt x="3775" y="2363"/>
                  <a:pt x="3765" y="2411"/>
                  <a:pt x="3775" y="2439"/>
                </a:cubicBezTo>
                <a:cubicBezTo>
                  <a:pt x="3766" y="2441"/>
                  <a:pt x="3756" y="2444"/>
                  <a:pt x="3747" y="2448"/>
                </a:cubicBezTo>
                <a:cubicBezTo>
                  <a:pt x="3748" y="2428"/>
                  <a:pt x="3745" y="2406"/>
                  <a:pt x="3745" y="2388"/>
                </a:cubicBezTo>
                <a:cubicBezTo>
                  <a:pt x="3745" y="2338"/>
                  <a:pt x="3748" y="2289"/>
                  <a:pt x="3746" y="2239"/>
                </a:cubicBezTo>
                <a:cubicBezTo>
                  <a:pt x="3746" y="2234"/>
                  <a:pt x="3737" y="2233"/>
                  <a:pt x="3737" y="2239"/>
                </a:cubicBezTo>
                <a:cubicBezTo>
                  <a:pt x="3737" y="2277"/>
                  <a:pt x="3727" y="2314"/>
                  <a:pt x="3725" y="2353"/>
                </a:cubicBezTo>
                <a:cubicBezTo>
                  <a:pt x="3724" y="2376"/>
                  <a:pt x="3725" y="2400"/>
                  <a:pt x="3724" y="2424"/>
                </a:cubicBezTo>
                <a:cubicBezTo>
                  <a:pt x="3724" y="2431"/>
                  <a:pt x="3727" y="2445"/>
                  <a:pt x="3728" y="2456"/>
                </a:cubicBezTo>
                <a:cubicBezTo>
                  <a:pt x="3719" y="2459"/>
                  <a:pt x="3710" y="2463"/>
                  <a:pt x="3701" y="2467"/>
                </a:cubicBezTo>
                <a:cubicBezTo>
                  <a:pt x="3707" y="2346"/>
                  <a:pt x="3706" y="2225"/>
                  <a:pt x="3705" y="2104"/>
                </a:cubicBezTo>
                <a:cubicBezTo>
                  <a:pt x="3705" y="2104"/>
                  <a:pt x="3704" y="2103"/>
                  <a:pt x="3704" y="2102"/>
                </a:cubicBezTo>
                <a:cubicBezTo>
                  <a:pt x="3703" y="2101"/>
                  <a:pt x="3703" y="2101"/>
                  <a:pt x="3703" y="2100"/>
                </a:cubicBezTo>
                <a:cubicBezTo>
                  <a:pt x="3702" y="2099"/>
                  <a:pt x="3701" y="2100"/>
                  <a:pt x="3700" y="2100"/>
                </a:cubicBezTo>
                <a:cubicBezTo>
                  <a:pt x="3699" y="2100"/>
                  <a:pt x="3699" y="2099"/>
                  <a:pt x="3698" y="2100"/>
                </a:cubicBezTo>
                <a:cubicBezTo>
                  <a:pt x="3697" y="2100"/>
                  <a:pt x="3696" y="2101"/>
                  <a:pt x="3696" y="2102"/>
                </a:cubicBezTo>
                <a:cubicBezTo>
                  <a:pt x="3696" y="2103"/>
                  <a:pt x="3695" y="2104"/>
                  <a:pt x="3695" y="2104"/>
                </a:cubicBezTo>
                <a:cubicBezTo>
                  <a:pt x="3695" y="2160"/>
                  <a:pt x="3681" y="2215"/>
                  <a:pt x="3681" y="2271"/>
                </a:cubicBezTo>
                <a:cubicBezTo>
                  <a:pt x="3681" y="2339"/>
                  <a:pt x="3671" y="2409"/>
                  <a:pt x="3679" y="2475"/>
                </a:cubicBezTo>
                <a:cubicBezTo>
                  <a:pt x="3679" y="2476"/>
                  <a:pt x="3679" y="2476"/>
                  <a:pt x="3679" y="2477"/>
                </a:cubicBezTo>
                <a:lnTo>
                  <a:pt x="3679" y="2478"/>
                </a:lnTo>
                <a:cubicBezTo>
                  <a:pt x="3678" y="2479"/>
                  <a:pt x="3677" y="2479"/>
                  <a:pt x="3676" y="2480"/>
                </a:cubicBezTo>
                <a:cubicBezTo>
                  <a:pt x="3663" y="2488"/>
                  <a:pt x="3650" y="2496"/>
                  <a:pt x="3639" y="2506"/>
                </a:cubicBezTo>
                <a:cubicBezTo>
                  <a:pt x="3636" y="2396"/>
                  <a:pt x="3631" y="2287"/>
                  <a:pt x="3627" y="2178"/>
                </a:cubicBezTo>
                <a:cubicBezTo>
                  <a:pt x="3627" y="2172"/>
                  <a:pt x="3619" y="2171"/>
                  <a:pt x="3619" y="2178"/>
                </a:cubicBezTo>
                <a:cubicBezTo>
                  <a:pt x="3615" y="2290"/>
                  <a:pt x="3610" y="2403"/>
                  <a:pt x="3607" y="2515"/>
                </a:cubicBezTo>
                <a:lnTo>
                  <a:pt x="3607" y="2516"/>
                </a:lnTo>
                <a:cubicBezTo>
                  <a:pt x="3607" y="2518"/>
                  <a:pt x="3608" y="2520"/>
                  <a:pt x="3609" y="2522"/>
                </a:cubicBezTo>
                <a:cubicBezTo>
                  <a:pt x="3610" y="2524"/>
                  <a:pt x="3612" y="2526"/>
                  <a:pt x="3614" y="2527"/>
                </a:cubicBezTo>
                <a:cubicBezTo>
                  <a:pt x="3614" y="2527"/>
                  <a:pt x="3615" y="2528"/>
                  <a:pt x="3616" y="2528"/>
                </a:cubicBezTo>
                <a:cubicBezTo>
                  <a:pt x="3611" y="2534"/>
                  <a:pt x="3606" y="2541"/>
                  <a:pt x="3602" y="2549"/>
                </a:cubicBezTo>
                <a:cubicBezTo>
                  <a:pt x="3601" y="2551"/>
                  <a:pt x="3599" y="2553"/>
                  <a:pt x="3598" y="2555"/>
                </a:cubicBezTo>
                <a:cubicBezTo>
                  <a:pt x="3595" y="2551"/>
                  <a:pt x="3591" y="2547"/>
                  <a:pt x="3587" y="2543"/>
                </a:cubicBezTo>
                <a:cubicBezTo>
                  <a:pt x="3599" y="2480"/>
                  <a:pt x="3587" y="2408"/>
                  <a:pt x="3589" y="2344"/>
                </a:cubicBezTo>
                <a:cubicBezTo>
                  <a:pt x="3591" y="2258"/>
                  <a:pt x="3587" y="2170"/>
                  <a:pt x="3582" y="2084"/>
                </a:cubicBezTo>
                <a:cubicBezTo>
                  <a:pt x="3582" y="2079"/>
                  <a:pt x="3574" y="2079"/>
                  <a:pt x="3574" y="2084"/>
                </a:cubicBezTo>
                <a:cubicBezTo>
                  <a:pt x="3569" y="2172"/>
                  <a:pt x="3572" y="2261"/>
                  <a:pt x="3566" y="2349"/>
                </a:cubicBezTo>
                <a:cubicBezTo>
                  <a:pt x="3561" y="2332"/>
                  <a:pt x="3555" y="2315"/>
                  <a:pt x="3548" y="2299"/>
                </a:cubicBezTo>
                <a:cubicBezTo>
                  <a:pt x="3545" y="2280"/>
                  <a:pt x="3544" y="2261"/>
                  <a:pt x="3544" y="2242"/>
                </a:cubicBezTo>
                <a:cubicBezTo>
                  <a:pt x="3544" y="2238"/>
                  <a:pt x="3544" y="2233"/>
                  <a:pt x="3544" y="2229"/>
                </a:cubicBezTo>
                <a:cubicBezTo>
                  <a:pt x="3542" y="2180"/>
                  <a:pt x="3541" y="2131"/>
                  <a:pt x="3540" y="2080"/>
                </a:cubicBezTo>
                <a:cubicBezTo>
                  <a:pt x="3540" y="2076"/>
                  <a:pt x="3533" y="2077"/>
                  <a:pt x="3533" y="2080"/>
                </a:cubicBezTo>
                <a:cubicBezTo>
                  <a:pt x="3532" y="2130"/>
                  <a:pt x="3530" y="2179"/>
                  <a:pt x="3529" y="2229"/>
                </a:cubicBezTo>
                <a:cubicBezTo>
                  <a:pt x="3529" y="2239"/>
                  <a:pt x="3528" y="2250"/>
                  <a:pt x="3527" y="2261"/>
                </a:cubicBezTo>
                <a:cubicBezTo>
                  <a:pt x="3520" y="2250"/>
                  <a:pt x="3513" y="2239"/>
                  <a:pt x="3505" y="2229"/>
                </a:cubicBezTo>
                <a:cubicBezTo>
                  <a:pt x="3506" y="2229"/>
                  <a:pt x="3507" y="2228"/>
                  <a:pt x="3508" y="2228"/>
                </a:cubicBezTo>
                <a:cubicBezTo>
                  <a:pt x="3509" y="2227"/>
                  <a:pt x="3509" y="2226"/>
                  <a:pt x="3510" y="2225"/>
                </a:cubicBezTo>
                <a:cubicBezTo>
                  <a:pt x="3510" y="2224"/>
                  <a:pt x="3511" y="2223"/>
                  <a:pt x="3511" y="2222"/>
                </a:cubicBezTo>
                <a:cubicBezTo>
                  <a:pt x="3511" y="2221"/>
                  <a:pt x="3511" y="2220"/>
                  <a:pt x="3511" y="2219"/>
                </a:cubicBezTo>
                <a:cubicBezTo>
                  <a:pt x="3508" y="2208"/>
                  <a:pt x="3506" y="2196"/>
                  <a:pt x="3506" y="2184"/>
                </a:cubicBezTo>
                <a:cubicBezTo>
                  <a:pt x="3506" y="2183"/>
                  <a:pt x="3506" y="2181"/>
                  <a:pt x="3506" y="2180"/>
                </a:cubicBezTo>
                <a:cubicBezTo>
                  <a:pt x="3504" y="2158"/>
                  <a:pt x="3503" y="2135"/>
                  <a:pt x="3503" y="2112"/>
                </a:cubicBezTo>
                <a:cubicBezTo>
                  <a:pt x="3503" y="2108"/>
                  <a:pt x="3503" y="2104"/>
                  <a:pt x="3503" y="2100"/>
                </a:cubicBezTo>
                <a:cubicBezTo>
                  <a:pt x="3503" y="2078"/>
                  <a:pt x="3502" y="2056"/>
                  <a:pt x="3499" y="2035"/>
                </a:cubicBezTo>
                <a:cubicBezTo>
                  <a:pt x="3499" y="2029"/>
                  <a:pt x="3490" y="2031"/>
                  <a:pt x="3490" y="2036"/>
                </a:cubicBezTo>
                <a:cubicBezTo>
                  <a:pt x="3489" y="2062"/>
                  <a:pt x="3480" y="2085"/>
                  <a:pt x="3480" y="2112"/>
                </a:cubicBezTo>
                <a:cubicBezTo>
                  <a:pt x="3480" y="2144"/>
                  <a:pt x="3483" y="2176"/>
                  <a:pt x="3487" y="2208"/>
                </a:cubicBezTo>
                <a:cubicBezTo>
                  <a:pt x="3476" y="2196"/>
                  <a:pt x="3463" y="2184"/>
                  <a:pt x="3450" y="2174"/>
                </a:cubicBezTo>
                <a:cubicBezTo>
                  <a:pt x="3437" y="2164"/>
                  <a:pt x="3450" y="2174"/>
                  <a:pt x="3450" y="2173"/>
                </a:cubicBezTo>
                <a:cubicBezTo>
                  <a:pt x="3465" y="2125"/>
                  <a:pt x="3450" y="2064"/>
                  <a:pt x="3450" y="2016"/>
                </a:cubicBezTo>
                <a:cubicBezTo>
                  <a:pt x="3450" y="2010"/>
                  <a:pt x="3441" y="2009"/>
                  <a:pt x="3441" y="2016"/>
                </a:cubicBezTo>
                <a:cubicBezTo>
                  <a:pt x="3441" y="2044"/>
                  <a:pt x="3439" y="2072"/>
                  <a:pt x="3437" y="2100"/>
                </a:cubicBezTo>
                <a:cubicBezTo>
                  <a:pt x="3436" y="2109"/>
                  <a:pt x="3436" y="2118"/>
                  <a:pt x="3436" y="2127"/>
                </a:cubicBezTo>
                <a:cubicBezTo>
                  <a:pt x="3436" y="2141"/>
                  <a:pt x="3437" y="2154"/>
                  <a:pt x="3439" y="2167"/>
                </a:cubicBezTo>
                <a:cubicBezTo>
                  <a:pt x="3430" y="2160"/>
                  <a:pt x="3419" y="2153"/>
                  <a:pt x="3409" y="2147"/>
                </a:cubicBezTo>
                <a:cubicBezTo>
                  <a:pt x="3404" y="2144"/>
                  <a:pt x="3398" y="2141"/>
                  <a:pt x="3392" y="2138"/>
                </a:cubicBezTo>
                <a:cubicBezTo>
                  <a:pt x="3394" y="2127"/>
                  <a:pt x="3394" y="2116"/>
                  <a:pt x="3394" y="2105"/>
                </a:cubicBezTo>
                <a:cubicBezTo>
                  <a:pt x="3394" y="2099"/>
                  <a:pt x="3394" y="2093"/>
                  <a:pt x="3394" y="2086"/>
                </a:cubicBezTo>
                <a:cubicBezTo>
                  <a:pt x="3394" y="2053"/>
                  <a:pt x="3392" y="2021"/>
                  <a:pt x="3390" y="1988"/>
                </a:cubicBezTo>
                <a:cubicBezTo>
                  <a:pt x="3390" y="1987"/>
                  <a:pt x="3390" y="1987"/>
                  <a:pt x="3390" y="1986"/>
                </a:cubicBezTo>
                <a:lnTo>
                  <a:pt x="3389" y="1985"/>
                </a:lnTo>
                <a:cubicBezTo>
                  <a:pt x="3388" y="1985"/>
                  <a:pt x="3388" y="1984"/>
                  <a:pt x="3387" y="1984"/>
                </a:cubicBezTo>
                <a:cubicBezTo>
                  <a:pt x="3386" y="1984"/>
                  <a:pt x="3386" y="1985"/>
                  <a:pt x="3385" y="1985"/>
                </a:cubicBezTo>
                <a:lnTo>
                  <a:pt x="3384" y="1986"/>
                </a:lnTo>
                <a:cubicBezTo>
                  <a:pt x="3384" y="1987"/>
                  <a:pt x="3384" y="1987"/>
                  <a:pt x="3384" y="1988"/>
                </a:cubicBezTo>
                <a:cubicBezTo>
                  <a:pt x="3382" y="2016"/>
                  <a:pt x="3381" y="2045"/>
                  <a:pt x="3381" y="2073"/>
                </a:cubicBezTo>
                <a:cubicBezTo>
                  <a:pt x="3380" y="2083"/>
                  <a:pt x="3380" y="2093"/>
                  <a:pt x="3380" y="2103"/>
                </a:cubicBezTo>
                <a:cubicBezTo>
                  <a:pt x="3380" y="2113"/>
                  <a:pt x="3380" y="2122"/>
                  <a:pt x="3381" y="2132"/>
                </a:cubicBezTo>
                <a:cubicBezTo>
                  <a:pt x="3369" y="2127"/>
                  <a:pt x="3357" y="2123"/>
                  <a:pt x="3345" y="2119"/>
                </a:cubicBezTo>
                <a:cubicBezTo>
                  <a:pt x="3345" y="2114"/>
                  <a:pt x="3346" y="2108"/>
                  <a:pt x="3346" y="2104"/>
                </a:cubicBezTo>
                <a:cubicBezTo>
                  <a:pt x="3346" y="2099"/>
                  <a:pt x="3345" y="2095"/>
                  <a:pt x="3345" y="2090"/>
                </a:cubicBezTo>
                <a:cubicBezTo>
                  <a:pt x="3345" y="2067"/>
                  <a:pt x="3341" y="2044"/>
                  <a:pt x="3340" y="2021"/>
                </a:cubicBezTo>
                <a:cubicBezTo>
                  <a:pt x="3340" y="2021"/>
                  <a:pt x="3339" y="2020"/>
                  <a:pt x="3339" y="2019"/>
                </a:cubicBezTo>
                <a:cubicBezTo>
                  <a:pt x="3338" y="2018"/>
                  <a:pt x="3338" y="2018"/>
                  <a:pt x="3338" y="2017"/>
                </a:cubicBezTo>
                <a:cubicBezTo>
                  <a:pt x="3337" y="2016"/>
                  <a:pt x="3336" y="2017"/>
                  <a:pt x="3335" y="2017"/>
                </a:cubicBezTo>
                <a:cubicBezTo>
                  <a:pt x="3334" y="2017"/>
                  <a:pt x="3334" y="2016"/>
                  <a:pt x="3333" y="2017"/>
                </a:cubicBezTo>
                <a:cubicBezTo>
                  <a:pt x="3332" y="2017"/>
                  <a:pt x="3331" y="2018"/>
                  <a:pt x="3331" y="2019"/>
                </a:cubicBezTo>
                <a:cubicBezTo>
                  <a:pt x="3331" y="2020"/>
                  <a:pt x="3330" y="2021"/>
                  <a:pt x="3330" y="2021"/>
                </a:cubicBezTo>
                <a:cubicBezTo>
                  <a:pt x="3330" y="2044"/>
                  <a:pt x="3327" y="2067"/>
                  <a:pt x="3325" y="2089"/>
                </a:cubicBezTo>
                <a:cubicBezTo>
                  <a:pt x="3324" y="2097"/>
                  <a:pt x="3324" y="2104"/>
                  <a:pt x="3324" y="2112"/>
                </a:cubicBezTo>
                <a:lnTo>
                  <a:pt x="3324" y="2113"/>
                </a:lnTo>
                <a:cubicBezTo>
                  <a:pt x="3316" y="2111"/>
                  <a:pt x="3307" y="2110"/>
                  <a:pt x="3298" y="2108"/>
                </a:cubicBezTo>
                <a:cubicBezTo>
                  <a:pt x="3300" y="2054"/>
                  <a:pt x="3296" y="1999"/>
                  <a:pt x="3295" y="1945"/>
                </a:cubicBezTo>
                <a:cubicBezTo>
                  <a:pt x="3295" y="1945"/>
                  <a:pt x="3294" y="1944"/>
                  <a:pt x="3294" y="1943"/>
                </a:cubicBezTo>
                <a:cubicBezTo>
                  <a:pt x="3293" y="1942"/>
                  <a:pt x="3293" y="1942"/>
                  <a:pt x="3293" y="1941"/>
                </a:cubicBezTo>
                <a:cubicBezTo>
                  <a:pt x="3292" y="1940"/>
                  <a:pt x="3291" y="1940"/>
                  <a:pt x="3290" y="1940"/>
                </a:cubicBezTo>
                <a:cubicBezTo>
                  <a:pt x="3289" y="1940"/>
                  <a:pt x="3288" y="1941"/>
                  <a:pt x="3288" y="1941"/>
                </a:cubicBezTo>
                <a:cubicBezTo>
                  <a:pt x="3287" y="1942"/>
                  <a:pt x="3286" y="1942"/>
                  <a:pt x="3286" y="1943"/>
                </a:cubicBezTo>
                <a:cubicBezTo>
                  <a:pt x="3286" y="1944"/>
                  <a:pt x="3285" y="1945"/>
                  <a:pt x="3285" y="1945"/>
                </a:cubicBezTo>
                <a:cubicBezTo>
                  <a:pt x="3285" y="1972"/>
                  <a:pt x="3275" y="1995"/>
                  <a:pt x="3276" y="2022"/>
                </a:cubicBezTo>
                <a:cubicBezTo>
                  <a:pt x="3276" y="2048"/>
                  <a:pt x="3274" y="2077"/>
                  <a:pt x="3275" y="2105"/>
                </a:cubicBezTo>
                <a:cubicBezTo>
                  <a:pt x="3266" y="2105"/>
                  <a:pt x="3256" y="2103"/>
                  <a:pt x="3247" y="2103"/>
                </a:cubicBezTo>
                <a:cubicBezTo>
                  <a:pt x="3247" y="2077"/>
                  <a:pt x="3243" y="2051"/>
                  <a:pt x="3242" y="2024"/>
                </a:cubicBezTo>
                <a:cubicBezTo>
                  <a:pt x="3242" y="2020"/>
                  <a:pt x="3235" y="2020"/>
                  <a:pt x="3235" y="2024"/>
                </a:cubicBezTo>
                <a:cubicBezTo>
                  <a:pt x="3234" y="2040"/>
                  <a:pt x="3233" y="2055"/>
                  <a:pt x="3231" y="2070"/>
                </a:cubicBezTo>
                <a:cubicBezTo>
                  <a:pt x="3230" y="2075"/>
                  <a:pt x="3229" y="2080"/>
                  <a:pt x="3229" y="2086"/>
                </a:cubicBezTo>
                <a:cubicBezTo>
                  <a:pt x="3229" y="2091"/>
                  <a:pt x="3230" y="2097"/>
                  <a:pt x="3231" y="2102"/>
                </a:cubicBezTo>
                <a:cubicBezTo>
                  <a:pt x="3221" y="2102"/>
                  <a:pt x="3211" y="2102"/>
                  <a:pt x="3202" y="2102"/>
                </a:cubicBezTo>
                <a:cubicBezTo>
                  <a:pt x="3200" y="2093"/>
                  <a:pt x="3200" y="2084"/>
                  <a:pt x="3200" y="2074"/>
                </a:cubicBezTo>
                <a:cubicBezTo>
                  <a:pt x="3200" y="2062"/>
                  <a:pt x="3201" y="2050"/>
                  <a:pt x="3203" y="2038"/>
                </a:cubicBezTo>
                <a:cubicBezTo>
                  <a:pt x="3203" y="2032"/>
                  <a:pt x="3204" y="2027"/>
                  <a:pt x="3204" y="2021"/>
                </a:cubicBezTo>
                <a:cubicBezTo>
                  <a:pt x="3204" y="2012"/>
                  <a:pt x="3203" y="2003"/>
                  <a:pt x="3201" y="1993"/>
                </a:cubicBezTo>
                <a:lnTo>
                  <a:pt x="3200" y="1992"/>
                </a:lnTo>
                <a:cubicBezTo>
                  <a:pt x="3199" y="1991"/>
                  <a:pt x="3200" y="1991"/>
                  <a:pt x="3199" y="1990"/>
                </a:cubicBezTo>
                <a:lnTo>
                  <a:pt x="3198" y="1990"/>
                </a:lnTo>
                <a:cubicBezTo>
                  <a:pt x="3197" y="1990"/>
                  <a:pt x="3196" y="1990"/>
                  <a:pt x="3196" y="1990"/>
                </a:cubicBezTo>
                <a:cubicBezTo>
                  <a:pt x="3195" y="1991"/>
                  <a:pt x="3196" y="1991"/>
                  <a:pt x="3195" y="1992"/>
                </a:cubicBezTo>
                <a:cubicBezTo>
                  <a:pt x="3194" y="1993"/>
                  <a:pt x="3194" y="1993"/>
                  <a:pt x="3194" y="1993"/>
                </a:cubicBezTo>
                <a:cubicBezTo>
                  <a:pt x="3192" y="2029"/>
                  <a:pt x="3180" y="2067"/>
                  <a:pt x="3185" y="2103"/>
                </a:cubicBezTo>
                <a:cubicBezTo>
                  <a:pt x="3175" y="2103"/>
                  <a:pt x="3164" y="2104"/>
                  <a:pt x="3154" y="2105"/>
                </a:cubicBezTo>
                <a:cubicBezTo>
                  <a:pt x="3154" y="2103"/>
                  <a:pt x="3154" y="2101"/>
                  <a:pt x="3154" y="2099"/>
                </a:cubicBezTo>
                <a:cubicBezTo>
                  <a:pt x="3154" y="2093"/>
                  <a:pt x="3153" y="2086"/>
                  <a:pt x="3151" y="2081"/>
                </a:cubicBezTo>
                <a:cubicBezTo>
                  <a:pt x="3147" y="2070"/>
                  <a:pt x="3145" y="2058"/>
                  <a:pt x="3145" y="2046"/>
                </a:cubicBezTo>
                <a:cubicBezTo>
                  <a:pt x="3145" y="2044"/>
                  <a:pt x="3145" y="2041"/>
                  <a:pt x="3145" y="2038"/>
                </a:cubicBezTo>
                <a:lnTo>
                  <a:pt x="3145" y="2037"/>
                </a:lnTo>
                <a:cubicBezTo>
                  <a:pt x="3144" y="2037"/>
                  <a:pt x="3144" y="2036"/>
                  <a:pt x="3144" y="2036"/>
                </a:cubicBezTo>
                <a:cubicBezTo>
                  <a:pt x="3143" y="2036"/>
                  <a:pt x="3143" y="2036"/>
                  <a:pt x="3142" y="2036"/>
                </a:cubicBezTo>
                <a:lnTo>
                  <a:pt x="3141" y="2036"/>
                </a:lnTo>
                <a:cubicBezTo>
                  <a:pt x="3140" y="2036"/>
                  <a:pt x="3140" y="2037"/>
                  <a:pt x="3140" y="2037"/>
                </a:cubicBezTo>
                <a:lnTo>
                  <a:pt x="3139" y="2038"/>
                </a:lnTo>
                <a:cubicBezTo>
                  <a:pt x="3138" y="2048"/>
                  <a:pt x="3137" y="2058"/>
                  <a:pt x="3137" y="2068"/>
                </a:cubicBezTo>
                <a:cubicBezTo>
                  <a:pt x="3137" y="2072"/>
                  <a:pt x="3137" y="2076"/>
                  <a:pt x="3138" y="2080"/>
                </a:cubicBezTo>
                <a:cubicBezTo>
                  <a:pt x="3138" y="2084"/>
                  <a:pt x="3141" y="2082"/>
                  <a:pt x="3139" y="2089"/>
                </a:cubicBezTo>
                <a:cubicBezTo>
                  <a:pt x="3138" y="2095"/>
                  <a:pt x="3137" y="2100"/>
                  <a:pt x="3137" y="2106"/>
                </a:cubicBezTo>
                <a:cubicBezTo>
                  <a:pt x="3137" y="2107"/>
                  <a:pt x="3137" y="2107"/>
                  <a:pt x="3137" y="2107"/>
                </a:cubicBezTo>
                <a:cubicBezTo>
                  <a:pt x="3127" y="2108"/>
                  <a:pt x="3118" y="2110"/>
                  <a:pt x="3107" y="2112"/>
                </a:cubicBezTo>
                <a:cubicBezTo>
                  <a:pt x="3107" y="2109"/>
                  <a:pt x="3107" y="2105"/>
                  <a:pt x="3107" y="2102"/>
                </a:cubicBezTo>
                <a:cubicBezTo>
                  <a:pt x="3107" y="2092"/>
                  <a:pt x="3108" y="2082"/>
                  <a:pt x="3110" y="2072"/>
                </a:cubicBezTo>
                <a:cubicBezTo>
                  <a:pt x="3110" y="2053"/>
                  <a:pt x="3106" y="2033"/>
                  <a:pt x="3106" y="2014"/>
                </a:cubicBezTo>
                <a:cubicBezTo>
                  <a:pt x="3106" y="2008"/>
                  <a:pt x="3097" y="2008"/>
                  <a:pt x="3097" y="2014"/>
                </a:cubicBezTo>
                <a:cubicBezTo>
                  <a:pt x="3097" y="2033"/>
                  <a:pt x="3095" y="2052"/>
                  <a:pt x="3093" y="2071"/>
                </a:cubicBezTo>
                <a:cubicBezTo>
                  <a:pt x="3089" y="2085"/>
                  <a:pt x="3088" y="2099"/>
                  <a:pt x="3088" y="2113"/>
                </a:cubicBezTo>
                <a:cubicBezTo>
                  <a:pt x="3088" y="2114"/>
                  <a:pt x="3088" y="2115"/>
                  <a:pt x="3088" y="2116"/>
                </a:cubicBezTo>
                <a:lnTo>
                  <a:pt x="3069" y="2120"/>
                </a:lnTo>
                <a:cubicBezTo>
                  <a:pt x="3069" y="2063"/>
                  <a:pt x="3073" y="2006"/>
                  <a:pt x="3071" y="1949"/>
                </a:cubicBezTo>
                <a:cubicBezTo>
                  <a:pt x="3071" y="1943"/>
                  <a:pt x="3063" y="1943"/>
                  <a:pt x="3063" y="1949"/>
                </a:cubicBezTo>
                <a:cubicBezTo>
                  <a:pt x="3061" y="2008"/>
                  <a:pt x="3050" y="2065"/>
                  <a:pt x="3050" y="2124"/>
                </a:cubicBezTo>
                <a:cubicBezTo>
                  <a:pt x="3042" y="2126"/>
                  <a:pt x="3034" y="2128"/>
                  <a:pt x="3026" y="2131"/>
                </a:cubicBezTo>
                <a:cubicBezTo>
                  <a:pt x="3027" y="2108"/>
                  <a:pt x="3028" y="2084"/>
                  <a:pt x="3028" y="2061"/>
                </a:cubicBezTo>
                <a:cubicBezTo>
                  <a:pt x="3028" y="2045"/>
                  <a:pt x="3027" y="2029"/>
                  <a:pt x="3027" y="2013"/>
                </a:cubicBezTo>
                <a:cubicBezTo>
                  <a:pt x="3027" y="2006"/>
                  <a:pt x="3017" y="2007"/>
                  <a:pt x="3016" y="2013"/>
                </a:cubicBezTo>
                <a:cubicBezTo>
                  <a:pt x="3017" y="2020"/>
                  <a:pt x="3017" y="2027"/>
                  <a:pt x="3017" y="2034"/>
                </a:cubicBezTo>
                <a:cubicBezTo>
                  <a:pt x="3017" y="2047"/>
                  <a:pt x="3016" y="2061"/>
                  <a:pt x="3013" y="2074"/>
                </a:cubicBezTo>
                <a:cubicBezTo>
                  <a:pt x="3010" y="2085"/>
                  <a:pt x="3009" y="2097"/>
                  <a:pt x="3009" y="2109"/>
                </a:cubicBezTo>
                <a:cubicBezTo>
                  <a:pt x="3009" y="2117"/>
                  <a:pt x="3009" y="2126"/>
                  <a:pt x="3011" y="2134"/>
                </a:cubicBezTo>
                <a:lnTo>
                  <a:pt x="2996" y="2139"/>
                </a:lnTo>
                <a:cubicBezTo>
                  <a:pt x="2990" y="2141"/>
                  <a:pt x="2984" y="2144"/>
                  <a:pt x="2977" y="2147"/>
                </a:cubicBezTo>
                <a:cubicBezTo>
                  <a:pt x="2979" y="2084"/>
                  <a:pt x="2985" y="2022"/>
                  <a:pt x="2985" y="1960"/>
                </a:cubicBezTo>
                <a:cubicBezTo>
                  <a:pt x="2985" y="1954"/>
                  <a:pt x="2974" y="1954"/>
                  <a:pt x="2974" y="1960"/>
                </a:cubicBezTo>
                <a:cubicBezTo>
                  <a:pt x="2974" y="2024"/>
                  <a:pt x="2961" y="2088"/>
                  <a:pt x="2962" y="2152"/>
                </a:cubicBezTo>
                <a:cubicBezTo>
                  <a:pt x="2954" y="2155"/>
                  <a:pt x="2946" y="2159"/>
                  <a:pt x="2939" y="2162"/>
                </a:cubicBezTo>
                <a:cubicBezTo>
                  <a:pt x="2941" y="2142"/>
                  <a:pt x="2939" y="2123"/>
                  <a:pt x="2939" y="2105"/>
                </a:cubicBezTo>
                <a:cubicBezTo>
                  <a:pt x="2939" y="2087"/>
                  <a:pt x="2942" y="2054"/>
                  <a:pt x="2930" y="2040"/>
                </a:cubicBezTo>
                <a:cubicBezTo>
                  <a:pt x="2926" y="2035"/>
                  <a:pt x="2919" y="2041"/>
                  <a:pt x="2922" y="2046"/>
                </a:cubicBezTo>
                <a:cubicBezTo>
                  <a:pt x="2931" y="2058"/>
                  <a:pt x="2921" y="2110"/>
                  <a:pt x="2920" y="2121"/>
                </a:cubicBezTo>
                <a:cubicBezTo>
                  <a:pt x="2917" y="2133"/>
                  <a:pt x="2916" y="2145"/>
                  <a:pt x="2916" y="2157"/>
                </a:cubicBezTo>
                <a:cubicBezTo>
                  <a:pt x="2916" y="2162"/>
                  <a:pt x="2916" y="2167"/>
                  <a:pt x="2917" y="2172"/>
                </a:cubicBezTo>
                <a:cubicBezTo>
                  <a:pt x="2913" y="2174"/>
                  <a:pt x="2909" y="2177"/>
                  <a:pt x="2904" y="2179"/>
                </a:cubicBezTo>
                <a:cubicBezTo>
                  <a:pt x="2904" y="2089"/>
                  <a:pt x="2905" y="1998"/>
                  <a:pt x="2903" y="1907"/>
                </a:cubicBezTo>
                <a:cubicBezTo>
                  <a:pt x="2903" y="1903"/>
                  <a:pt x="2895" y="1903"/>
                  <a:pt x="2895" y="1907"/>
                </a:cubicBezTo>
                <a:cubicBezTo>
                  <a:pt x="2892" y="2002"/>
                  <a:pt x="2888" y="2096"/>
                  <a:pt x="2887" y="2190"/>
                </a:cubicBezTo>
                <a:cubicBezTo>
                  <a:pt x="2880" y="2194"/>
                  <a:pt x="2873" y="2199"/>
                  <a:pt x="2867" y="2204"/>
                </a:cubicBezTo>
                <a:cubicBezTo>
                  <a:pt x="2865" y="2180"/>
                  <a:pt x="2867" y="2156"/>
                  <a:pt x="2864" y="2133"/>
                </a:cubicBezTo>
                <a:cubicBezTo>
                  <a:pt x="2858" y="2084"/>
                  <a:pt x="2860" y="2033"/>
                  <a:pt x="2858" y="1984"/>
                </a:cubicBezTo>
                <a:cubicBezTo>
                  <a:pt x="2858" y="1980"/>
                  <a:pt x="2850" y="1979"/>
                  <a:pt x="2850" y="1984"/>
                </a:cubicBezTo>
                <a:cubicBezTo>
                  <a:pt x="2848" y="2034"/>
                  <a:pt x="2844" y="2084"/>
                  <a:pt x="2846" y="2134"/>
                </a:cubicBezTo>
                <a:cubicBezTo>
                  <a:pt x="2846" y="2160"/>
                  <a:pt x="2841" y="2193"/>
                  <a:pt x="2848" y="2218"/>
                </a:cubicBezTo>
                <a:cubicBezTo>
                  <a:pt x="2841" y="2225"/>
                  <a:pt x="2833" y="2231"/>
                  <a:pt x="2826" y="2238"/>
                </a:cubicBezTo>
                <a:cubicBezTo>
                  <a:pt x="2840" y="2125"/>
                  <a:pt x="2829" y="2002"/>
                  <a:pt x="2823" y="1890"/>
                </a:cubicBezTo>
                <a:cubicBezTo>
                  <a:pt x="2823" y="1890"/>
                  <a:pt x="2822" y="1889"/>
                  <a:pt x="2822" y="1888"/>
                </a:cubicBezTo>
                <a:lnTo>
                  <a:pt x="2821" y="1887"/>
                </a:lnTo>
                <a:cubicBezTo>
                  <a:pt x="2820" y="1887"/>
                  <a:pt x="2820" y="1887"/>
                  <a:pt x="2819" y="1887"/>
                </a:cubicBezTo>
                <a:cubicBezTo>
                  <a:pt x="2819" y="1887"/>
                  <a:pt x="2818" y="1887"/>
                  <a:pt x="2817" y="1887"/>
                </a:cubicBezTo>
                <a:lnTo>
                  <a:pt x="2816" y="1888"/>
                </a:lnTo>
                <a:cubicBezTo>
                  <a:pt x="2815" y="1889"/>
                  <a:pt x="2816" y="1890"/>
                  <a:pt x="2816" y="1890"/>
                </a:cubicBezTo>
                <a:cubicBezTo>
                  <a:pt x="2812" y="1951"/>
                  <a:pt x="2806" y="2011"/>
                  <a:pt x="2805" y="2072"/>
                </a:cubicBezTo>
                <a:cubicBezTo>
                  <a:pt x="2805" y="2072"/>
                  <a:pt x="2805" y="2073"/>
                  <a:pt x="2805" y="2074"/>
                </a:cubicBezTo>
                <a:cubicBezTo>
                  <a:pt x="2801" y="2052"/>
                  <a:pt x="2795" y="2029"/>
                  <a:pt x="2788" y="2008"/>
                </a:cubicBezTo>
                <a:cubicBezTo>
                  <a:pt x="2790" y="1999"/>
                  <a:pt x="2791" y="1989"/>
                  <a:pt x="2791" y="1980"/>
                </a:cubicBezTo>
                <a:cubicBezTo>
                  <a:pt x="2791" y="1973"/>
                  <a:pt x="2790" y="1967"/>
                  <a:pt x="2789" y="1960"/>
                </a:cubicBezTo>
                <a:cubicBezTo>
                  <a:pt x="2788" y="1934"/>
                  <a:pt x="2785" y="1909"/>
                  <a:pt x="2784" y="1883"/>
                </a:cubicBezTo>
                <a:lnTo>
                  <a:pt x="2784" y="1882"/>
                </a:lnTo>
                <a:cubicBezTo>
                  <a:pt x="2783" y="1881"/>
                  <a:pt x="2783" y="1881"/>
                  <a:pt x="2783" y="1881"/>
                </a:cubicBezTo>
                <a:cubicBezTo>
                  <a:pt x="2782" y="1880"/>
                  <a:pt x="2782" y="1880"/>
                  <a:pt x="2781" y="1880"/>
                </a:cubicBezTo>
                <a:lnTo>
                  <a:pt x="2780" y="1881"/>
                </a:lnTo>
                <a:cubicBezTo>
                  <a:pt x="2779" y="1882"/>
                  <a:pt x="2780" y="1881"/>
                  <a:pt x="2779" y="1882"/>
                </a:cubicBezTo>
                <a:cubicBezTo>
                  <a:pt x="2778" y="1883"/>
                  <a:pt x="2778" y="1883"/>
                  <a:pt x="2778" y="1883"/>
                </a:cubicBezTo>
                <a:cubicBezTo>
                  <a:pt x="2777" y="1905"/>
                  <a:pt x="2776" y="1927"/>
                  <a:pt x="2774" y="1949"/>
                </a:cubicBezTo>
                <a:cubicBezTo>
                  <a:pt x="2774" y="1955"/>
                  <a:pt x="2773" y="1961"/>
                  <a:pt x="2772" y="1967"/>
                </a:cubicBezTo>
                <a:cubicBezTo>
                  <a:pt x="2767" y="1955"/>
                  <a:pt x="2761" y="1944"/>
                  <a:pt x="2755" y="1933"/>
                </a:cubicBezTo>
                <a:cubicBezTo>
                  <a:pt x="2755" y="1926"/>
                  <a:pt x="2755" y="1919"/>
                  <a:pt x="2755" y="1912"/>
                </a:cubicBezTo>
                <a:cubicBezTo>
                  <a:pt x="2755" y="1889"/>
                  <a:pt x="2752" y="1867"/>
                  <a:pt x="2751" y="1845"/>
                </a:cubicBezTo>
                <a:cubicBezTo>
                  <a:pt x="2751" y="1840"/>
                  <a:pt x="2743" y="1840"/>
                  <a:pt x="2743" y="1845"/>
                </a:cubicBezTo>
                <a:cubicBezTo>
                  <a:pt x="2743" y="1864"/>
                  <a:pt x="2739" y="1883"/>
                  <a:pt x="2739" y="1902"/>
                </a:cubicBezTo>
                <a:cubicBezTo>
                  <a:pt x="2739" y="1904"/>
                  <a:pt x="2739" y="1905"/>
                  <a:pt x="2739" y="1906"/>
                </a:cubicBezTo>
                <a:cubicBezTo>
                  <a:pt x="2733" y="1897"/>
                  <a:pt x="2726" y="1889"/>
                  <a:pt x="2719" y="1880"/>
                </a:cubicBezTo>
                <a:cubicBezTo>
                  <a:pt x="2721" y="1879"/>
                  <a:pt x="2722" y="1878"/>
                  <a:pt x="2723" y="1876"/>
                </a:cubicBezTo>
                <a:cubicBezTo>
                  <a:pt x="2724" y="1873"/>
                  <a:pt x="2725" y="1871"/>
                  <a:pt x="2725" y="1868"/>
                </a:cubicBezTo>
                <a:cubicBezTo>
                  <a:pt x="2725" y="1867"/>
                  <a:pt x="2725" y="1867"/>
                  <a:pt x="2725" y="1866"/>
                </a:cubicBezTo>
                <a:cubicBezTo>
                  <a:pt x="2725" y="1864"/>
                  <a:pt x="2725" y="1862"/>
                  <a:pt x="2725" y="1860"/>
                </a:cubicBezTo>
                <a:cubicBezTo>
                  <a:pt x="2725" y="1851"/>
                  <a:pt x="2724" y="1841"/>
                  <a:pt x="2722" y="1832"/>
                </a:cubicBezTo>
                <a:lnTo>
                  <a:pt x="2722" y="1831"/>
                </a:lnTo>
                <a:cubicBezTo>
                  <a:pt x="2721" y="1830"/>
                  <a:pt x="2720" y="1828"/>
                  <a:pt x="2719" y="1828"/>
                </a:cubicBezTo>
                <a:cubicBezTo>
                  <a:pt x="2718" y="1827"/>
                  <a:pt x="2717" y="1827"/>
                  <a:pt x="2716" y="1827"/>
                </a:cubicBezTo>
                <a:cubicBezTo>
                  <a:pt x="2714" y="1827"/>
                  <a:pt x="2713" y="1827"/>
                  <a:pt x="2712" y="1828"/>
                </a:cubicBezTo>
                <a:cubicBezTo>
                  <a:pt x="2711" y="1828"/>
                  <a:pt x="2711" y="1830"/>
                  <a:pt x="2710" y="1831"/>
                </a:cubicBezTo>
                <a:cubicBezTo>
                  <a:pt x="2709" y="1832"/>
                  <a:pt x="2709" y="1832"/>
                  <a:pt x="2709" y="1832"/>
                </a:cubicBezTo>
                <a:cubicBezTo>
                  <a:pt x="2707" y="1839"/>
                  <a:pt x="2706" y="1846"/>
                  <a:pt x="2706" y="1853"/>
                </a:cubicBezTo>
                <a:cubicBezTo>
                  <a:pt x="2706" y="1854"/>
                  <a:pt x="2706" y="1856"/>
                  <a:pt x="2706" y="1857"/>
                </a:cubicBezTo>
                <a:cubicBezTo>
                  <a:pt x="2706" y="1860"/>
                  <a:pt x="2706" y="1863"/>
                  <a:pt x="2706" y="1866"/>
                </a:cubicBezTo>
                <a:cubicBezTo>
                  <a:pt x="2698" y="1858"/>
                  <a:pt x="2690" y="1850"/>
                  <a:pt x="2681" y="1843"/>
                </a:cubicBezTo>
                <a:cubicBezTo>
                  <a:pt x="2667" y="1832"/>
                  <a:pt x="2655" y="1821"/>
                  <a:pt x="2643" y="1808"/>
                </a:cubicBezTo>
                <a:cubicBezTo>
                  <a:pt x="2704" y="1819"/>
                  <a:pt x="2778" y="1805"/>
                  <a:pt x="2836" y="1822"/>
                </a:cubicBezTo>
                <a:cubicBezTo>
                  <a:pt x="2889" y="1836"/>
                  <a:pt x="2959" y="1831"/>
                  <a:pt x="3014" y="1838"/>
                </a:cubicBezTo>
                <a:cubicBezTo>
                  <a:pt x="3077" y="1846"/>
                  <a:pt x="3153" y="1845"/>
                  <a:pt x="3213" y="1866"/>
                </a:cubicBezTo>
                <a:cubicBezTo>
                  <a:pt x="3259" y="1881"/>
                  <a:pt x="3306" y="1893"/>
                  <a:pt x="3354" y="1900"/>
                </a:cubicBezTo>
                <a:cubicBezTo>
                  <a:pt x="3413" y="1909"/>
                  <a:pt x="3472" y="1929"/>
                  <a:pt x="3529" y="1936"/>
                </a:cubicBezTo>
                <a:cubicBezTo>
                  <a:pt x="3585" y="1942"/>
                  <a:pt x="3643" y="1962"/>
                  <a:pt x="3699" y="1975"/>
                </a:cubicBezTo>
                <a:lnTo>
                  <a:pt x="3700" y="1975"/>
                </a:lnTo>
                <a:moveTo>
                  <a:pt x="4221" y="2897"/>
                </a:moveTo>
                <a:cubicBezTo>
                  <a:pt x="4217" y="2921"/>
                  <a:pt x="4195" y="2943"/>
                  <a:pt x="4181" y="2960"/>
                </a:cubicBezTo>
                <a:cubicBezTo>
                  <a:pt x="4169" y="2974"/>
                  <a:pt x="4157" y="2989"/>
                  <a:pt x="4146" y="3004"/>
                </a:cubicBezTo>
                <a:lnTo>
                  <a:pt x="4131" y="3013"/>
                </a:lnTo>
                <a:lnTo>
                  <a:pt x="4121" y="3019"/>
                </a:lnTo>
                <a:cubicBezTo>
                  <a:pt x="4123" y="3017"/>
                  <a:pt x="4125" y="3014"/>
                  <a:pt x="4126" y="3012"/>
                </a:cubicBezTo>
                <a:cubicBezTo>
                  <a:pt x="4130" y="3007"/>
                  <a:pt x="4133" y="3001"/>
                  <a:pt x="4137" y="2995"/>
                </a:cubicBezTo>
                <a:cubicBezTo>
                  <a:pt x="4140" y="2989"/>
                  <a:pt x="4144" y="2983"/>
                  <a:pt x="4147" y="2976"/>
                </a:cubicBezTo>
                <a:cubicBezTo>
                  <a:pt x="4155" y="2957"/>
                  <a:pt x="4168" y="2940"/>
                  <a:pt x="4174" y="2920"/>
                </a:cubicBezTo>
                <a:cubicBezTo>
                  <a:pt x="4180" y="2898"/>
                  <a:pt x="4188" y="2877"/>
                  <a:pt x="4198" y="2856"/>
                </a:cubicBezTo>
                <a:cubicBezTo>
                  <a:pt x="4199" y="2854"/>
                  <a:pt x="4196" y="2853"/>
                  <a:pt x="4195" y="2855"/>
                </a:cubicBezTo>
                <a:cubicBezTo>
                  <a:pt x="4186" y="2869"/>
                  <a:pt x="4179" y="2883"/>
                  <a:pt x="4171" y="2898"/>
                </a:cubicBezTo>
                <a:cubicBezTo>
                  <a:pt x="4158" y="2922"/>
                  <a:pt x="4144" y="2944"/>
                  <a:pt x="4129" y="2968"/>
                </a:cubicBezTo>
                <a:cubicBezTo>
                  <a:pt x="4114" y="2991"/>
                  <a:pt x="4095" y="3005"/>
                  <a:pt x="4080" y="3024"/>
                </a:cubicBezTo>
                <a:cubicBezTo>
                  <a:pt x="4075" y="3018"/>
                  <a:pt x="4071" y="3012"/>
                  <a:pt x="4067" y="3007"/>
                </a:cubicBezTo>
                <a:cubicBezTo>
                  <a:pt x="4079" y="2994"/>
                  <a:pt x="4090" y="2980"/>
                  <a:pt x="4099" y="2964"/>
                </a:cubicBezTo>
                <a:cubicBezTo>
                  <a:pt x="4100" y="2963"/>
                  <a:pt x="4101" y="2962"/>
                  <a:pt x="4101" y="2961"/>
                </a:cubicBezTo>
                <a:cubicBezTo>
                  <a:pt x="4112" y="2942"/>
                  <a:pt x="4114" y="2919"/>
                  <a:pt x="4127" y="2901"/>
                </a:cubicBezTo>
                <a:cubicBezTo>
                  <a:pt x="4131" y="2895"/>
                  <a:pt x="4124" y="2888"/>
                  <a:pt x="4120" y="2893"/>
                </a:cubicBezTo>
                <a:cubicBezTo>
                  <a:pt x="4106" y="2911"/>
                  <a:pt x="4094" y="2931"/>
                  <a:pt x="4082" y="2949"/>
                </a:cubicBezTo>
                <a:cubicBezTo>
                  <a:pt x="4072" y="2962"/>
                  <a:pt x="4061" y="2975"/>
                  <a:pt x="4050" y="2986"/>
                </a:cubicBezTo>
                <a:cubicBezTo>
                  <a:pt x="4045" y="2981"/>
                  <a:pt x="4040" y="2976"/>
                  <a:pt x="4035" y="2971"/>
                </a:cubicBezTo>
                <a:cubicBezTo>
                  <a:pt x="4039" y="2965"/>
                  <a:pt x="4043" y="2959"/>
                  <a:pt x="4047" y="2953"/>
                </a:cubicBezTo>
                <a:cubicBezTo>
                  <a:pt x="4049" y="2949"/>
                  <a:pt x="4051" y="2945"/>
                  <a:pt x="4053" y="2940"/>
                </a:cubicBezTo>
                <a:cubicBezTo>
                  <a:pt x="4060" y="2929"/>
                  <a:pt x="4069" y="2918"/>
                  <a:pt x="4076" y="2906"/>
                </a:cubicBezTo>
                <a:cubicBezTo>
                  <a:pt x="4080" y="2899"/>
                  <a:pt x="4084" y="2891"/>
                  <a:pt x="4088" y="2884"/>
                </a:cubicBezTo>
                <a:cubicBezTo>
                  <a:pt x="4091" y="2878"/>
                  <a:pt x="4095" y="2873"/>
                  <a:pt x="4098" y="2867"/>
                </a:cubicBezTo>
                <a:cubicBezTo>
                  <a:pt x="4101" y="2864"/>
                  <a:pt x="4097" y="2859"/>
                  <a:pt x="4094" y="2863"/>
                </a:cubicBezTo>
                <a:cubicBezTo>
                  <a:pt x="4068" y="2890"/>
                  <a:pt x="4053" y="2936"/>
                  <a:pt x="4020" y="2957"/>
                </a:cubicBezTo>
                <a:cubicBezTo>
                  <a:pt x="4012" y="2949"/>
                  <a:pt x="4003" y="2941"/>
                  <a:pt x="3993" y="2934"/>
                </a:cubicBezTo>
                <a:cubicBezTo>
                  <a:pt x="4001" y="2928"/>
                  <a:pt x="4008" y="2922"/>
                  <a:pt x="4016" y="2916"/>
                </a:cubicBezTo>
                <a:cubicBezTo>
                  <a:pt x="4026" y="2906"/>
                  <a:pt x="4034" y="2895"/>
                  <a:pt x="4042" y="2884"/>
                </a:cubicBezTo>
                <a:cubicBezTo>
                  <a:pt x="4045" y="2881"/>
                  <a:pt x="4047" y="2877"/>
                  <a:pt x="4050" y="2873"/>
                </a:cubicBezTo>
                <a:cubicBezTo>
                  <a:pt x="4053" y="2867"/>
                  <a:pt x="4056" y="2861"/>
                  <a:pt x="4057" y="2855"/>
                </a:cubicBezTo>
                <a:cubicBezTo>
                  <a:pt x="4057" y="2854"/>
                  <a:pt x="4057" y="2854"/>
                  <a:pt x="4057" y="2854"/>
                </a:cubicBezTo>
                <a:cubicBezTo>
                  <a:pt x="4057" y="2853"/>
                  <a:pt x="4056" y="2853"/>
                  <a:pt x="4056" y="2853"/>
                </a:cubicBezTo>
                <a:cubicBezTo>
                  <a:pt x="4056" y="2852"/>
                  <a:pt x="4055" y="2852"/>
                  <a:pt x="4055" y="2852"/>
                </a:cubicBezTo>
                <a:cubicBezTo>
                  <a:pt x="4054" y="2852"/>
                  <a:pt x="4054" y="2852"/>
                  <a:pt x="4053" y="2853"/>
                </a:cubicBezTo>
                <a:cubicBezTo>
                  <a:pt x="4053" y="2853"/>
                  <a:pt x="4052" y="2853"/>
                  <a:pt x="4052" y="2854"/>
                </a:cubicBezTo>
                <a:lnTo>
                  <a:pt x="4052" y="2855"/>
                </a:lnTo>
                <a:cubicBezTo>
                  <a:pt x="4048" y="2865"/>
                  <a:pt x="4027" y="2878"/>
                  <a:pt x="4019" y="2883"/>
                </a:cubicBezTo>
                <a:cubicBezTo>
                  <a:pt x="4010" y="2887"/>
                  <a:pt x="4002" y="2894"/>
                  <a:pt x="3993" y="2899"/>
                </a:cubicBezTo>
                <a:cubicBezTo>
                  <a:pt x="3990" y="2902"/>
                  <a:pt x="3986" y="2904"/>
                  <a:pt x="3983" y="2906"/>
                </a:cubicBezTo>
                <a:cubicBezTo>
                  <a:pt x="3979" y="2908"/>
                  <a:pt x="3974" y="2910"/>
                  <a:pt x="3970" y="2912"/>
                </a:cubicBezTo>
                <a:cubicBezTo>
                  <a:pt x="3968" y="2912"/>
                  <a:pt x="3967" y="2913"/>
                  <a:pt x="3965" y="2914"/>
                </a:cubicBezTo>
                <a:cubicBezTo>
                  <a:pt x="3959" y="2910"/>
                  <a:pt x="3954" y="2907"/>
                  <a:pt x="3948" y="2903"/>
                </a:cubicBezTo>
                <a:lnTo>
                  <a:pt x="3953" y="2898"/>
                </a:lnTo>
                <a:cubicBezTo>
                  <a:pt x="3967" y="2881"/>
                  <a:pt x="3982" y="2864"/>
                  <a:pt x="3997" y="2846"/>
                </a:cubicBezTo>
                <a:cubicBezTo>
                  <a:pt x="4005" y="2838"/>
                  <a:pt x="4012" y="2829"/>
                  <a:pt x="4019" y="2820"/>
                </a:cubicBezTo>
                <a:cubicBezTo>
                  <a:pt x="4022" y="2814"/>
                  <a:pt x="4025" y="2807"/>
                  <a:pt x="4029" y="2801"/>
                </a:cubicBezTo>
                <a:cubicBezTo>
                  <a:pt x="4033" y="2793"/>
                  <a:pt x="4039" y="2785"/>
                  <a:pt x="4044" y="2778"/>
                </a:cubicBezTo>
                <a:cubicBezTo>
                  <a:pt x="4048" y="2774"/>
                  <a:pt x="4041" y="2769"/>
                  <a:pt x="4038" y="2773"/>
                </a:cubicBezTo>
                <a:cubicBezTo>
                  <a:pt x="4032" y="2779"/>
                  <a:pt x="4027" y="2786"/>
                  <a:pt x="4022" y="2794"/>
                </a:cubicBezTo>
                <a:cubicBezTo>
                  <a:pt x="4022" y="2795"/>
                  <a:pt x="4021" y="2796"/>
                  <a:pt x="4021" y="2797"/>
                </a:cubicBezTo>
                <a:cubicBezTo>
                  <a:pt x="4012" y="2809"/>
                  <a:pt x="4002" y="2821"/>
                  <a:pt x="3991" y="2833"/>
                </a:cubicBezTo>
                <a:cubicBezTo>
                  <a:pt x="3981" y="2844"/>
                  <a:pt x="3970" y="2853"/>
                  <a:pt x="3959" y="2862"/>
                </a:cubicBezTo>
                <a:cubicBezTo>
                  <a:pt x="3949" y="2872"/>
                  <a:pt x="3938" y="2881"/>
                  <a:pt x="3926" y="2890"/>
                </a:cubicBezTo>
                <a:cubicBezTo>
                  <a:pt x="3918" y="2885"/>
                  <a:pt x="3909" y="2881"/>
                  <a:pt x="3900" y="2876"/>
                </a:cubicBezTo>
                <a:cubicBezTo>
                  <a:pt x="3915" y="2867"/>
                  <a:pt x="3930" y="2857"/>
                  <a:pt x="3944" y="2846"/>
                </a:cubicBezTo>
                <a:cubicBezTo>
                  <a:pt x="3956" y="2834"/>
                  <a:pt x="3968" y="2822"/>
                  <a:pt x="3979" y="2809"/>
                </a:cubicBezTo>
                <a:cubicBezTo>
                  <a:pt x="3983" y="2806"/>
                  <a:pt x="3987" y="2802"/>
                  <a:pt x="3990" y="2797"/>
                </a:cubicBezTo>
                <a:cubicBezTo>
                  <a:pt x="3991" y="2794"/>
                  <a:pt x="3993" y="2791"/>
                  <a:pt x="3994" y="2787"/>
                </a:cubicBezTo>
                <a:lnTo>
                  <a:pt x="3994" y="2786"/>
                </a:lnTo>
                <a:cubicBezTo>
                  <a:pt x="3994" y="2786"/>
                  <a:pt x="3993" y="2785"/>
                  <a:pt x="3993" y="2784"/>
                </a:cubicBezTo>
                <a:cubicBezTo>
                  <a:pt x="3992" y="2783"/>
                  <a:pt x="3992" y="2782"/>
                  <a:pt x="3991" y="2782"/>
                </a:cubicBezTo>
                <a:cubicBezTo>
                  <a:pt x="3991" y="2782"/>
                  <a:pt x="3990" y="2781"/>
                  <a:pt x="3989" y="2781"/>
                </a:cubicBezTo>
                <a:cubicBezTo>
                  <a:pt x="3988" y="2781"/>
                  <a:pt x="3987" y="2782"/>
                  <a:pt x="3986" y="2782"/>
                </a:cubicBezTo>
                <a:cubicBezTo>
                  <a:pt x="3985" y="2782"/>
                  <a:pt x="3985" y="2783"/>
                  <a:pt x="3984" y="2784"/>
                </a:cubicBezTo>
                <a:lnTo>
                  <a:pt x="3984" y="2785"/>
                </a:lnTo>
                <a:cubicBezTo>
                  <a:pt x="3981" y="2793"/>
                  <a:pt x="3964" y="2797"/>
                  <a:pt x="3958" y="2804"/>
                </a:cubicBezTo>
                <a:cubicBezTo>
                  <a:pt x="3952" y="2811"/>
                  <a:pt x="3940" y="2821"/>
                  <a:pt x="3930" y="2829"/>
                </a:cubicBezTo>
                <a:cubicBezTo>
                  <a:pt x="3921" y="2837"/>
                  <a:pt x="3910" y="2845"/>
                  <a:pt x="3900" y="2851"/>
                </a:cubicBezTo>
                <a:cubicBezTo>
                  <a:pt x="3898" y="2852"/>
                  <a:pt x="3897" y="2852"/>
                  <a:pt x="3896" y="2853"/>
                </a:cubicBezTo>
                <a:cubicBezTo>
                  <a:pt x="3890" y="2856"/>
                  <a:pt x="3883" y="2862"/>
                  <a:pt x="3875" y="2865"/>
                </a:cubicBezTo>
                <a:cubicBezTo>
                  <a:pt x="3867" y="2862"/>
                  <a:pt x="3859" y="2859"/>
                  <a:pt x="3851" y="2856"/>
                </a:cubicBezTo>
                <a:cubicBezTo>
                  <a:pt x="3902" y="2830"/>
                  <a:pt x="3938" y="2775"/>
                  <a:pt x="3975" y="2735"/>
                </a:cubicBezTo>
                <a:cubicBezTo>
                  <a:pt x="3979" y="2730"/>
                  <a:pt x="3973" y="2723"/>
                  <a:pt x="3968" y="2728"/>
                </a:cubicBezTo>
                <a:cubicBezTo>
                  <a:pt x="3950" y="2749"/>
                  <a:pt x="3930" y="2768"/>
                  <a:pt x="3909" y="2787"/>
                </a:cubicBezTo>
                <a:cubicBezTo>
                  <a:pt x="3885" y="2806"/>
                  <a:pt x="3857" y="2846"/>
                  <a:pt x="3821" y="2843"/>
                </a:cubicBezTo>
                <a:lnTo>
                  <a:pt x="3820" y="2843"/>
                </a:lnTo>
                <a:cubicBezTo>
                  <a:pt x="3811" y="2841"/>
                  <a:pt x="3803" y="2838"/>
                  <a:pt x="3795" y="2836"/>
                </a:cubicBezTo>
                <a:lnTo>
                  <a:pt x="3796" y="2835"/>
                </a:lnTo>
                <a:cubicBezTo>
                  <a:pt x="3801" y="2831"/>
                  <a:pt x="3807" y="2827"/>
                  <a:pt x="3814" y="2823"/>
                </a:cubicBezTo>
                <a:cubicBezTo>
                  <a:pt x="3815" y="2822"/>
                  <a:pt x="3816" y="2821"/>
                  <a:pt x="3818" y="2821"/>
                </a:cubicBezTo>
                <a:cubicBezTo>
                  <a:pt x="3829" y="2812"/>
                  <a:pt x="3840" y="2802"/>
                  <a:pt x="3851" y="2792"/>
                </a:cubicBezTo>
                <a:cubicBezTo>
                  <a:pt x="3866" y="2781"/>
                  <a:pt x="3879" y="2766"/>
                  <a:pt x="3889" y="2750"/>
                </a:cubicBezTo>
                <a:cubicBezTo>
                  <a:pt x="3891" y="2746"/>
                  <a:pt x="3893" y="2742"/>
                  <a:pt x="3894" y="2738"/>
                </a:cubicBezTo>
                <a:cubicBezTo>
                  <a:pt x="3896" y="2732"/>
                  <a:pt x="3888" y="2730"/>
                  <a:pt x="3885" y="2736"/>
                </a:cubicBezTo>
                <a:cubicBezTo>
                  <a:pt x="3880" y="2747"/>
                  <a:pt x="3866" y="2752"/>
                  <a:pt x="3855" y="2758"/>
                </a:cubicBezTo>
                <a:cubicBezTo>
                  <a:pt x="3840" y="2768"/>
                  <a:pt x="3826" y="2779"/>
                  <a:pt x="3811" y="2790"/>
                </a:cubicBezTo>
                <a:cubicBezTo>
                  <a:pt x="3796" y="2800"/>
                  <a:pt x="3779" y="2805"/>
                  <a:pt x="3770" y="2820"/>
                </a:cubicBezTo>
                <a:lnTo>
                  <a:pt x="3770" y="2821"/>
                </a:lnTo>
                <a:cubicBezTo>
                  <a:pt x="3768" y="2823"/>
                  <a:pt x="3768" y="2825"/>
                  <a:pt x="3768" y="2828"/>
                </a:cubicBezTo>
                <a:cubicBezTo>
                  <a:pt x="3768" y="2829"/>
                  <a:pt x="3768" y="2830"/>
                  <a:pt x="3768" y="2831"/>
                </a:cubicBezTo>
                <a:cubicBezTo>
                  <a:pt x="3754" y="2828"/>
                  <a:pt x="3740" y="2826"/>
                  <a:pt x="3726" y="2824"/>
                </a:cubicBezTo>
                <a:cubicBezTo>
                  <a:pt x="3750" y="2799"/>
                  <a:pt x="3777" y="2777"/>
                  <a:pt x="3805" y="2757"/>
                </a:cubicBezTo>
                <a:cubicBezTo>
                  <a:pt x="3822" y="2746"/>
                  <a:pt x="3835" y="2731"/>
                  <a:pt x="3852" y="2720"/>
                </a:cubicBezTo>
                <a:cubicBezTo>
                  <a:pt x="3864" y="2712"/>
                  <a:pt x="3876" y="2703"/>
                  <a:pt x="3887" y="2692"/>
                </a:cubicBezTo>
                <a:cubicBezTo>
                  <a:pt x="3891" y="2688"/>
                  <a:pt x="3885" y="2681"/>
                  <a:pt x="3880" y="2685"/>
                </a:cubicBezTo>
                <a:cubicBezTo>
                  <a:pt x="3864" y="2697"/>
                  <a:pt x="3848" y="2708"/>
                  <a:pt x="3831" y="2718"/>
                </a:cubicBezTo>
                <a:cubicBezTo>
                  <a:pt x="3829" y="2719"/>
                  <a:pt x="3826" y="2721"/>
                  <a:pt x="3824" y="2722"/>
                </a:cubicBezTo>
                <a:cubicBezTo>
                  <a:pt x="3809" y="2732"/>
                  <a:pt x="3795" y="2744"/>
                  <a:pt x="3780" y="2754"/>
                </a:cubicBezTo>
                <a:cubicBezTo>
                  <a:pt x="3749" y="2772"/>
                  <a:pt x="3720" y="2793"/>
                  <a:pt x="3693" y="2816"/>
                </a:cubicBezTo>
                <a:lnTo>
                  <a:pt x="3693" y="2817"/>
                </a:lnTo>
                <a:lnTo>
                  <a:pt x="3693" y="2818"/>
                </a:lnTo>
                <a:cubicBezTo>
                  <a:pt x="3693" y="2814"/>
                  <a:pt x="3692" y="2811"/>
                  <a:pt x="3692" y="2808"/>
                </a:cubicBezTo>
                <a:cubicBezTo>
                  <a:pt x="3693" y="2808"/>
                  <a:pt x="3694" y="2808"/>
                  <a:pt x="3695" y="2807"/>
                </a:cubicBezTo>
                <a:cubicBezTo>
                  <a:pt x="3696" y="2806"/>
                  <a:pt x="3697" y="2806"/>
                  <a:pt x="3698" y="2805"/>
                </a:cubicBezTo>
                <a:cubicBezTo>
                  <a:pt x="3724" y="2779"/>
                  <a:pt x="3748" y="2752"/>
                  <a:pt x="3771" y="2725"/>
                </a:cubicBezTo>
                <a:cubicBezTo>
                  <a:pt x="3801" y="2696"/>
                  <a:pt x="3834" y="2671"/>
                  <a:pt x="3869" y="2650"/>
                </a:cubicBezTo>
                <a:cubicBezTo>
                  <a:pt x="3870" y="2650"/>
                  <a:pt x="3870" y="2650"/>
                  <a:pt x="3870" y="2649"/>
                </a:cubicBezTo>
                <a:lnTo>
                  <a:pt x="3870" y="2648"/>
                </a:lnTo>
                <a:cubicBezTo>
                  <a:pt x="3870" y="2647"/>
                  <a:pt x="3870" y="2647"/>
                  <a:pt x="3870" y="2646"/>
                </a:cubicBezTo>
                <a:lnTo>
                  <a:pt x="3869" y="2645"/>
                </a:lnTo>
                <a:cubicBezTo>
                  <a:pt x="3868" y="2645"/>
                  <a:pt x="3868" y="2644"/>
                  <a:pt x="3867" y="2644"/>
                </a:cubicBezTo>
                <a:cubicBezTo>
                  <a:pt x="3867" y="2644"/>
                  <a:pt x="3866" y="2644"/>
                  <a:pt x="3866" y="2645"/>
                </a:cubicBezTo>
                <a:cubicBezTo>
                  <a:pt x="3832" y="2664"/>
                  <a:pt x="3796" y="2681"/>
                  <a:pt x="3763" y="2702"/>
                </a:cubicBezTo>
                <a:cubicBezTo>
                  <a:pt x="3737" y="2722"/>
                  <a:pt x="3712" y="2745"/>
                  <a:pt x="3689" y="2769"/>
                </a:cubicBezTo>
                <a:lnTo>
                  <a:pt x="3689" y="2767"/>
                </a:lnTo>
                <a:lnTo>
                  <a:pt x="3690" y="2767"/>
                </a:lnTo>
                <a:cubicBezTo>
                  <a:pt x="3690" y="2767"/>
                  <a:pt x="3691" y="2766"/>
                  <a:pt x="3692" y="2765"/>
                </a:cubicBezTo>
                <a:cubicBezTo>
                  <a:pt x="3693" y="2764"/>
                  <a:pt x="3695" y="2762"/>
                  <a:pt x="3696" y="2761"/>
                </a:cubicBezTo>
                <a:cubicBezTo>
                  <a:pt x="3697" y="2758"/>
                  <a:pt x="3698" y="2754"/>
                  <a:pt x="3698" y="2751"/>
                </a:cubicBezTo>
                <a:cubicBezTo>
                  <a:pt x="3698" y="2750"/>
                  <a:pt x="3698" y="2749"/>
                  <a:pt x="3698" y="2748"/>
                </a:cubicBezTo>
                <a:cubicBezTo>
                  <a:pt x="3699" y="2746"/>
                  <a:pt x="3700" y="2744"/>
                  <a:pt x="3701" y="2742"/>
                </a:cubicBezTo>
                <a:cubicBezTo>
                  <a:pt x="3711" y="2726"/>
                  <a:pt x="3723" y="2711"/>
                  <a:pt x="3737" y="2700"/>
                </a:cubicBezTo>
                <a:cubicBezTo>
                  <a:pt x="3755" y="2683"/>
                  <a:pt x="3777" y="2671"/>
                  <a:pt x="3794" y="2655"/>
                </a:cubicBezTo>
                <a:cubicBezTo>
                  <a:pt x="3798" y="2651"/>
                  <a:pt x="3793" y="2644"/>
                  <a:pt x="3789" y="2647"/>
                </a:cubicBezTo>
                <a:cubicBezTo>
                  <a:pt x="3762" y="2667"/>
                  <a:pt x="3728" y="2673"/>
                  <a:pt x="3704" y="2697"/>
                </a:cubicBezTo>
                <a:cubicBezTo>
                  <a:pt x="3697" y="2704"/>
                  <a:pt x="3690" y="2711"/>
                  <a:pt x="3683" y="2718"/>
                </a:cubicBezTo>
                <a:lnTo>
                  <a:pt x="3683" y="2713"/>
                </a:lnTo>
                <a:cubicBezTo>
                  <a:pt x="3685" y="2712"/>
                  <a:pt x="3687" y="2711"/>
                  <a:pt x="3688" y="2709"/>
                </a:cubicBezTo>
                <a:cubicBezTo>
                  <a:pt x="3689" y="2707"/>
                  <a:pt x="3689" y="2705"/>
                  <a:pt x="3690" y="2703"/>
                </a:cubicBezTo>
                <a:cubicBezTo>
                  <a:pt x="3692" y="2670"/>
                  <a:pt x="3747" y="2637"/>
                  <a:pt x="3768" y="2622"/>
                </a:cubicBezTo>
                <a:cubicBezTo>
                  <a:pt x="3797" y="2602"/>
                  <a:pt x="3832" y="2592"/>
                  <a:pt x="3859" y="2570"/>
                </a:cubicBezTo>
                <a:cubicBezTo>
                  <a:pt x="3861" y="2568"/>
                  <a:pt x="3859" y="2564"/>
                  <a:pt x="3856" y="2566"/>
                </a:cubicBezTo>
                <a:cubicBezTo>
                  <a:pt x="3841" y="2576"/>
                  <a:pt x="3822" y="2576"/>
                  <a:pt x="3806" y="2585"/>
                </a:cubicBezTo>
                <a:cubicBezTo>
                  <a:pt x="3783" y="2597"/>
                  <a:pt x="3759" y="2609"/>
                  <a:pt x="3736" y="2621"/>
                </a:cubicBezTo>
                <a:cubicBezTo>
                  <a:pt x="3730" y="2623"/>
                  <a:pt x="3726" y="2626"/>
                  <a:pt x="3721" y="2629"/>
                </a:cubicBezTo>
                <a:cubicBezTo>
                  <a:pt x="3704" y="2639"/>
                  <a:pt x="3688" y="2651"/>
                  <a:pt x="3674" y="2665"/>
                </a:cubicBezTo>
                <a:lnTo>
                  <a:pt x="3674" y="2664"/>
                </a:lnTo>
                <a:cubicBezTo>
                  <a:pt x="3674" y="2663"/>
                  <a:pt x="3674" y="2663"/>
                  <a:pt x="3674" y="2662"/>
                </a:cubicBezTo>
                <a:cubicBezTo>
                  <a:pt x="3675" y="2652"/>
                  <a:pt x="3694" y="2639"/>
                  <a:pt x="3700" y="2632"/>
                </a:cubicBezTo>
                <a:cubicBezTo>
                  <a:pt x="3705" y="2626"/>
                  <a:pt x="3710" y="2619"/>
                  <a:pt x="3715" y="2612"/>
                </a:cubicBezTo>
                <a:cubicBezTo>
                  <a:pt x="3719" y="2605"/>
                  <a:pt x="3725" y="2598"/>
                  <a:pt x="3729" y="2592"/>
                </a:cubicBezTo>
                <a:cubicBezTo>
                  <a:pt x="3733" y="2585"/>
                  <a:pt x="3724" y="2582"/>
                  <a:pt x="3721" y="2588"/>
                </a:cubicBezTo>
                <a:cubicBezTo>
                  <a:pt x="3712" y="2605"/>
                  <a:pt x="3686" y="2610"/>
                  <a:pt x="3671" y="2623"/>
                </a:cubicBezTo>
                <a:cubicBezTo>
                  <a:pt x="3667" y="2627"/>
                  <a:pt x="3662" y="2631"/>
                  <a:pt x="3658" y="2636"/>
                </a:cubicBezTo>
                <a:lnTo>
                  <a:pt x="3655" y="2629"/>
                </a:lnTo>
                <a:cubicBezTo>
                  <a:pt x="3674" y="2597"/>
                  <a:pt x="3700" y="2570"/>
                  <a:pt x="3732" y="2552"/>
                </a:cubicBezTo>
                <a:cubicBezTo>
                  <a:pt x="3752" y="2540"/>
                  <a:pt x="3773" y="2533"/>
                  <a:pt x="3795" y="2528"/>
                </a:cubicBezTo>
                <a:cubicBezTo>
                  <a:pt x="3800" y="2528"/>
                  <a:pt x="3800" y="2520"/>
                  <a:pt x="3795" y="2520"/>
                </a:cubicBezTo>
                <a:cubicBezTo>
                  <a:pt x="3773" y="2522"/>
                  <a:pt x="3751" y="2529"/>
                  <a:pt x="3731" y="2540"/>
                </a:cubicBezTo>
                <a:cubicBezTo>
                  <a:pt x="3730" y="2541"/>
                  <a:pt x="3728" y="2542"/>
                  <a:pt x="3727" y="2543"/>
                </a:cubicBezTo>
                <a:cubicBezTo>
                  <a:pt x="3720" y="2546"/>
                  <a:pt x="3714" y="2549"/>
                  <a:pt x="3707" y="2553"/>
                </a:cubicBezTo>
                <a:cubicBezTo>
                  <a:pt x="3683" y="2567"/>
                  <a:pt x="3661" y="2585"/>
                  <a:pt x="3643" y="2607"/>
                </a:cubicBezTo>
                <a:lnTo>
                  <a:pt x="3637" y="2596"/>
                </a:lnTo>
                <a:cubicBezTo>
                  <a:pt x="3635" y="2592"/>
                  <a:pt x="3633" y="2589"/>
                  <a:pt x="3630" y="2585"/>
                </a:cubicBezTo>
                <a:cubicBezTo>
                  <a:pt x="3648" y="2568"/>
                  <a:pt x="3667" y="2551"/>
                  <a:pt x="3687" y="2536"/>
                </a:cubicBezTo>
                <a:cubicBezTo>
                  <a:pt x="3707" y="2524"/>
                  <a:pt x="3724" y="2511"/>
                  <a:pt x="3744" y="2499"/>
                </a:cubicBezTo>
                <a:cubicBezTo>
                  <a:pt x="3744" y="2498"/>
                  <a:pt x="3745" y="2498"/>
                  <a:pt x="3745" y="2498"/>
                </a:cubicBezTo>
                <a:cubicBezTo>
                  <a:pt x="3745" y="2497"/>
                  <a:pt x="3745" y="2497"/>
                  <a:pt x="3745" y="2496"/>
                </a:cubicBezTo>
                <a:lnTo>
                  <a:pt x="3745" y="2495"/>
                </a:lnTo>
                <a:lnTo>
                  <a:pt x="3744" y="2494"/>
                </a:lnTo>
                <a:lnTo>
                  <a:pt x="3743" y="2494"/>
                </a:lnTo>
                <a:lnTo>
                  <a:pt x="3742" y="2494"/>
                </a:lnTo>
                <a:cubicBezTo>
                  <a:pt x="3742" y="2494"/>
                  <a:pt x="3741" y="2494"/>
                  <a:pt x="3740" y="2494"/>
                </a:cubicBezTo>
                <a:cubicBezTo>
                  <a:pt x="3714" y="2494"/>
                  <a:pt x="3687" y="2501"/>
                  <a:pt x="3664" y="2514"/>
                </a:cubicBezTo>
                <a:cubicBezTo>
                  <a:pt x="3661" y="2516"/>
                  <a:pt x="3659" y="2517"/>
                  <a:pt x="3656" y="2519"/>
                </a:cubicBezTo>
                <a:cubicBezTo>
                  <a:pt x="3667" y="2510"/>
                  <a:pt x="3679" y="2502"/>
                  <a:pt x="3691" y="2495"/>
                </a:cubicBezTo>
                <a:cubicBezTo>
                  <a:pt x="3707" y="2486"/>
                  <a:pt x="3723" y="2479"/>
                  <a:pt x="3740" y="2473"/>
                </a:cubicBezTo>
                <a:lnTo>
                  <a:pt x="3742" y="2473"/>
                </a:lnTo>
                <a:cubicBezTo>
                  <a:pt x="3785" y="2456"/>
                  <a:pt x="3831" y="2447"/>
                  <a:pt x="3877" y="2447"/>
                </a:cubicBezTo>
                <a:cubicBezTo>
                  <a:pt x="3893" y="2447"/>
                  <a:pt x="3909" y="2448"/>
                  <a:pt x="3925" y="2450"/>
                </a:cubicBezTo>
                <a:cubicBezTo>
                  <a:pt x="3993" y="2465"/>
                  <a:pt x="4050" y="2500"/>
                  <a:pt x="4109" y="2535"/>
                </a:cubicBezTo>
                <a:cubicBezTo>
                  <a:pt x="4168" y="2570"/>
                  <a:pt x="4246" y="2659"/>
                  <a:pt x="4255" y="2730"/>
                </a:cubicBezTo>
                <a:cubicBezTo>
                  <a:pt x="4264" y="2798"/>
                  <a:pt x="4275" y="2907"/>
                  <a:pt x="4219" y="2960"/>
                </a:cubicBezTo>
                <a:cubicBezTo>
                  <a:pt x="4218" y="2960"/>
                  <a:pt x="4217" y="2961"/>
                  <a:pt x="4217" y="2962"/>
                </a:cubicBezTo>
                <a:cubicBezTo>
                  <a:pt x="4216" y="2963"/>
                  <a:pt x="4217" y="2964"/>
                  <a:pt x="4216" y="2964"/>
                </a:cubicBezTo>
                <a:lnTo>
                  <a:pt x="4204" y="2973"/>
                </a:lnTo>
                <a:lnTo>
                  <a:pt x="4207" y="2965"/>
                </a:lnTo>
                <a:cubicBezTo>
                  <a:pt x="4216" y="2945"/>
                  <a:pt x="4230" y="2921"/>
                  <a:pt x="4229" y="2898"/>
                </a:cubicBezTo>
                <a:cubicBezTo>
                  <a:pt x="4225" y="2895"/>
                  <a:pt x="4221" y="2895"/>
                  <a:pt x="4220" y="2897"/>
                </a:cubicBezTo>
                <a:lnTo>
                  <a:pt x="4221" y="2897"/>
                </a:lnTo>
                <a:moveTo>
                  <a:pt x="3698" y="3202"/>
                </a:moveTo>
                <a:cubicBezTo>
                  <a:pt x="3656" y="3213"/>
                  <a:pt x="3614" y="3227"/>
                  <a:pt x="3574" y="3243"/>
                </a:cubicBezTo>
                <a:cubicBezTo>
                  <a:pt x="3530" y="3254"/>
                  <a:pt x="3486" y="3261"/>
                  <a:pt x="3443" y="3274"/>
                </a:cubicBezTo>
                <a:lnTo>
                  <a:pt x="3442" y="3274"/>
                </a:lnTo>
                <a:cubicBezTo>
                  <a:pt x="3442" y="3275"/>
                  <a:pt x="3441" y="3275"/>
                  <a:pt x="3441" y="3276"/>
                </a:cubicBezTo>
                <a:cubicBezTo>
                  <a:pt x="3440" y="3276"/>
                  <a:pt x="3440" y="3277"/>
                  <a:pt x="3440" y="3277"/>
                </a:cubicBezTo>
                <a:cubicBezTo>
                  <a:pt x="3396" y="3286"/>
                  <a:pt x="3352" y="3295"/>
                  <a:pt x="3308" y="3303"/>
                </a:cubicBezTo>
                <a:cubicBezTo>
                  <a:pt x="3306" y="3301"/>
                  <a:pt x="3303" y="3299"/>
                  <a:pt x="3300" y="3297"/>
                </a:cubicBezTo>
                <a:cubicBezTo>
                  <a:pt x="3296" y="3295"/>
                  <a:pt x="3291" y="3293"/>
                  <a:pt x="3287" y="3292"/>
                </a:cubicBezTo>
                <a:cubicBezTo>
                  <a:pt x="3287" y="3291"/>
                  <a:pt x="3287" y="3290"/>
                  <a:pt x="3287" y="3288"/>
                </a:cubicBezTo>
                <a:cubicBezTo>
                  <a:pt x="3287" y="3285"/>
                  <a:pt x="3286" y="3282"/>
                  <a:pt x="3285" y="3279"/>
                </a:cubicBezTo>
                <a:cubicBezTo>
                  <a:pt x="3283" y="3276"/>
                  <a:pt x="3280" y="3272"/>
                  <a:pt x="3277" y="3271"/>
                </a:cubicBezTo>
                <a:cubicBezTo>
                  <a:pt x="3274" y="3269"/>
                  <a:pt x="3271" y="3269"/>
                  <a:pt x="3268" y="3269"/>
                </a:cubicBezTo>
                <a:cubicBezTo>
                  <a:pt x="3267" y="3269"/>
                  <a:pt x="3267" y="3269"/>
                  <a:pt x="3267" y="3269"/>
                </a:cubicBezTo>
                <a:lnTo>
                  <a:pt x="3266" y="3269"/>
                </a:lnTo>
                <a:cubicBezTo>
                  <a:pt x="3262" y="3269"/>
                  <a:pt x="3259" y="3269"/>
                  <a:pt x="3256" y="3271"/>
                </a:cubicBezTo>
                <a:cubicBezTo>
                  <a:pt x="3253" y="3272"/>
                  <a:pt x="3249" y="3276"/>
                  <a:pt x="3248" y="3279"/>
                </a:cubicBezTo>
                <a:cubicBezTo>
                  <a:pt x="3246" y="3282"/>
                  <a:pt x="3246" y="3284"/>
                  <a:pt x="3246" y="3288"/>
                </a:cubicBezTo>
                <a:cubicBezTo>
                  <a:pt x="3246" y="3291"/>
                  <a:pt x="3246" y="3295"/>
                  <a:pt x="3248" y="3298"/>
                </a:cubicBezTo>
                <a:cubicBezTo>
                  <a:pt x="3249" y="3301"/>
                  <a:pt x="3253" y="3304"/>
                  <a:pt x="3256" y="3305"/>
                </a:cubicBezTo>
                <a:cubicBezTo>
                  <a:pt x="3255" y="3306"/>
                  <a:pt x="3255" y="3306"/>
                  <a:pt x="3255" y="3307"/>
                </a:cubicBezTo>
                <a:cubicBezTo>
                  <a:pt x="3253" y="3309"/>
                  <a:pt x="3253" y="3312"/>
                  <a:pt x="3252" y="3315"/>
                </a:cubicBezTo>
                <a:lnTo>
                  <a:pt x="3226" y="3320"/>
                </a:lnTo>
                <a:cubicBezTo>
                  <a:pt x="3227" y="3314"/>
                  <a:pt x="3228" y="3308"/>
                  <a:pt x="3230" y="3302"/>
                </a:cubicBezTo>
                <a:cubicBezTo>
                  <a:pt x="3231" y="3292"/>
                  <a:pt x="3235" y="3282"/>
                  <a:pt x="3240" y="3273"/>
                </a:cubicBezTo>
                <a:cubicBezTo>
                  <a:pt x="3241" y="3272"/>
                  <a:pt x="3242" y="3270"/>
                  <a:pt x="3243" y="3268"/>
                </a:cubicBezTo>
                <a:cubicBezTo>
                  <a:pt x="3243" y="3268"/>
                  <a:pt x="3244" y="3268"/>
                  <a:pt x="3244" y="3267"/>
                </a:cubicBezTo>
                <a:cubicBezTo>
                  <a:pt x="3244" y="3267"/>
                  <a:pt x="3244" y="3266"/>
                  <a:pt x="3244" y="3265"/>
                </a:cubicBezTo>
                <a:cubicBezTo>
                  <a:pt x="3244" y="3264"/>
                  <a:pt x="3244" y="3264"/>
                  <a:pt x="3244" y="3263"/>
                </a:cubicBezTo>
                <a:cubicBezTo>
                  <a:pt x="3243" y="3262"/>
                  <a:pt x="3243" y="3262"/>
                  <a:pt x="3242" y="3261"/>
                </a:cubicBezTo>
                <a:cubicBezTo>
                  <a:pt x="3242" y="3261"/>
                  <a:pt x="3241" y="3261"/>
                  <a:pt x="3240" y="3261"/>
                </a:cubicBezTo>
                <a:cubicBezTo>
                  <a:pt x="3239" y="3261"/>
                  <a:pt x="3238" y="3261"/>
                  <a:pt x="3238" y="3261"/>
                </a:cubicBezTo>
                <a:cubicBezTo>
                  <a:pt x="3237" y="3261"/>
                  <a:pt x="3237" y="3262"/>
                  <a:pt x="3237" y="3262"/>
                </a:cubicBezTo>
                <a:cubicBezTo>
                  <a:pt x="3234" y="3264"/>
                  <a:pt x="3232" y="3267"/>
                  <a:pt x="3230" y="3270"/>
                </a:cubicBezTo>
                <a:lnTo>
                  <a:pt x="3229" y="3271"/>
                </a:lnTo>
                <a:cubicBezTo>
                  <a:pt x="3226" y="3276"/>
                  <a:pt x="3222" y="3282"/>
                  <a:pt x="3217" y="3286"/>
                </a:cubicBezTo>
                <a:cubicBezTo>
                  <a:pt x="3214" y="3289"/>
                  <a:pt x="3212" y="3292"/>
                  <a:pt x="3210" y="3296"/>
                </a:cubicBezTo>
                <a:cubicBezTo>
                  <a:pt x="3205" y="3304"/>
                  <a:pt x="3202" y="3314"/>
                  <a:pt x="3201" y="3324"/>
                </a:cubicBezTo>
                <a:lnTo>
                  <a:pt x="3173" y="3329"/>
                </a:lnTo>
                <a:cubicBezTo>
                  <a:pt x="3175" y="3319"/>
                  <a:pt x="3185" y="3308"/>
                  <a:pt x="3180" y="3298"/>
                </a:cubicBezTo>
                <a:cubicBezTo>
                  <a:pt x="3179" y="3297"/>
                  <a:pt x="3179" y="3297"/>
                  <a:pt x="3179" y="3297"/>
                </a:cubicBezTo>
                <a:cubicBezTo>
                  <a:pt x="3179" y="3296"/>
                  <a:pt x="3178" y="3295"/>
                  <a:pt x="3177" y="3295"/>
                </a:cubicBezTo>
                <a:cubicBezTo>
                  <a:pt x="3176" y="3294"/>
                  <a:pt x="3175" y="3294"/>
                  <a:pt x="3174" y="3294"/>
                </a:cubicBezTo>
                <a:cubicBezTo>
                  <a:pt x="3173" y="3294"/>
                  <a:pt x="3172" y="3294"/>
                  <a:pt x="3171" y="3295"/>
                </a:cubicBezTo>
                <a:cubicBezTo>
                  <a:pt x="3170" y="3295"/>
                  <a:pt x="3169" y="3296"/>
                  <a:pt x="3169" y="3297"/>
                </a:cubicBezTo>
                <a:cubicBezTo>
                  <a:pt x="3168" y="3298"/>
                  <a:pt x="3168" y="3299"/>
                  <a:pt x="3168" y="3299"/>
                </a:cubicBezTo>
                <a:cubicBezTo>
                  <a:pt x="3168" y="3301"/>
                  <a:pt x="3165" y="3302"/>
                  <a:pt x="3164" y="3303"/>
                </a:cubicBezTo>
                <a:cubicBezTo>
                  <a:pt x="3161" y="3305"/>
                  <a:pt x="3159" y="3308"/>
                  <a:pt x="3157" y="3311"/>
                </a:cubicBezTo>
                <a:cubicBezTo>
                  <a:pt x="3155" y="3313"/>
                  <a:pt x="3153" y="3314"/>
                  <a:pt x="3152" y="3317"/>
                </a:cubicBezTo>
                <a:cubicBezTo>
                  <a:pt x="3149" y="3321"/>
                  <a:pt x="3148" y="3326"/>
                  <a:pt x="3148" y="3331"/>
                </a:cubicBezTo>
                <a:lnTo>
                  <a:pt x="3148" y="3332"/>
                </a:lnTo>
                <a:lnTo>
                  <a:pt x="3148" y="3333"/>
                </a:lnTo>
                <a:lnTo>
                  <a:pt x="3100" y="3341"/>
                </a:lnTo>
                <a:cubicBezTo>
                  <a:pt x="3105" y="3320"/>
                  <a:pt x="3137" y="3279"/>
                  <a:pt x="3146" y="3266"/>
                </a:cubicBezTo>
                <a:cubicBezTo>
                  <a:pt x="3165" y="3240"/>
                  <a:pt x="3188" y="3216"/>
                  <a:pt x="3214" y="3196"/>
                </a:cubicBezTo>
                <a:cubicBezTo>
                  <a:pt x="3239" y="3175"/>
                  <a:pt x="3266" y="3157"/>
                  <a:pt x="3294" y="3141"/>
                </a:cubicBezTo>
                <a:cubicBezTo>
                  <a:pt x="3315" y="3129"/>
                  <a:pt x="3336" y="3118"/>
                  <a:pt x="3357" y="3109"/>
                </a:cubicBezTo>
                <a:cubicBezTo>
                  <a:pt x="3406" y="3087"/>
                  <a:pt x="3458" y="3076"/>
                  <a:pt x="3512" y="3076"/>
                </a:cubicBezTo>
                <a:cubicBezTo>
                  <a:pt x="3549" y="3076"/>
                  <a:pt x="3586" y="3082"/>
                  <a:pt x="3622" y="3093"/>
                </a:cubicBezTo>
                <a:cubicBezTo>
                  <a:pt x="3636" y="3097"/>
                  <a:pt x="3649" y="3101"/>
                  <a:pt x="3662" y="3109"/>
                </a:cubicBezTo>
                <a:cubicBezTo>
                  <a:pt x="3677" y="3117"/>
                  <a:pt x="3691" y="3129"/>
                  <a:pt x="3703" y="3142"/>
                </a:cubicBezTo>
                <a:cubicBezTo>
                  <a:pt x="3702" y="3143"/>
                  <a:pt x="3702" y="3144"/>
                  <a:pt x="3702" y="3146"/>
                </a:cubicBezTo>
                <a:cubicBezTo>
                  <a:pt x="3702" y="3148"/>
                  <a:pt x="3703" y="3150"/>
                  <a:pt x="3704" y="3152"/>
                </a:cubicBezTo>
                <a:cubicBezTo>
                  <a:pt x="3705" y="3154"/>
                  <a:pt x="3707" y="3156"/>
                  <a:pt x="3709" y="3157"/>
                </a:cubicBezTo>
                <a:cubicBezTo>
                  <a:pt x="3710" y="3158"/>
                  <a:pt x="3712" y="3159"/>
                  <a:pt x="3714" y="3159"/>
                </a:cubicBezTo>
                <a:cubicBezTo>
                  <a:pt x="3717" y="3165"/>
                  <a:pt x="3720" y="3171"/>
                  <a:pt x="3721" y="3178"/>
                </a:cubicBezTo>
                <a:cubicBezTo>
                  <a:pt x="3722" y="3184"/>
                  <a:pt x="3721" y="3179"/>
                  <a:pt x="3721" y="3180"/>
                </a:cubicBezTo>
                <a:cubicBezTo>
                  <a:pt x="3721" y="3182"/>
                  <a:pt x="3722" y="3185"/>
                  <a:pt x="3723" y="3187"/>
                </a:cubicBezTo>
                <a:lnTo>
                  <a:pt x="3723" y="3188"/>
                </a:lnTo>
                <a:cubicBezTo>
                  <a:pt x="3721" y="3189"/>
                  <a:pt x="3720" y="3191"/>
                  <a:pt x="3718" y="3194"/>
                </a:cubicBezTo>
                <a:cubicBezTo>
                  <a:pt x="3717" y="3195"/>
                  <a:pt x="3717" y="3195"/>
                  <a:pt x="3716" y="3196"/>
                </a:cubicBezTo>
                <a:lnTo>
                  <a:pt x="3698" y="3202"/>
                </a:lnTo>
                <a:moveTo>
                  <a:pt x="3277" y="3307"/>
                </a:moveTo>
                <a:cubicBezTo>
                  <a:pt x="3280" y="3306"/>
                  <a:pt x="3282" y="3303"/>
                  <a:pt x="3283" y="3301"/>
                </a:cubicBezTo>
                <a:cubicBezTo>
                  <a:pt x="3287" y="3303"/>
                  <a:pt x="3291" y="3304"/>
                  <a:pt x="3295" y="3306"/>
                </a:cubicBezTo>
                <a:lnTo>
                  <a:pt x="3277" y="3310"/>
                </a:lnTo>
                <a:cubicBezTo>
                  <a:pt x="3277" y="3309"/>
                  <a:pt x="3277" y="3308"/>
                  <a:pt x="3277" y="3307"/>
                </a:cubicBezTo>
                <a:moveTo>
                  <a:pt x="2351" y="3402"/>
                </a:moveTo>
                <a:cubicBezTo>
                  <a:pt x="2353" y="3402"/>
                  <a:pt x="2355" y="3400"/>
                  <a:pt x="2357" y="3400"/>
                </a:cubicBezTo>
                <a:cubicBezTo>
                  <a:pt x="2358" y="3399"/>
                  <a:pt x="2359" y="3399"/>
                  <a:pt x="2359" y="3398"/>
                </a:cubicBezTo>
                <a:lnTo>
                  <a:pt x="2359" y="3401"/>
                </a:lnTo>
                <a:cubicBezTo>
                  <a:pt x="2359" y="3401"/>
                  <a:pt x="2359" y="3402"/>
                  <a:pt x="2359" y="3403"/>
                </a:cubicBezTo>
                <a:lnTo>
                  <a:pt x="2352" y="3403"/>
                </a:lnTo>
                <a:lnTo>
                  <a:pt x="2351" y="3402"/>
                </a:lnTo>
                <a:moveTo>
                  <a:pt x="2367" y="3385"/>
                </a:moveTo>
                <a:lnTo>
                  <a:pt x="2366" y="3387"/>
                </a:lnTo>
                <a:lnTo>
                  <a:pt x="2366" y="3386"/>
                </a:lnTo>
                <a:lnTo>
                  <a:pt x="2367" y="3385"/>
                </a:lnTo>
                <a:moveTo>
                  <a:pt x="2573" y="3385"/>
                </a:moveTo>
                <a:cubicBezTo>
                  <a:pt x="2573" y="3374"/>
                  <a:pt x="2555" y="3375"/>
                  <a:pt x="2555" y="3387"/>
                </a:cubicBezTo>
                <a:cubicBezTo>
                  <a:pt x="2555" y="3389"/>
                  <a:pt x="2555" y="3391"/>
                  <a:pt x="2555" y="3392"/>
                </a:cubicBezTo>
                <a:cubicBezTo>
                  <a:pt x="2555" y="3394"/>
                  <a:pt x="2555" y="3396"/>
                  <a:pt x="2555" y="3398"/>
                </a:cubicBezTo>
                <a:lnTo>
                  <a:pt x="2512" y="3401"/>
                </a:lnTo>
                <a:cubicBezTo>
                  <a:pt x="2512" y="3397"/>
                  <a:pt x="2513" y="3393"/>
                  <a:pt x="2514" y="3389"/>
                </a:cubicBezTo>
                <a:cubicBezTo>
                  <a:pt x="2514" y="3386"/>
                  <a:pt x="2515" y="3383"/>
                  <a:pt x="2515" y="3381"/>
                </a:cubicBezTo>
                <a:cubicBezTo>
                  <a:pt x="2515" y="3377"/>
                  <a:pt x="2514" y="3372"/>
                  <a:pt x="2512" y="3369"/>
                </a:cubicBezTo>
                <a:cubicBezTo>
                  <a:pt x="2511" y="3368"/>
                  <a:pt x="2510" y="3367"/>
                  <a:pt x="2509" y="3366"/>
                </a:cubicBezTo>
                <a:cubicBezTo>
                  <a:pt x="2508" y="3365"/>
                  <a:pt x="2506" y="3365"/>
                  <a:pt x="2505" y="3365"/>
                </a:cubicBezTo>
                <a:cubicBezTo>
                  <a:pt x="2504" y="3365"/>
                  <a:pt x="2502" y="3365"/>
                  <a:pt x="2501" y="3366"/>
                </a:cubicBezTo>
                <a:cubicBezTo>
                  <a:pt x="2500" y="3367"/>
                  <a:pt x="2499" y="3368"/>
                  <a:pt x="2498" y="3369"/>
                </a:cubicBezTo>
                <a:cubicBezTo>
                  <a:pt x="2497" y="3370"/>
                  <a:pt x="2497" y="3371"/>
                  <a:pt x="2496" y="3372"/>
                </a:cubicBezTo>
                <a:cubicBezTo>
                  <a:pt x="2491" y="3380"/>
                  <a:pt x="2489" y="3389"/>
                  <a:pt x="2489" y="3398"/>
                </a:cubicBezTo>
                <a:cubicBezTo>
                  <a:pt x="2489" y="3400"/>
                  <a:pt x="2489" y="3402"/>
                  <a:pt x="2490" y="3404"/>
                </a:cubicBezTo>
                <a:cubicBezTo>
                  <a:pt x="2477" y="3404"/>
                  <a:pt x="2465" y="3404"/>
                  <a:pt x="2453" y="3404"/>
                </a:cubicBezTo>
                <a:cubicBezTo>
                  <a:pt x="2455" y="3399"/>
                  <a:pt x="2456" y="3394"/>
                  <a:pt x="2456" y="3389"/>
                </a:cubicBezTo>
                <a:cubicBezTo>
                  <a:pt x="2456" y="3385"/>
                  <a:pt x="2456" y="3381"/>
                  <a:pt x="2454" y="3377"/>
                </a:cubicBezTo>
                <a:cubicBezTo>
                  <a:pt x="2454" y="3377"/>
                  <a:pt x="2453" y="3376"/>
                  <a:pt x="2453" y="3375"/>
                </a:cubicBezTo>
                <a:cubicBezTo>
                  <a:pt x="2452" y="3374"/>
                  <a:pt x="2451" y="3372"/>
                  <a:pt x="2450" y="3372"/>
                </a:cubicBezTo>
                <a:cubicBezTo>
                  <a:pt x="2448" y="3371"/>
                  <a:pt x="2447" y="3371"/>
                  <a:pt x="2446" y="3371"/>
                </a:cubicBezTo>
                <a:cubicBezTo>
                  <a:pt x="2444" y="3371"/>
                  <a:pt x="2443" y="3371"/>
                  <a:pt x="2442" y="3372"/>
                </a:cubicBezTo>
                <a:cubicBezTo>
                  <a:pt x="2440" y="3372"/>
                  <a:pt x="2438" y="3374"/>
                  <a:pt x="2438" y="3375"/>
                </a:cubicBezTo>
                <a:cubicBezTo>
                  <a:pt x="2437" y="3376"/>
                  <a:pt x="2438" y="3376"/>
                  <a:pt x="2438" y="3376"/>
                </a:cubicBezTo>
                <a:cubicBezTo>
                  <a:pt x="2438" y="3376"/>
                  <a:pt x="2438" y="3377"/>
                  <a:pt x="2437" y="3378"/>
                </a:cubicBezTo>
                <a:cubicBezTo>
                  <a:pt x="2433" y="3385"/>
                  <a:pt x="2430" y="3394"/>
                  <a:pt x="2429" y="3403"/>
                </a:cubicBezTo>
                <a:cubicBezTo>
                  <a:pt x="2415" y="3403"/>
                  <a:pt x="2402" y="3403"/>
                  <a:pt x="2388" y="3403"/>
                </a:cubicBezTo>
                <a:cubicBezTo>
                  <a:pt x="2388" y="3402"/>
                  <a:pt x="2390" y="3400"/>
                  <a:pt x="2391" y="3397"/>
                </a:cubicBezTo>
                <a:cubicBezTo>
                  <a:pt x="2391" y="3395"/>
                  <a:pt x="2392" y="3393"/>
                  <a:pt x="2392" y="3391"/>
                </a:cubicBezTo>
                <a:cubicBezTo>
                  <a:pt x="2392" y="3387"/>
                  <a:pt x="2391" y="3384"/>
                  <a:pt x="2389" y="3381"/>
                </a:cubicBezTo>
                <a:cubicBezTo>
                  <a:pt x="2388" y="3379"/>
                  <a:pt x="2387" y="3378"/>
                  <a:pt x="2386" y="3376"/>
                </a:cubicBezTo>
                <a:cubicBezTo>
                  <a:pt x="2385" y="3376"/>
                  <a:pt x="2385" y="3376"/>
                  <a:pt x="2385" y="3376"/>
                </a:cubicBezTo>
                <a:cubicBezTo>
                  <a:pt x="2383" y="3375"/>
                  <a:pt x="2382" y="3374"/>
                  <a:pt x="2380" y="3374"/>
                </a:cubicBezTo>
                <a:cubicBezTo>
                  <a:pt x="2378" y="3374"/>
                  <a:pt x="2377" y="3375"/>
                  <a:pt x="2375" y="3375"/>
                </a:cubicBezTo>
                <a:cubicBezTo>
                  <a:pt x="2372" y="3376"/>
                  <a:pt x="2368" y="3376"/>
                  <a:pt x="2364" y="3377"/>
                </a:cubicBezTo>
                <a:cubicBezTo>
                  <a:pt x="2364" y="3376"/>
                  <a:pt x="2362" y="3375"/>
                  <a:pt x="2362" y="3374"/>
                </a:cubicBezTo>
                <a:cubicBezTo>
                  <a:pt x="2360" y="3371"/>
                  <a:pt x="2358" y="3367"/>
                  <a:pt x="2355" y="3366"/>
                </a:cubicBezTo>
                <a:cubicBezTo>
                  <a:pt x="2352" y="3364"/>
                  <a:pt x="2349" y="3364"/>
                  <a:pt x="2345" y="3364"/>
                </a:cubicBezTo>
                <a:lnTo>
                  <a:pt x="2344" y="3364"/>
                </a:lnTo>
                <a:lnTo>
                  <a:pt x="2343" y="3364"/>
                </a:lnTo>
                <a:cubicBezTo>
                  <a:pt x="2339" y="3364"/>
                  <a:pt x="2336" y="3364"/>
                  <a:pt x="2333" y="3366"/>
                </a:cubicBezTo>
                <a:cubicBezTo>
                  <a:pt x="2330" y="3367"/>
                  <a:pt x="2327" y="3371"/>
                  <a:pt x="2326" y="3374"/>
                </a:cubicBezTo>
                <a:cubicBezTo>
                  <a:pt x="2324" y="3377"/>
                  <a:pt x="2323" y="3379"/>
                  <a:pt x="2323" y="3383"/>
                </a:cubicBezTo>
                <a:cubicBezTo>
                  <a:pt x="2323" y="3386"/>
                  <a:pt x="2324" y="3390"/>
                  <a:pt x="2326" y="3393"/>
                </a:cubicBezTo>
                <a:cubicBezTo>
                  <a:pt x="2327" y="3396"/>
                  <a:pt x="2329" y="3398"/>
                  <a:pt x="2332" y="3400"/>
                </a:cubicBezTo>
                <a:cubicBezTo>
                  <a:pt x="2330" y="3401"/>
                  <a:pt x="2329" y="3403"/>
                  <a:pt x="2328" y="3404"/>
                </a:cubicBezTo>
                <a:cubicBezTo>
                  <a:pt x="2322" y="3404"/>
                  <a:pt x="2316" y="3404"/>
                  <a:pt x="2310" y="3404"/>
                </a:cubicBezTo>
                <a:cubicBezTo>
                  <a:pt x="2313" y="3398"/>
                  <a:pt x="2316" y="3392"/>
                  <a:pt x="2317" y="3386"/>
                </a:cubicBezTo>
                <a:cubicBezTo>
                  <a:pt x="2318" y="3385"/>
                  <a:pt x="2319" y="3383"/>
                  <a:pt x="2320" y="3381"/>
                </a:cubicBezTo>
                <a:cubicBezTo>
                  <a:pt x="2322" y="3377"/>
                  <a:pt x="2325" y="3373"/>
                  <a:pt x="2329" y="3369"/>
                </a:cubicBezTo>
                <a:cubicBezTo>
                  <a:pt x="2332" y="3366"/>
                  <a:pt x="2336" y="3364"/>
                  <a:pt x="2338" y="3359"/>
                </a:cubicBezTo>
                <a:lnTo>
                  <a:pt x="2338" y="3358"/>
                </a:lnTo>
                <a:cubicBezTo>
                  <a:pt x="2338" y="3357"/>
                  <a:pt x="2338" y="3357"/>
                  <a:pt x="2338" y="3356"/>
                </a:cubicBezTo>
                <a:cubicBezTo>
                  <a:pt x="2337" y="3355"/>
                  <a:pt x="2337" y="3355"/>
                  <a:pt x="2336" y="3355"/>
                </a:cubicBezTo>
                <a:cubicBezTo>
                  <a:pt x="2335" y="3354"/>
                  <a:pt x="2335" y="3354"/>
                  <a:pt x="2334" y="3354"/>
                </a:cubicBezTo>
                <a:lnTo>
                  <a:pt x="2333" y="3355"/>
                </a:lnTo>
                <a:cubicBezTo>
                  <a:pt x="2332" y="3355"/>
                  <a:pt x="2332" y="3355"/>
                  <a:pt x="2331" y="3356"/>
                </a:cubicBezTo>
                <a:cubicBezTo>
                  <a:pt x="2329" y="3359"/>
                  <a:pt x="2324" y="3361"/>
                  <a:pt x="2321" y="3364"/>
                </a:cubicBezTo>
                <a:cubicBezTo>
                  <a:pt x="2316" y="3368"/>
                  <a:pt x="2311" y="3371"/>
                  <a:pt x="2307" y="3375"/>
                </a:cubicBezTo>
                <a:cubicBezTo>
                  <a:pt x="2304" y="3378"/>
                  <a:pt x="2302" y="3382"/>
                  <a:pt x="2300" y="3386"/>
                </a:cubicBezTo>
                <a:cubicBezTo>
                  <a:pt x="2299" y="3387"/>
                  <a:pt x="2298" y="3388"/>
                  <a:pt x="2297" y="3390"/>
                </a:cubicBezTo>
                <a:cubicBezTo>
                  <a:pt x="2297" y="3390"/>
                  <a:pt x="2296" y="3391"/>
                  <a:pt x="2296" y="3392"/>
                </a:cubicBezTo>
                <a:cubicBezTo>
                  <a:pt x="2294" y="3395"/>
                  <a:pt x="2293" y="3398"/>
                  <a:pt x="2292" y="3402"/>
                </a:cubicBezTo>
                <a:lnTo>
                  <a:pt x="2292" y="3403"/>
                </a:lnTo>
                <a:lnTo>
                  <a:pt x="2292" y="3404"/>
                </a:lnTo>
                <a:lnTo>
                  <a:pt x="2257" y="3404"/>
                </a:lnTo>
                <a:cubicBezTo>
                  <a:pt x="2274" y="3383"/>
                  <a:pt x="2292" y="3364"/>
                  <a:pt x="2311" y="3347"/>
                </a:cubicBezTo>
                <a:cubicBezTo>
                  <a:pt x="2342" y="3318"/>
                  <a:pt x="2375" y="3293"/>
                  <a:pt x="2411" y="3271"/>
                </a:cubicBezTo>
                <a:cubicBezTo>
                  <a:pt x="2484" y="3232"/>
                  <a:pt x="2563" y="3208"/>
                  <a:pt x="2645" y="3199"/>
                </a:cubicBezTo>
                <a:cubicBezTo>
                  <a:pt x="2762" y="3186"/>
                  <a:pt x="2856" y="3194"/>
                  <a:pt x="2952" y="3265"/>
                </a:cubicBezTo>
                <a:cubicBezTo>
                  <a:pt x="2976" y="3282"/>
                  <a:pt x="3019" y="3322"/>
                  <a:pt x="3024" y="3353"/>
                </a:cubicBezTo>
                <a:cubicBezTo>
                  <a:pt x="2983" y="3358"/>
                  <a:pt x="2941" y="3363"/>
                  <a:pt x="2900" y="3367"/>
                </a:cubicBezTo>
                <a:cubicBezTo>
                  <a:pt x="2810" y="3375"/>
                  <a:pt x="2716" y="3396"/>
                  <a:pt x="2626" y="3396"/>
                </a:cubicBezTo>
                <a:cubicBezTo>
                  <a:pt x="2608" y="3396"/>
                  <a:pt x="2590" y="3397"/>
                  <a:pt x="2571" y="3398"/>
                </a:cubicBezTo>
                <a:cubicBezTo>
                  <a:pt x="2573" y="3393"/>
                  <a:pt x="2573" y="3389"/>
                  <a:pt x="2573" y="3385"/>
                </a:cubicBezTo>
                <a:moveTo>
                  <a:pt x="2180" y="3400"/>
                </a:moveTo>
                <a:cubicBezTo>
                  <a:pt x="2180" y="3399"/>
                  <a:pt x="2180" y="3399"/>
                  <a:pt x="2180" y="3398"/>
                </a:cubicBezTo>
                <a:cubicBezTo>
                  <a:pt x="2180" y="3397"/>
                  <a:pt x="2180" y="3396"/>
                  <a:pt x="2180" y="3395"/>
                </a:cubicBezTo>
                <a:cubicBezTo>
                  <a:pt x="2175" y="3381"/>
                  <a:pt x="2162" y="3376"/>
                  <a:pt x="2150" y="3368"/>
                </a:cubicBezTo>
                <a:cubicBezTo>
                  <a:pt x="2130" y="3352"/>
                  <a:pt x="2113" y="3331"/>
                  <a:pt x="2100" y="3309"/>
                </a:cubicBezTo>
                <a:lnTo>
                  <a:pt x="2100" y="3308"/>
                </a:lnTo>
                <a:lnTo>
                  <a:pt x="2099" y="3307"/>
                </a:lnTo>
                <a:cubicBezTo>
                  <a:pt x="2098" y="3307"/>
                  <a:pt x="2098" y="3307"/>
                  <a:pt x="2097" y="3307"/>
                </a:cubicBezTo>
                <a:cubicBezTo>
                  <a:pt x="2096" y="3307"/>
                  <a:pt x="2096" y="3307"/>
                  <a:pt x="2095" y="3307"/>
                </a:cubicBezTo>
                <a:lnTo>
                  <a:pt x="2094" y="3308"/>
                </a:lnTo>
                <a:cubicBezTo>
                  <a:pt x="2094" y="3309"/>
                  <a:pt x="2094" y="3309"/>
                  <a:pt x="2094" y="3310"/>
                </a:cubicBezTo>
                <a:cubicBezTo>
                  <a:pt x="2094" y="3311"/>
                  <a:pt x="2094" y="3311"/>
                  <a:pt x="2094" y="3312"/>
                </a:cubicBezTo>
                <a:cubicBezTo>
                  <a:pt x="2095" y="3312"/>
                  <a:pt x="2095" y="3313"/>
                  <a:pt x="2096" y="3314"/>
                </a:cubicBezTo>
                <a:cubicBezTo>
                  <a:pt x="2100" y="3322"/>
                  <a:pt x="2104" y="3331"/>
                  <a:pt x="2108" y="3340"/>
                </a:cubicBezTo>
                <a:cubicBezTo>
                  <a:pt x="2109" y="3349"/>
                  <a:pt x="2113" y="3359"/>
                  <a:pt x="2118" y="3367"/>
                </a:cubicBezTo>
                <a:cubicBezTo>
                  <a:pt x="2119" y="3369"/>
                  <a:pt x="2120" y="3370"/>
                  <a:pt x="2120" y="3371"/>
                </a:cubicBezTo>
                <a:cubicBezTo>
                  <a:pt x="2126" y="3377"/>
                  <a:pt x="2130" y="3384"/>
                  <a:pt x="2136" y="3390"/>
                </a:cubicBezTo>
                <a:cubicBezTo>
                  <a:pt x="2140" y="3393"/>
                  <a:pt x="2144" y="3396"/>
                  <a:pt x="2148" y="3399"/>
                </a:cubicBezTo>
                <a:lnTo>
                  <a:pt x="2119" y="3397"/>
                </a:lnTo>
                <a:cubicBezTo>
                  <a:pt x="2119" y="3396"/>
                  <a:pt x="2119" y="3394"/>
                  <a:pt x="2119" y="3393"/>
                </a:cubicBezTo>
                <a:cubicBezTo>
                  <a:pt x="2119" y="3391"/>
                  <a:pt x="2119" y="3391"/>
                  <a:pt x="2119" y="3390"/>
                </a:cubicBezTo>
                <a:cubicBezTo>
                  <a:pt x="2109" y="3370"/>
                  <a:pt x="2079" y="3370"/>
                  <a:pt x="2070" y="3347"/>
                </a:cubicBezTo>
                <a:cubicBezTo>
                  <a:pt x="2062" y="3328"/>
                  <a:pt x="2047" y="3313"/>
                  <a:pt x="2042" y="3291"/>
                </a:cubicBezTo>
                <a:cubicBezTo>
                  <a:pt x="2042" y="3288"/>
                  <a:pt x="2035" y="3289"/>
                  <a:pt x="2035" y="3293"/>
                </a:cubicBezTo>
                <a:cubicBezTo>
                  <a:pt x="2039" y="3317"/>
                  <a:pt x="2054" y="3337"/>
                  <a:pt x="2056" y="3361"/>
                </a:cubicBezTo>
                <a:cubicBezTo>
                  <a:pt x="2057" y="3365"/>
                  <a:pt x="2058" y="3368"/>
                  <a:pt x="2060" y="3371"/>
                </a:cubicBezTo>
                <a:cubicBezTo>
                  <a:pt x="2062" y="3375"/>
                  <a:pt x="2065" y="3378"/>
                  <a:pt x="2068" y="3381"/>
                </a:cubicBezTo>
                <a:cubicBezTo>
                  <a:pt x="2072" y="3385"/>
                  <a:pt x="2076" y="3389"/>
                  <a:pt x="2081" y="3392"/>
                </a:cubicBezTo>
                <a:cubicBezTo>
                  <a:pt x="2082" y="3393"/>
                  <a:pt x="2082" y="3393"/>
                  <a:pt x="2083" y="3394"/>
                </a:cubicBezTo>
                <a:cubicBezTo>
                  <a:pt x="2085" y="3395"/>
                  <a:pt x="2087" y="3396"/>
                  <a:pt x="2089" y="3397"/>
                </a:cubicBezTo>
                <a:lnTo>
                  <a:pt x="2080" y="3397"/>
                </a:lnTo>
                <a:cubicBezTo>
                  <a:pt x="2070" y="3391"/>
                  <a:pt x="2058" y="3388"/>
                  <a:pt x="2046" y="3387"/>
                </a:cubicBezTo>
                <a:cubicBezTo>
                  <a:pt x="2046" y="3386"/>
                  <a:pt x="2045" y="3385"/>
                  <a:pt x="2044" y="3385"/>
                </a:cubicBezTo>
                <a:cubicBezTo>
                  <a:pt x="2036" y="3379"/>
                  <a:pt x="2029" y="3372"/>
                  <a:pt x="2022" y="3365"/>
                </a:cubicBezTo>
                <a:cubicBezTo>
                  <a:pt x="2016" y="3359"/>
                  <a:pt x="2013" y="3350"/>
                  <a:pt x="2007" y="3344"/>
                </a:cubicBezTo>
                <a:cubicBezTo>
                  <a:pt x="2003" y="3340"/>
                  <a:pt x="1997" y="3344"/>
                  <a:pt x="2000" y="3348"/>
                </a:cubicBezTo>
                <a:cubicBezTo>
                  <a:pt x="2007" y="3357"/>
                  <a:pt x="2010" y="3367"/>
                  <a:pt x="2017" y="3375"/>
                </a:cubicBezTo>
                <a:cubicBezTo>
                  <a:pt x="2020" y="3379"/>
                  <a:pt x="2023" y="3383"/>
                  <a:pt x="2026" y="3387"/>
                </a:cubicBezTo>
                <a:lnTo>
                  <a:pt x="2006" y="3387"/>
                </a:lnTo>
                <a:cubicBezTo>
                  <a:pt x="1994" y="3378"/>
                  <a:pt x="1983" y="3368"/>
                  <a:pt x="1974" y="3357"/>
                </a:cubicBezTo>
                <a:cubicBezTo>
                  <a:pt x="1973" y="3355"/>
                  <a:pt x="1972" y="3353"/>
                  <a:pt x="1971" y="3352"/>
                </a:cubicBezTo>
                <a:cubicBezTo>
                  <a:pt x="1963" y="3338"/>
                  <a:pt x="1959" y="3323"/>
                  <a:pt x="1958" y="3307"/>
                </a:cubicBezTo>
                <a:cubicBezTo>
                  <a:pt x="1958" y="3306"/>
                  <a:pt x="1958" y="3306"/>
                  <a:pt x="1957" y="3305"/>
                </a:cubicBezTo>
                <a:lnTo>
                  <a:pt x="1956" y="3304"/>
                </a:lnTo>
                <a:lnTo>
                  <a:pt x="1955" y="3304"/>
                </a:lnTo>
                <a:cubicBezTo>
                  <a:pt x="1954" y="3304"/>
                  <a:pt x="1954" y="3303"/>
                  <a:pt x="1953" y="3304"/>
                </a:cubicBezTo>
                <a:cubicBezTo>
                  <a:pt x="1952" y="3304"/>
                  <a:pt x="1952" y="3305"/>
                  <a:pt x="1952" y="3305"/>
                </a:cubicBezTo>
                <a:cubicBezTo>
                  <a:pt x="1952" y="3306"/>
                  <a:pt x="1952" y="3306"/>
                  <a:pt x="1952" y="3307"/>
                </a:cubicBezTo>
                <a:cubicBezTo>
                  <a:pt x="1951" y="3311"/>
                  <a:pt x="1951" y="3315"/>
                  <a:pt x="1951" y="3319"/>
                </a:cubicBezTo>
                <a:cubicBezTo>
                  <a:pt x="1951" y="3323"/>
                  <a:pt x="1951" y="3327"/>
                  <a:pt x="1952" y="3331"/>
                </a:cubicBezTo>
                <a:cubicBezTo>
                  <a:pt x="1952" y="3334"/>
                  <a:pt x="1952" y="3337"/>
                  <a:pt x="1952" y="3340"/>
                </a:cubicBezTo>
                <a:cubicBezTo>
                  <a:pt x="1952" y="3342"/>
                  <a:pt x="1952" y="3345"/>
                  <a:pt x="1952" y="3348"/>
                </a:cubicBezTo>
                <a:cubicBezTo>
                  <a:pt x="1953" y="3355"/>
                  <a:pt x="1955" y="3362"/>
                  <a:pt x="1959" y="3368"/>
                </a:cubicBezTo>
                <a:cubicBezTo>
                  <a:pt x="1959" y="3369"/>
                  <a:pt x="1960" y="3369"/>
                  <a:pt x="1960" y="3370"/>
                </a:cubicBezTo>
                <a:cubicBezTo>
                  <a:pt x="1961" y="3372"/>
                  <a:pt x="1962" y="3374"/>
                  <a:pt x="1963" y="3376"/>
                </a:cubicBezTo>
                <a:cubicBezTo>
                  <a:pt x="1966" y="3380"/>
                  <a:pt x="1969" y="3384"/>
                  <a:pt x="1973" y="3388"/>
                </a:cubicBezTo>
                <a:lnTo>
                  <a:pt x="1965" y="3388"/>
                </a:lnTo>
                <a:cubicBezTo>
                  <a:pt x="1965" y="3388"/>
                  <a:pt x="1965" y="3387"/>
                  <a:pt x="1964" y="3387"/>
                </a:cubicBezTo>
                <a:cubicBezTo>
                  <a:pt x="1962" y="3385"/>
                  <a:pt x="1962" y="3384"/>
                  <a:pt x="1961" y="3383"/>
                </a:cubicBezTo>
                <a:lnTo>
                  <a:pt x="1960" y="3383"/>
                </a:lnTo>
                <a:cubicBezTo>
                  <a:pt x="1957" y="3381"/>
                  <a:pt x="1954" y="3379"/>
                  <a:pt x="1953" y="3376"/>
                </a:cubicBezTo>
                <a:cubicBezTo>
                  <a:pt x="1952" y="3374"/>
                  <a:pt x="1951" y="3373"/>
                  <a:pt x="1951" y="3371"/>
                </a:cubicBezTo>
                <a:cubicBezTo>
                  <a:pt x="1950" y="3369"/>
                  <a:pt x="1949" y="3367"/>
                  <a:pt x="1948" y="3365"/>
                </a:cubicBezTo>
                <a:cubicBezTo>
                  <a:pt x="1946" y="3362"/>
                  <a:pt x="1944" y="3360"/>
                  <a:pt x="1942" y="3357"/>
                </a:cubicBezTo>
                <a:cubicBezTo>
                  <a:pt x="1940" y="3356"/>
                  <a:pt x="1938" y="3354"/>
                  <a:pt x="1937" y="3352"/>
                </a:cubicBezTo>
                <a:cubicBezTo>
                  <a:pt x="1935" y="3349"/>
                  <a:pt x="1935" y="3345"/>
                  <a:pt x="1935" y="3342"/>
                </a:cubicBezTo>
                <a:lnTo>
                  <a:pt x="1935" y="3341"/>
                </a:lnTo>
                <a:cubicBezTo>
                  <a:pt x="1935" y="3341"/>
                  <a:pt x="1934" y="3340"/>
                  <a:pt x="1934" y="3339"/>
                </a:cubicBezTo>
                <a:cubicBezTo>
                  <a:pt x="1934" y="3339"/>
                  <a:pt x="1933" y="3338"/>
                  <a:pt x="1932" y="3338"/>
                </a:cubicBezTo>
                <a:cubicBezTo>
                  <a:pt x="1931" y="3337"/>
                  <a:pt x="1931" y="3337"/>
                  <a:pt x="1930" y="3337"/>
                </a:cubicBezTo>
                <a:cubicBezTo>
                  <a:pt x="1929" y="3337"/>
                  <a:pt x="1929" y="3337"/>
                  <a:pt x="1928" y="3338"/>
                </a:cubicBezTo>
                <a:cubicBezTo>
                  <a:pt x="1927" y="3338"/>
                  <a:pt x="1927" y="3338"/>
                  <a:pt x="1926" y="3339"/>
                </a:cubicBezTo>
                <a:cubicBezTo>
                  <a:pt x="1925" y="3339"/>
                  <a:pt x="1926" y="3341"/>
                  <a:pt x="1926" y="3341"/>
                </a:cubicBezTo>
                <a:cubicBezTo>
                  <a:pt x="1927" y="3353"/>
                  <a:pt x="1928" y="3364"/>
                  <a:pt x="1931" y="3375"/>
                </a:cubicBezTo>
                <a:cubicBezTo>
                  <a:pt x="1931" y="3380"/>
                  <a:pt x="1932" y="3385"/>
                  <a:pt x="1935" y="3390"/>
                </a:cubicBezTo>
                <a:lnTo>
                  <a:pt x="1925" y="3390"/>
                </a:lnTo>
                <a:cubicBezTo>
                  <a:pt x="1925" y="3389"/>
                  <a:pt x="1926" y="3389"/>
                  <a:pt x="1926" y="3389"/>
                </a:cubicBezTo>
                <a:cubicBezTo>
                  <a:pt x="1926" y="3389"/>
                  <a:pt x="1925" y="3389"/>
                  <a:pt x="1925" y="3388"/>
                </a:cubicBezTo>
                <a:cubicBezTo>
                  <a:pt x="1923" y="3376"/>
                  <a:pt x="1914" y="3369"/>
                  <a:pt x="1908" y="3358"/>
                </a:cubicBezTo>
                <a:cubicBezTo>
                  <a:pt x="1900" y="3342"/>
                  <a:pt x="1894" y="3325"/>
                  <a:pt x="1892" y="3307"/>
                </a:cubicBezTo>
                <a:cubicBezTo>
                  <a:pt x="1892" y="3303"/>
                  <a:pt x="1886" y="3302"/>
                  <a:pt x="1886" y="3307"/>
                </a:cubicBezTo>
                <a:cubicBezTo>
                  <a:pt x="1883" y="3318"/>
                  <a:pt x="1881" y="3329"/>
                  <a:pt x="1881" y="3340"/>
                </a:cubicBezTo>
                <a:cubicBezTo>
                  <a:pt x="1881" y="3345"/>
                  <a:pt x="1881" y="3350"/>
                  <a:pt x="1882" y="3355"/>
                </a:cubicBezTo>
                <a:cubicBezTo>
                  <a:pt x="1885" y="3365"/>
                  <a:pt x="1889" y="3373"/>
                  <a:pt x="1895" y="3383"/>
                </a:cubicBezTo>
                <a:cubicBezTo>
                  <a:pt x="1896" y="3386"/>
                  <a:pt x="1898" y="3388"/>
                  <a:pt x="1899" y="3391"/>
                </a:cubicBezTo>
                <a:cubicBezTo>
                  <a:pt x="1883" y="3391"/>
                  <a:pt x="1866" y="3391"/>
                  <a:pt x="1849" y="3391"/>
                </a:cubicBezTo>
                <a:cubicBezTo>
                  <a:pt x="1850" y="3390"/>
                  <a:pt x="1850" y="3389"/>
                  <a:pt x="1850" y="3389"/>
                </a:cubicBezTo>
                <a:cubicBezTo>
                  <a:pt x="1850" y="3388"/>
                  <a:pt x="1850" y="3387"/>
                  <a:pt x="1849" y="3387"/>
                </a:cubicBezTo>
                <a:cubicBezTo>
                  <a:pt x="1830" y="3333"/>
                  <a:pt x="1877" y="3232"/>
                  <a:pt x="1902" y="3183"/>
                </a:cubicBezTo>
                <a:lnTo>
                  <a:pt x="1919" y="3150"/>
                </a:lnTo>
                <a:cubicBezTo>
                  <a:pt x="1925" y="3144"/>
                  <a:pt x="1930" y="3137"/>
                  <a:pt x="1935" y="3129"/>
                </a:cubicBezTo>
                <a:cubicBezTo>
                  <a:pt x="1941" y="3118"/>
                  <a:pt x="1946" y="3105"/>
                  <a:pt x="1948" y="3092"/>
                </a:cubicBezTo>
                <a:cubicBezTo>
                  <a:pt x="1958" y="3075"/>
                  <a:pt x="1967" y="3059"/>
                  <a:pt x="1977" y="3043"/>
                </a:cubicBezTo>
                <a:cubicBezTo>
                  <a:pt x="2030" y="2959"/>
                  <a:pt x="2103" y="2889"/>
                  <a:pt x="2189" y="2840"/>
                </a:cubicBezTo>
                <a:cubicBezTo>
                  <a:pt x="2205" y="2830"/>
                  <a:pt x="2222" y="2821"/>
                  <a:pt x="2240" y="2813"/>
                </a:cubicBezTo>
                <a:cubicBezTo>
                  <a:pt x="2350" y="2765"/>
                  <a:pt x="2476" y="2782"/>
                  <a:pt x="2578" y="2834"/>
                </a:cubicBezTo>
                <a:cubicBezTo>
                  <a:pt x="2716" y="2904"/>
                  <a:pt x="2743" y="3027"/>
                  <a:pt x="2745" y="3168"/>
                </a:cubicBezTo>
                <a:lnTo>
                  <a:pt x="2725" y="3168"/>
                </a:lnTo>
                <a:cubicBezTo>
                  <a:pt x="2725" y="3167"/>
                  <a:pt x="2726" y="3167"/>
                  <a:pt x="2726" y="3166"/>
                </a:cubicBezTo>
                <a:cubicBezTo>
                  <a:pt x="2726" y="3165"/>
                  <a:pt x="2725" y="3165"/>
                  <a:pt x="2725" y="3164"/>
                </a:cubicBezTo>
                <a:cubicBezTo>
                  <a:pt x="2720" y="3140"/>
                  <a:pt x="2723" y="3109"/>
                  <a:pt x="2703" y="3091"/>
                </a:cubicBezTo>
                <a:cubicBezTo>
                  <a:pt x="2702" y="3091"/>
                  <a:pt x="2702" y="3090"/>
                  <a:pt x="2702" y="3090"/>
                </a:cubicBezTo>
                <a:cubicBezTo>
                  <a:pt x="2701" y="3090"/>
                  <a:pt x="2700" y="3090"/>
                  <a:pt x="2699" y="3090"/>
                </a:cubicBezTo>
                <a:cubicBezTo>
                  <a:pt x="2698" y="3090"/>
                  <a:pt x="2697" y="3090"/>
                  <a:pt x="2697" y="3090"/>
                </a:cubicBezTo>
                <a:cubicBezTo>
                  <a:pt x="2696" y="3091"/>
                  <a:pt x="2695" y="3091"/>
                  <a:pt x="2695" y="3092"/>
                </a:cubicBezTo>
                <a:cubicBezTo>
                  <a:pt x="2694" y="3093"/>
                  <a:pt x="2694" y="3094"/>
                  <a:pt x="2694" y="3095"/>
                </a:cubicBezTo>
                <a:cubicBezTo>
                  <a:pt x="2694" y="3096"/>
                  <a:pt x="2694" y="3096"/>
                  <a:pt x="2695" y="3097"/>
                </a:cubicBezTo>
                <a:cubicBezTo>
                  <a:pt x="2695" y="3100"/>
                  <a:pt x="2696" y="3104"/>
                  <a:pt x="2696" y="3107"/>
                </a:cubicBezTo>
                <a:cubicBezTo>
                  <a:pt x="2696" y="3112"/>
                  <a:pt x="2695" y="3117"/>
                  <a:pt x="2693" y="3122"/>
                </a:cubicBezTo>
                <a:cubicBezTo>
                  <a:pt x="2693" y="3124"/>
                  <a:pt x="2693" y="3126"/>
                  <a:pt x="2693" y="3128"/>
                </a:cubicBezTo>
                <a:cubicBezTo>
                  <a:pt x="2693" y="3132"/>
                  <a:pt x="2694" y="3136"/>
                  <a:pt x="2695" y="3140"/>
                </a:cubicBezTo>
                <a:cubicBezTo>
                  <a:pt x="2697" y="3150"/>
                  <a:pt x="2695" y="3160"/>
                  <a:pt x="2697" y="3169"/>
                </a:cubicBezTo>
                <a:lnTo>
                  <a:pt x="2687" y="3169"/>
                </a:lnTo>
                <a:lnTo>
                  <a:pt x="2687" y="3168"/>
                </a:lnTo>
                <a:cubicBezTo>
                  <a:pt x="2687" y="3167"/>
                  <a:pt x="2687" y="3167"/>
                  <a:pt x="2687" y="3167"/>
                </a:cubicBezTo>
                <a:cubicBezTo>
                  <a:pt x="2687" y="3149"/>
                  <a:pt x="2682" y="3130"/>
                  <a:pt x="2672" y="3114"/>
                </a:cubicBezTo>
                <a:cubicBezTo>
                  <a:pt x="2671" y="3112"/>
                  <a:pt x="2670" y="3110"/>
                  <a:pt x="2669" y="3109"/>
                </a:cubicBezTo>
                <a:cubicBezTo>
                  <a:pt x="2660" y="3093"/>
                  <a:pt x="2650" y="3077"/>
                  <a:pt x="2641" y="3061"/>
                </a:cubicBezTo>
                <a:cubicBezTo>
                  <a:pt x="2639" y="3057"/>
                  <a:pt x="2637" y="3054"/>
                  <a:pt x="2635" y="3050"/>
                </a:cubicBezTo>
                <a:cubicBezTo>
                  <a:pt x="2631" y="3043"/>
                  <a:pt x="2627" y="3036"/>
                  <a:pt x="2621" y="3030"/>
                </a:cubicBezTo>
                <a:cubicBezTo>
                  <a:pt x="2619" y="3027"/>
                  <a:pt x="2613" y="3032"/>
                  <a:pt x="2616" y="3035"/>
                </a:cubicBezTo>
                <a:cubicBezTo>
                  <a:pt x="2634" y="3054"/>
                  <a:pt x="2639" y="3085"/>
                  <a:pt x="2651" y="3108"/>
                </a:cubicBezTo>
                <a:cubicBezTo>
                  <a:pt x="2652" y="3110"/>
                  <a:pt x="2653" y="3111"/>
                  <a:pt x="2654" y="3113"/>
                </a:cubicBezTo>
                <a:cubicBezTo>
                  <a:pt x="2663" y="3128"/>
                  <a:pt x="2668" y="3145"/>
                  <a:pt x="2669" y="3162"/>
                </a:cubicBezTo>
                <a:cubicBezTo>
                  <a:pt x="2669" y="3163"/>
                  <a:pt x="2669" y="3164"/>
                  <a:pt x="2669" y="3165"/>
                </a:cubicBezTo>
                <a:cubicBezTo>
                  <a:pt x="2669" y="3166"/>
                  <a:pt x="2669" y="3167"/>
                  <a:pt x="2670" y="3169"/>
                </a:cubicBezTo>
                <a:cubicBezTo>
                  <a:pt x="2670" y="3169"/>
                  <a:pt x="2670" y="3170"/>
                  <a:pt x="2671" y="3170"/>
                </a:cubicBezTo>
                <a:cubicBezTo>
                  <a:pt x="2663" y="3170"/>
                  <a:pt x="2654" y="3171"/>
                  <a:pt x="2646" y="3172"/>
                </a:cubicBezTo>
                <a:cubicBezTo>
                  <a:pt x="2643" y="3165"/>
                  <a:pt x="2640" y="3158"/>
                  <a:pt x="2638" y="3150"/>
                </a:cubicBezTo>
                <a:cubicBezTo>
                  <a:pt x="2638" y="3145"/>
                  <a:pt x="2637" y="3140"/>
                  <a:pt x="2634" y="3135"/>
                </a:cubicBezTo>
                <a:cubicBezTo>
                  <a:pt x="2633" y="3132"/>
                  <a:pt x="2631" y="3129"/>
                  <a:pt x="2629" y="3125"/>
                </a:cubicBezTo>
                <a:cubicBezTo>
                  <a:pt x="2624" y="3115"/>
                  <a:pt x="2617" y="3106"/>
                  <a:pt x="2609" y="3098"/>
                </a:cubicBezTo>
                <a:cubicBezTo>
                  <a:pt x="2604" y="3094"/>
                  <a:pt x="2597" y="3101"/>
                  <a:pt x="2602" y="3105"/>
                </a:cubicBezTo>
                <a:cubicBezTo>
                  <a:pt x="2610" y="3113"/>
                  <a:pt x="2611" y="3127"/>
                  <a:pt x="2616" y="3137"/>
                </a:cubicBezTo>
                <a:cubicBezTo>
                  <a:pt x="2618" y="3144"/>
                  <a:pt x="2620" y="3151"/>
                  <a:pt x="2620" y="3159"/>
                </a:cubicBezTo>
                <a:cubicBezTo>
                  <a:pt x="2621" y="3164"/>
                  <a:pt x="2623" y="3170"/>
                  <a:pt x="2625" y="3175"/>
                </a:cubicBezTo>
                <a:lnTo>
                  <a:pt x="2603" y="3179"/>
                </a:lnTo>
                <a:cubicBezTo>
                  <a:pt x="2603" y="3177"/>
                  <a:pt x="2603" y="3176"/>
                  <a:pt x="2602" y="3174"/>
                </a:cubicBezTo>
                <a:lnTo>
                  <a:pt x="2601" y="3173"/>
                </a:lnTo>
                <a:cubicBezTo>
                  <a:pt x="2593" y="3153"/>
                  <a:pt x="2580" y="3137"/>
                  <a:pt x="2571" y="3119"/>
                </a:cubicBezTo>
                <a:cubicBezTo>
                  <a:pt x="2570" y="3117"/>
                  <a:pt x="2569" y="3116"/>
                  <a:pt x="2569" y="3115"/>
                </a:cubicBezTo>
                <a:cubicBezTo>
                  <a:pt x="2559" y="3098"/>
                  <a:pt x="2545" y="3083"/>
                  <a:pt x="2527" y="3074"/>
                </a:cubicBezTo>
                <a:cubicBezTo>
                  <a:pt x="2523" y="3072"/>
                  <a:pt x="2519" y="3078"/>
                  <a:pt x="2523" y="3081"/>
                </a:cubicBezTo>
                <a:cubicBezTo>
                  <a:pt x="2543" y="3092"/>
                  <a:pt x="2549" y="3124"/>
                  <a:pt x="2557" y="3144"/>
                </a:cubicBezTo>
                <a:cubicBezTo>
                  <a:pt x="2560" y="3152"/>
                  <a:pt x="2564" y="3159"/>
                  <a:pt x="2568" y="3166"/>
                </a:cubicBezTo>
                <a:cubicBezTo>
                  <a:pt x="2571" y="3172"/>
                  <a:pt x="2575" y="3179"/>
                  <a:pt x="2580" y="3184"/>
                </a:cubicBezTo>
                <a:lnTo>
                  <a:pt x="2560" y="3190"/>
                </a:lnTo>
                <a:cubicBezTo>
                  <a:pt x="2558" y="3185"/>
                  <a:pt x="2555" y="3180"/>
                  <a:pt x="2552" y="3175"/>
                </a:cubicBezTo>
                <a:cubicBezTo>
                  <a:pt x="2545" y="3162"/>
                  <a:pt x="2536" y="3151"/>
                  <a:pt x="2525" y="3141"/>
                </a:cubicBezTo>
                <a:cubicBezTo>
                  <a:pt x="2515" y="3132"/>
                  <a:pt x="2513" y="3122"/>
                  <a:pt x="2505" y="3111"/>
                </a:cubicBezTo>
                <a:cubicBezTo>
                  <a:pt x="2496" y="3099"/>
                  <a:pt x="2485" y="3086"/>
                  <a:pt x="2474" y="3075"/>
                </a:cubicBezTo>
                <a:cubicBezTo>
                  <a:pt x="2471" y="3071"/>
                  <a:pt x="2464" y="3076"/>
                  <a:pt x="2468" y="3080"/>
                </a:cubicBezTo>
                <a:cubicBezTo>
                  <a:pt x="2478" y="3092"/>
                  <a:pt x="2488" y="3104"/>
                  <a:pt x="2497" y="3117"/>
                </a:cubicBezTo>
                <a:cubicBezTo>
                  <a:pt x="2504" y="3125"/>
                  <a:pt x="2505" y="3136"/>
                  <a:pt x="2513" y="3144"/>
                </a:cubicBezTo>
                <a:cubicBezTo>
                  <a:pt x="2520" y="3150"/>
                  <a:pt x="2525" y="3158"/>
                  <a:pt x="2530" y="3166"/>
                </a:cubicBezTo>
                <a:cubicBezTo>
                  <a:pt x="2534" y="3174"/>
                  <a:pt x="2538" y="3182"/>
                  <a:pt x="2541" y="3191"/>
                </a:cubicBezTo>
                <a:lnTo>
                  <a:pt x="2542" y="3195"/>
                </a:lnTo>
                <a:cubicBezTo>
                  <a:pt x="2532" y="3198"/>
                  <a:pt x="2522" y="3202"/>
                  <a:pt x="2512" y="3205"/>
                </a:cubicBezTo>
                <a:cubicBezTo>
                  <a:pt x="2509" y="3201"/>
                  <a:pt x="2506" y="3189"/>
                  <a:pt x="2502" y="3183"/>
                </a:cubicBezTo>
                <a:cubicBezTo>
                  <a:pt x="2499" y="3178"/>
                  <a:pt x="2495" y="3174"/>
                  <a:pt x="2491" y="3170"/>
                </a:cubicBezTo>
                <a:cubicBezTo>
                  <a:pt x="2481" y="3157"/>
                  <a:pt x="2471" y="3146"/>
                  <a:pt x="2460" y="3135"/>
                </a:cubicBezTo>
                <a:cubicBezTo>
                  <a:pt x="2457" y="3133"/>
                  <a:pt x="2453" y="3135"/>
                  <a:pt x="2455" y="3139"/>
                </a:cubicBezTo>
                <a:cubicBezTo>
                  <a:pt x="2460" y="3145"/>
                  <a:pt x="2464" y="3152"/>
                  <a:pt x="2469" y="3160"/>
                </a:cubicBezTo>
                <a:cubicBezTo>
                  <a:pt x="2473" y="3167"/>
                  <a:pt x="2477" y="3175"/>
                  <a:pt x="2481" y="3183"/>
                </a:cubicBezTo>
                <a:cubicBezTo>
                  <a:pt x="2486" y="3193"/>
                  <a:pt x="2485" y="3204"/>
                  <a:pt x="2490" y="3214"/>
                </a:cubicBezTo>
                <a:lnTo>
                  <a:pt x="2470" y="3222"/>
                </a:lnTo>
                <a:cubicBezTo>
                  <a:pt x="2470" y="3222"/>
                  <a:pt x="2469" y="3222"/>
                  <a:pt x="2469" y="3221"/>
                </a:cubicBezTo>
                <a:cubicBezTo>
                  <a:pt x="2468" y="3220"/>
                  <a:pt x="2467" y="3218"/>
                  <a:pt x="2466" y="3217"/>
                </a:cubicBezTo>
                <a:cubicBezTo>
                  <a:pt x="2459" y="3202"/>
                  <a:pt x="2449" y="3187"/>
                  <a:pt x="2442" y="3172"/>
                </a:cubicBezTo>
                <a:cubicBezTo>
                  <a:pt x="2434" y="3156"/>
                  <a:pt x="2423" y="3153"/>
                  <a:pt x="2412" y="3144"/>
                </a:cubicBezTo>
                <a:cubicBezTo>
                  <a:pt x="2408" y="3141"/>
                  <a:pt x="2403" y="3147"/>
                  <a:pt x="2407" y="3150"/>
                </a:cubicBezTo>
                <a:cubicBezTo>
                  <a:pt x="2413" y="3155"/>
                  <a:pt x="2418" y="3161"/>
                  <a:pt x="2421" y="3167"/>
                </a:cubicBezTo>
                <a:cubicBezTo>
                  <a:pt x="2423" y="3171"/>
                  <a:pt x="2425" y="3175"/>
                  <a:pt x="2426" y="3179"/>
                </a:cubicBezTo>
                <a:cubicBezTo>
                  <a:pt x="2433" y="3195"/>
                  <a:pt x="2437" y="3212"/>
                  <a:pt x="2439" y="3230"/>
                </a:cubicBezTo>
                <a:cubicBezTo>
                  <a:pt x="2439" y="3231"/>
                  <a:pt x="2439" y="3231"/>
                  <a:pt x="2439" y="3232"/>
                </a:cubicBezTo>
                <a:cubicBezTo>
                  <a:pt x="2439" y="3233"/>
                  <a:pt x="2439" y="3234"/>
                  <a:pt x="2439" y="3235"/>
                </a:cubicBezTo>
                <a:lnTo>
                  <a:pt x="2422" y="3242"/>
                </a:lnTo>
                <a:cubicBezTo>
                  <a:pt x="2410" y="3248"/>
                  <a:pt x="2399" y="3254"/>
                  <a:pt x="2388" y="3260"/>
                </a:cubicBezTo>
                <a:cubicBezTo>
                  <a:pt x="2386" y="3256"/>
                  <a:pt x="2384" y="3253"/>
                  <a:pt x="2383" y="3250"/>
                </a:cubicBezTo>
                <a:cubicBezTo>
                  <a:pt x="2379" y="3243"/>
                  <a:pt x="2374" y="3237"/>
                  <a:pt x="2369" y="3231"/>
                </a:cubicBezTo>
                <a:cubicBezTo>
                  <a:pt x="2362" y="3221"/>
                  <a:pt x="2356" y="3209"/>
                  <a:pt x="2342" y="3208"/>
                </a:cubicBezTo>
                <a:cubicBezTo>
                  <a:pt x="2337" y="3208"/>
                  <a:pt x="2336" y="3215"/>
                  <a:pt x="2340" y="3217"/>
                </a:cubicBezTo>
                <a:cubicBezTo>
                  <a:pt x="2344" y="3219"/>
                  <a:pt x="2347" y="3229"/>
                  <a:pt x="2350" y="3234"/>
                </a:cubicBezTo>
                <a:cubicBezTo>
                  <a:pt x="2353" y="3239"/>
                  <a:pt x="2355" y="3243"/>
                  <a:pt x="2358" y="3248"/>
                </a:cubicBezTo>
                <a:cubicBezTo>
                  <a:pt x="2358" y="3248"/>
                  <a:pt x="2358" y="3249"/>
                  <a:pt x="2359" y="3249"/>
                </a:cubicBezTo>
                <a:cubicBezTo>
                  <a:pt x="2363" y="3256"/>
                  <a:pt x="2368" y="3262"/>
                  <a:pt x="2373" y="3267"/>
                </a:cubicBezTo>
                <a:cubicBezTo>
                  <a:pt x="2360" y="3274"/>
                  <a:pt x="2348" y="3282"/>
                  <a:pt x="2337" y="3290"/>
                </a:cubicBezTo>
                <a:cubicBezTo>
                  <a:pt x="2335" y="3285"/>
                  <a:pt x="2333" y="3276"/>
                  <a:pt x="2333" y="3276"/>
                </a:cubicBezTo>
                <a:cubicBezTo>
                  <a:pt x="2331" y="3272"/>
                  <a:pt x="2329" y="3267"/>
                  <a:pt x="2326" y="3263"/>
                </a:cubicBezTo>
                <a:cubicBezTo>
                  <a:pt x="2323" y="3259"/>
                  <a:pt x="2321" y="3254"/>
                  <a:pt x="2318" y="3250"/>
                </a:cubicBezTo>
                <a:cubicBezTo>
                  <a:pt x="2307" y="3234"/>
                  <a:pt x="2302" y="3215"/>
                  <a:pt x="2290" y="3200"/>
                </a:cubicBezTo>
                <a:cubicBezTo>
                  <a:pt x="2287" y="3196"/>
                  <a:pt x="2281" y="3200"/>
                  <a:pt x="2284" y="3204"/>
                </a:cubicBezTo>
                <a:cubicBezTo>
                  <a:pt x="2303" y="3231"/>
                  <a:pt x="2311" y="3268"/>
                  <a:pt x="2327" y="3298"/>
                </a:cubicBezTo>
                <a:cubicBezTo>
                  <a:pt x="2319" y="3304"/>
                  <a:pt x="2312" y="3310"/>
                  <a:pt x="2304" y="3316"/>
                </a:cubicBezTo>
                <a:cubicBezTo>
                  <a:pt x="2302" y="3311"/>
                  <a:pt x="2299" y="3307"/>
                  <a:pt x="2297" y="3305"/>
                </a:cubicBezTo>
                <a:cubicBezTo>
                  <a:pt x="2293" y="3299"/>
                  <a:pt x="2288" y="3295"/>
                  <a:pt x="2282" y="3291"/>
                </a:cubicBezTo>
                <a:cubicBezTo>
                  <a:pt x="2277" y="3288"/>
                  <a:pt x="2273" y="3295"/>
                  <a:pt x="2276" y="3299"/>
                </a:cubicBezTo>
                <a:cubicBezTo>
                  <a:pt x="2277" y="3300"/>
                  <a:pt x="2277" y="3301"/>
                  <a:pt x="2278" y="3302"/>
                </a:cubicBezTo>
                <a:cubicBezTo>
                  <a:pt x="2280" y="3306"/>
                  <a:pt x="2282" y="3310"/>
                  <a:pt x="2283" y="3315"/>
                </a:cubicBezTo>
                <a:cubicBezTo>
                  <a:pt x="2284" y="3320"/>
                  <a:pt x="2286" y="3325"/>
                  <a:pt x="2288" y="3329"/>
                </a:cubicBezTo>
                <a:cubicBezTo>
                  <a:pt x="2282" y="3335"/>
                  <a:pt x="2275" y="3342"/>
                  <a:pt x="2269" y="3349"/>
                </a:cubicBezTo>
                <a:cubicBezTo>
                  <a:pt x="2251" y="3314"/>
                  <a:pt x="2227" y="3282"/>
                  <a:pt x="2206" y="3249"/>
                </a:cubicBezTo>
                <a:cubicBezTo>
                  <a:pt x="2205" y="3249"/>
                  <a:pt x="2205" y="3248"/>
                  <a:pt x="2204" y="3248"/>
                </a:cubicBezTo>
                <a:cubicBezTo>
                  <a:pt x="2204" y="3248"/>
                  <a:pt x="2203" y="3249"/>
                  <a:pt x="2202" y="3249"/>
                </a:cubicBezTo>
                <a:lnTo>
                  <a:pt x="2201" y="3250"/>
                </a:lnTo>
                <a:cubicBezTo>
                  <a:pt x="2200" y="3251"/>
                  <a:pt x="2201" y="3251"/>
                  <a:pt x="2201" y="3252"/>
                </a:cubicBezTo>
                <a:lnTo>
                  <a:pt x="2201" y="3253"/>
                </a:lnTo>
                <a:cubicBezTo>
                  <a:pt x="2212" y="3272"/>
                  <a:pt x="2224" y="3292"/>
                  <a:pt x="2234" y="3312"/>
                </a:cubicBezTo>
                <a:cubicBezTo>
                  <a:pt x="2242" y="3329"/>
                  <a:pt x="2247" y="3347"/>
                  <a:pt x="2256" y="3364"/>
                </a:cubicBezTo>
                <a:cubicBezTo>
                  <a:pt x="2250" y="3370"/>
                  <a:pt x="2244" y="3378"/>
                  <a:pt x="2239" y="3385"/>
                </a:cubicBezTo>
                <a:cubicBezTo>
                  <a:pt x="2220" y="3359"/>
                  <a:pt x="2199" y="3334"/>
                  <a:pt x="2177" y="3311"/>
                </a:cubicBezTo>
                <a:cubicBezTo>
                  <a:pt x="2167" y="3303"/>
                  <a:pt x="2158" y="3294"/>
                  <a:pt x="2152" y="3283"/>
                </a:cubicBezTo>
                <a:cubicBezTo>
                  <a:pt x="2150" y="3280"/>
                  <a:pt x="2149" y="3277"/>
                  <a:pt x="2148" y="3275"/>
                </a:cubicBezTo>
                <a:cubicBezTo>
                  <a:pt x="2148" y="3274"/>
                  <a:pt x="2148" y="3274"/>
                  <a:pt x="2147" y="3274"/>
                </a:cubicBezTo>
                <a:cubicBezTo>
                  <a:pt x="2147" y="3274"/>
                  <a:pt x="2147" y="3273"/>
                  <a:pt x="2146" y="3273"/>
                </a:cubicBezTo>
                <a:lnTo>
                  <a:pt x="2145" y="3273"/>
                </a:lnTo>
                <a:cubicBezTo>
                  <a:pt x="2144" y="3273"/>
                  <a:pt x="2144" y="3273"/>
                  <a:pt x="2143" y="3273"/>
                </a:cubicBezTo>
                <a:cubicBezTo>
                  <a:pt x="2143" y="3273"/>
                  <a:pt x="2143" y="3274"/>
                  <a:pt x="2142" y="3274"/>
                </a:cubicBezTo>
                <a:cubicBezTo>
                  <a:pt x="2142" y="3274"/>
                  <a:pt x="2142" y="3275"/>
                  <a:pt x="2142" y="3276"/>
                </a:cubicBezTo>
                <a:cubicBezTo>
                  <a:pt x="2146" y="3299"/>
                  <a:pt x="2167" y="3323"/>
                  <a:pt x="2178" y="3343"/>
                </a:cubicBezTo>
                <a:cubicBezTo>
                  <a:pt x="2188" y="3363"/>
                  <a:pt x="2207" y="3381"/>
                  <a:pt x="2218" y="3402"/>
                </a:cubicBezTo>
                <a:lnTo>
                  <a:pt x="2180" y="3400"/>
                </a:lnTo>
                <a:moveTo>
                  <a:pt x="1796" y="3151"/>
                </a:moveTo>
                <a:cubicBezTo>
                  <a:pt x="1796" y="3146"/>
                  <a:pt x="1788" y="3145"/>
                  <a:pt x="1788" y="3151"/>
                </a:cubicBezTo>
                <a:lnTo>
                  <a:pt x="1788" y="3152"/>
                </a:lnTo>
                <a:cubicBezTo>
                  <a:pt x="1788" y="3189"/>
                  <a:pt x="1784" y="3227"/>
                  <a:pt x="1778" y="3265"/>
                </a:cubicBezTo>
                <a:cubicBezTo>
                  <a:pt x="1771" y="3305"/>
                  <a:pt x="1753" y="3341"/>
                  <a:pt x="1753" y="3383"/>
                </a:cubicBezTo>
                <a:lnTo>
                  <a:pt x="1730" y="3381"/>
                </a:lnTo>
                <a:cubicBezTo>
                  <a:pt x="1730" y="3372"/>
                  <a:pt x="1731" y="3364"/>
                  <a:pt x="1732" y="3356"/>
                </a:cubicBezTo>
                <a:cubicBezTo>
                  <a:pt x="1733" y="3347"/>
                  <a:pt x="1730" y="3337"/>
                  <a:pt x="1732" y="3329"/>
                </a:cubicBezTo>
                <a:cubicBezTo>
                  <a:pt x="1732" y="3315"/>
                  <a:pt x="1730" y="3302"/>
                  <a:pt x="1728" y="3289"/>
                </a:cubicBezTo>
                <a:cubicBezTo>
                  <a:pt x="1728" y="3284"/>
                  <a:pt x="1719" y="3283"/>
                  <a:pt x="1719" y="3289"/>
                </a:cubicBezTo>
                <a:cubicBezTo>
                  <a:pt x="1718" y="3320"/>
                  <a:pt x="1704" y="3348"/>
                  <a:pt x="1703" y="3379"/>
                </a:cubicBezTo>
                <a:lnTo>
                  <a:pt x="1684" y="3378"/>
                </a:lnTo>
                <a:cubicBezTo>
                  <a:pt x="1687" y="3359"/>
                  <a:pt x="1688" y="3340"/>
                  <a:pt x="1689" y="3321"/>
                </a:cubicBezTo>
                <a:cubicBezTo>
                  <a:pt x="1689" y="3283"/>
                  <a:pt x="1686" y="3246"/>
                  <a:pt x="1682" y="3210"/>
                </a:cubicBezTo>
                <a:cubicBezTo>
                  <a:pt x="1682" y="3205"/>
                  <a:pt x="1675" y="3206"/>
                  <a:pt x="1675" y="3210"/>
                </a:cubicBezTo>
                <a:cubicBezTo>
                  <a:pt x="1675" y="3211"/>
                  <a:pt x="1675" y="3213"/>
                  <a:pt x="1675" y="3215"/>
                </a:cubicBezTo>
                <a:cubicBezTo>
                  <a:pt x="1675" y="3269"/>
                  <a:pt x="1670" y="3322"/>
                  <a:pt x="1659" y="3375"/>
                </a:cubicBezTo>
                <a:lnTo>
                  <a:pt x="1640" y="3374"/>
                </a:lnTo>
                <a:cubicBezTo>
                  <a:pt x="1648" y="3305"/>
                  <a:pt x="1636" y="3233"/>
                  <a:pt x="1634" y="3164"/>
                </a:cubicBezTo>
                <a:cubicBezTo>
                  <a:pt x="1634" y="3159"/>
                  <a:pt x="1627" y="3160"/>
                  <a:pt x="1627" y="3164"/>
                </a:cubicBezTo>
                <a:cubicBezTo>
                  <a:pt x="1625" y="3233"/>
                  <a:pt x="1621" y="3302"/>
                  <a:pt x="1616" y="3371"/>
                </a:cubicBezTo>
                <a:lnTo>
                  <a:pt x="1582" y="3368"/>
                </a:lnTo>
                <a:cubicBezTo>
                  <a:pt x="1585" y="3354"/>
                  <a:pt x="1587" y="3340"/>
                  <a:pt x="1587" y="3325"/>
                </a:cubicBezTo>
                <a:cubicBezTo>
                  <a:pt x="1587" y="3319"/>
                  <a:pt x="1587" y="3312"/>
                  <a:pt x="1586" y="3306"/>
                </a:cubicBezTo>
                <a:cubicBezTo>
                  <a:pt x="1586" y="3275"/>
                  <a:pt x="1581" y="3243"/>
                  <a:pt x="1580" y="3212"/>
                </a:cubicBezTo>
                <a:cubicBezTo>
                  <a:pt x="1580" y="3211"/>
                  <a:pt x="1580" y="3210"/>
                  <a:pt x="1580" y="3210"/>
                </a:cubicBezTo>
                <a:cubicBezTo>
                  <a:pt x="1579" y="3209"/>
                  <a:pt x="1579" y="3208"/>
                  <a:pt x="1578" y="3208"/>
                </a:cubicBezTo>
                <a:cubicBezTo>
                  <a:pt x="1577" y="3207"/>
                  <a:pt x="1576" y="3207"/>
                  <a:pt x="1575" y="3207"/>
                </a:cubicBezTo>
                <a:cubicBezTo>
                  <a:pt x="1574" y="3207"/>
                  <a:pt x="1574" y="3207"/>
                  <a:pt x="1573" y="3208"/>
                </a:cubicBezTo>
                <a:cubicBezTo>
                  <a:pt x="1572" y="3208"/>
                  <a:pt x="1571" y="3209"/>
                  <a:pt x="1571" y="3210"/>
                </a:cubicBezTo>
                <a:cubicBezTo>
                  <a:pt x="1571" y="3210"/>
                  <a:pt x="1570" y="3211"/>
                  <a:pt x="1570" y="3212"/>
                </a:cubicBezTo>
                <a:cubicBezTo>
                  <a:pt x="1570" y="3237"/>
                  <a:pt x="1566" y="3263"/>
                  <a:pt x="1565" y="3288"/>
                </a:cubicBezTo>
                <a:cubicBezTo>
                  <a:pt x="1565" y="3303"/>
                  <a:pt x="1564" y="3319"/>
                  <a:pt x="1563" y="3334"/>
                </a:cubicBezTo>
                <a:cubicBezTo>
                  <a:pt x="1562" y="3343"/>
                  <a:pt x="1560" y="3352"/>
                  <a:pt x="1558" y="3360"/>
                </a:cubicBezTo>
                <a:cubicBezTo>
                  <a:pt x="1557" y="3360"/>
                  <a:pt x="1557" y="3361"/>
                  <a:pt x="1557" y="3361"/>
                </a:cubicBezTo>
                <a:cubicBezTo>
                  <a:pt x="1556" y="3362"/>
                  <a:pt x="1556" y="3364"/>
                  <a:pt x="1556" y="3365"/>
                </a:cubicBezTo>
                <a:lnTo>
                  <a:pt x="1545" y="3364"/>
                </a:lnTo>
                <a:cubicBezTo>
                  <a:pt x="1546" y="3363"/>
                  <a:pt x="1546" y="3362"/>
                  <a:pt x="1546" y="3362"/>
                </a:cubicBezTo>
                <a:cubicBezTo>
                  <a:pt x="1546" y="3361"/>
                  <a:pt x="1546" y="3360"/>
                  <a:pt x="1545" y="3359"/>
                </a:cubicBezTo>
                <a:cubicBezTo>
                  <a:pt x="1545" y="3344"/>
                  <a:pt x="1541" y="3328"/>
                  <a:pt x="1540" y="3313"/>
                </a:cubicBezTo>
                <a:cubicBezTo>
                  <a:pt x="1538" y="3297"/>
                  <a:pt x="1532" y="3278"/>
                  <a:pt x="1529" y="3260"/>
                </a:cubicBezTo>
                <a:cubicBezTo>
                  <a:pt x="1529" y="3260"/>
                  <a:pt x="1530" y="3259"/>
                  <a:pt x="1529" y="3258"/>
                </a:cubicBezTo>
                <a:cubicBezTo>
                  <a:pt x="1528" y="3257"/>
                  <a:pt x="1528" y="3257"/>
                  <a:pt x="1527" y="3257"/>
                </a:cubicBezTo>
                <a:lnTo>
                  <a:pt x="1526" y="3257"/>
                </a:lnTo>
                <a:cubicBezTo>
                  <a:pt x="1525" y="3257"/>
                  <a:pt x="1524" y="3257"/>
                  <a:pt x="1524" y="3257"/>
                </a:cubicBezTo>
                <a:cubicBezTo>
                  <a:pt x="1523" y="3257"/>
                  <a:pt x="1523" y="3258"/>
                  <a:pt x="1523" y="3258"/>
                </a:cubicBezTo>
                <a:cubicBezTo>
                  <a:pt x="1522" y="3259"/>
                  <a:pt x="1522" y="3260"/>
                  <a:pt x="1522" y="3260"/>
                </a:cubicBezTo>
                <a:cubicBezTo>
                  <a:pt x="1522" y="3294"/>
                  <a:pt x="1511" y="3328"/>
                  <a:pt x="1521" y="3361"/>
                </a:cubicBezTo>
                <a:lnTo>
                  <a:pt x="1510" y="3359"/>
                </a:lnTo>
                <a:cubicBezTo>
                  <a:pt x="1511" y="3358"/>
                  <a:pt x="1511" y="3357"/>
                  <a:pt x="1511" y="3356"/>
                </a:cubicBezTo>
                <a:cubicBezTo>
                  <a:pt x="1511" y="3354"/>
                  <a:pt x="1510" y="3352"/>
                  <a:pt x="1509" y="3350"/>
                </a:cubicBezTo>
                <a:cubicBezTo>
                  <a:pt x="1509" y="3349"/>
                  <a:pt x="1508" y="3348"/>
                  <a:pt x="1507" y="3348"/>
                </a:cubicBezTo>
                <a:cubicBezTo>
                  <a:pt x="1505" y="3332"/>
                  <a:pt x="1504" y="3317"/>
                  <a:pt x="1503" y="3301"/>
                </a:cubicBezTo>
                <a:cubicBezTo>
                  <a:pt x="1503" y="3291"/>
                  <a:pt x="1497" y="3284"/>
                  <a:pt x="1497" y="3272"/>
                </a:cubicBezTo>
                <a:cubicBezTo>
                  <a:pt x="1497" y="3256"/>
                  <a:pt x="1491" y="3241"/>
                  <a:pt x="1490" y="3225"/>
                </a:cubicBezTo>
                <a:cubicBezTo>
                  <a:pt x="1490" y="3222"/>
                  <a:pt x="1490" y="3219"/>
                  <a:pt x="1490" y="3217"/>
                </a:cubicBezTo>
                <a:cubicBezTo>
                  <a:pt x="1490" y="3201"/>
                  <a:pt x="1489" y="3186"/>
                  <a:pt x="1485" y="3172"/>
                </a:cubicBezTo>
                <a:lnTo>
                  <a:pt x="1485" y="3171"/>
                </a:lnTo>
                <a:cubicBezTo>
                  <a:pt x="1485" y="3171"/>
                  <a:pt x="1484" y="3170"/>
                  <a:pt x="1483" y="3170"/>
                </a:cubicBezTo>
                <a:cubicBezTo>
                  <a:pt x="1482" y="3169"/>
                  <a:pt x="1482" y="3169"/>
                  <a:pt x="1481" y="3169"/>
                </a:cubicBezTo>
                <a:cubicBezTo>
                  <a:pt x="1480" y="3169"/>
                  <a:pt x="1479" y="3169"/>
                  <a:pt x="1478" y="3170"/>
                </a:cubicBezTo>
                <a:cubicBezTo>
                  <a:pt x="1477" y="3170"/>
                  <a:pt x="1477" y="3170"/>
                  <a:pt x="1476" y="3171"/>
                </a:cubicBezTo>
                <a:cubicBezTo>
                  <a:pt x="1475" y="3172"/>
                  <a:pt x="1476" y="3173"/>
                  <a:pt x="1476" y="3174"/>
                </a:cubicBezTo>
                <a:lnTo>
                  <a:pt x="1476" y="3175"/>
                </a:lnTo>
                <a:cubicBezTo>
                  <a:pt x="1484" y="3206"/>
                  <a:pt x="1478" y="3252"/>
                  <a:pt x="1476" y="3284"/>
                </a:cubicBezTo>
                <a:cubicBezTo>
                  <a:pt x="1475" y="3291"/>
                  <a:pt x="1475" y="3298"/>
                  <a:pt x="1475" y="3305"/>
                </a:cubicBezTo>
                <a:cubicBezTo>
                  <a:pt x="1475" y="3321"/>
                  <a:pt x="1476" y="3338"/>
                  <a:pt x="1479" y="3355"/>
                </a:cubicBezTo>
                <a:lnTo>
                  <a:pt x="1471" y="3354"/>
                </a:lnTo>
                <a:cubicBezTo>
                  <a:pt x="1475" y="3350"/>
                  <a:pt x="1474" y="3347"/>
                  <a:pt x="1474" y="3342"/>
                </a:cubicBezTo>
                <a:cubicBezTo>
                  <a:pt x="1473" y="3337"/>
                  <a:pt x="1469" y="3336"/>
                  <a:pt x="1467" y="3333"/>
                </a:cubicBezTo>
                <a:cubicBezTo>
                  <a:pt x="1465" y="3328"/>
                  <a:pt x="1463" y="3323"/>
                  <a:pt x="1463" y="3318"/>
                </a:cubicBezTo>
                <a:cubicBezTo>
                  <a:pt x="1459" y="3306"/>
                  <a:pt x="1455" y="3295"/>
                  <a:pt x="1450" y="3283"/>
                </a:cubicBezTo>
                <a:cubicBezTo>
                  <a:pt x="1443" y="3265"/>
                  <a:pt x="1439" y="3245"/>
                  <a:pt x="1437" y="3226"/>
                </a:cubicBezTo>
                <a:cubicBezTo>
                  <a:pt x="1437" y="3225"/>
                  <a:pt x="1437" y="3225"/>
                  <a:pt x="1437" y="3225"/>
                </a:cubicBezTo>
                <a:cubicBezTo>
                  <a:pt x="1436" y="3224"/>
                  <a:pt x="1436" y="3224"/>
                  <a:pt x="1435" y="3224"/>
                </a:cubicBezTo>
                <a:lnTo>
                  <a:pt x="1434" y="3223"/>
                </a:lnTo>
                <a:cubicBezTo>
                  <a:pt x="1433" y="3223"/>
                  <a:pt x="1433" y="3224"/>
                  <a:pt x="1432" y="3224"/>
                </a:cubicBezTo>
                <a:cubicBezTo>
                  <a:pt x="1432" y="3224"/>
                  <a:pt x="1431" y="3224"/>
                  <a:pt x="1431" y="3225"/>
                </a:cubicBezTo>
                <a:lnTo>
                  <a:pt x="1431" y="3226"/>
                </a:lnTo>
                <a:cubicBezTo>
                  <a:pt x="1431" y="3227"/>
                  <a:pt x="1431" y="3228"/>
                  <a:pt x="1431" y="3230"/>
                </a:cubicBezTo>
                <a:cubicBezTo>
                  <a:pt x="1431" y="3241"/>
                  <a:pt x="1432" y="3251"/>
                  <a:pt x="1433" y="3262"/>
                </a:cubicBezTo>
                <a:cubicBezTo>
                  <a:pt x="1436" y="3275"/>
                  <a:pt x="1438" y="3289"/>
                  <a:pt x="1438" y="3303"/>
                </a:cubicBezTo>
                <a:cubicBezTo>
                  <a:pt x="1438" y="3303"/>
                  <a:pt x="1438" y="3304"/>
                  <a:pt x="1438" y="3305"/>
                </a:cubicBezTo>
                <a:cubicBezTo>
                  <a:pt x="1438" y="3306"/>
                  <a:pt x="1438" y="3307"/>
                  <a:pt x="1438" y="3308"/>
                </a:cubicBezTo>
                <a:cubicBezTo>
                  <a:pt x="1438" y="3321"/>
                  <a:pt x="1441" y="3332"/>
                  <a:pt x="1448" y="3344"/>
                </a:cubicBezTo>
                <a:cubicBezTo>
                  <a:pt x="1449" y="3347"/>
                  <a:pt x="1451" y="3349"/>
                  <a:pt x="1453" y="3352"/>
                </a:cubicBezTo>
                <a:lnTo>
                  <a:pt x="1439" y="3350"/>
                </a:lnTo>
                <a:cubicBezTo>
                  <a:pt x="1439" y="3349"/>
                  <a:pt x="1439" y="3349"/>
                  <a:pt x="1439" y="3348"/>
                </a:cubicBezTo>
                <a:cubicBezTo>
                  <a:pt x="1439" y="3347"/>
                  <a:pt x="1439" y="3345"/>
                  <a:pt x="1438" y="3343"/>
                </a:cubicBezTo>
                <a:cubicBezTo>
                  <a:pt x="1425" y="3316"/>
                  <a:pt x="1417" y="3286"/>
                  <a:pt x="1404" y="3258"/>
                </a:cubicBezTo>
                <a:cubicBezTo>
                  <a:pt x="1391" y="3234"/>
                  <a:pt x="1381" y="3209"/>
                  <a:pt x="1373" y="3183"/>
                </a:cubicBezTo>
                <a:cubicBezTo>
                  <a:pt x="1372" y="3176"/>
                  <a:pt x="1363" y="3179"/>
                  <a:pt x="1364" y="3185"/>
                </a:cubicBezTo>
                <a:cubicBezTo>
                  <a:pt x="1367" y="3217"/>
                  <a:pt x="1374" y="3249"/>
                  <a:pt x="1385" y="3279"/>
                </a:cubicBezTo>
                <a:cubicBezTo>
                  <a:pt x="1392" y="3302"/>
                  <a:pt x="1401" y="3325"/>
                  <a:pt x="1411" y="3348"/>
                </a:cubicBezTo>
                <a:lnTo>
                  <a:pt x="1407" y="3348"/>
                </a:lnTo>
                <a:cubicBezTo>
                  <a:pt x="1408" y="3347"/>
                  <a:pt x="1408" y="3347"/>
                  <a:pt x="1408" y="3346"/>
                </a:cubicBezTo>
                <a:cubicBezTo>
                  <a:pt x="1408" y="3344"/>
                  <a:pt x="1407" y="3342"/>
                  <a:pt x="1406" y="3340"/>
                </a:cubicBezTo>
                <a:cubicBezTo>
                  <a:pt x="1405" y="3339"/>
                  <a:pt x="1405" y="3338"/>
                  <a:pt x="1404" y="3338"/>
                </a:cubicBezTo>
                <a:cubicBezTo>
                  <a:pt x="1378" y="3313"/>
                  <a:pt x="1365" y="3275"/>
                  <a:pt x="1347" y="3243"/>
                </a:cubicBezTo>
                <a:cubicBezTo>
                  <a:pt x="1334" y="3214"/>
                  <a:pt x="1319" y="3186"/>
                  <a:pt x="1303" y="3159"/>
                </a:cubicBezTo>
                <a:cubicBezTo>
                  <a:pt x="1298" y="3151"/>
                  <a:pt x="1294" y="3142"/>
                  <a:pt x="1288" y="3134"/>
                </a:cubicBezTo>
                <a:cubicBezTo>
                  <a:pt x="1288" y="3133"/>
                  <a:pt x="1288" y="3133"/>
                  <a:pt x="1287" y="3133"/>
                </a:cubicBezTo>
                <a:lnTo>
                  <a:pt x="1286" y="3132"/>
                </a:lnTo>
                <a:cubicBezTo>
                  <a:pt x="1285" y="3132"/>
                  <a:pt x="1284" y="3133"/>
                  <a:pt x="1284" y="3133"/>
                </a:cubicBezTo>
                <a:cubicBezTo>
                  <a:pt x="1283" y="3133"/>
                  <a:pt x="1283" y="3134"/>
                  <a:pt x="1283" y="3134"/>
                </a:cubicBezTo>
                <a:cubicBezTo>
                  <a:pt x="1282" y="3135"/>
                  <a:pt x="1282" y="3135"/>
                  <a:pt x="1282" y="3136"/>
                </a:cubicBezTo>
                <a:cubicBezTo>
                  <a:pt x="1282" y="3136"/>
                  <a:pt x="1282" y="3137"/>
                  <a:pt x="1283" y="3137"/>
                </a:cubicBezTo>
                <a:cubicBezTo>
                  <a:pt x="1318" y="3201"/>
                  <a:pt x="1324" y="3290"/>
                  <a:pt x="1374" y="3347"/>
                </a:cubicBezTo>
                <a:lnTo>
                  <a:pt x="1364" y="3347"/>
                </a:lnTo>
                <a:cubicBezTo>
                  <a:pt x="1363" y="3345"/>
                  <a:pt x="1363" y="3343"/>
                  <a:pt x="1362" y="3341"/>
                </a:cubicBezTo>
                <a:cubicBezTo>
                  <a:pt x="1361" y="3340"/>
                  <a:pt x="1360" y="3339"/>
                  <a:pt x="1360" y="3338"/>
                </a:cubicBezTo>
                <a:cubicBezTo>
                  <a:pt x="1301" y="3271"/>
                  <a:pt x="1268" y="3183"/>
                  <a:pt x="1236" y="3100"/>
                </a:cubicBezTo>
                <a:cubicBezTo>
                  <a:pt x="1235" y="3097"/>
                  <a:pt x="1230" y="3099"/>
                  <a:pt x="1231" y="3102"/>
                </a:cubicBezTo>
                <a:cubicBezTo>
                  <a:pt x="1245" y="3154"/>
                  <a:pt x="1246" y="3211"/>
                  <a:pt x="1269" y="3261"/>
                </a:cubicBezTo>
                <a:cubicBezTo>
                  <a:pt x="1274" y="3272"/>
                  <a:pt x="1279" y="3283"/>
                  <a:pt x="1285" y="3293"/>
                </a:cubicBezTo>
                <a:cubicBezTo>
                  <a:pt x="1296" y="3312"/>
                  <a:pt x="1309" y="3330"/>
                  <a:pt x="1322" y="3346"/>
                </a:cubicBezTo>
                <a:lnTo>
                  <a:pt x="1294" y="3346"/>
                </a:lnTo>
                <a:lnTo>
                  <a:pt x="1294" y="3344"/>
                </a:lnTo>
                <a:cubicBezTo>
                  <a:pt x="1294" y="3344"/>
                  <a:pt x="1294" y="3342"/>
                  <a:pt x="1293" y="3342"/>
                </a:cubicBezTo>
                <a:cubicBezTo>
                  <a:pt x="1292" y="3341"/>
                  <a:pt x="1292" y="3341"/>
                  <a:pt x="1291" y="3340"/>
                </a:cubicBezTo>
                <a:cubicBezTo>
                  <a:pt x="1272" y="3296"/>
                  <a:pt x="1250" y="3253"/>
                  <a:pt x="1226" y="3211"/>
                </a:cubicBezTo>
                <a:cubicBezTo>
                  <a:pt x="1225" y="3210"/>
                  <a:pt x="1225" y="3209"/>
                  <a:pt x="1224" y="3208"/>
                </a:cubicBezTo>
                <a:cubicBezTo>
                  <a:pt x="1193" y="3091"/>
                  <a:pt x="1158" y="2989"/>
                  <a:pt x="1184" y="2864"/>
                </a:cubicBezTo>
                <a:cubicBezTo>
                  <a:pt x="1216" y="2707"/>
                  <a:pt x="1402" y="2621"/>
                  <a:pt x="1545" y="2617"/>
                </a:cubicBezTo>
                <a:cubicBezTo>
                  <a:pt x="1676" y="2613"/>
                  <a:pt x="1798" y="2649"/>
                  <a:pt x="1870" y="2770"/>
                </a:cubicBezTo>
                <a:cubicBezTo>
                  <a:pt x="1873" y="2775"/>
                  <a:pt x="1876" y="2780"/>
                  <a:pt x="1879" y="2785"/>
                </a:cubicBezTo>
                <a:cubicBezTo>
                  <a:pt x="1903" y="2826"/>
                  <a:pt x="1917" y="2870"/>
                  <a:pt x="1923" y="2916"/>
                </a:cubicBezTo>
                <a:cubicBezTo>
                  <a:pt x="1926" y="2937"/>
                  <a:pt x="1927" y="2959"/>
                  <a:pt x="1927" y="2980"/>
                </a:cubicBezTo>
                <a:cubicBezTo>
                  <a:pt x="1927" y="2992"/>
                  <a:pt x="1927" y="3005"/>
                  <a:pt x="1926" y="3017"/>
                </a:cubicBezTo>
                <a:cubicBezTo>
                  <a:pt x="1924" y="3032"/>
                  <a:pt x="1922" y="3055"/>
                  <a:pt x="1917" y="3077"/>
                </a:cubicBezTo>
                <a:cubicBezTo>
                  <a:pt x="1914" y="3083"/>
                  <a:pt x="1910" y="3089"/>
                  <a:pt x="1907" y="3094"/>
                </a:cubicBezTo>
                <a:cubicBezTo>
                  <a:pt x="1907" y="3079"/>
                  <a:pt x="1906" y="3064"/>
                  <a:pt x="1903" y="3049"/>
                </a:cubicBezTo>
                <a:cubicBezTo>
                  <a:pt x="1903" y="3044"/>
                  <a:pt x="1896" y="3044"/>
                  <a:pt x="1896" y="3049"/>
                </a:cubicBezTo>
                <a:cubicBezTo>
                  <a:pt x="1891" y="3086"/>
                  <a:pt x="1883" y="3123"/>
                  <a:pt x="1871" y="3159"/>
                </a:cubicBezTo>
                <a:cubicBezTo>
                  <a:pt x="1871" y="3160"/>
                  <a:pt x="1870" y="3161"/>
                  <a:pt x="1870" y="3162"/>
                </a:cubicBezTo>
                <a:cubicBezTo>
                  <a:pt x="1870" y="3164"/>
                  <a:pt x="1871" y="3166"/>
                  <a:pt x="1872" y="3167"/>
                </a:cubicBezTo>
                <a:cubicBezTo>
                  <a:pt x="1873" y="3169"/>
                  <a:pt x="1874" y="3170"/>
                  <a:pt x="1875" y="3171"/>
                </a:cubicBezTo>
                <a:cubicBezTo>
                  <a:pt x="1868" y="3190"/>
                  <a:pt x="1861" y="3210"/>
                  <a:pt x="1854" y="3228"/>
                </a:cubicBezTo>
                <a:lnTo>
                  <a:pt x="1852" y="3233"/>
                </a:lnTo>
                <a:cubicBezTo>
                  <a:pt x="1850" y="3201"/>
                  <a:pt x="1843" y="3167"/>
                  <a:pt x="1841" y="3139"/>
                </a:cubicBezTo>
                <a:cubicBezTo>
                  <a:pt x="1841" y="3138"/>
                  <a:pt x="1841" y="3138"/>
                  <a:pt x="1840" y="3137"/>
                </a:cubicBezTo>
                <a:cubicBezTo>
                  <a:pt x="1840" y="3137"/>
                  <a:pt x="1840" y="3136"/>
                  <a:pt x="1839" y="3136"/>
                </a:cubicBezTo>
                <a:cubicBezTo>
                  <a:pt x="1839" y="3136"/>
                  <a:pt x="1838" y="3136"/>
                  <a:pt x="1837" y="3136"/>
                </a:cubicBezTo>
                <a:lnTo>
                  <a:pt x="1836" y="3136"/>
                </a:lnTo>
                <a:cubicBezTo>
                  <a:pt x="1835" y="3136"/>
                  <a:pt x="1835" y="3136"/>
                  <a:pt x="1834" y="3137"/>
                </a:cubicBezTo>
                <a:cubicBezTo>
                  <a:pt x="1833" y="3138"/>
                  <a:pt x="1834" y="3138"/>
                  <a:pt x="1834" y="3139"/>
                </a:cubicBezTo>
                <a:cubicBezTo>
                  <a:pt x="1832" y="3162"/>
                  <a:pt x="1828" y="3185"/>
                  <a:pt x="1824" y="3208"/>
                </a:cubicBezTo>
                <a:cubicBezTo>
                  <a:pt x="1823" y="3234"/>
                  <a:pt x="1819" y="3259"/>
                  <a:pt x="1812" y="3284"/>
                </a:cubicBezTo>
                <a:cubicBezTo>
                  <a:pt x="1807" y="3298"/>
                  <a:pt x="1809" y="3313"/>
                  <a:pt x="1804" y="3326"/>
                </a:cubicBezTo>
                <a:cubicBezTo>
                  <a:pt x="1798" y="3341"/>
                  <a:pt x="1795" y="3357"/>
                  <a:pt x="1794" y="3374"/>
                </a:cubicBezTo>
                <a:cubicBezTo>
                  <a:pt x="1795" y="3376"/>
                  <a:pt x="1796" y="3378"/>
                  <a:pt x="1797" y="3381"/>
                </a:cubicBezTo>
                <a:cubicBezTo>
                  <a:pt x="1798" y="3383"/>
                  <a:pt x="1798" y="3384"/>
                  <a:pt x="1799" y="3385"/>
                </a:cubicBezTo>
                <a:lnTo>
                  <a:pt x="1796" y="3385"/>
                </a:lnTo>
                <a:lnTo>
                  <a:pt x="1783" y="3384"/>
                </a:lnTo>
                <a:cubicBezTo>
                  <a:pt x="1784" y="3340"/>
                  <a:pt x="1788" y="3297"/>
                  <a:pt x="1796" y="3255"/>
                </a:cubicBezTo>
                <a:cubicBezTo>
                  <a:pt x="1797" y="3237"/>
                  <a:pt x="1798" y="3219"/>
                  <a:pt x="1798" y="3200"/>
                </a:cubicBezTo>
                <a:cubicBezTo>
                  <a:pt x="1798" y="3184"/>
                  <a:pt x="1797" y="3167"/>
                  <a:pt x="1796" y="3151"/>
                </a:cubicBezTo>
                <a:moveTo>
                  <a:pt x="1183" y="3345"/>
                </a:moveTo>
                <a:cubicBezTo>
                  <a:pt x="1183" y="3340"/>
                  <a:pt x="1181" y="3334"/>
                  <a:pt x="1179" y="3330"/>
                </a:cubicBezTo>
                <a:cubicBezTo>
                  <a:pt x="1178" y="3329"/>
                  <a:pt x="1178" y="3329"/>
                  <a:pt x="1178" y="3328"/>
                </a:cubicBezTo>
                <a:cubicBezTo>
                  <a:pt x="1176" y="3325"/>
                  <a:pt x="1174" y="3324"/>
                  <a:pt x="1174" y="3319"/>
                </a:cubicBezTo>
                <a:cubicBezTo>
                  <a:pt x="1173" y="3314"/>
                  <a:pt x="1171" y="3309"/>
                  <a:pt x="1169" y="3305"/>
                </a:cubicBezTo>
                <a:cubicBezTo>
                  <a:pt x="1168" y="3301"/>
                  <a:pt x="1161" y="3302"/>
                  <a:pt x="1162" y="3307"/>
                </a:cubicBezTo>
                <a:cubicBezTo>
                  <a:pt x="1162" y="3311"/>
                  <a:pt x="1165" y="3317"/>
                  <a:pt x="1163" y="3322"/>
                </a:cubicBezTo>
                <a:cubicBezTo>
                  <a:pt x="1163" y="3323"/>
                  <a:pt x="1163" y="3325"/>
                  <a:pt x="1163" y="3326"/>
                </a:cubicBezTo>
                <a:cubicBezTo>
                  <a:pt x="1163" y="3327"/>
                  <a:pt x="1163" y="3328"/>
                  <a:pt x="1163" y="3329"/>
                </a:cubicBezTo>
                <a:cubicBezTo>
                  <a:pt x="1164" y="3334"/>
                  <a:pt x="1165" y="3338"/>
                  <a:pt x="1166" y="3343"/>
                </a:cubicBezTo>
                <a:cubicBezTo>
                  <a:pt x="1158" y="3343"/>
                  <a:pt x="1150" y="3341"/>
                  <a:pt x="1142" y="3340"/>
                </a:cubicBezTo>
                <a:lnTo>
                  <a:pt x="1134" y="3339"/>
                </a:lnTo>
                <a:cubicBezTo>
                  <a:pt x="1134" y="3338"/>
                  <a:pt x="1134" y="3338"/>
                  <a:pt x="1134" y="3338"/>
                </a:cubicBezTo>
                <a:cubicBezTo>
                  <a:pt x="1134" y="3320"/>
                  <a:pt x="1129" y="3303"/>
                  <a:pt x="1120" y="3287"/>
                </a:cubicBezTo>
                <a:cubicBezTo>
                  <a:pt x="1119" y="3286"/>
                  <a:pt x="1118" y="3284"/>
                  <a:pt x="1117" y="3282"/>
                </a:cubicBezTo>
                <a:cubicBezTo>
                  <a:pt x="1113" y="3278"/>
                  <a:pt x="1107" y="3283"/>
                  <a:pt x="1111" y="3288"/>
                </a:cubicBezTo>
                <a:cubicBezTo>
                  <a:pt x="1115" y="3292"/>
                  <a:pt x="1113" y="3310"/>
                  <a:pt x="1115" y="3318"/>
                </a:cubicBezTo>
                <a:cubicBezTo>
                  <a:pt x="1116" y="3326"/>
                  <a:pt x="1117" y="3330"/>
                  <a:pt x="1118" y="3336"/>
                </a:cubicBezTo>
                <a:cubicBezTo>
                  <a:pt x="1108" y="3334"/>
                  <a:pt x="1099" y="3331"/>
                  <a:pt x="1089" y="3328"/>
                </a:cubicBezTo>
                <a:cubicBezTo>
                  <a:pt x="1089" y="3328"/>
                  <a:pt x="1089" y="3327"/>
                  <a:pt x="1089" y="3326"/>
                </a:cubicBezTo>
                <a:cubicBezTo>
                  <a:pt x="1089" y="3325"/>
                  <a:pt x="1089" y="3325"/>
                  <a:pt x="1089" y="3324"/>
                </a:cubicBezTo>
                <a:cubicBezTo>
                  <a:pt x="1087" y="3320"/>
                  <a:pt x="1086" y="3317"/>
                  <a:pt x="1085" y="3313"/>
                </a:cubicBezTo>
                <a:cubicBezTo>
                  <a:pt x="1085" y="3308"/>
                  <a:pt x="1085" y="3304"/>
                  <a:pt x="1083" y="3299"/>
                </a:cubicBezTo>
                <a:cubicBezTo>
                  <a:pt x="1082" y="3291"/>
                  <a:pt x="1079" y="3284"/>
                  <a:pt x="1076" y="3277"/>
                </a:cubicBezTo>
                <a:cubicBezTo>
                  <a:pt x="1075" y="3275"/>
                  <a:pt x="1070" y="3276"/>
                  <a:pt x="1070" y="3278"/>
                </a:cubicBezTo>
                <a:cubicBezTo>
                  <a:pt x="1070" y="3281"/>
                  <a:pt x="1071" y="3283"/>
                  <a:pt x="1071" y="3285"/>
                </a:cubicBezTo>
                <a:cubicBezTo>
                  <a:pt x="1071" y="3286"/>
                  <a:pt x="1071" y="3288"/>
                  <a:pt x="1071" y="3289"/>
                </a:cubicBezTo>
                <a:cubicBezTo>
                  <a:pt x="1071" y="3295"/>
                  <a:pt x="1070" y="3302"/>
                  <a:pt x="1068" y="3308"/>
                </a:cubicBezTo>
                <a:cubicBezTo>
                  <a:pt x="1068" y="3309"/>
                  <a:pt x="1068" y="3311"/>
                  <a:pt x="1068" y="3313"/>
                </a:cubicBezTo>
                <a:cubicBezTo>
                  <a:pt x="1068" y="3316"/>
                  <a:pt x="1068" y="3319"/>
                  <a:pt x="1069" y="3322"/>
                </a:cubicBezTo>
                <a:lnTo>
                  <a:pt x="1043" y="3313"/>
                </a:lnTo>
                <a:cubicBezTo>
                  <a:pt x="1044" y="3313"/>
                  <a:pt x="1045" y="3311"/>
                  <a:pt x="1046" y="3310"/>
                </a:cubicBezTo>
                <a:cubicBezTo>
                  <a:pt x="1047" y="3308"/>
                  <a:pt x="1048" y="3306"/>
                  <a:pt x="1048" y="3304"/>
                </a:cubicBezTo>
                <a:cubicBezTo>
                  <a:pt x="1048" y="3304"/>
                  <a:pt x="1048" y="3303"/>
                  <a:pt x="1047" y="3302"/>
                </a:cubicBezTo>
                <a:cubicBezTo>
                  <a:pt x="1046" y="3297"/>
                  <a:pt x="1045" y="3291"/>
                  <a:pt x="1042" y="3287"/>
                </a:cubicBezTo>
                <a:cubicBezTo>
                  <a:pt x="1041" y="3285"/>
                  <a:pt x="1039" y="3282"/>
                  <a:pt x="1038" y="3280"/>
                </a:cubicBezTo>
                <a:cubicBezTo>
                  <a:pt x="1036" y="3277"/>
                  <a:pt x="1035" y="3274"/>
                  <a:pt x="1033" y="3270"/>
                </a:cubicBezTo>
                <a:cubicBezTo>
                  <a:pt x="1033" y="3270"/>
                  <a:pt x="1034" y="3269"/>
                  <a:pt x="1033" y="3269"/>
                </a:cubicBezTo>
                <a:cubicBezTo>
                  <a:pt x="1032" y="3268"/>
                  <a:pt x="1032" y="3267"/>
                  <a:pt x="1031" y="3267"/>
                </a:cubicBezTo>
                <a:cubicBezTo>
                  <a:pt x="1030" y="3266"/>
                  <a:pt x="1029" y="3267"/>
                  <a:pt x="1028" y="3267"/>
                </a:cubicBezTo>
                <a:cubicBezTo>
                  <a:pt x="1027" y="3267"/>
                  <a:pt x="1026" y="3267"/>
                  <a:pt x="1026" y="3267"/>
                </a:cubicBezTo>
                <a:cubicBezTo>
                  <a:pt x="1025" y="3268"/>
                  <a:pt x="1024" y="3269"/>
                  <a:pt x="1024" y="3269"/>
                </a:cubicBezTo>
                <a:cubicBezTo>
                  <a:pt x="1024" y="3270"/>
                  <a:pt x="1024" y="3270"/>
                  <a:pt x="1023" y="3270"/>
                </a:cubicBezTo>
                <a:cubicBezTo>
                  <a:pt x="1022" y="3275"/>
                  <a:pt x="1021" y="3280"/>
                  <a:pt x="1020" y="3286"/>
                </a:cubicBezTo>
                <a:lnTo>
                  <a:pt x="1020" y="3287"/>
                </a:lnTo>
                <a:cubicBezTo>
                  <a:pt x="1020" y="3293"/>
                  <a:pt x="1021" y="3299"/>
                  <a:pt x="1022" y="3305"/>
                </a:cubicBezTo>
                <a:lnTo>
                  <a:pt x="997" y="3296"/>
                </a:lnTo>
                <a:cubicBezTo>
                  <a:pt x="997" y="3295"/>
                  <a:pt x="997" y="3294"/>
                  <a:pt x="997" y="3293"/>
                </a:cubicBezTo>
                <a:cubicBezTo>
                  <a:pt x="997" y="3291"/>
                  <a:pt x="997" y="3289"/>
                  <a:pt x="996" y="3287"/>
                </a:cubicBezTo>
                <a:cubicBezTo>
                  <a:pt x="993" y="3279"/>
                  <a:pt x="992" y="3272"/>
                  <a:pt x="992" y="3264"/>
                </a:cubicBezTo>
                <a:cubicBezTo>
                  <a:pt x="992" y="3252"/>
                  <a:pt x="992" y="3239"/>
                  <a:pt x="990" y="3226"/>
                </a:cubicBezTo>
                <a:cubicBezTo>
                  <a:pt x="990" y="3226"/>
                  <a:pt x="991" y="3226"/>
                  <a:pt x="990" y="3225"/>
                </a:cubicBezTo>
                <a:cubicBezTo>
                  <a:pt x="989" y="3224"/>
                  <a:pt x="989" y="3225"/>
                  <a:pt x="988" y="3224"/>
                </a:cubicBezTo>
                <a:lnTo>
                  <a:pt x="987" y="3224"/>
                </a:lnTo>
                <a:cubicBezTo>
                  <a:pt x="986" y="3224"/>
                  <a:pt x="986" y="3223"/>
                  <a:pt x="985" y="3224"/>
                </a:cubicBezTo>
                <a:cubicBezTo>
                  <a:pt x="984" y="3225"/>
                  <a:pt x="984" y="3225"/>
                  <a:pt x="984" y="3225"/>
                </a:cubicBezTo>
                <a:cubicBezTo>
                  <a:pt x="984" y="3226"/>
                  <a:pt x="984" y="3226"/>
                  <a:pt x="983" y="3226"/>
                </a:cubicBezTo>
                <a:cubicBezTo>
                  <a:pt x="982" y="3240"/>
                  <a:pt x="983" y="3254"/>
                  <a:pt x="981" y="3268"/>
                </a:cubicBezTo>
                <a:cubicBezTo>
                  <a:pt x="981" y="3273"/>
                  <a:pt x="981" y="3277"/>
                  <a:pt x="981" y="3282"/>
                </a:cubicBezTo>
                <a:cubicBezTo>
                  <a:pt x="981" y="3285"/>
                  <a:pt x="982" y="3288"/>
                  <a:pt x="983" y="3290"/>
                </a:cubicBezTo>
                <a:lnTo>
                  <a:pt x="959" y="3282"/>
                </a:lnTo>
                <a:lnTo>
                  <a:pt x="957" y="3282"/>
                </a:lnTo>
                <a:cubicBezTo>
                  <a:pt x="957" y="3280"/>
                  <a:pt x="957" y="3277"/>
                  <a:pt x="957" y="3275"/>
                </a:cubicBezTo>
                <a:cubicBezTo>
                  <a:pt x="955" y="3260"/>
                  <a:pt x="952" y="3245"/>
                  <a:pt x="950" y="3230"/>
                </a:cubicBezTo>
                <a:cubicBezTo>
                  <a:pt x="950" y="3227"/>
                  <a:pt x="945" y="3228"/>
                  <a:pt x="944" y="3230"/>
                </a:cubicBezTo>
                <a:cubicBezTo>
                  <a:pt x="942" y="3243"/>
                  <a:pt x="940" y="3255"/>
                  <a:pt x="937" y="3268"/>
                </a:cubicBezTo>
                <a:cubicBezTo>
                  <a:pt x="937" y="3269"/>
                  <a:pt x="937" y="3270"/>
                  <a:pt x="937" y="3271"/>
                </a:cubicBezTo>
                <a:cubicBezTo>
                  <a:pt x="937" y="3272"/>
                  <a:pt x="937" y="3273"/>
                  <a:pt x="937" y="3275"/>
                </a:cubicBezTo>
                <a:cubicBezTo>
                  <a:pt x="932" y="3273"/>
                  <a:pt x="927" y="3271"/>
                  <a:pt x="922" y="3268"/>
                </a:cubicBezTo>
                <a:cubicBezTo>
                  <a:pt x="922" y="3267"/>
                  <a:pt x="921" y="3265"/>
                  <a:pt x="920" y="3263"/>
                </a:cubicBezTo>
                <a:lnTo>
                  <a:pt x="919" y="3262"/>
                </a:lnTo>
                <a:cubicBezTo>
                  <a:pt x="915" y="3258"/>
                  <a:pt x="917" y="3246"/>
                  <a:pt x="917" y="3241"/>
                </a:cubicBezTo>
                <a:cubicBezTo>
                  <a:pt x="917" y="3235"/>
                  <a:pt x="915" y="3226"/>
                  <a:pt x="915" y="3219"/>
                </a:cubicBezTo>
                <a:cubicBezTo>
                  <a:pt x="915" y="3204"/>
                  <a:pt x="919" y="3189"/>
                  <a:pt x="926" y="3177"/>
                </a:cubicBezTo>
                <a:cubicBezTo>
                  <a:pt x="926" y="3176"/>
                  <a:pt x="926" y="3176"/>
                  <a:pt x="926" y="3176"/>
                </a:cubicBezTo>
                <a:lnTo>
                  <a:pt x="926" y="3175"/>
                </a:lnTo>
                <a:lnTo>
                  <a:pt x="926" y="3174"/>
                </a:lnTo>
                <a:cubicBezTo>
                  <a:pt x="926" y="3173"/>
                  <a:pt x="925" y="3173"/>
                  <a:pt x="925" y="3173"/>
                </a:cubicBezTo>
                <a:cubicBezTo>
                  <a:pt x="924" y="3172"/>
                  <a:pt x="924" y="3172"/>
                  <a:pt x="923" y="3172"/>
                </a:cubicBezTo>
                <a:cubicBezTo>
                  <a:pt x="923" y="3172"/>
                  <a:pt x="922" y="3172"/>
                  <a:pt x="922" y="3173"/>
                </a:cubicBezTo>
                <a:lnTo>
                  <a:pt x="921" y="3173"/>
                </a:lnTo>
                <a:cubicBezTo>
                  <a:pt x="917" y="3178"/>
                  <a:pt x="914" y="3183"/>
                  <a:pt x="911" y="3188"/>
                </a:cubicBezTo>
                <a:cubicBezTo>
                  <a:pt x="904" y="3201"/>
                  <a:pt x="899" y="3214"/>
                  <a:pt x="897" y="3228"/>
                </a:cubicBezTo>
                <a:cubicBezTo>
                  <a:pt x="895" y="3236"/>
                  <a:pt x="894" y="3244"/>
                  <a:pt x="894" y="3252"/>
                </a:cubicBezTo>
                <a:cubicBezTo>
                  <a:pt x="889" y="3240"/>
                  <a:pt x="884" y="3229"/>
                  <a:pt x="879" y="3217"/>
                </a:cubicBezTo>
                <a:cubicBezTo>
                  <a:pt x="883" y="3207"/>
                  <a:pt x="886" y="3197"/>
                  <a:pt x="886" y="3186"/>
                </a:cubicBezTo>
                <a:cubicBezTo>
                  <a:pt x="886" y="3183"/>
                  <a:pt x="885" y="3179"/>
                  <a:pt x="885" y="3175"/>
                </a:cubicBezTo>
                <a:cubicBezTo>
                  <a:pt x="884" y="3172"/>
                  <a:pt x="884" y="3168"/>
                  <a:pt x="884" y="3164"/>
                </a:cubicBezTo>
                <a:cubicBezTo>
                  <a:pt x="884" y="3160"/>
                  <a:pt x="884" y="3156"/>
                  <a:pt x="885" y="3152"/>
                </a:cubicBezTo>
                <a:cubicBezTo>
                  <a:pt x="885" y="3150"/>
                  <a:pt x="886" y="3148"/>
                  <a:pt x="886" y="3146"/>
                </a:cubicBezTo>
                <a:cubicBezTo>
                  <a:pt x="886" y="3144"/>
                  <a:pt x="885" y="3142"/>
                  <a:pt x="885" y="3141"/>
                </a:cubicBezTo>
                <a:cubicBezTo>
                  <a:pt x="885" y="3138"/>
                  <a:pt x="880" y="3138"/>
                  <a:pt x="880" y="3141"/>
                </a:cubicBezTo>
                <a:cubicBezTo>
                  <a:pt x="880" y="3147"/>
                  <a:pt x="874" y="3152"/>
                  <a:pt x="874" y="3158"/>
                </a:cubicBezTo>
                <a:cubicBezTo>
                  <a:pt x="873" y="3164"/>
                  <a:pt x="874" y="3172"/>
                  <a:pt x="873" y="3180"/>
                </a:cubicBezTo>
                <a:cubicBezTo>
                  <a:pt x="872" y="3187"/>
                  <a:pt x="871" y="3191"/>
                  <a:pt x="870" y="3198"/>
                </a:cubicBezTo>
                <a:cubicBezTo>
                  <a:pt x="869" y="3194"/>
                  <a:pt x="867" y="3190"/>
                  <a:pt x="865" y="3187"/>
                </a:cubicBezTo>
                <a:cubicBezTo>
                  <a:pt x="859" y="3175"/>
                  <a:pt x="854" y="3162"/>
                  <a:pt x="848" y="3149"/>
                </a:cubicBezTo>
                <a:cubicBezTo>
                  <a:pt x="848" y="3148"/>
                  <a:pt x="848" y="3147"/>
                  <a:pt x="848" y="3145"/>
                </a:cubicBezTo>
                <a:cubicBezTo>
                  <a:pt x="848" y="3136"/>
                  <a:pt x="849" y="3128"/>
                  <a:pt x="851" y="3120"/>
                </a:cubicBezTo>
                <a:cubicBezTo>
                  <a:pt x="854" y="3110"/>
                  <a:pt x="851" y="3096"/>
                  <a:pt x="857" y="3088"/>
                </a:cubicBezTo>
                <a:lnTo>
                  <a:pt x="858" y="3087"/>
                </a:lnTo>
                <a:cubicBezTo>
                  <a:pt x="858" y="3087"/>
                  <a:pt x="858" y="3086"/>
                  <a:pt x="858" y="3085"/>
                </a:cubicBezTo>
                <a:lnTo>
                  <a:pt x="858" y="3084"/>
                </a:lnTo>
                <a:cubicBezTo>
                  <a:pt x="857" y="3083"/>
                  <a:pt x="857" y="3083"/>
                  <a:pt x="856" y="3082"/>
                </a:cubicBezTo>
                <a:lnTo>
                  <a:pt x="855" y="3082"/>
                </a:lnTo>
                <a:cubicBezTo>
                  <a:pt x="854" y="3082"/>
                  <a:pt x="853" y="3082"/>
                  <a:pt x="853" y="3082"/>
                </a:cubicBezTo>
                <a:lnTo>
                  <a:pt x="852" y="3083"/>
                </a:lnTo>
                <a:cubicBezTo>
                  <a:pt x="851" y="3085"/>
                  <a:pt x="849" y="3086"/>
                  <a:pt x="848" y="3088"/>
                </a:cubicBezTo>
                <a:cubicBezTo>
                  <a:pt x="845" y="3094"/>
                  <a:pt x="843" y="3101"/>
                  <a:pt x="843" y="3109"/>
                </a:cubicBezTo>
                <a:cubicBezTo>
                  <a:pt x="842" y="3114"/>
                  <a:pt x="840" y="3120"/>
                  <a:pt x="838" y="3125"/>
                </a:cubicBezTo>
                <a:cubicBezTo>
                  <a:pt x="827" y="3097"/>
                  <a:pt x="817" y="3068"/>
                  <a:pt x="808" y="3042"/>
                </a:cubicBezTo>
                <a:cubicBezTo>
                  <a:pt x="804" y="3032"/>
                  <a:pt x="800" y="3019"/>
                  <a:pt x="796" y="3006"/>
                </a:cubicBezTo>
                <a:cubicBezTo>
                  <a:pt x="829" y="3005"/>
                  <a:pt x="868" y="3026"/>
                  <a:pt x="900" y="3037"/>
                </a:cubicBezTo>
                <a:cubicBezTo>
                  <a:pt x="959" y="3057"/>
                  <a:pt x="1023" y="3068"/>
                  <a:pt x="1078" y="3098"/>
                </a:cubicBezTo>
                <a:cubicBezTo>
                  <a:pt x="1133" y="3127"/>
                  <a:pt x="1176" y="3188"/>
                  <a:pt x="1208" y="3236"/>
                </a:cubicBezTo>
                <a:cubicBezTo>
                  <a:pt x="1228" y="3268"/>
                  <a:pt x="1242" y="3316"/>
                  <a:pt x="1267" y="3348"/>
                </a:cubicBezTo>
                <a:cubicBezTo>
                  <a:pt x="1235" y="3347"/>
                  <a:pt x="1209" y="3347"/>
                  <a:pt x="1183" y="3345"/>
                </a:cubicBezTo>
                <a:moveTo>
                  <a:pt x="4350" y="3036"/>
                </a:moveTo>
                <a:lnTo>
                  <a:pt x="4347" y="3046"/>
                </a:lnTo>
                <a:cubicBezTo>
                  <a:pt x="4347" y="3043"/>
                  <a:pt x="4348" y="3040"/>
                  <a:pt x="4348" y="3037"/>
                </a:cubicBezTo>
                <a:lnTo>
                  <a:pt x="4350" y="3036"/>
                </a:lnTo>
                <a:moveTo>
                  <a:pt x="1014" y="3441"/>
                </a:moveTo>
                <a:cubicBezTo>
                  <a:pt x="1063" y="3476"/>
                  <a:pt x="1110" y="3516"/>
                  <a:pt x="1162" y="3546"/>
                </a:cubicBezTo>
                <a:cubicBezTo>
                  <a:pt x="1164" y="3550"/>
                  <a:pt x="1167" y="3553"/>
                  <a:pt x="1170" y="3556"/>
                </a:cubicBezTo>
                <a:cubicBezTo>
                  <a:pt x="1191" y="3580"/>
                  <a:pt x="1184" y="3633"/>
                  <a:pt x="1177" y="3661"/>
                </a:cubicBezTo>
                <a:cubicBezTo>
                  <a:pt x="1174" y="3670"/>
                  <a:pt x="1170" y="3680"/>
                  <a:pt x="1165" y="3688"/>
                </a:cubicBezTo>
                <a:cubicBezTo>
                  <a:pt x="1154" y="3707"/>
                  <a:pt x="1139" y="3723"/>
                  <a:pt x="1122" y="3734"/>
                </a:cubicBezTo>
                <a:cubicBezTo>
                  <a:pt x="1120" y="3734"/>
                  <a:pt x="1119" y="3734"/>
                  <a:pt x="1117" y="3734"/>
                </a:cubicBezTo>
                <a:cubicBezTo>
                  <a:pt x="1115" y="3734"/>
                  <a:pt x="1113" y="3734"/>
                  <a:pt x="1111" y="3735"/>
                </a:cubicBezTo>
                <a:cubicBezTo>
                  <a:pt x="1109" y="3736"/>
                  <a:pt x="1107" y="3738"/>
                  <a:pt x="1106" y="3740"/>
                </a:cubicBezTo>
                <a:cubicBezTo>
                  <a:pt x="1105" y="3741"/>
                  <a:pt x="1105" y="3743"/>
                  <a:pt x="1104" y="3744"/>
                </a:cubicBezTo>
                <a:cubicBezTo>
                  <a:pt x="1104" y="3745"/>
                  <a:pt x="1104" y="3745"/>
                  <a:pt x="1104" y="3746"/>
                </a:cubicBezTo>
                <a:cubicBezTo>
                  <a:pt x="1102" y="3748"/>
                  <a:pt x="1099" y="3749"/>
                  <a:pt x="1097" y="3751"/>
                </a:cubicBezTo>
                <a:cubicBezTo>
                  <a:pt x="1063" y="3770"/>
                  <a:pt x="1029" y="3786"/>
                  <a:pt x="993" y="3800"/>
                </a:cubicBezTo>
                <a:cubicBezTo>
                  <a:pt x="961" y="3814"/>
                  <a:pt x="927" y="3825"/>
                  <a:pt x="892" y="3831"/>
                </a:cubicBezTo>
                <a:cubicBezTo>
                  <a:pt x="892" y="3830"/>
                  <a:pt x="892" y="3830"/>
                  <a:pt x="891" y="3830"/>
                </a:cubicBezTo>
                <a:cubicBezTo>
                  <a:pt x="864" y="3818"/>
                  <a:pt x="821" y="3823"/>
                  <a:pt x="798" y="3807"/>
                </a:cubicBezTo>
                <a:cubicBezTo>
                  <a:pt x="794" y="3804"/>
                  <a:pt x="790" y="3802"/>
                  <a:pt x="785" y="3799"/>
                </a:cubicBezTo>
                <a:cubicBezTo>
                  <a:pt x="775" y="3794"/>
                  <a:pt x="765" y="3788"/>
                  <a:pt x="755" y="3784"/>
                </a:cubicBezTo>
                <a:cubicBezTo>
                  <a:pt x="755" y="3783"/>
                  <a:pt x="754" y="3783"/>
                  <a:pt x="754" y="3782"/>
                </a:cubicBezTo>
                <a:cubicBezTo>
                  <a:pt x="753" y="3780"/>
                  <a:pt x="752" y="3779"/>
                  <a:pt x="751" y="3779"/>
                </a:cubicBezTo>
                <a:cubicBezTo>
                  <a:pt x="750" y="3778"/>
                  <a:pt x="748" y="3778"/>
                  <a:pt x="747" y="3778"/>
                </a:cubicBezTo>
                <a:lnTo>
                  <a:pt x="746" y="3778"/>
                </a:lnTo>
                <a:cubicBezTo>
                  <a:pt x="735" y="3771"/>
                  <a:pt x="726" y="3762"/>
                  <a:pt x="718" y="3751"/>
                </a:cubicBezTo>
                <a:cubicBezTo>
                  <a:pt x="708" y="3736"/>
                  <a:pt x="698" y="3721"/>
                  <a:pt x="688" y="3705"/>
                </a:cubicBezTo>
                <a:cubicBezTo>
                  <a:pt x="673" y="3679"/>
                  <a:pt x="660" y="3651"/>
                  <a:pt x="650" y="3623"/>
                </a:cubicBezTo>
                <a:cubicBezTo>
                  <a:pt x="637" y="3592"/>
                  <a:pt x="622" y="3563"/>
                  <a:pt x="605" y="3534"/>
                </a:cubicBezTo>
                <a:cubicBezTo>
                  <a:pt x="558" y="3451"/>
                  <a:pt x="496" y="3378"/>
                  <a:pt x="423" y="3318"/>
                </a:cubicBezTo>
                <a:cubicBezTo>
                  <a:pt x="363" y="3271"/>
                  <a:pt x="312" y="3213"/>
                  <a:pt x="274" y="3147"/>
                </a:cubicBezTo>
                <a:cubicBezTo>
                  <a:pt x="273" y="3145"/>
                  <a:pt x="273" y="3144"/>
                  <a:pt x="272" y="3143"/>
                </a:cubicBezTo>
                <a:cubicBezTo>
                  <a:pt x="259" y="3120"/>
                  <a:pt x="236" y="2996"/>
                  <a:pt x="325" y="3041"/>
                </a:cubicBezTo>
                <a:cubicBezTo>
                  <a:pt x="342" y="3052"/>
                  <a:pt x="359" y="3064"/>
                  <a:pt x="374" y="3077"/>
                </a:cubicBezTo>
                <a:cubicBezTo>
                  <a:pt x="388" y="3090"/>
                  <a:pt x="402" y="3101"/>
                  <a:pt x="417" y="3111"/>
                </a:cubicBezTo>
                <a:cubicBezTo>
                  <a:pt x="442" y="3129"/>
                  <a:pt x="466" y="3162"/>
                  <a:pt x="498" y="3161"/>
                </a:cubicBezTo>
                <a:cubicBezTo>
                  <a:pt x="536" y="3160"/>
                  <a:pt x="516" y="3102"/>
                  <a:pt x="504" y="3067"/>
                </a:cubicBezTo>
                <a:cubicBezTo>
                  <a:pt x="505" y="3068"/>
                  <a:pt x="506" y="3068"/>
                  <a:pt x="508" y="3069"/>
                </a:cubicBezTo>
                <a:cubicBezTo>
                  <a:pt x="514" y="3072"/>
                  <a:pt x="521" y="3075"/>
                  <a:pt x="528" y="3076"/>
                </a:cubicBezTo>
                <a:cubicBezTo>
                  <a:pt x="555" y="3078"/>
                  <a:pt x="580" y="3083"/>
                  <a:pt x="607" y="3083"/>
                </a:cubicBezTo>
                <a:cubicBezTo>
                  <a:pt x="611" y="3083"/>
                  <a:pt x="615" y="3083"/>
                  <a:pt x="619" y="3082"/>
                </a:cubicBezTo>
                <a:cubicBezTo>
                  <a:pt x="615" y="3094"/>
                  <a:pt x="613" y="3106"/>
                  <a:pt x="611" y="3119"/>
                </a:cubicBezTo>
                <a:cubicBezTo>
                  <a:pt x="605" y="3109"/>
                  <a:pt x="599" y="3099"/>
                  <a:pt x="594" y="3090"/>
                </a:cubicBezTo>
                <a:cubicBezTo>
                  <a:pt x="594" y="3089"/>
                  <a:pt x="593" y="3088"/>
                  <a:pt x="592" y="3088"/>
                </a:cubicBezTo>
                <a:cubicBezTo>
                  <a:pt x="590" y="3087"/>
                  <a:pt x="589" y="3086"/>
                  <a:pt x="588" y="3086"/>
                </a:cubicBezTo>
                <a:cubicBezTo>
                  <a:pt x="586" y="3086"/>
                  <a:pt x="586" y="3087"/>
                  <a:pt x="584" y="3088"/>
                </a:cubicBezTo>
                <a:cubicBezTo>
                  <a:pt x="582" y="3088"/>
                  <a:pt x="581" y="3088"/>
                  <a:pt x="581" y="3090"/>
                </a:cubicBezTo>
                <a:cubicBezTo>
                  <a:pt x="580" y="3091"/>
                  <a:pt x="580" y="3093"/>
                  <a:pt x="580" y="3094"/>
                </a:cubicBezTo>
                <a:cubicBezTo>
                  <a:pt x="580" y="3095"/>
                  <a:pt x="580" y="3096"/>
                  <a:pt x="580" y="3097"/>
                </a:cubicBezTo>
                <a:cubicBezTo>
                  <a:pt x="600" y="3136"/>
                  <a:pt x="625" y="3183"/>
                  <a:pt x="668" y="3198"/>
                </a:cubicBezTo>
                <a:cubicBezTo>
                  <a:pt x="724" y="3218"/>
                  <a:pt x="742" y="3157"/>
                  <a:pt x="737" y="3114"/>
                </a:cubicBezTo>
                <a:cubicBezTo>
                  <a:pt x="733" y="3076"/>
                  <a:pt x="698" y="3028"/>
                  <a:pt x="670" y="3002"/>
                </a:cubicBezTo>
                <a:lnTo>
                  <a:pt x="655" y="2987"/>
                </a:lnTo>
                <a:cubicBezTo>
                  <a:pt x="645" y="2971"/>
                  <a:pt x="633" y="2956"/>
                  <a:pt x="620" y="2942"/>
                </a:cubicBezTo>
                <a:cubicBezTo>
                  <a:pt x="617" y="2938"/>
                  <a:pt x="615" y="2934"/>
                  <a:pt x="613" y="2931"/>
                </a:cubicBezTo>
                <a:cubicBezTo>
                  <a:pt x="604" y="2915"/>
                  <a:pt x="599" y="2898"/>
                  <a:pt x="599" y="2880"/>
                </a:cubicBezTo>
                <a:cubicBezTo>
                  <a:pt x="599" y="2874"/>
                  <a:pt x="599" y="2869"/>
                  <a:pt x="600" y="2863"/>
                </a:cubicBezTo>
                <a:cubicBezTo>
                  <a:pt x="605" y="2858"/>
                  <a:pt x="614" y="2860"/>
                  <a:pt x="629" y="2858"/>
                </a:cubicBezTo>
                <a:cubicBezTo>
                  <a:pt x="670" y="2852"/>
                  <a:pt x="729" y="2934"/>
                  <a:pt x="747" y="2959"/>
                </a:cubicBezTo>
                <a:cubicBezTo>
                  <a:pt x="748" y="2960"/>
                  <a:pt x="749" y="2962"/>
                  <a:pt x="749" y="2964"/>
                </a:cubicBezTo>
                <a:cubicBezTo>
                  <a:pt x="768" y="2996"/>
                  <a:pt x="783" y="3030"/>
                  <a:pt x="795" y="3066"/>
                </a:cubicBezTo>
                <a:cubicBezTo>
                  <a:pt x="807" y="3096"/>
                  <a:pt x="818" y="3127"/>
                  <a:pt x="828" y="3157"/>
                </a:cubicBezTo>
                <a:cubicBezTo>
                  <a:pt x="828" y="3159"/>
                  <a:pt x="828" y="3160"/>
                  <a:pt x="829" y="3161"/>
                </a:cubicBezTo>
                <a:cubicBezTo>
                  <a:pt x="830" y="3162"/>
                  <a:pt x="830" y="3162"/>
                  <a:pt x="830" y="3162"/>
                </a:cubicBezTo>
                <a:cubicBezTo>
                  <a:pt x="844" y="3203"/>
                  <a:pt x="858" y="3245"/>
                  <a:pt x="876" y="3285"/>
                </a:cubicBezTo>
                <a:cubicBezTo>
                  <a:pt x="905" y="3352"/>
                  <a:pt x="956" y="3399"/>
                  <a:pt x="1014" y="3441"/>
                </a:cubicBezTo>
                <a:moveTo>
                  <a:pt x="368" y="2948"/>
                </a:moveTo>
                <a:lnTo>
                  <a:pt x="359" y="2944"/>
                </a:lnTo>
                <a:cubicBezTo>
                  <a:pt x="359" y="2944"/>
                  <a:pt x="360" y="2944"/>
                  <a:pt x="361" y="2943"/>
                </a:cubicBezTo>
                <a:cubicBezTo>
                  <a:pt x="363" y="2942"/>
                  <a:pt x="364" y="2941"/>
                  <a:pt x="365" y="2939"/>
                </a:cubicBezTo>
                <a:cubicBezTo>
                  <a:pt x="366" y="2942"/>
                  <a:pt x="367" y="2945"/>
                  <a:pt x="368" y="2948"/>
                </a:cubicBezTo>
                <a:moveTo>
                  <a:pt x="399" y="2949"/>
                </a:moveTo>
                <a:cubicBezTo>
                  <a:pt x="392" y="2928"/>
                  <a:pt x="388" y="2905"/>
                  <a:pt x="388" y="2882"/>
                </a:cubicBezTo>
                <a:cubicBezTo>
                  <a:pt x="388" y="2879"/>
                  <a:pt x="388" y="2876"/>
                  <a:pt x="388" y="2873"/>
                </a:cubicBezTo>
                <a:cubicBezTo>
                  <a:pt x="388" y="2860"/>
                  <a:pt x="385" y="2847"/>
                  <a:pt x="384" y="2834"/>
                </a:cubicBezTo>
                <a:cubicBezTo>
                  <a:pt x="383" y="2808"/>
                  <a:pt x="386" y="2784"/>
                  <a:pt x="386" y="2759"/>
                </a:cubicBezTo>
                <a:cubicBezTo>
                  <a:pt x="386" y="2754"/>
                  <a:pt x="379" y="2754"/>
                  <a:pt x="379" y="2759"/>
                </a:cubicBezTo>
                <a:cubicBezTo>
                  <a:pt x="378" y="2775"/>
                  <a:pt x="371" y="2788"/>
                  <a:pt x="369" y="2804"/>
                </a:cubicBezTo>
                <a:cubicBezTo>
                  <a:pt x="367" y="2826"/>
                  <a:pt x="366" y="2849"/>
                  <a:pt x="364" y="2871"/>
                </a:cubicBezTo>
                <a:cubicBezTo>
                  <a:pt x="363" y="2882"/>
                  <a:pt x="362" y="2893"/>
                  <a:pt x="362" y="2903"/>
                </a:cubicBezTo>
                <a:cubicBezTo>
                  <a:pt x="362" y="2909"/>
                  <a:pt x="362" y="2914"/>
                  <a:pt x="362" y="2919"/>
                </a:cubicBezTo>
                <a:cubicBezTo>
                  <a:pt x="352" y="2897"/>
                  <a:pt x="345" y="2873"/>
                  <a:pt x="341" y="2849"/>
                </a:cubicBezTo>
                <a:cubicBezTo>
                  <a:pt x="334" y="2823"/>
                  <a:pt x="328" y="2769"/>
                  <a:pt x="338" y="2743"/>
                </a:cubicBezTo>
                <a:lnTo>
                  <a:pt x="338" y="2742"/>
                </a:lnTo>
                <a:cubicBezTo>
                  <a:pt x="338" y="2741"/>
                  <a:pt x="338" y="2740"/>
                  <a:pt x="338" y="2740"/>
                </a:cubicBezTo>
                <a:cubicBezTo>
                  <a:pt x="338" y="2739"/>
                  <a:pt x="337" y="2739"/>
                  <a:pt x="336" y="2738"/>
                </a:cubicBezTo>
                <a:cubicBezTo>
                  <a:pt x="336" y="2738"/>
                  <a:pt x="335" y="2738"/>
                  <a:pt x="334" y="2738"/>
                </a:cubicBezTo>
                <a:cubicBezTo>
                  <a:pt x="334" y="2738"/>
                  <a:pt x="333" y="2737"/>
                  <a:pt x="332" y="2738"/>
                </a:cubicBezTo>
                <a:cubicBezTo>
                  <a:pt x="331" y="2739"/>
                  <a:pt x="331" y="2739"/>
                  <a:pt x="331" y="2740"/>
                </a:cubicBezTo>
                <a:lnTo>
                  <a:pt x="330" y="2740"/>
                </a:lnTo>
                <a:cubicBezTo>
                  <a:pt x="327" y="2750"/>
                  <a:pt x="326" y="2761"/>
                  <a:pt x="326" y="2771"/>
                </a:cubicBezTo>
                <a:cubicBezTo>
                  <a:pt x="326" y="2774"/>
                  <a:pt x="326" y="2777"/>
                  <a:pt x="326" y="2780"/>
                </a:cubicBezTo>
                <a:cubicBezTo>
                  <a:pt x="326" y="2803"/>
                  <a:pt x="321" y="2828"/>
                  <a:pt x="322" y="2851"/>
                </a:cubicBezTo>
                <a:cubicBezTo>
                  <a:pt x="323" y="2881"/>
                  <a:pt x="330" y="2909"/>
                  <a:pt x="343" y="2936"/>
                </a:cubicBezTo>
                <a:cubicBezTo>
                  <a:pt x="340" y="2934"/>
                  <a:pt x="337" y="2931"/>
                  <a:pt x="334" y="2929"/>
                </a:cubicBezTo>
                <a:cubicBezTo>
                  <a:pt x="334" y="2927"/>
                  <a:pt x="334" y="2926"/>
                  <a:pt x="333" y="2925"/>
                </a:cubicBezTo>
                <a:cubicBezTo>
                  <a:pt x="333" y="2924"/>
                  <a:pt x="332" y="2924"/>
                  <a:pt x="332" y="2924"/>
                </a:cubicBezTo>
                <a:cubicBezTo>
                  <a:pt x="336" y="2929"/>
                  <a:pt x="330" y="2920"/>
                  <a:pt x="329" y="2919"/>
                </a:cubicBezTo>
                <a:cubicBezTo>
                  <a:pt x="329" y="2918"/>
                  <a:pt x="328" y="2918"/>
                  <a:pt x="328" y="2917"/>
                </a:cubicBezTo>
                <a:cubicBezTo>
                  <a:pt x="326" y="2913"/>
                  <a:pt x="324" y="2909"/>
                  <a:pt x="323" y="2904"/>
                </a:cubicBezTo>
                <a:cubicBezTo>
                  <a:pt x="324" y="2902"/>
                  <a:pt x="324" y="2900"/>
                  <a:pt x="324" y="2898"/>
                </a:cubicBezTo>
                <a:cubicBezTo>
                  <a:pt x="324" y="2895"/>
                  <a:pt x="324" y="2893"/>
                  <a:pt x="323" y="2891"/>
                </a:cubicBezTo>
                <a:cubicBezTo>
                  <a:pt x="310" y="2868"/>
                  <a:pt x="300" y="2843"/>
                  <a:pt x="291" y="2818"/>
                </a:cubicBezTo>
                <a:cubicBezTo>
                  <a:pt x="286" y="2797"/>
                  <a:pt x="283" y="2776"/>
                  <a:pt x="282" y="2755"/>
                </a:cubicBezTo>
                <a:cubicBezTo>
                  <a:pt x="282" y="2751"/>
                  <a:pt x="275" y="2750"/>
                  <a:pt x="274" y="2755"/>
                </a:cubicBezTo>
                <a:cubicBezTo>
                  <a:pt x="273" y="2779"/>
                  <a:pt x="272" y="2804"/>
                  <a:pt x="270" y="2828"/>
                </a:cubicBezTo>
                <a:cubicBezTo>
                  <a:pt x="269" y="2830"/>
                  <a:pt x="269" y="2831"/>
                  <a:pt x="269" y="2832"/>
                </a:cubicBezTo>
                <a:cubicBezTo>
                  <a:pt x="269" y="2834"/>
                  <a:pt x="269" y="2835"/>
                  <a:pt x="270" y="2836"/>
                </a:cubicBezTo>
                <a:cubicBezTo>
                  <a:pt x="267" y="2831"/>
                  <a:pt x="265" y="2825"/>
                  <a:pt x="264" y="2819"/>
                </a:cubicBezTo>
                <a:cubicBezTo>
                  <a:pt x="261" y="2787"/>
                  <a:pt x="243" y="2758"/>
                  <a:pt x="241" y="2724"/>
                </a:cubicBezTo>
                <a:cubicBezTo>
                  <a:pt x="241" y="2724"/>
                  <a:pt x="241" y="2723"/>
                  <a:pt x="240" y="2722"/>
                </a:cubicBezTo>
                <a:cubicBezTo>
                  <a:pt x="239" y="2721"/>
                  <a:pt x="240" y="2720"/>
                  <a:pt x="239" y="2720"/>
                </a:cubicBezTo>
                <a:cubicBezTo>
                  <a:pt x="238" y="2719"/>
                  <a:pt x="237" y="2720"/>
                  <a:pt x="237" y="2720"/>
                </a:cubicBezTo>
                <a:cubicBezTo>
                  <a:pt x="236" y="2720"/>
                  <a:pt x="235" y="2719"/>
                  <a:pt x="234" y="2720"/>
                </a:cubicBezTo>
                <a:cubicBezTo>
                  <a:pt x="233" y="2721"/>
                  <a:pt x="234" y="2721"/>
                  <a:pt x="233" y="2722"/>
                </a:cubicBezTo>
                <a:cubicBezTo>
                  <a:pt x="232" y="2723"/>
                  <a:pt x="232" y="2724"/>
                  <a:pt x="232" y="2724"/>
                </a:cubicBezTo>
                <a:cubicBezTo>
                  <a:pt x="231" y="2738"/>
                  <a:pt x="230" y="2753"/>
                  <a:pt x="230" y="2767"/>
                </a:cubicBezTo>
                <a:cubicBezTo>
                  <a:pt x="230" y="2790"/>
                  <a:pt x="232" y="2813"/>
                  <a:pt x="236" y="2835"/>
                </a:cubicBezTo>
                <a:cubicBezTo>
                  <a:pt x="236" y="2837"/>
                  <a:pt x="237" y="2840"/>
                  <a:pt x="238" y="2842"/>
                </a:cubicBezTo>
                <a:cubicBezTo>
                  <a:pt x="231" y="2836"/>
                  <a:pt x="224" y="2830"/>
                  <a:pt x="218" y="2823"/>
                </a:cubicBezTo>
                <a:cubicBezTo>
                  <a:pt x="219" y="2822"/>
                  <a:pt x="220" y="2821"/>
                  <a:pt x="221" y="2820"/>
                </a:cubicBezTo>
                <a:cubicBezTo>
                  <a:pt x="222" y="2819"/>
                  <a:pt x="222" y="2817"/>
                  <a:pt x="222" y="2816"/>
                </a:cubicBezTo>
                <a:cubicBezTo>
                  <a:pt x="222" y="2814"/>
                  <a:pt x="222" y="2813"/>
                  <a:pt x="221" y="2812"/>
                </a:cubicBezTo>
                <a:cubicBezTo>
                  <a:pt x="221" y="2811"/>
                  <a:pt x="221" y="2811"/>
                  <a:pt x="220" y="2811"/>
                </a:cubicBezTo>
                <a:cubicBezTo>
                  <a:pt x="141" y="2676"/>
                  <a:pt x="214" y="2520"/>
                  <a:pt x="324" y="2434"/>
                </a:cubicBezTo>
                <a:cubicBezTo>
                  <a:pt x="371" y="2397"/>
                  <a:pt x="453" y="2372"/>
                  <a:pt x="511" y="2364"/>
                </a:cubicBezTo>
                <a:cubicBezTo>
                  <a:pt x="558" y="2355"/>
                  <a:pt x="606" y="2351"/>
                  <a:pt x="654" y="2351"/>
                </a:cubicBezTo>
                <a:cubicBezTo>
                  <a:pt x="662" y="2351"/>
                  <a:pt x="671" y="2351"/>
                  <a:pt x="679" y="2351"/>
                </a:cubicBezTo>
                <a:cubicBezTo>
                  <a:pt x="674" y="2397"/>
                  <a:pt x="671" y="2443"/>
                  <a:pt x="671" y="2488"/>
                </a:cubicBezTo>
                <a:cubicBezTo>
                  <a:pt x="669" y="2486"/>
                  <a:pt x="666" y="2484"/>
                  <a:pt x="664" y="2483"/>
                </a:cubicBezTo>
                <a:cubicBezTo>
                  <a:pt x="662" y="2482"/>
                  <a:pt x="660" y="2481"/>
                  <a:pt x="658" y="2480"/>
                </a:cubicBezTo>
                <a:cubicBezTo>
                  <a:pt x="652" y="2478"/>
                  <a:pt x="645" y="2477"/>
                  <a:pt x="638" y="2477"/>
                </a:cubicBezTo>
                <a:cubicBezTo>
                  <a:pt x="637" y="2477"/>
                  <a:pt x="635" y="2477"/>
                  <a:pt x="634" y="2477"/>
                </a:cubicBezTo>
                <a:cubicBezTo>
                  <a:pt x="621" y="2474"/>
                  <a:pt x="607" y="2472"/>
                  <a:pt x="593" y="2472"/>
                </a:cubicBezTo>
                <a:cubicBezTo>
                  <a:pt x="591" y="2472"/>
                  <a:pt x="589" y="2472"/>
                  <a:pt x="586" y="2472"/>
                </a:cubicBezTo>
                <a:cubicBezTo>
                  <a:pt x="585" y="2472"/>
                  <a:pt x="584" y="2472"/>
                  <a:pt x="582" y="2473"/>
                </a:cubicBezTo>
                <a:cubicBezTo>
                  <a:pt x="581" y="2473"/>
                  <a:pt x="579" y="2476"/>
                  <a:pt x="578" y="2477"/>
                </a:cubicBezTo>
                <a:cubicBezTo>
                  <a:pt x="578" y="2478"/>
                  <a:pt x="578" y="2478"/>
                  <a:pt x="578" y="2479"/>
                </a:cubicBezTo>
                <a:cubicBezTo>
                  <a:pt x="564" y="2510"/>
                  <a:pt x="538" y="2538"/>
                  <a:pt x="521" y="2567"/>
                </a:cubicBezTo>
                <a:cubicBezTo>
                  <a:pt x="504" y="2598"/>
                  <a:pt x="490" y="2631"/>
                  <a:pt x="480" y="2665"/>
                </a:cubicBezTo>
                <a:cubicBezTo>
                  <a:pt x="458" y="2729"/>
                  <a:pt x="442" y="2795"/>
                  <a:pt x="433" y="2862"/>
                </a:cubicBezTo>
                <a:cubicBezTo>
                  <a:pt x="433" y="2856"/>
                  <a:pt x="433" y="2850"/>
                  <a:pt x="433" y="2845"/>
                </a:cubicBezTo>
                <a:cubicBezTo>
                  <a:pt x="433" y="2839"/>
                  <a:pt x="433" y="2834"/>
                  <a:pt x="433" y="2829"/>
                </a:cubicBezTo>
                <a:cubicBezTo>
                  <a:pt x="433" y="2826"/>
                  <a:pt x="433" y="2823"/>
                  <a:pt x="433" y="2820"/>
                </a:cubicBezTo>
                <a:cubicBezTo>
                  <a:pt x="433" y="2802"/>
                  <a:pt x="432" y="2784"/>
                  <a:pt x="430" y="2767"/>
                </a:cubicBezTo>
                <a:cubicBezTo>
                  <a:pt x="430" y="2762"/>
                  <a:pt x="421" y="2763"/>
                  <a:pt x="421" y="2767"/>
                </a:cubicBezTo>
                <a:cubicBezTo>
                  <a:pt x="421" y="2792"/>
                  <a:pt x="410" y="2819"/>
                  <a:pt x="405" y="2846"/>
                </a:cubicBezTo>
                <a:cubicBezTo>
                  <a:pt x="403" y="2863"/>
                  <a:pt x="402" y="2881"/>
                  <a:pt x="402" y="2899"/>
                </a:cubicBezTo>
                <a:cubicBezTo>
                  <a:pt x="402" y="2907"/>
                  <a:pt x="402" y="2915"/>
                  <a:pt x="403" y="2922"/>
                </a:cubicBezTo>
                <a:cubicBezTo>
                  <a:pt x="402" y="2929"/>
                  <a:pt x="402" y="2936"/>
                  <a:pt x="402" y="2943"/>
                </a:cubicBezTo>
                <a:cubicBezTo>
                  <a:pt x="402" y="2950"/>
                  <a:pt x="402" y="2957"/>
                  <a:pt x="403" y="2964"/>
                </a:cubicBezTo>
                <a:lnTo>
                  <a:pt x="398" y="2962"/>
                </a:lnTo>
                <a:cubicBezTo>
                  <a:pt x="398" y="2962"/>
                  <a:pt x="398" y="2963"/>
                  <a:pt x="399" y="2962"/>
                </a:cubicBezTo>
                <a:cubicBezTo>
                  <a:pt x="401" y="2960"/>
                  <a:pt x="401" y="2957"/>
                  <a:pt x="401" y="2955"/>
                </a:cubicBezTo>
                <a:cubicBezTo>
                  <a:pt x="401" y="2953"/>
                  <a:pt x="400" y="2951"/>
                  <a:pt x="400" y="2949"/>
                </a:cubicBezTo>
                <a:lnTo>
                  <a:pt x="399" y="2949"/>
                </a:lnTo>
                <a:moveTo>
                  <a:pt x="91" y="2545"/>
                </a:moveTo>
                <a:cubicBezTo>
                  <a:pt x="91" y="2492"/>
                  <a:pt x="105" y="2439"/>
                  <a:pt x="130" y="2392"/>
                </a:cubicBezTo>
                <a:cubicBezTo>
                  <a:pt x="151" y="2359"/>
                  <a:pt x="176" y="2329"/>
                  <a:pt x="204" y="2302"/>
                </a:cubicBezTo>
                <a:cubicBezTo>
                  <a:pt x="226" y="2278"/>
                  <a:pt x="254" y="2261"/>
                  <a:pt x="275" y="2238"/>
                </a:cubicBezTo>
                <a:cubicBezTo>
                  <a:pt x="341" y="2167"/>
                  <a:pt x="426" y="2127"/>
                  <a:pt x="511" y="2086"/>
                </a:cubicBezTo>
                <a:cubicBezTo>
                  <a:pt x="590" y="2045"/>
                  <a:pt x="672" y="2011"/>
                  <a:pt x="756" y="1986"/>
                </a:cubicBezTo>
                <a:cubicBezTo>
                  <a:pt x="753" y="1998"/>
                  <a:pt x="750" y="2011"/>
                  <a:pt x="747" y="2023"/>
                </a:cubicBezTo>
                <a:cubicBezTo>
                  <a:pt x="734" y="2068"/>
                  <a:pt x="723" y="2115"/>
                  <a:pt x="713" y="2162"/>
                </a:cubicBezTo>
                <a:cubicBezTo>
                  <a:pt x="711" y="2133"/>
                  <a:pt x="708" y="2103"/>
                  <a:pt x="708" y="2074"/>
                </a:cubicBezTo>
                <a:cubicBezTo>
                  <a:pt x="708" y="2073"/>
                  <a:pt x="707" y="2072"/>
                  <a:pt x="707" y="2071"/>
                </a:cubicBezTo>
                <a:cubicBezTo>
                  <a:pt x="707" y="2071"/>
                  <a:pt x="706" y="2070"/>
                  <a:pt x="705" y="2070"/>
                </a:cubicBezTo>
                <a:cubicBezTo>
                  <a:pt x="704" y="2069"/>
                  <a:pt x="704" y="2069"/>
                  <a:pt x="703" y="2069"/>
                </a:cubicBezTo>
                <a:cubicBezTo>
                  <a:pt x="702" y="2069"/>
                  <a:pt x="701" y="2069"/>
                  <a:pt x="700" y="2070"/>
                </a:cubicBezTo>
                <a:cubicBezTo>
                  <a:pt x="700" y="2070"/>
                  <a:pt x="699" y="2070"/>
                  <a:pt x="698" y="2071"/>
                </a:cubicBezTo>
                <a:cubicBezTo>
                  <a:pt x="697" y="2072"/>
                  <a:pt x="698" y="2073"/>
                  <a:pt x="698" y="2074"/>
                </a:cubicBezTo>
                <a:cubicBezTo>
                  <a:pt x="697" y="2128"/>
                  <a:pt x="688" y="2184"/>
                  <a:pt x="694" y="2238"/>
                </a:cubicBezTo>
                <a:cubicBezTo>
                  <a:pt x="694" y="2239"/>
                  <a:pt x="695" y="2240"/>
                  <a:pt x="695" y="2241"/>
                </a:cubicBezTo>
                <a:cubicBezTo>
                  <a:pt x="696" y="2242"/>
                  <a:pt x="696" y="2243"/>
                  <a:pt x="697" y="2243"/>
                </a:cubicBezTo>
                <a:lnTo>
                  <a:pt x="697" y="2249"/>
                </a:lnTo>
                <a:cubicBezTo>
                  <a:pt x="690" y="2251"/>
                  <a:pt x="683" y="2254"/>
                  <a:pt x="677" y="2257"/>
                </a:cubicBezTo>
                <a:cubicBezTo>
                  <a:pt x="677" y="2204"/>
                  <a:pt x="669" y="2153"/>
                  <a:pt x="667" y="2101"/>
                </a:cubicBezTo>
                <a:cubicBezTo>
                  <a:pt x="667" y="2097"/>
                  <a:pt x="659" y="2097"/>
                  <a:pt x="659" y="2101"/>
                </a:cubicBezTo>
                <a:cubicBezTo>
                  <a:pt x="657" y="2153"/>
                  <a:pt x="655" y="2204"/>
                  <a:pt x="655" y="2256"/>
                </a:cubicBezTo>
                <a:cubicBezTo>
                  <a:pt x="655" y="2258"/>
                  <a:pt x="656" y="2260"/>
                  <a:pt x="657" y="2262"/>
                </a:cubicBezTo>
                <a:cubicBezTo>
                  <a:pt x="658" y="2263"/>
                  <a:pt x="659" y="2265"/>
                  <a:pt x="660" y="2265"/>
                </a:cubicBezTo>
                <a:cubicBezTo>
                  <a:pt x="659" y="2266"/>
                  <a:pt x="657" y="2267"/>
                  <a:pt x="656" y="2268"/>
                </a:cubicBezTo>
                <a:cubicBezTo>
                  <a:pt x="651" y="2271"/>
                  <a:pt x="646" y="2274"/>
                  <a:pt x="642" y="2277"/>
                </a:cubicBezTo>
                <a:cubicBezTo>
                  <a:pt x="641" y="2263"/>
                  <a:pt x="639" y="2249"/>
                  <a:pt x="636" y="2235"/>
                </a:cubicBezTo>
                <a:cubicBezTo>
                  <a:pt x="631" y="2208"/>
                  <a:pt x="628" y="2181"/>
                  <a:pt x="628" y="2153"/>
                </a:cubicBezTo>
                <a:cubicBezTo>
                  <a:pt x="628" y="2149"/>
                  <a:pt x="621" y="2149"/>
                  <a:pt x="621" y="2153"/>
                </a:cubicBezTo>
                <a:cubicBezTo>
                  <a:pt x="619" y="2169"/>
                  <a:pt x="618" y="2185"/>
                  <a:pt x="618" y="2201"/>
                </a:cubicBezTo>
                <a:cubicBezTo>
                  <a:pt x="618" y="2207"/>
                  <a:pt x="618" y="2213"/>
                  <a:pt x="618" y="2220"/>
                </a:cubicBezTo>
                <a:cubicBezTo>
                  <a:pt x="621" y="2243"/>
                  <a:pt x="618" y="2268"/>
                  <a:pt x="624" y="2292"/>
                </a:cubicBezTo>
                <a:lnTo>
                  <a:pt x="606" y="2305"/>
                </a:lnTo>
                <a:cubicBezTo>
                  <a:pt x="604" y="2241"/>
                  <a:pt x="602" y="2176"/>
                  <a:pt x="600" y="2112"/>
                </a:cubicBezTo>
                <a:cubicBezTo>
                  <a:pt x="600" y="2111"/>
                  <a:pt x="600" y="2111"/>
                  <a:pt x="600" y="2111"/>
                </a:cubicBezTo>
                <a:cubicBezTo>
                  <a:pt x="600" y="2110"/>
                  <a:pt x="599" y="2110"/>
                  <a:pt x="599" y="2110"/>
                </a:cubicBezTo>
                <a:cubicBezTo>
                  <a:pt x="598" y="2109"/>
                  <a:pt x="598" y="2109"/>
                  <a:pt x="597" y="2109"/>
                </a:cubicBezTo>
                <a:lnTo>
                  <a:pt x="596" y="2110"/>
                </a:lnTo>
                <a:cubicBezTo>
                  <a:pt x="595" y="2111"/>
                  <a:pt x="595" y="2110"/>
                  <a:pt x="594" y="2111"/>
                </a:cubicBezTo>
                <a:lnTo>
                  <a:pt x="594" y="2112"/>
                </a:lnTo>
                <a:cubicBezTo>
                  <a:pt x="592" y="2183"/>
                  <a:pt x="590" y="2254"/>
                  <a:pt x="588" y="2326"/>
                </a:cubicBezTo>
                <a:lnTo>
                  <a:pt x="572" y="2327"/>
                </a:lnTo>
                <a:cubicBezTo>
                  <a:pt x="566" y="2274"/>
                  <a:pt x="558" y="2221"/>
                  <a:pt x="556" y="2167"/>
                </a:cubicBezTo>
                <a:cubicBezTo>
                  <a:pt x="556" y="2162"/>
                  <a:pt x="549" y="2163"/>
                  <a:pt x="549" y="2167"/>
                </a:cubicBezTo>
                <a:cubicBezTo>
                  <a:pt x="546" y="2191"/>
                  <a:pt x="544" y="2215"/>
                  <a:pt x="544" y="2240"/>
                </a:cubicBezTo>
                <a:cubicBezTo>
                  <a:pt x="544" y="2247"/>
                  <a:pt x="544" y="2255"/>
                  <a:pt x="544" y="2263"/>
                </a:cubicBezTo>
                <a:cubicBezTo>
                  <a:pt x="547" y="2285"/>
                  <a:pt x="550" y="2306"/>
                  <a:pt x="552" y="2328"/>
                </a:cubicBezTo>
                <a:cubicBezTo>
                  <a:pt x="542" y="2329"/>
                  <a:pt x="533" y="2331"/>
                  <a:pt x="522" y="2332"/>
                </a:cubicBezTo>
                <a:cubicBezTo>
                  <a:pt x="522" y="2331"/>
                  <a:pt x="522" y="2331"/>
                  <a:pt x="522" y="2330"/>
                </a:cubicBezTo>
                <a:cubicBezTo>
                  <a:pt x="522" y="2329"/>
                  <a:pt x="522" y="2328"/>
                  <a:pt x="522" y="2328"/>
                </a:cubicBezTo>
                <a:lnTo>
                  <a:pt x="523" y="2326"/>
                </a:lnTo>
                <a:lnTo>
                  <a:pt x="523" y="2325"/>
                </a:lnTo>
                <a:lnTo>
                  <a:pt x="523" y="2324"/>
                </a:lnTo>
                <a:cubicBezTo>
                  <a:pt x="524" y="2322"/>
                  <a:pt x="525" y="2320"/>
                  <a:pt x="525" y="2318"/>
                </a:cubicBezTo>
                <a:cubicBezTo>
                  <a:pt x="525" y="2316"/>
                  <a:pt x="523" y="2314"/>
                  <a:pt x="523" y="2313"/>
                </a:cubicBezTo>
                <a:cubicBezTo>
                  <a:pt x="522" y="2311"/>
                  <a:pt x="521" y="2310"/>
                  <a:pt x="520" y="2309"/>
                </a:cubicBezTo>
                <a:cubicBezTo>
                  <a:pt x="528" y="2316"/>
                  <a:pt x="522" y="2295"/>
                  <a:pt x="522" y="2291"/>
                </a:cubicBezTo>
                <a:cubicBezTo>
                  <a:pt x="522" y="2286"/>
                  <a:pt x="522" y="2277"/>
                  <a:pt x="522" y="2271"/>
                </a:cubicBezTo>
                <a:cubicBezTo>
                  <a:pt x="521" y="2254"/>
                  <a:pt x="519" y="2237"/>
                  <a:pt x="516" y="2221"/>
                </a:cubicBezTo>
                <a:cubicBezTo>
                  <a:pt x="515" y="2221"/>
                  <a:pt x="515" y="2220"/>
                  <a:pt x="515" y="2220"/>
                </a:cubicBezTo>
                <a:cubicBezTo>
                  <a:pt x="515" y="2219"/>
                  <a:pt x="514" y="2219"/>
                  <a:pt x="513" y="2218"/>
                </a:cubicBezTo>
                <a:cubicBezTo>
                  <a:pt x="513" y="2218"/>
                  <a:pt x="512" y="2218"/>
                  <a:pt x="511" y="2218"/>
                </a:cubicBezTo>
                <a:cubicBezTo>
                  <a:pt x="511" y="2218"/>
                  <a:pt x="510" y="2217"/>
                  <a:pt x="509" y="2218"/>
                </a:cubicBezTo>
                <a:cubicBezTo>
                  <a:pt x="508" y="2219"/>
                  <a:pt x="509" y="2219"/>
                  <a:pt x="508" y="2220"/>
                </a:cubicBezTo>
                <a:cubicBezTo>
                  <a:pt x="507" y="2221"/>
                  <a:pt x="507" y="2221"/>
                  <a:pt x="507" y="2221"/>
                </a:cubicBezTo>
                <a:cubicBezTo>
                  <a:pt x="504" y="2238"/>
                  <a:pt x="502" y="2254"/>
                  <a:pt x="500" y="2271"/>
                </a:cubicBezTo>
                <a:cubicBezTo>
                  <a:pt x="498" y="2279"/>
                  <a:pt x="497" y="2288"/>
                  <a:pt x="497" y="2296"/>
                </a:cubicBezTo>
                <a:cubicBezTo>
                  <a:pt x="497" y="2304"/>
                  <a:pt x="498" y="2313"/>
                  <a:pt x="500" y="2321"/>
                </a:cubicBezTo>
                <a:cubicBezTo>
                  <a:pt x="500" y="2322"/>
                  <a:pt x="501" y="2322"/>
                  <a:pt x="501" y="2323"/>
                </a:cubicBezTo>
                <a:cubicBezTo>
                  <a:pt x="500" y="2326"/>
                  <a:pt x="500" y="2329"/>
                  <a:pt x="500" y="2333"/>
                </a:cubicBezTo>
                <a:cubicBezTo>
                  <a:pt x="500" y="2334"/>
                  <a:pt x="500" y="2335"/>
                  <a:pt x="500" y="2336"/>
                </a:cubicBezTo>
                <a:lnTo>
                  <a:pt x="476" y="2341"/>
                </a:lnTo>
                <a:cubicBezTo>
                  <a:pt x="476" y="2331"/>
                  <a:pt x="477" y="2322"/>
                  <a:pt x="477" y="2312"/>
                </a:cubicBezTo>
                <a:cubicBezTo>
                  <a:pt x="477" y="2297"/>
                  <a:pt x="476" y="2282"/>
                  <a:pt x="474" y="2267"/>
                </a:cubicBezTo>
                <a:cubicBezTo>
                  <a:pt x="473" y="2240"/>
                  <a:pt x="477" y="2214"/>
                  <a:pt x="475" y="2187"/>
                </a:cubicBezTo>
                <a:cubicBezTo>
                  <a:pt x="475" y="2186"/>
                  <a:pt x="476" y="2186"/>
                  <a:pt x="475" y="2185"/>
                </a:cubicBezTo>
                <a:cubicBezTo>
                  <a:pt x="474" y="2184"/>
                  <a:pt x="474" y="2183"/>
                  <a:pt x="473" y="2183"/>
                </a:cubicBezTo>
                <a:cubicBezTo>
                  <a:pt x="472" y="2182"/>
                  <a:pt x="471" y="2183"/>
                  <a:pt x="470" y="2183"/>
                </a:cubicBezTo>
                <a:cubicBezTo>
                  <a:pt x="470" y="2183"/>
                  <a:pt x="469" y="2182"/>
                  <a:pt x="468" y="2183"/>
                </a:cubicBezTo>
                <a:cubicBezTo>
                  <a:pt x="467" y="2183"/>
                  <a:pt x="466" y="2185"/>
                  <a:pt x="466" y="2185"/>
                </a:cubicBezTo>
                <a:cubicBezTo>
                  <a:pt x="466" y="2186"/>
                  <a:pt x="466" y="2186"/>
                  <a:pt x="465" y="2187"/>
                </a:cubicBezTo>
                <a:cubicBezTo>
                  <a:pt x="465" y="2212"/>
                  <a:pt x="455" y="2233"/>
                  <a:pt x="453" y="2257"/>
                </a:cubicBezTo>
                <a:cubicBezTo>
                  <a:pt x="451" y="2272"/>
                  <a:pt x="450" y="2287"/>
                  <a:pt x="450" y="2302"/>
                </a:cubicBezTo>
                <a:cubicBezTo>
                  <a:pt x="450" y="2316"/>
                  <a:pt x="451" y="2331"/>
                  <a:pt x="453" y="2346"/>
                </a:cubicBezTo>
                <a:cubicBezTo>
                  <a:pt x="445" y="2348"/>
                  <a:pt x="437" y="2351"/>
                  <a:pt x="429" y="2353"/>
                </a:cubicBezTo>
                <a:cubicBezTo>
                  <a:pt x="428" y="2340"/>
                  <a:pt x="425" y="2328"/>
                  <a:pt x="424" y="2314"/>
                </a:cubicBezTo>
                <a:cubicBezTo>
                  <a:pt x="424" y="2313"/>
                  <a:pt x="424" y="2313"/>
                  <a:pt x="424" y="2312"/>
                </a:cubicBezTo>
                <a:cubicBezTo>
                  <a:pt x="423" y="2311"/>
                  <a:pt x="423" y="2310"/>
                  <a:pt x="422" y="2310"/>
                </a:cubicBezTo>
                <a:cubicBezTo>
                  <a:pt x="421" y="2309"/>
                  <a:pt x="420" y="2310"/>
                  <a:pt x="419" y="2310"/>
                </a:cubicBezTo>
                <a:cubicBezTo>
                  <a:pt x="418" y="2310"/>
                  <a:pt x="418" y="2309"/>
                  <a:pt x="417" y="2310"/>
                </a:cubicBezTo>
                <a:cubicBezTo>
                  <a:pt x="416" y="2310"/>
                  <a:pt x="415" y="2311"/>
                  <a:pt x="415" y="2312"/>
                </a:cubicBezTo>
                <a:cubicBezTo>
                  <a:pt x="415" y="2313"/>
                  <a:pt x="414" y="2313"/>
                  <a:pt x="414" y="2314"/>
                </a:cubicBezTo>
                <a:cubicBezTo>
                  <a:pt x="415" y="2322"/>
                  <a:pt x="415" y="2330"/>
                  <a:pt x="417" y="2338"/>
                </a:cubicBezTo>
                <a:cubicBezTo>
                  <a:pt x="417" y="2341"/>
                  <a:pt x="417" y="2344"/>
                  <a:pt x="417" y="2347"/>
                </a:cubicBezTo>
                <a:cubicBezTo>
                  <a:pt x="417" y="2350"/>
                  <a:pt x="417" y="2353"/>
                  <a:pt x="417" y="2356"/>
                </a:cubicBezTo>
                <a:cubicBezTo>
                  <a:pt x="408" y="2359"/>
                  <a:pt x="399" y="2362"/>
                  <a:pt x="390" y="2366"/>
                </a:cubicBezTo>
                <a:cubicBezTo>
                  <a:pt x="390" y="2358"/>
                  <a:pt x="390" y="2349"/>
                  <a:pt x="390" y="2341"/>
                </a:cubicBezTo>
                <a:cubicBezTo>
                  <a:pt x="390" y="2303"/>
                  <a:pt x="388" y="2264"/>
                  <a:pt x="385" y="2226"/>
                </a:cubicBezTo>
                <a:cubicBezTo>
                  <a:pt x="385" y="2222"/>
                  <a:pt x="378" y="2222"/>
                  <a:pt x="378" y="2226"/>
                </a:cubicBezTo>
                <a:cubicBezTo>
                  <a:pt x="374" y="2262"/>
                  <a:pt x="373" y="2298"/>
                  <a:pt x="373" y="2333"/>
                </a:cubicBezTo>
                <a:cubicBezTo>
                  <a:pt x="373" y="2346"/>
                  <a:pt x="373" y="2360"/>
                  <a:pt x="373" y="2373"/>
                </a:cubicBezTo>
                <a:lnTo>
                  <a:pt x="363" y="2377"/>
                </a:lnTo>
                <a:cubicBezTo>
                  <a:pt x="357" y="2380"/>
                  <a:pt x="350" y="2383"/>
                  <a:pt x="344" y="2387"/>
                </a:cubicBezTo>
                <a:cubicBezTo>
                  <a:pt x="344" y="2385"/>
                  <a:pt x="344" y="2382"/>
                  <a:pt x="343" y="2380"/>
                </a:cubicBezTo>
                <a:cubicBezTo>
                  <a:pt x="340" y="2365"/>
                  <a:pt x="339" y="2350"/>
                  <a:pt x="339" y="2334"/>
                </a:cubicBezTo>
                <a:cubicBezTo>
                  <a:pt x="339" y="2333"/>
                  <a:pt x="339" y="2332"/>
                  <a:pt x="339" y="2331"/>
                </a:cubicBezTo>
                <a:cubicBezTo>
                  <a:pt x="339" y="2330"/>
                  <a:pt x="339" y="2330"/>
                  <a:pt x="339" y="2329"/>
                </a:cubicBezTo>
                <a:lnTo>
                  <a:pt x="338" y="2328"/>
                </a:lnTo>
                <a:cubicBezTo>
                  <a:pt x="337" y="2328"/>
                  <a:pt x="337" y="2328"/>
                  <a:pt x="336" y="2328"/>
                </a:cubicBezTo>
                <a:lnTo>
                  <a:pt x="335" y="2328"/>
                </a:lnTo>
                <a:lnTo>
                  <a:pt x="334" y="2329"/>
                </a:lnTo>
                <a:cubicBezTo>
                  <a:pt x="334" y="2330"/>
                  <a:pt x="333" y="2330"/>
                  <a:pt x="333" y="2331"/>
                </a:cubicBezTo>
                <a:cubicBezTo>
                  <a:pt x="333" y="2350"/>
                  <a:pt x="333" y="2371"/>
                  <a:pt x="334" y="2392"/>
                </a:cubicBezTo>
                <a:cubicBezTo>
                  <a:pt x="323" y="2398"/>
                  <a:pt x="312" y="2406"/>
                  <a:pt x="301" y="2414"/>
                </a:cubicBezTo>
                <a:cubicBezTo>
                  <a:pt x="301" y="2376"/>
                  <a:pt x="299" y="2337"/>
                  <a:pt x="298" y="2300"/>
                </a:cubicBezTo>
                <a:cubicBezTo>
                  <a:pt x="298" y="2295"/>
                  <a:pt x="291" y="2296"/>
                  <a:pt x="291" y="2300"/>
                </a:cubicBezTo>
                <a:cubicBezTo>
                  <a:pt x="291" y="2341"/>
                  <a:pt x="289" y="2382"/>
                  <a:pt x="288" y="2423"/>
                </a:cubicBezTo>
                <a:cubicBezTo>
                  <a:pt x="281" y="2428"/>
                  <a:pt x="275" y="2434"/>
                  <a:pt x="269" y="2440"/>
                </a:cubicBezTo>
                <a:cubicBezTo>
                  <a:pt x="269" y="2440"/>
                  <a:pt x="269" y="2439"/>
                  <a:pt x="269" y="2438"/>
                </a:cubicBezTo>
                <a:cubicBezTo>
                  <a:pt x="269" y="2421"/>
                  <a:pt x="266" y="2405"/>
                  <a:pt x="266" y="2389"/>
                </a:cubicBezTo>
                <a:cubicBezTo>
                  <a:pt x="266" y="2388"/>
                  <a:pt x="266" y="2388"/>
                  <a:pt x="265" y="2387"/>
                </a:cubicBezTo>
                <a:cubicBezTo>
                  <a:pt x="264" y="2386"/>
                  <a:pt x="264" y="2386"/>
                  <a:pt x="263" y="2385"/>
                </a:cubicBezTo>
                <a:cubicBezTo>
                  <a:pt x="262" y="2384"/>
                  <a:pt x="262" y="2384"/>
                  <a:pt x="261" y="2384"/>
                </a:cubicBezTo>
                <a:cubicBezTo>
                  <a:pt x="260" y="2384"/>
                  <a:pt x="259" y="2384"/>
                  <a:pt x="258" y="2385"/>
                </a:cubicBezTo>
                <a:cubicBezTo>
                  <a:pt x="258" y="2385"/>
                  <a:pt x="258" y="2386"/>
                  <a:pt x="257" y="2387"/>
                </a:cubicBezTo>
                <a:cubicBezTo>
                  <a:pt x="256" y="2388"/>
                  <a:pt x="256" y="2388"/>
                  <a:pt x="256" y="2389"/>
                </a:cubicBezTo>
                <a:cubicBezTo>
                  <a:pt x="256" y="2405"/>
                  <a:pt x="253" y="2420"/>
                  <a:pt x="253" y="2436"/>
                </a:cubicBezTo>
                <a:cubicBezTo>
                  <a:pt x="253" y="2439"/>
                  <a:pt x="253" y="2443"/>
                  <a:pt x="253" y="2446"/>
                </a:cubicBezTo>
                <a:cubicBezTo>
                  <a:pt x="253" y="2449"/>
                  <a:pt x="253" y="2453"/>
                  <a:pt x="253" y="2456"/>
                </a:cubicBezTo>
                <a:cubicBezTo>
                  <a:pt x="247" y="2463"/>
                  <a:pt x="241" y="2470"/>
                  <a:pt x="235" y="2477"/>
                </a:cubicBezTo>
                <a:cubicBezTo>
                  <a:pt x="235" y="2459"/>
                  <a:pt x="235" y="2440"/>
                  <a:pt x="234" y="2422"/>
                </a:cubicBezTo>
                <a:cubicBezTo>
                  <a:pt x="234" y="2394"/>
                  <a:pt x="228" y="2367"/>
                  <a:pt x="227" y="2339"/>
                </a:cubicBezTo>
                <a:cubicBezTo>
                  <a:pt x="227" y="2335"/>
                  <a:pt x="219" y="2335"/>
                  <a:pt x="219" y="2339"/>
                </a:cubicBezTo>
                <a:cubicBezTo>
                  <a:pt x="216" y="2393"/>
                  <a:pt x="220" y="2448"/>
                  <a:pt x="217" y="2502"/>
                </a:cubicBezTo>
                <a:lnTo>
                  <a:pt x="217" y="2503"/>
                </a:lnTo>
                <a:cubicBezTo>
                  <a:pt x="211" y="2513"/>
                  <a:pt x="205" y="2524"/>
                  <a:pt x="199" y="2535"/>
                </a:cubicBezTo>
                <a:cubicBezTo>
                  <a:pt x="197" y="2503"/>
                  <a:pt x="193" y="2472"/>
                  <a:pt x="192" y="2440"/>
                </a:cubicBezTo>
                <a:cubicBezTo>
                  <a:pt x="192" y="2435"/>
                  <a:pt x="185" y="2436"/>
                  <a:pt x="185" y="2440"/>
                </a:cubicBezTo>
                <a:cubicBezTo>
                  <a:pt x="183" y="2456"/>
                  <a:pt x="182" y="2472"/>
                  <a:pt x="182" y="2488"/>
                </a:cubicBezTo>
                <a:cubicBezTo>
                  <a:pt x="182" y="2493"/>
                  <a:pt x="182" y="2497"/>
                  <a:pt x="182" y="2502"/>
                </a:cubicBezTo>
                <a:cubicBezTo>
                  <a:pt x="183" y="2518"/>
                  <a:pt x="184" y="2534"/>
                  <a:pt x="184" y="2551"/>
                </a:cubicBezTo>
                <a:cubicBezTo>
                  <a:pt x="184" y="2557"/>
                  <a:pt x="184" y="2564"/>
                  <a:pt x="184" y="2571"/>
                </a:cubicBezTo>
                <a:cubicBezTo>
                  <a:pt x="176" y="2594"/>
                  <a:pt x="171" y="2617"/>
                  <a:pt x="169" y="2642"/>
                </a:cubicBezTo>
                <a:cubicBezTo>
                  <a:pt x="169" y="2635"/>
                  <a:pt x="167" y="2629"/>
                  <a:pt x="166" y="2622"/>
                </a:cubicBezTo>
                <a:cubicBezTo>
                  <a:pt x="157" y="2561"/>
                  <a:pt x="155" y="2501"/>
                  <a:pt x="151" y="2439"/>
                </a:cubicBezTo>
                <a:cubicBezTo>
                  <a:pt x="151" y="2435"/>
                  <a:pt x="144" y="2435"/>
                  <a:pt x="144" y="2439"/>
                </a:cubicBezTo>
                <a:cubicBezTo>
                  <a:pt x="141" y="2478"/>
                  <a:pt x="139" y="2517"/>
                  <a:pt x="139" y="2556"/>
                </a:cubicBezTo>
                <a:cubicBezTo>
                  <a:pt x="139" y="2603"/>
                  <a:pt x="142" y="2650"/>
                  <a:pt x="146" y="2697"/>
                </a:cubicBezTo>
                <a:cubicBezTo>
                  <a:pt x="119" y="2650"/>
                  <a:pt x="101" y="2598"/>
                  <a:pt x="91" y="2545"/>
                </a:cubicBezTo>
                <a:moveTo>
                  <a:pt x="716" y="3102"/>
                </a:moveTo>
                <a:cubicBezTo>
                  <a:pt x="716" y="3118"/>
                  <a:pt x="726" y="3166"/>
                  <a:pt x="698" y="3173"/>
                </a:cubicBezTo>
                <a:cubicBezTo>
                  <a:pt x="698" y="3171"/>
                  <a:pt x="698" y="3168"/>
                  <a:pt x="698" y="3166"/>
                </a:cubicBezTo>
                <a:cubicBezTo>
                  <a:pt x="700" y="3155"/>
                  <a:pt x="702" y="3145"/>
                  <a:pt x="705" y="3134"/>
                </a:cubicBezTo>
                <a:cubicBezTo>
                  <a:pt x="708" y="3123"/>
                  <a:pt x="710" y="3112"/>
                  <a:pt x="710" y="3101"/>
                </a:cubicBezTo>
                <a:cubicBezTo>
                  <a:pt x="710" y="3096"/>
                  <a:pt x="710" y="3092"/>
                  <a:pt x="709" y="3087"/>
                </a:cubicBezTo>
                <a:lnTo>
                  <a:pt x="709" y="3086"/>
                </a:lnTo>
                <a:cubicBezTo>
                  <a:pt x="708" y="3085"/>
                  <a:pt x="708" y="3084"/>
                  <a:pt x="707" y="3084"/>
                </a:cubicBezTo>
                <a:cubicBezTo>
                  <a:pt x="706" y="3083"/>
                  <a:pt x="705" y="3084"/>
                  <a:pt x="704" y="3084"/>
                </a:cubicBezTo>
                <a:cubicBezTo>
                  <a:pt x="704" y="3084"/>
                  <a:pt x="703" y="3083"/>
                  <a:pt x="702" y="3084"/>
                </a:cubicBezTo>
                <a:cubicBezTo>
                  <a:pt x="701" y="3084"/>
                  <a:pt x="701" y="3085"/>
                  <a:pt x="700" y="3086"/>
                </a:cubicBezTo>
                <a:lnTo>
                  <a:pt x="700" y="3087"/>
                </a:lnTo>
                <a:cubicBezTo>
                  <a:pt x="697" y="3096"/>
                  <a:pt x="688" y="3103"/>
                  <a:pt x="686" y="3113"/>
                </a:cubicBezTo>
                <a:cubicBezTo>
                  <a:pt x="684" y="3123"/>
                  <a:pt x="683" y="3133"/>
                  <a:pt x="681" y="3142"/>
                </a:cubicBezTo>
                <a:cubicBezTo>
                  <a:pt x="678" y="3152"/>
                  <a:pt x="677" y="3162"/>
                  <a:pt x="676" y="3172"/>
                </a:cubicBezTo>
                <a:cubicBezTo>
                  <a:pt x="673" y="3172"/>
                  <a:pt x="670" y="3170"/>
                  <a:pt x="666" y="3169"/>
                </a:cubicBezTo>
                <a:cubicBezTo>
                  <a:pt x="663" y="3168"/>
                  <a:pt x="666" y="3169"/>
                  <a:pt x="666" y="3168"/>
                </a:cubicBezTo>
                <a:cubicBezTo>
                  <a:pt x="667" y="3135"/>
                  <a:pt x="671" y="3102"/>
                  <a:pt x="678" y="3069"/>
                </a:cubicBezTo>
                <a:cubicBezTo>
                  <a:pt x="680" y="3061"/>
                  <a:pt x="683" y="3053"/>
                  <a:pt x="687" y="3046"/>
                </a:cubicBezTo>
                <a:cubicBezTo>
                  <a:pt x="688" y="3047"/>
                  <a:pt x="689" y="3049"/>
                  <a:pt x="690" y="3050"/>
                </a:cubicBezTo>
                <a:cubicBezTo>
                  <a:pt x="691" y="3052"/>
                  <a:pt x="692" y="3055"/>
                  <a:pt x="693" y="3057"/>
                </a:cubicBezTo>
                <a:cubicBezTo>
                  <a:pt x="696" y="3061"/>
                  <a:pt x="698" y="3065"/>
                  <a:pt x="701" y="3070"/>
                </a:cubicBezTo>
                <a:cubicBezTo>
                  <a:pt x="706" y="3080"/>
                  <a:pt x="712" y="3091"/>
                  <a:pt x="716" y="3102"/>
                </a:cubicBezTo>
                <a:moveTo>
                  <a:pt x="665" y="3085"/>
                </a:moveTo>
                <a:cubicBezTo>
                  <a:pt x="657" y="3110"/>
                  <a:pt x="653" y="3136"/>
                  <a:pt x="652" y="3162"/>
                </a:cubicBezTo>
                <a:cubicBezTo>
                  <a:pt x="643" y="3156"/>
                  <a:pt x="635" y="3148"/>
                  <a:pt x="627" y="3140"/>
                </a:cubicBezTo>
                <a:cubicBezTo>
                  <a:pt x="628" y="3123"/>
                  <a:pt x="632" y="3106"/>
                  <a:pt x="637" y="3089"/>
                </a:cubicBezTo>
                <a:cubicBezTo>
                  <a:pt x="639" y="3083"/>
                  <a:pt x="641" y="3076"/>
                  <a:pt x="644" y="3070"/>
                </a:cubicBezTo>
                <a:cubicBezTo>
                  <a:pt x="655" y="3062"/>
                  <a:pt x="665" y="3054"/>
                  <a:pt x="674" y="3046"/>
                </a:cubicBezTo>
                <a:cubicBezTo>
                  <a:pt x="676" y="3045"/>
                  <a:pt x="678" y="3043"/>
                  <a:pt x="679" y="3041"/>
                </a:cubicBezTo>
                <a:cubicBezTo>
                  <a:pt x="680" y="3040"/>
                  <a:pt x="680" y="3037"/>
                  <a:pt x="681" y="3035"/>
                </a:cubicBezTo>
                <a:lnTo>
                  <a:pt x="683" y="3039"/>
                </a:lnTo>
                <a:cubicBezTo>
                  <a:pt x="679" y="3054"/>
                  <a:pt x="669" y="3071"/>
                  <a:pt x="665" y="3085"/>
                </a:cubicBezTo>
                <a:moveTo>
                  <a:pt x="653" y="2294"/>
                </a:moveTo>
                <a:cubicBezTo>
                  <a:pt x="654" y="2294"/>
                  <a:pt x="655" y="2293"/>
                  <a:pt x="656" y="2293"/>
                </a:cubicBezTo>
                <a:cubicBezTo>
                  <a:pt x="667" y="2286"/>
                  <a:pt x="678" y="2281"/>
                  <a:pt x="690" y="2277"/>
                </a:cubicBezTo>
                <a:cubicBezTo>
                  <a:pt x="687" y="2293"/>
                  <a:pt x="685" y="2308"/>
                  <a:pt x="683" y="2323"/>
                </a:cubicBezTo>
                <a:cubicBezTo>
                  <a:pt x="657" y="2323"/>
                  <a:pt x="632" y="2323"/>
                  <a:pt x="607" y="2324"/>
                </a:cubicBezTo>
                <a:cubicBezTo>
                  <a:pt x="612" y="2321"/>
                  <a:pt x="618" y="2317"/>
                  <a:pt x="620" y="2315"/>
                </a:cubicBezTo>
                <a:cubicBezTo>
                  <a:pt x="628" y="2308"/>
                  <a:pt x="644" y="2301"/>
                  <a:pt x="653" y="2294"/>
                </a:cubicBezTo>
                <a:moveTo>
                  <a:pt x="664" y="2654"/>
                </a:moveTo>
                <a:cubicBezTo>
                  <a:pt x="664" y="2657"/>
                  <a:pt x="662" y="2660"/>
                  <a:pt x="662" y="2662"/>
                </a:cubicBezTo>
                <a:lnTo>
                  <a:pt x="660" y="2662"/>
                </a:lnTo>
                <a:lnTo>
                  <a:pt x="664" y="2654"/>
                </a:lnTo>
                <a:moveTo>
                  <a:pt x="587" y="2509"/>
                </a:moveTo>
                <a:cubicBezTo>
                  <a:pt x="596" y="2506"/>
                  <a:pt x="605" y="2504"/>
                  <a:pt x="614" y="2504"/>
                </a:cubicBezTo>
                <a:cubicBezTo>
                  <a:pt x="623" y="2505"/>
                  <a:pt x="632" y="2508"/>
                  <a:pt x="640" y="2513"/>
                </a:cubicBezTo>
                <a:cubicBezTo>
                  <a:pt x="652" y="2520"/>
                  <a:pt x="662" y="2530"/>
                  <a:pt x="669" y="2542"/>
                </a:cubicBezTo>
                <a:cubicBezTo>
                  <a:pt x="675" y="2552"/>
                  <a:pt x="678" y="2564"/>
                  <a:pt x="679" y="2576"/>
                </a:cubicBezTo>
                <a:cubicBezTo>
                  <a:pt x="680" y="2581"/>
                  <a:pt x="680" y="2586"/>
                  <a:pt x="680" y="2591"/>
                </a:cubicBezTo>
                <a:cubicBezTo>
                  <a:pt x="680" y="2596"/>
                  <a:pt x="680" y="2601"/>
                  <a:pt x="679" y="2606"/>
                </a:cubicBezTo>
                <a:cubicBezTo>
                  <a:pt x="645" y="2673"/>
                  <a:pt x="589" y="2726"/>
                  <a:pt x="583" y="2809"/>
                </a:cubicBezTo>
                <a:cubicBezTo>
                  <a:pt x="580" y="2846"/>
                  <a:pt x="569" y="2899"/>
                  <a:pt x="582" y="2936"/>
                </a:cubicBezTo>
                <a:cubicBezTo>
                  <a:pt x="585" y="2944"/>
                  <a:pt x="589" y="2952"/>
                  <a:pt x="594" y="2959"/>
                </a:cubicBezTo>
                <a:cubicBezTo>
                  <a:pt x="607" y="2981"/>
                  <a:pt x="623" y="3002"/>
                  <a:pt x="641" y="3021"/>
                </a:cubicBezTo>
                <a:cubicBezTo>
                  <a:pt x="614" y="3038"/>
                  <a:pt x="592" y="3054"/>
                  <a:pt x="556" y="3045"/>
                </a:cubicBezTo>
                <a:cubicBezTo>
                  <a:pt x="540" y="3041"/>
                  <a:pt x="524" y="3036"/>
                  <a:pt x="509" y="3030"/>
                </a:cubicBezTo>
                <a:cubicBezTo>
                  <a:pt x="494" y="3015"/>
                  <a:pt x="481" y="2998"/>
                  <a:pt x="470" y="2979"/>
                </a:cubicBezTo>
                <a:cubicBezTo>
                  <a:pt x="464" y="2968"/>
                  <a:pt x="458" y="2957"/>
                  <a:pt x="454" y="2945"/>
                </a:cubicBezTo>
                <a:cubicBezTo>
                  <a:pt x="436" y="2895"/>
                  <a:pt x="452" y="2827"/>
                  <a:pt x="469" y="2779"/>
                </a:cubicBezTo>
                <a:cubicBezTo>
                  <a:pt x="501" y="2686"/>
                  <a:pt x="532" y="2592"/>
                  <a:pt x="587" y="2509"/>
                </a:cubicBezTo>
                <a:moveTo>
                  <a:pt x="603" y="2841"/>
                </a:moveTo>
                <a:cubicBezTo>
                  <a:pt x="603" y="2842"/>
                  <a:pt x="604" y="2843"/>
                  <a:pt x="604" y="2844"/>
                </a:cubicBezTo>
                <a:cubicBezTo>
                  <a:pt x="605" y="2844"/>
                  <a:pt x="605" y="2845"/>
                  <a:pt x="606" y="2846"/>
                </a:cubicBezTo>
                <a:lnTo>
                  <a:pt x="602" y="2846"/>
                </a:lnTo>
                <a:lnTo>
                  <a:pt x="603" y="2841"/>
                </a:lnTo>
                <a:moveTo>
                  <a:pt x="172" y="2746"/>
                </a:moveTo>
                <a:cubicBezTo>
                  <a:pt x="173" y="2751"/>
                  <a:pt x="174" y="2755"/>
                  <a:pt x="176" y="2760"/>
                </a:cubicBezTo>
                <a:lnTo>
                  <a:pt x="169" y="2748"/>
                </a:lnTo>
                <a:lnTo>
                  <a:pt x="170" y="2748"/>
                </a:lnTo>
                <a:cubicBezTo>
                  <a:pt x="170" y="2748"/>
                  <a:pt x="171" y="2747"/>
                  <a:pt x="172" y="2746"/>
                </a:cubicBezTo>
                <a:moveTo>
                  <a:pt x="2114" y="1864"/>
                </a:moveTo>
                <a:cubicBezTo>
                  <a:pt x="2114" y="1851"/>
                  <a:pt x="2112" y="1839"/>
                  <a:pt x="2108" y="1827"/>
                </a:cubicBezTo>
                <a:cubicBezTo>
                  <a:pt x="2108" y="1826"/>
                  <a:pt x="2108" y="1827"/>
                  <a:pt x="2107" y="1826"/>
                </a:cubicBezTo>
                <a:cubicBezTo>
                  <a:pt x="2106" y="1825"/>
                  <a:pt x="2106" y="1824"/>
                  <a:pt x="2106" y="1824"/>
                </a:cubicBezTo>
                <a:cubicBezTo>
                  <a:pt x="2105" y="1823"/>
                  <a:pt x="2104" y="1823"/>
                  <a:pt x="2104" y="1823"/>
                </a:cubicBezTo>
                <a:cubicBezTo>
                  <a:pt x="2103" y="1823"/>
                  <a:pt x="2102" y="1823"/>
                  <a:pt x="2101" y="1824"/>
                </a:cubicBezTo>
                <a:cubicBezTo>
                  <a:pt x="2101" y="1824"/>
                  <a:pt x="2101" y="1825"/>
                  <a:pt x="2100" y="1826"/>
                </a:cubicBezTo>
                <a:cubicBezTo>
                  <a:pt x="2099" y="1827"/>
                  <a:pt x="2099" y="1826"/>
                  <a:pt x="2099" y="1827"/>
                </a:cubicBezTo>
                <a:cubicBezTo>
                  <a:pt x="2095" y="1841"/>
                  <a:pt x="2093" y="1855"/>
                  <a:pt x="2093" y="1870"/>
                </a:cubicBezTo>
                <a:cubicBezTo>
                  <a:pt x="2092" y="1872"/>
                  <a:pt x="2092" y="1874"/>
                  <a:pt x="2092" y="1876"/>
                </a:cubicBezTo>
                <a:cubicBezTo>
                  <a:pt x="2092" y="1882"/>
                  <a:pt x="2093" y="1888"/>
                  <a:pt x="2094" y="1893"/>
                </a:cubicBezTo>
                <a:cubicBezTo>
                  <a:pt x="2090" y="1899"/>
                  <a:pt x="2087" y="1906"/>
                  <a:pt x="2083" y="1912"/>
                </a:cubicBezTo>
                <a:cubicBezTo>
                  <a:pt x="2069" y="1936"/>
                  <a:pt x="2057" y="1962"/>
                  <a:pt x="2048" y="1989"/>
                </a:cubicBezTo>
                <a:cubicBezTo>
                  <a:pt x="2051" y="1947"/>
                  <a:pt x="2053" y="1905"/>
                  <a:pt x="2052" y="1863"/>
                </a:cubicBezTo>
                <a:cubicBezTo>
                  <a:pt x="2052" y="1858"/>
                  <a:pt x="2044" y="1857"/>
                  <a:pt x="2044" y="1863"/>
                </a:cubicBezTo>
                <a:cubicBezTo>
                  <a:pt x="2041" y="1906"/>
                  <a:pt x="2035" y="1949"/>
                  <a:pt x="2023" y="1991"/>
                </a:cubicBezTo>
                <a:cubicBezTo>
                  <a:pt x="2015" y="2028"/>
                  <a:pt x="2011" y="2066"/>
                  <a:pt x="2011" y="2104"/>
                </a:cubicBezTo>
                <a:cubicBezTo>
                  <a:pt x="2011" y="2112"/>
                  <a:pt x="2011" y="2121"/>
                  <a:pt x="2012" y="2129"/>
                </a:cubicBezTo>
                <a:cubicBezTo>
                  <a:pt x="2012" y="2130"/>
                  <a:pt x="2012" y="2130"/>
                  <a:pt x="2012" y="2131"/>
                </a:cubicBezTo>
                <a:cubicBezTo>
                  <a:pt x="2012" y="2132"/>
                  <a:pt x="2012" y="2132"/>
                  <a:pt x="2012" y="2133"/>
                </a:cubicBezTo>
                <a:lnTo>
                  <a:pt x="1997" y="2134"/>
                </a:lnTo>
                <a:cubicBezTo>
                  <a:pt x="1998" y="2133"/>
                  <a:pt x="1999" y="2132"/>
                  <a:pt x="2000" y="2131"/>
                </a:cubicBezTo>
                <a:lnTo>
                  <a:pt x="2001" y="2130"/>
                </a:lnTo>
                <a:cubicBezTo>
                  <a:pt x="2001" y="2129"/>
                  <a:pt x="2001" y="2129"/>
                  <a:pt x="2002" y="2128"/>
                </a:cubicBezTo>
                <a:cubicBezTo>
                  <a:pt x="2010" y="2103"/>
                  <a:pt x="1995" y="2079"/>
                  <a:pt x="1994" y="2053"/>
                </a:cubicBezTo>
                <a:cubicBezTo>
                  <a:pt x="1992" y="2042"/>
                  <a:pt x="1989" y="2031"/>
                  <a:pt x="1985" y="2020"/>
                </a:cubicBezTo>
                <a:cubicBezTo>
                  <a:pt x="1982" y="2003"/>
                  <a:pt x="1982" y="1986"/>
                  <a:pt x="1979" y="1970"/>
                </a:cubicBezTo>
                <a:cubicBezTo>
                  <a:pt x="1979" y="1965"/>
                  <a:pt x="1971" y="1965"/>
                  <a:pt x="1972" y="1970"/>
                </a:cubicBezTo>
                <a:cubicBezTo>
                  <a:pt x="1976" y="1993"/>
                  <a:pt x="1978" y="2016"/>
                  <a:pt x="1978" y="2039"/>
                </a:cubicBezTo>
                <a:cubicBezTo>
                  <a:pt x="1978" y="2046"/>
                  <a:pt x="1978" y="2053"/>
                  <a:pt x="1977" y="2061"/>
                </a:cubicBezTo>
                <a:cubicBezTo>
                  <a:pt x="1976" y="2072"/>
                  <a:pt x="1979" y="2085"/>
                  <a:pt x="1977" y="2097"/>
                </a:cubicBezTo>
                <a:cubicBezTo>
                  <a:pt x="1977" y="2100"/>
                  <a:pt x="1977" y="2102"/>
                  <a:pt x="1977" y="2104"/>
                </a:cubicBezTo>
                <a:cubicBezTo>
                  <a:pt x="1977" y="2109"/>
                  <a:pt x="1978" y="2114"/>
                  <a:pt x="1979" y="2118"/>
                </a:cubicBezTo>
                <a:cubicBezTo>
                  <a:pt x="1978" y="2119"/>
                  <a:pt x="1978" y="2120"/>
                  <a:pt x="1978" y="2120"/>
                </a:cubicBezTo>
                <a:cubicBezTo>
                  <a:pt x="1975" y="2125"/>
                  <a:pt x="1974" y="2130"/>
                  <a:pt x="1974" y="2136"/>
                </a:cubicBezTo>
                <a:cubicBezTo>
                  <a:pt x="1974" y="2136"/>
                  <a:pt x="1974" y="2137"/>
                  <a:pt x="1974" y="2138"/>
                </a:cubicBezTo>
                <a:cubicBezTo>
                  <a:pt x="1964" y="2140"/>
                  <a:pt x="1954" y="2143"/>
                  <a:pt x="1945" y="2146"/>
                </a:cubicBezTo>
                <a:cubicBezTo>
                  <a:pt x="1937" y="2076"/>
                  <a:pt x="1936" y="2006"/>
                  <a:pt x="1934" y="1935"/>
                </a:cubicBezTo>
                <a:cubicBezTo>
                  <a:pt x="1934" y="1935"/>
                  <a:pt x="1935" y="1935"/>
                  <a:pt x="1934" y="1934"/>
                </a:cubicBezTo>
                <a:cubicBezTo>
                  <a:pt x="1933" y="1933"/>
                  <a:pt x="1933" y="1934"/>
                  <a:pt x="1932" y="1933"/>
                </a:cubicBezTo>
                <a:lnTo>
                  <a:pt x="1931" y="1933"/>
                </a:lnTo>
                <a:cubicBezTo>
                  <a:pt x="1930" y="1933"/>
                  <a:pt x="1930" y="1932"/>
                  <a:pt x="1929" y="1933"/>
                </a:cubicBezTo>
                <a:cubicBezTo>
                  <a:pt x="1928" y="1934"/>
                  <a:pt x="1928" y="1934"/>
                  <a:pt x="1928" y="1934"/>
                </a:cubicBezTo>
                <a:cubicBezTo>
                  <a:pt x="1928" y="1935"/>
                  <a:pt x="1928" y="1935"/>
                  <a:pt x="1928" y="1935"/>
                </a:cubicBezTo>
                <a:cubicBezTo>
                  <a:pt x="1926" y="2005"/>
                  <a:pt x="1924" y="2074"/>
                  <a:pt x="1917" y="2143"/>
                </a:cubicBezTo>
                <a:cubicBezTo>
                  <a:pt x="1917" y="2144"/>
                  <a:pt x="1917" y="2145"/>
                  <a:pt x="1917" y="2145"/>
                </a:cubicBezTo>
                <a:cubicBezTo>
                  <a:pt x="1917" y="2148"/>
                  <a:pt x="1918" y="2150"/>
                  <a:pt x="1919" y="2152"/>
                </a:cubicBezTo>
                <a:cubicBezTo>
                  <a:pt x="1920" y="2153"/>
                  <a:pt x="1920" y="2154"/>
                  <a:pt x="1920" y="2154"/>
                </a:cubicBezTo>
                <a:cubicBezTo>
                  <a:pt x="1911" y="2158"/>
                  <a:pt x="1902" y="2161"/>
                  <a:pt x="1893" y="2165"/>
                </a:cubicBezTo>
                <a:cubicBezTo>
                  <a:pt x="1892" y="2149"/>
                  <a:pt x="1891" y="2132"/>
                  <a:pt x="1891" y="2116"/>
                </a:cubicBezTo>
                <a:cubicBezTo>
                  <a:pt x="1891" y="2100"/>
                  <a:pt x="1892" y="2083"/>
                  <a:pt x="1893" y="2067"/>
                </a:cubicBezTo>
                <a:cubicBezTo>
                  <a:pt x="1893" y="2030"/>
                  <a:pt x="1891" y="1992"/>
                  <a:pt x="1887" y="1955"/>
                </a:cubicBezTo>
                <a:cubicBezTo>
                  <a:pt x="1887" y="1950"/>
                  <a:pt x="1879" y="1951"/>
                  <a:pt x="1879" y="1956"/>
                </a:cubicBezTo>
                <a:cubicBezTo>
                  <a:pt x="1880" y="1977"/>
                  <a:pt x="1881" y="1999"/>
                  <a:pt x="1881" y="2020"/>
                </a:cubicBezTo>
                <a:cubicBezTo>
                  <a:pt x="1881" y="2041"/>
                  <a:pt x="1880" y="2062"/>
                  <a:pt x="1879" y="2083"/>
                </a:cubicBezTo>
                <a:cubicBezTo>
                  <a:pt x="1878" y="2098"/>
                  <a:pt x="1877" y="2113"/>
                  <a:pt x="1877" y="2128"/>
                </a:cubicBezTo>
                <a:cubicBezTo>
                  <a:pt x="1877" y="2142"/>
                  <a:pt x="1878" y="2157"/>
                  <a:pt x="1879" y="2172"/>
                </a:cubicBezTo>
                <a:lnTo>
                  <a:pt x="1859" y="2182"/>
                </a:lnTo>
                <a:cubicBezTo>
                  <a:pt x="1860" y="2160"/>
                  <a:pt x="1861" y="2138"/>
                  <a:pt x="1861" y="2116"/>
                </a:cubicBezTo>
                <a:cubicBezTo>
                  <a:pt x="1861" y="2063"/>
                  <a:pt x="1858" y="2011"/>
                  <a:pt x="1853" y="1959"/>
                </a:cubicBezTo>
                <a:cubicBezTo>
                  <a:pt x="1853" y="1958"/>
                  <a:pt x="1853" y="1959"/>
                  <a:pt x="1852" y="1958"/>
                </a:cubicBezTo>
                <a:cubicBezTo>
                  <a:pt x="1851" y="1957"/>
                  <a:pt x="1852" y="1957"/>
                  <a:pt x="1851" y="1956"/>
                </a:cubicBezTo>
                <a:cubicBezTo>
                  <a:pt x="1850" y="1955"/>
                  <a:pt x="1850" y="1956"/>
                  <a:pt x="1849" y="1956"/>
                </a:cubicBezTo>
                <a:cubicBezTo>
                  <a:pt x="1848" y="1956"/>
                  <a:pt x="1848" y="1955"/>
                  <a:pt x="1847" y="1956"/>
                </a:cubicBezTo>
                <a:cubicBezTo>
                  <a:pt x="1846" y="1956"/>
                  <a:pt x="1847" y="1957"/>
                  <a:pt x="1846" y="1958"/>
                </a:cubicBezTo>
                <a:cubicBezTo>
                  <a:pt x="1845" y="1959"/>
                  <a:pt x="1845" y="1958"/>
                  <a:pt x="1845" y="1959"/>
                </a:cubicBezTo>
                <a:cubicBezTo>
                  <a:pt x="1851" y="2033"/>
                  <a:pt x="1843" y="2108"/>
                  <a:pt x="1845" y="2183"/>
                </a:cubicBezTo>
                <a:cubicBezTo>
                  <a:pt x="1845" y="2184"/>
                  <a:pt x="1845" y="2185"/>
                  <a:pt x="1846" y="2186"/>
                </a:cubicBezTo>
                <a:lnTo>
                  <a:pt x="1847" y="2187"/>
                </a:lnTo>
                <a:cubicBezTo>
                  <a:pt x="1835" y="2193"/>
                  <a:pt x="1823" y="2200"/>
                  <a:pt x="1811" y="2207"/>
                </a:cubicBezTo>
                <a:cubicBezTo>
                  <a:pt x="1803" y="2178"/>
                  <a:pt x="1811" y="2128"/>
                  <a:pt x="1811" y="2102"/>
                </a:cubicBezTo>
                <a:cubicBezTo>
                  <a:pt x="1811" y="2059"/>
                  <a:pt x="1802" y="2009"/>
                  <a:pt x="1811" y="1967"/>
                </a:cubicBezTo>
                <a:cubicBezTo>
                  <a:pt x="1812" y="1961"/>
                  <a:pt x="1804" y="1958"/>
                  <a:pt x="1802" y="1964"/>
                </a:cubicBezTo>
                <a:cubicBezTo>
                  <a:pt x="1790" y="2012"/>
                  <a:pt x="1796" y="2069"/>
                  <a:pt x="1796" y="2119"/>
                </a:cubicBezTo>
                <a:cubicBezTo>
                  <a:pt x="1796" y="2145"/>
                  <a:pt x="1786" y="2188"/>
                  <a:pt x="1796" y="2215"/>
                </a:cubicBezTo>
                <a:lnTo>
                  <a:pt x="1771" y="2229"/>
                </a:lnTo>
                <a:lnTo>
                  <a:pt x="1770" y="2229"/>
                </a:lnTo>
                <a:cubicBezTo>
                  <a:pt x="1770" y="2205"/>
                  <a:pt x="1769" y="2182"/>
                  <a:pt x="1766" y="2158"/>
                </a:cubicBezTo>
                <a:cubicBezTo>
                  <a:pt x="1766" y="2111"/>
                  <a:pt x="1763" y="2064"/>
                  <a:pt x="1762" y="2016"/>
                </a:cubicBezTo>
                <a:cubicBezTo>
                  <a:pt x="1762" y="2012"/>
                  <a:pt x="1754" y="2012"/>
                  <a:pt x="1754" y="2016"/>
                </a:cubicBezTo>
                <a:cubicBezTo>
                  <a:pt x="1753" y="2064"/>
                  <a:pt x="1750" y="2111"/>
                  <a:pt x="1749" y="2158"/>
                </a:cubicBezTo>
                <a:cubicBezTo>
                  <a:pt x="1749" y="2180"/>
                  <a:pt x="1740" y="2218"/>
                  <a:pt x="1752" y="2240"/>
                </a:cubicBezTo>
                <a:cubicBezTo>
                  <a:pt x="1742" y="2247"/>
                  <a:pt x="1732" y="2254"/>
                  <a:pt x="1724" y="2262"/>
                </a:cubicBezTo>
                <a:cubicBezTo>
                  <a:pt x="1725" y="2163"/>
                  <a:pt x="1732" y="2063"/>
                  <a:pt x="1727" y="1964"/>
                </a:cubicBezTo>
                <a:cubicBezTo>
                  <a:pt x="1727" y="1960"/>
                  <a:pt x="1719" y="1960"/>
                  <a:pt x="1719" y="1964"/>
                </a:cubicBezTo>
                <a:cubicBezTo>
                  <a:pt x="1719" y="2018"/>
                  <a:pt x="1706" y="2072"/>
                  <a:pt x="1704" y="2125"/>
                </a:cubicBezTo>
                <a:cubicBezTo>
                  <a:pt x="1702" y="2174"/>
                  <a:pt x="1702" y="2222"/>
                  <a:pt x="1702" y="2271"/>
                </a:cubicBezTo>
                <a:cubicBezTo>
                  <a:pt x="1698" y="2271"/>
                  <a:pt x="1693" y="2271"/>
                  <a:pt x="1689" y="2272"/>
                </a:cubicBezTo>
                <a:cubicBezTo>
                  <a:pt x="1689" y="2261"/>
                  <a:pt x="1688" y="2249"/>
                  <a:pt x="1687" y="2238"/>
                </a:cubicBezTo>
                <a:cubicBezTo>
                  <a:pt x="1685" y="2227"/>
                  <a:pt x="1687" y="2216"/>
                  <a:pt x="1686" y="2205"/>
                </a:cubicBezTo>
                <a:cubicBezTo>
                  <a:pt x="1685" y="2194"/>
                  <a:pt x="1682" y="2180"/>
                  <a:pt x="1688" y="2171"/>
                </a:cubicBezTo>
                <a:cubicBezTo>
                  <a:pt x="1691" y="2167"/>
                  <a:pt x="1685" y="2163"/>
                  <a:pt x="1682" y="2167"/>
                </a:cubicBezTo>
                <a:cubicBezTo>
                  <a:pt x="1681" y="2167"/>
                  <a:pt x="1681" y="2168"/>
                  <a:pt x="1680" y="2169"/>
                </a:cubicBezTo>
                <a:cubicBezTo>
                  <a:pt x="1677" y="2174"/>
                  <a:pt x="1677" y="2178"/>
                  <a:pt x="1677" y="2183"/>
                </a:cubicBezTo>
                <a:cubicBezTo>
                  <a:pt x="1677" y="2184"/>
                  <a:pt x="1677" y="2185"/>
                  <a:pt x="1677" y="2186"/>
                </a:cubicBezTo>
                <a:cubicBezTo>
                  <a:pt x="1677" y="2204"/>
                  <a:pt x="1677" y="2221"/>
                  <a:pt x="1676" y="2238"/>
                </a:cubicBezTo>
                <a:cubicBezTo>
                  <a:pt x="1673" y="2251"/>
                  <a:pt x="1672" y="2263"/>
                  <a:pt x="1672" y="2276"/>
                </a:cubicBezTo>
                <a:cubicBezTo>
                  <a:pt x="1662" y="2278"/>
                  <a:pt x="1652" y="2281"/>
                  <a:pt x="1642" y="2284"/>
                </a:cubicBezTo>
                <a:cubicBezTo>
                  <a:pt x="1644" y="2196"/>
                  <a:pt x="1639" y="2107"/>
                  <a:pt x="1637" y="2019"/>
                </a:cubicBezTo>
                <a:cubicBezTo>
                  <a:pt x="1637" y="2015"/>
                  <a:pt x="1629" y="2015"/>
                  <a:pt x="1629" y="2019"/>
                </a:cubicBezTo>
                <a:cubicBezTo>
                  <a:pt x="1627" y="2110"/>
                  <a:pt x="1623" y="2201"/>
                  <a:pt x="1617" y="2292"/>
                </a:cubicBezTo>
                <a:lnTo>
                  <a:pt x="1617" y="2293"/>
                </a:lnTo>
                <a:lnTo>
                  <a:pt x="1617" y="2294"/>
                </a:lnTo>
                <a:cubicBezTo>
                  <a:pt x="1609" y="2298"/>
                  <a:pt x="1602" y="2302"/>
                  <a:pt x="1594" y="2307"/>
                </a:cubicBezTo>
                <a:cubicBezTo>
                  <a:pt x="1596" y="2268"/>
                  <a:pt x="1590" y="2230"/>
                  <a:pt x="1588" y="2192"/>
                </a:cubicBezTo>
                <a:cubicBezTo>
                  <a:pt x="1588" y="2188"/>
                  <a:pt x="1580" y="2188"/>
                  <a:pt x="1580" y="2192"/>
                </a:cubicBezTo>
                <a:cubicBezTo>
                  <a:pt x="1576" y="2225"/>
                  <a:pt x="1574" y="2259"/>
                  <a:pt x="1574" y="2292"/>
                </a:cubicBezTo>
                <a:cubicBezTo>
                  <a:pt x="1574" y="2301"/>
                  <a:pt x="1574" y="2310"/>
                  <a:pt x="1575" y="2320"/>
                </a:cubicBezTo>
                <a:cubicBezTo>
                  <a:pt x="1571" y="2323"/>
                  <a:pt x="1566" y="2325"/>
                  <a:pt x="1562" y="2329"/>
                </a:cubicBezTo>
                <a:cubicBezTo>
                  <a:pt x="1557" y="2241"/>
                  <a:pt x="1555" y="2152"/>
                  <a:pt x="1553" y="2064"/>
                </a:cubicBezTo>
                <a:cubicBezTo>
                  <a:pt x="1553" y="2059"/>
                  <a:pt x="1546" y="2060"/>
                  <a:pt x="1546" y="2064"/>
                </a:cubicBezTo>
                <a:cubicBezTo>
                  <a:pt x="1543" y="2156"/>
                  <a:pt x="1528" y="2256"/>
                  <a:pt x="1542" y="2347"/>
                </a:cubicBezTo>
                <a:cubicBezTo>
                  <a:pt x="1533" y="2357"/>
                  <a:pt x="1524" y="2367"/>
                  <a:pt x="1516" y="2378"/>
                </a:cubicBezTo>
                <a:cubicBezTo>
                  <a:pt x="1517" y="2295"/>
                  <a:pt x="1511" y="2212"/>
                  <a:pt x="1508" y="2129"/>
                </a:cubicBezTo>
                <a:lnTo>
                  <a:pt x="1507" y="2129"/>
                </a:lnTo>
                <a:cubicBezTo>
                  <a:pt x="1507" y="2128"/>
                  <a:pt x="1507" y="2128"/>
                  <a:pt x="1506" y="2127"/>
                </a:cubicBezTo>
                <a:cubicBezTo>
                  <a:pt x="1506" y="2127"/>
                  <a:pt x="1505" y="2127"/>
                  <a:pt x="1504" y="2127"/>
                </a:cubicBezTo>
                <a:lnTo>
                  <a:pt x="1503" y="2127"/>
                </a:lnTo>
                <a:cubicBezTo>
                  <a:pt x="1502" y="2128"/>
                  <a:pt x="1503" y="2128"/>
                  <a:pt x="1502" y="2129"/>
                </a:cubicBezTo>
                <a:cubicBezTo>
                  <a:pt x="1501" y="2130"/>
                  <a:pt x="1501" y="2129"/>
                  <a:pt x="1501" y="2129"/>
                </a:cubicBezTo>
                <a:cubicBezTo>
                  <a:pt x="1497" y="2224"/>
                  <a:pt x="1489" y="2321"/>
                  <a:pt x="1494" y="2416"/>
                </a:cubicBezTo>
                <a:cubicBezTo>
                  <a:pt x="1487" y="2434"/>
                  <a:pt x="1482" y="2453"/>
                  <a:pt x="1479" y="2472"/>
                </a:cubicBezTo>
                <a:cubicBezTo>
                  <a:pt x="1475" y="2399"/>
                  <a:pt x="1472" y="2327"/>
                  <a:pt x="1470" y="2253"/>
                </a:cubicBezTo>
                <a:cubicBezTo>
                  <a:pt x="1470" y="2249"/>
                  <a:pt x="1463" y="2249"/>
                  <a:pt x="1463" y="2253"/>
                </a:cubicBezTo>
                <a:cubicBezTo>
                  <a:pt x="1460" y="2364"/>
                  <a:pt x="1443" y="2483"/>
                  <a:pt x="1460" y="2593"/>
                </a:cubicBezTo>
                <a:cubicBezTo>
                  <a:pt x="1452" y="2595"/>
                  <a:pt x="1445" y="2596"/>
                  <a:pt x="1438" y="2598"/>
                </a:cubicBezTo>
                <a:lnTo>
                  <a:pt x="1438" y="2597"/>
                </a:lnTo>
                <a:lnTo>
                  <a:pt x="1438" y="2596"/>
                </a:lnTo>
                <a:cubicBezTo>
                  <a:pt x="1418" y="2541"/>
                  <a:pt x="1429" y="2474"/>
                  <a:pt x="1420" y="2416"/>
                </a:cubicBezTo>
                <a:cubicBezTo>
                  <a:pt x="1415" y="2376"/>
                  <a:pt x="1411" y="2336"/>
                  <a:pt x="1411" y="2296"/>
                </a:cubicBezTo>
                <a:cubicBezTo>
                  <a:pt x="1411" y="2292"/>
                  <a:pt x="1405" y="2292"/>
                  <a:pt x="1405" y="2296"/>
                </a:cubicBezTo>
                <a:cubicBezTo>
                  <a:pt x="1405" y="2306"/>
                  <a:pt x="1405" y="2317"/>
                  <a:pt x="1405" y="2328"/>
                </a:cubicBezTo>
                <a:cubicBezTo>
                  <a:pt x="1405" y="2366"/>
                  <a:pt x="1408" y="2403"/>
                  <a:pt x="1413" y="2441"/>
                </a:cubicBezTo>
                <a:cubicBezTo>
                  <a:pt x="1422" y="2492"/>
                  <a:pt x="1399" y="2554"/>
                  <a:pt x="1418" y="2602"/>
                </a:cubicBezTo>
                <a:cubicBezTo>
                  <a:pt x="1407" y="2605"/>
                  <a:pt x="1396" y="2609"/>
                  <a:pt x="1385" y="2613"/>
                </a:cubicBezTo>
                <a:cubicBezTo>
                  <a:pt x="1385" y="2610"/>
                  <a:pt x="1385" y="2606"/>
                  <a:pt x="1385" y="2602"/>
                </a:cubicBezTo>
                <a:cubicBezTo>
                  <a:pt x="1385" y="2538"/>
                  <a:pt x="1381" y="2474"/>
                  <a:pt x="1372" y="2411"/>
                </a:cubicBezTo>
                <a:cubicBezTo>
                  <a:pt x="1361" y="2324"/>
                  <a:pt x="1367" y="2236"/>
                  <a:pt x="1362" y="2149"/>
                </a:cubicBezTo>
                <a:cubicBezTo>
                  <a:pt x="1362" y="2149"/>
                  <a:pt x="1362" y="2148"/>
                  <a:pt x="1361" y="2148"/>
                </a:cubicBezTo>
                <a:cubicBezTo>
                  <a:pt x="1361" y="2148"/>
                  <a:pt x="1361" y="2147"/>
                  <a:pt x="1360" y="2147"/>
                </a:cubicBezTo>
                <a:lnTo>
                  <a:pt x="1359" y="2147"/>
                </a:lnTo>
                <a:cubicBezTo>
                  <a:pt x="1358" y="2147"/>
                  <a:pt x="1358" y="2147"/>
                  <a:pt x="1357" y="2147"/>
                </a:cubicBezTo>
                <a:cubicBezTo>
                  <a:pt x="1357" y="2147"/>
                  <a:pt x="1357" y="2148"/>
                  <a:pt x="1356" y="2148"/>
                </a:cubicBezTo>
                <a:lnTo>
                  <a:pt x="1356" y="2149"/>
                </a:lnTo>
                <a:cubicBezTo>
                  <a:pt x="1353" y="2216"/>
                  <a:pt x="1351" y="2282"/>
                  <a:pt x="1351" y="2348"/>
                </a:cubicBezTo>
                <a:cubicBezTo>
                  <a:pt x="1351" y="2441"/>
                  <a:pt x="1354" y="2533"/>
                  <a:pt x="1360" y="2625"/>
                </a:cubicBezTo>
                <a:lnTo>
                  <a:pt x="1359" y="2625"/>
                </a:lnTo>
                <a:cubicBezTo>
                  <a:pt x="1351" y="2629"/>
                  <a:pt x="1343" y="2633"/>
                  <a:pt x="1335" y="2638"/>
                </a:cubicBezTo>
                <a:cubicBezTo>
                  <a:pt x="1328" y="2564"/>
                  <a:pt x="1331" y="2489"/>
                  <a:pt x="1329" y="2415"/>
                </a:cubicBezTo>
                <a:cubicBezTo>
                  <a:pt x="1328" y="2383"/>
                  <a:pt x="1316" y="2351"/>
                  <a:pt x="1315" y="2319"/>
                </a:cubicBezTo>
                <a:cubicBezTo>
                  <a:pt x="1314" y="2265"/>
                  <a:pt x="1309" y="2209"/>
                  <a:pt x="1305" y="2156"/>
                </a:cubicBezTo>
                <a:lnTo>
                  <a:pt x="1305" y="2155"/>
                </a:lnTo>
                <a:cubicBezTo>
                  <a:pt x="1305" y="2155"/>
                  <a:pt x="1305" y="2156"/>
                  <a:pt x="1304" y="2155"/>
                </a:cubicBezTo>
                <a:cubicBezTo>
                  <a:pt x="1303" y="2154"/>
                  <a:pt x="1304" y="2154"/>
                  <a:pt x="1304" y="2154"/>
                </a:cubicBezTo>
                <a:cubicBezTo>
                  <a:pt x="1303" y="2154"/>
                  <a:pt x="1303" y="2154"/>
                  <a:pt x="1303" y="2155"/>
                </a:cubicBezTo>
                <a:lnTo>
                  <a:pt x="1302" y="2155"/>
                </a:lnTo>
                <a:lnTo>
                  <a:pt x="1302" y="2156"/>
                </a:lnTo>
                <a:cubicBezTo>
                  <a:pt x="1294" y="2250"/>
                  <a:pt x="1307" y="2338"/>
                  <a:pt x="1306" y="2431"/>
                </a:cubicBezTo>
                <a:cubicBezTo>
                  <a:pt x="1306" y="2471"/>
                  <a:pt x="1303" y="2510"/>
                  <a:pt x="1304" y="2550"/>
                </a:cubicBezTo>
                <a:cubicBezTo>
                  <a:pt x="1304" y="2581"/>
                  <a:pt x="1301" y="2618"/>
                  <a:pt x="1316" y="2646"/>
                </a:cubicBezTo>
                <a:cubicBezTo>
                  <a:pt x="1317" y="2647"/>
                  <a:pt x="1317" y="2648"/>
                  <a:pt x="1318" y="2649"/>
                </a:cubicBezTo>
                <a:cubicBezTo>
                  <a:pt x="1305" y="2658"/>
                  <a:pt x="1292" y="2667"/>
                  <a:pt x="1279" y="2678"/>
                </a:cubicBezTo>
                <a:cubicBezTo>
                  <a:pt x="1288" y="2646"/>
                  <a:pt x="1294" y="2614"/>
                  <a:pt x="1297" y="2582"/>
                </a:cubicBezTo>
                <a:cubicBezTo>
                  <a:pt x="1306" y="2515"/>
                  <a:pt x="1277" y="2453"/>
                  <a:pt x="1252" y="2393"/>
                </a:cubicBezTo>
                <a:cubicBezTo>
                  <a:pt x="1254" y="2392"/>
                  <a:pt x="1254" y="2391"/>
                  <a:pt x="1255" y="2389"/>
                </a:cubicBezTo>
                <a:cubicBezTo>
                  <a:pt x="1255" y="2388"/>
                  <a:pt x="1256" y="2388"/>
                  <a:pt x="1256" y="2388"/>
                </a:cubicBezTo>
                <a:cubicBezTo>
                  <a:pt x="1268" y="2350"/>
                  <a:pt x="1254" y="2293"/>
                  <a:pt x="1255" y="2253"/>
                </a:cubicBezTo>
                <a:cubicBezTo>
                  <a:pt x="1255" y="2225"/>
                  <a:pt x="1248" y="2198"/>
                  <a:pt x="1248" y="2170"/>
                </a:cubicBezTo>
                <a:cubicBezTo>
                  <a:pt x="1249" y="2164"/>
                  <a:pt x="1249" y="2159"/>
                  <a:pt x="1249" y="2153"/>
                </a:cubicBezTo>
                <a:cubicBezTo>
                  <a:pt x="1249" y="2130"/>
                  <a:pt x="1245" y="2108"/>
                  <a:pt x="1239" y="2086"/>
                </a:cubicBezTo>
                <a:cubicBezTo>
                  <a:pt x="1239" y="2086"/>
                  <a:pt x="1238" y="2086"/>
                  <a:pt x="1238" y="2085"/>
                </a:cubicBezTo>
                <a:cubicBezTo>
                  <a:pt x="1237" y="2085"/>
                  <a:pt x="1237" y="2085"/>
                  <a:pt x="1237" y="2085"/>
                </a:cubicBezTo>
                <a:lnTo>
                  <a:pt x="1236" y="2085"/>
                </a:lnTo>
                <a:cubicBezTo>
                  <a:pt x="1235" y="2086"/>
                  <a:pt x="1235" y="2086"/>
                  <a:pt x="1235" y="2086"/>
                </a:cubicBezTo>
                <a:cubicBezTo>
                  <a:pt x="1231" y="2147"/>
                  <a:pt x="1237" y="2207"/>
                  <a:pt x="1234" y="2267"/>
                </a:cubicBezTo>
                <a:cubicBezTo>
                  <a:pt x="1234" y="2283"/>
                  <a:pt x="1228" y="2313"/>
                  <a:pt x="1227" y="2340"/>
                </a:cubicBezTo>
                <a:cubicBezTo>
                  <a:pt x="1222" y="2333"/>
                  <a:pt x="1216" y="2326"/>
                  <a:pt x="1209" y="2320"/>
                </a:cubicBezTo>
                <a:cubicBezTo>
                  <a:pt x="1179" y="2246"/>
                  <a:pt x="1211" y="2157"/>
                  <a:pt x="1192" y="2082"/>
                </a:cubicBezTo>
                <a:cubicBezTo>
                  <a:pt x="1191" y="2078"/>
                  <a:pt x="1185" y="2079"/>
                  <a:pt x="1186" y="2084"/>
                </a:cubicBezTo>
                <a:cubicBezTo>
                  <a:pt x="1194" y="2123"/>
                  <a:pt x="1188" y="2166"/>
                  <a:pt x="1187" y="2205"/>
                </a:cubicBezTo>
                <a:cubicBezTo>
                  <a:pt x="1185" y="2226"/>
                  <a:pt x="1184" y="2246"/>
                  <a:pt x="1184" y="2267"/>
                </a:cubicBezTo>
                <a:cubicBezTo>
                  <a:pt x="1184" y="2278"/>
                  <a:pt x="1184" y="2289"/>
                  <a:pt x="1185" y="2300"/>
                </a:cubicBezTo>
                <a:cubicBezTo>
                  <a:pt x="1180" y="2297"/>
                  <a:pt x="1176" y="2294"/>
                  <a:pt x="1171" y="2291"/>
                </a:cubicBezTo>
                <a:cubicBezTo>
                  <a:pt x="1167" y="2289"/>
                  <a:pt x="1164" y="2287"/>
                  <a:pt x="1160" y="2286"/>
                </a:cubicBezTo>
                <a:cubicBezTo>
                  <a:pt x="1159" y="2209"/>
                  <a:pt x="1152" y="2130"/>
                  <a:pt x="1145" y="2054"/>
                </a:cubicBezTo>
                <a:cubicBezTo>
                  <a:pt x="1145" y="2049"/>
                  <a:pt x="1136" y="2050"/>
                  <a:pt x="1136" y="2055"/>
                </a:cubicBezTo>
                <a:cubicBezTo>
                  <a:pt x="1139" y="2091"/>
                  <a:pt x="1134" y="2126"/>
                  <a:pt x="1136" y="2162"/>
                </a:cubicBezTo>
                <a:cubicBezTo>
                  <a:pt x="1137" y="2198"/>
                  <a:pt x="1133" y="2240"/>
                  <a:pt x="1142" y="2277"/>
                </a:cubicBezTo>
                <a:lnTo>
                  <a:pt x="1122" y="2268"/>
                </a:lnTo>
                <a:cubicBezTo>
                  <a:pt x="1123" y="2262"/>
                  <a:pt x="1123" y="2256"/>
                  <a:pt x="1123" y="2250"/>
                </a:cubicBezTo>
                <a:cubicBezTo>
                  <a:pt x="1123" y="2236"/>
                  <a:pt x="1121" y="2223"/>
                  <a:pt x="1118" y="2209"/>
                </a:cubicBezTo>
                <a:cubicBezTo>
                  <a:pt x="1106" y="2177"/>
                  <a:pt x="1110" y="2134"/>
                  <a:pt x="1110" y="2100"/>
                </a:cubicBezTo>
                <a:cubicBezTo>
                  <a:pt x="1110" y="2094"/>
                  <a:pt x="1101" y="2093"/>
                  <a:pt x="1101" y="2100"/>
                </a:cubicBezTo>
                <a:cubicBezTo>
                  <a:pt x="1101" y="2144"/>
                  <a:pt x="1102" y="2191"/>
                  <a:pt x="1098" y="2234"/>
                </a:cubicBezTo>
                <a:cubicBezTo>
                  <a:pt x="1098" y="2242"/>
                  <a:pt x="1096" y="2250"/>
                  <a:pt x="1095" y="2258"/>
                </a:cubicBezTo>
                <a:lnTo>
                  <a:pt x="1081" y="2253"/>
                </a:lnTo>
                <a:cubicBezTo>
                  <a:pt x="1071" y="2227"/>
                  <a:pt x="1076" y="2176"/>
                  <a:pt x="1073" y="2148"/>
                </a:cubicBezTo>
                <a:cubicBezTo>
                  <a:pt x="1069" y="2111"/>
                  <a:pt x="1069" y="2072"/>
                  <a:pt x="1068" y="2035"/>
                </a:cubicBezTo>
                <a:cubicBezTo>
                  <a:pt x="1068" y="2029"/>
                  <a:pt x="1059" y="2028"/>
                  <a:pt x="1059" y="2035"/>
                </a:cubicBezTo>
                <a:cubicBezTo>
                  <a:pt x="1059" y="2078"/>
                  <a:pt x="1056" y="2120"/>
                  <a:pt x="1054" y="2163"/>
                </a:cubicBezTo>
                <a:cubicBezTo>
                  <a:pt x="1053" y="2177"/>
                  <a:pt x="1052" y="2190"/>
                  <a:pt x="1052" y="2204"/>
                </a:cubicBezTo>
                <a:cubicBezTo>
                  <a:pt x="1052" y="2218"/>
                  <a:pt x="1053" y="2231"/>
                  <a:pt x="1054" y="2245"/>
                </a:cubicBezTo>
                <a:lnTo>
                  <a:pt x="1048" y="2243"/>
                </a:lnTo>
                <a:lnTo>
                  <a:pt x="1048" y="2242"/>
                </a:lnTo>
                <a:lnTo>
                  <a:pt x="1048" y="2241"/>
                </a:lnTo>
                <a:cubicBezTo>
                  <a:pt x="1046" y="2228"/>
                  <a:pt x="1044" y="2214"/>
                  <a:pt x="1044" y="2201"/>
                </a:cubicBezTo>
                <a:cubicBezTo>
                  <a:pt x="1044" y="2198"/>
                  <a:pt x="1044" y="2195"/>
                  <a:pt x="1044" y="2192"/>
                </a:cubicBezTo>
                <a:cubicBezTo>
                  <a:pt x="1043" y="2168"/>
                  <a:pt x="1040" y="2143"/>
                  <a:pt x="1039" y="2118"/>
                </a:cubicBezTo>
                <a:lnTo>
                  <a:pt x="1039" y="2117"/>
                </a:lnTo>
                <a:cubicBezTo>
                  <a:pt x="1038" y="2116"/>
                  <a:pt x="1038" y="2116"/>
                  <a:pt x="1037" y="2116"/>
                </a:cubicBezTo>
                <a:cubicBezTo>
                  <a:pt x="1037" y="2116"/>
                  <a:pt x="1037" y="2115"/>
                  <a:pt x="1036" y="2115"/>
                </a:cubicBezTo>
                <a:cubicBezTo>
                  <a:pt x="1035" y="2115"/>
                  <a:pt x="1035" y="2116"/>
                  <a:pt x="1035" y="2116"/>
                </a:cubicBezTo>
                <a:cubicBezTo>
                  <a:pt x="1034" y="2116"/>
                  <a:pt x="1034" y="2116"/>
                  <a:pt x="1033" y="2117"/>
                </a:cubicBezTo>
                <a:lnTo>
                  <a:pt x="1033" y="2118"/>
                </a:lnTo>
                <a:cubicBezTo>
                  <a:pt x="1032" y="2147"/>
                  <a:pt x="1029" y="2175"/>
                  <a:pt x="1025" y="2203"/>
                </a:cubicBezTo>
                <a:cubicBezTo>
                  <a:pt x="1024" y="2211"/>
                  <a:pt x="1023" y="2220"/>
                  <a:pt x="1023" y="2228"/>
                </a:cubicBezTo>
                <a:cubicBezTo>
                  <a:pt x="1023" y="2230"/>
                  <a:pt x="1023" y="2232"/>
                  <a:pt x="1023" y="2235"/>
                </a:cubicBezTo>
                <a:lnTo>
                  <a:pt x="999" y="2228"/>
                </a:lnTo>
                <a:cubicBezTo>
                  <a:pt x="993" y="2198"/>
                  <a:pt x="990" y="2169"/>
                  <a:pt x="989" y="2139"/>
                </a:cubicBezTo>
                <a:cubicBezTo>
                  <a:pt x="989" y="2106"/>
                  <a:pt x="982" y="2075"/>
                  <a:pt x="980" y="2042"/>
                </a:cubicBezTo>
                <a:cubicBezTo>
                  <a:pt x="980" y="2041"/>
                  <a:pt x="980" y="2041"/>
                  <a:pt x="979" y="2040"/>
                </a:cubicBezTo>
                <a:cubicBezTo>
                  <a:pt x="978" y="2039"/>
                  <a:pt x="978" y="2040"/>
                  <a:pt x="977" y="2040"/>
                </a:cubicBezTo>
                <a:lnTo>
                  <a:pt x="976" y="2040"/>
                </a:lnTo>
                <a:cubicBezTo>
                  <a:pt x="975" y="2041"/>
                  <a:pt x="976" y="2041"/>
                  <a:pt x="975" y="2042"/>
                </a:cubicBezTo>
                <a:cubicBezTo>
                  <a:pt x="974" y="2043"/>
                  <a:pt x="974" y="2042"/>
                  <a:pt x="974" y="2042"/>
                </a:cubicBezTo>
                <a:cubicBezTo>
                  <a:pt x="972" y="2082"/>
                  <a:pt x="972" y="2122"/>
                  <a:pt x="971" y="2162"/>
                </a:cubicBezTo>
                <a:cubicBezTo>
                  <a:pt x="971" y="2168"/>
                  <a:pt x="971" y="2174"/>
                  <a:pt x="971" y="2180"/>
                </a:cubicBezTo>
                <a:cubicBezTo>
                  <a:pt x="971" y="2193"/>
                  <a:pt x="971" y="2207"/>
                  <a:pt x="972" y="2221"/>
                </a:cubicBezTo>
                <a:cubicBezTo>
                  <a:pt x="966" y="2220"/>
                  <a:pt x="959" y="2219"/>
                  <a:pt x="953" y="2218"/>
                </a:cubicBezTo>
                <a:cubicBezTo>
                  <a:pt x="950" y="2203"/>
                  <a:pt x="949" y="2188"/>
                  <a:pt x="949" y="2173"/>
                </a:cubicBezTo>
                <a:cubicBezTo>
                  <a:pt x="949" y="2163"/>
                  <a:pt x="949" y="2152"/>
                  <a:pt x="951" y="2142"/>
                </a:cubicBezTo>
                <a:cubicBezTo>
                  <a:pt x="951" y="2135"/>
                  <a:pt x="951" y="2128"/>
                  <a:pt x="951" y="2121"/>
                </a:cubicBezTo>
                <a:cubicBezTo>
                  <a:pt x="951" y="2101"/>
                  <a:pt x="950" y="2082"/>
                  <a:pt x="947" y="2063"/>
                </a:cubicBezTo>
                <a:cubicBezTo>
                  <a:pt x="947" y="2059"/>
                  <a:pt x="939" y="2059"/>
                  <a:pt x="939" y="2063"/>
                </a:cubicBezTo>
                <a:cubicBezTo>
                  <a:pt x="939" y="2095"/>
                  <a:pt x="936" y="2127"/>
                  <a:pt x="930" y="2159"/>
                </a:cubicBezTo>
                <a:cubicBezTo>
                  <a:pt x="928" y="2168"/>
                  <a:pt x="928" y="2177"/>
                  <a:pt x="928" y="2187"/>
                </a:cubicBezTo>
                <a:cubicBezTo>
                  <a:pt x="928" y="2196"/>
                  <a:pt x="928" y="2207"/>
                  <a:pt x="930" y="2216"/>
                </a:cubicBezTo>
                <a:cubicBezTo>
                  <a:pt x="926" y="2216"/>
                  <a:pt x="922" y="2216"/>
                  <a:pt x="917" y="2216"/>
                </a:cubicBezTo>
                <a:cubicBezTo>
                  <a:pt x="914" y="2177"/>
                  <a:pt x="915" y="2136"/>
                  <a:pt x="912" y="2096"/>
                </a:cubicBezTo>
                <a:cubicBezTo>
                  <a:pt x="912" y="2095"/>
                  <a:pt x="912" y="2095"/>
                  <a:pt x="912" y="2094"/>
                </a:cubicBezTo>
                <a:lnTo>
                  <a:pt x="911" y="2093"/>
                </a:lnTo>
                <a:cubicBezTo>
                  <a:pt x="910" y="2093"/>
                  <a:pt x="910" y="2093"/>
                  <a:pt x="909" y="2093"/>
                </a:cubicBezTo>
                <a:lnTo>
                  <a:pt x="908" y="2093"/>
                </a:lnTo>
                <a:lnTo>
                  <a:pt x="907" y="2094"/>
                </a:lnTo>
                <a:cubicBezTo>
                  <a:pt x="907" y="2095"/>
                  <a:pt x="907" y="2095"/>
                  <a:pt x="907" y="2096"/>
                </a:cubicBezTo>
                <a:cubicBezTo>
                  <a:pt x="905" y="2115"/>
                  <a:pt x="905" y="2134"/>
                  <a:pt x="904" y="2153"/>
                </a:cubicBezTo>
                <a:cubicBezTo>
                  <a:pt x="903" y="2164"/>
                  <a:pt x="901" y="2174"/>
                  <a:pt x="898" y="2184"/>
                </a:cubicBezTo>
                <a:cubicBezTo>
                  <a:pt x="896" y="2195"/>
                  <a:pt x="894" y="2207"/>
                  <a:pt x="894" y="2218"/>
                </a:cubicBezTo>
                <a:cubicBezTo>
                  <a:pt x="891" y="2218"/>
                  <a:pt x="888" y="2219"/>
                  <a:pt x="884" y="2220"/>
                </a:cubicBezTo>
                <a:cubicBezTo>
                  <a:pt x="890" y="2179"/>
                  <a:pt x="896" y="2139"/>
                  <a:pt x="904" y="2098"/>
                </a:cubicBezTo>
                <a:cubicBezTo>
                  <a:pt x="913" y="2044"/>
                  <a:pt x="941" y="1992"/>
                  <a:pt x="954" y="1937"/>
                </a:cubicBezTo>
                <a:cubicBezTo>
                  <a:pt x="1013" y="1922"/>
                  <a:pt x="1072" y="1909"/>
                  <a:pt x="1131" y="1898"/>
                </a:cubicBezTo>
                <a:cubicBezTo>
                  <a:pt x="1132" y="1914"/>
                  <a:pt x="1134" y="1930"/>
                  <a:pt x="1136" y="1947"/>
                </a:cubicBezTo>
                <a:cubicBezTo>
                  <a:pt x="1137" y="1956"/>
                  <a:pt x="1137" y="1966"/>
                  <a:pt x="1137" y="1976"/>
                </a:cubicBezTo>
                <a:cubicBezTo>
                  <a:pt x="1137" y="1986"/>
                  <a:pt x="1137" y="1996"/>
                  <a:pt x="1136" y="2006"/>
                </a:cubicBezTo>
                <a:cubicBezTo>
                  <a:pt x="1136" y="2010"/>
                  <a:pt x="1143" y="2012"/>
                  <a:pt x="1144" y="2007"/>
                </a:cubicBezTo>
                <a:cubicBezTo>
                  <a:pt x="1149" y="1991"/>
                  <a:pt x="1152" y="1974"/>
                  <a:pt x="1152" y="1957"/>
                </a:cubicBezTo>
                <a:cubicBezTo>
                  <a:pt x="1152" y="1957"/>
                  <a:pt x="1152" y="1956"/>
                  <a:pt x="1152" y="1955"/>
                </a:cubicBezTo>
                <a:cubicBezTo>
                  <a:pt x="1152" y="1934"/>
                  <a:pt x="1158" y="1913"/>
                  <a:pt x="1158" y="1892"/>
                </a:cubicBezTo>
                <a:lnTo>
                  <a:pt x="1168" y="1890"/>
                </a:lnTo>
                <a:cubicBezTo>
                  <a:pt x="1170" y="1899"/>
                  <a:pt x="1170" y="1908"/>
                  <a:pt x="1170" y="1917"/>
                </a:cubicBezTo>
                <a:cubicBezTo>
                  <a:pt x="1170" y="1930"/>
                  <a:pt x="1173" y="1942"/>
                  <a:pt x="1173" y="1954"/>
                </a:cubicBezTo>
                <a:cubicBezTo>
                  <a:pt x="1173" y="1961"/>
                  <a:pt x="1184" y="1961"/>
                  <a:pt x="1184" y="1954"/>
                </a:cubicBezTo>
                <a:cubicBezTo>
                  <a:pt x="1184" y="1942"/>
                  <a:pt x="1186" y="1929"/>
                  <a:pt x="1187" y="1917"/>
                </a:cubicBezTo>
                <a:cubicBezTo>
                  <a:pt x="1187" y="1906"/>
                  <a:pt x="1188" y="1896"/>
                  <a:pt x="1189" y="1886"/>
                </a:cubicBezTo>
                <a:cubicBezTo>
                  <a:pt x="1299" y="1866"/>
                  <a:pt x="1409" y="1848"/>
                  <a:pt x="1518" y="1827"/>
                </a:cubicBezTo>
                <a:cubicBezTo>
                  <a:pt x="1577" y="1823"/>
                  <a:pt x="1636" y="1821"/>
                  <a:pt x="1693" y="1816"/>
                </a:cubicBezTo>
                <a:cubicBezTo>
                  <a:pt x="1692" y="1821"/>
                  <a:pt x="1691" y="1827"/>
                  <a:pt x="1691" y="1832"/>
                </a:cubicBezTo>
                <a:cubicBezTo>
                  <a:pt x="1691" y="1842"/>
                  <a:pt x="1694" y="1852"/>
                  <a:pt x="1699" y="1861"/>
                </a:cubicBezTo>
                <a:cubicBezTo>
                  <a:pt x="1699" y="1862"/>
                  <a:pt x="1700" y="1862"/>
                  <a:pt x="1701" y="1863"/>
                </a:cubicBezTo>
                <a:cubicBezTo>
                  <a:pt x="1702" y="1864"/>
                  <a:pt x="1703" y="1864"/>
                  <a:pt x="1705" y="1864"/>
                </a:cubicBezTo>
                <a:cubicBezTo>
                  <a:pt x="1706" y="1864"/>
                  <a:pt x="1707" y="1864"/>
                  <a:pt x="1708" y="1863"/>
                </a:cubicBezTo>
                <a:cubicBezTo>
                  <a:pt x="1709" y="1862"/>
                  <a:pt x="1710" y="1861"/>
                  <a:pt x="1711" y="1860"/>
                </a:cubicBezTo>
                <a:cubicBezTo>
                  <a:pt x="1715" y="1851"/>
                  <a:pt x="1718" y="1841"/>
                  <a:pt x="1718" y="1832"/>
                </a:cubicBezTo>
                <a:cubicBezTo>
                  <a:pt x="1718" y="1826"/>
                  <a:pt x="1717" y="1820"/>
                  <a:pt x="1715" y="1814"/>
                </a:cubicBezTo>
                <a:lnTo>
                  <a:pt x="1737" y="1812"/>
                </a:lnTo>
                <a:cubicBezTo>
                  <a:pt x="1736" y="1816"/>
                  <a:pt x="1736" y="1820"/>
                  <a:pt x="1736" y="1824"/>
                </a:cubicBezTo>
                <a:cubicBezTo>
                  <a:pt x="1736" y="1834"/>
                  <a:pt x="1738" y="1844"/>
                  <a:pt x="1742" y="1853"/>
                </a:cubicBezTo>
                <a:cubicBezTo>
                  <a:pt x="1742" y="1854"/>
                  <a:pt x="1743" y="1854"/>
                  <a:pt x="1744" y="1855"/>
                </a:cubicBezTo>
                <a:cubicBezTo>
                  <a:pt x="1745" y="1855"/>
                  <a:pt x="1745" y="1855"/>
                  <a:pt x="1746" y="1855"/>
                </a:cubicBezTo>
                <a:cubicBezTo>
                  <a:pt x="1747" y="1855"/>
                  <a:pt x="1748" y="1855"/>
                  <a:pt x="1749" y="1855"/>
                </a:cubicBezTo>
                <a:cubicBezTo>
                  <a:pt x="1750" y="1854"/>
                  <a:pt x="1750" y="1854"/>
                  <a:pt x="1751" y="1853"/>
                </a:cubicBezTo>
                <a:cubicBezTo>
                  <a:pt x="1755" y="1844"/>
                  <a:pt x="1757" y="1834"/>
                  <a:pt x="1757" y="1824"/>
                </a:cubicBezTo>
                <a:cubicBezTo>
                  <a:pt x="1757" y="1819"/>
                  <a:pt x="1756" y="1815"/>
                  <a:pt x="1755" y="1810"/>
                </a:cubicBezTo>
                <a:lnTo>
                  <a:pt x="1769" y="1809"/>
                </a:lnTo>
                <a:lnTo>
                  <a:pt x="1782" y="1807"/>
                </a:lnTo>
                <a:cubicBezTo>
                  <a:pt x="1780" y="1812"/>
                  <a:pt x="1779" y="1818"/>
                  <a:pt x="1779" y="1823"/>
                </a:cubicBezTo>
                <a:cubicBezTo>
                  <a:pt x="1779" y="1833"/>
                  <a:pt x="1782" y="1843"/>
                  <a:pt x="1787" y="1851"/>
                </a:cubicBezTo>
                <a:cubicBezTo>
                  <a:pt x="1787" y="1852"/>
                  <a:pt x="1788" y="1852"/>
                  <a:pt x="1789" y="1853"/>
                </a:cubicBezTo>
                <a:cubicBezTo>
                  <a:pt x="1790" y="1853"/>
                  <a:pt x="1791" y="1854"/>
                  <a:pt x="1792" y="1854"/>
                </a:cubicBezTo>
                <a:cubicBezTo>
                  <a:pt x="1793" y="1854"/>
                  <a:pt x="1794" y="1853"/>
                  <a:pt x="1795" y="1853"/>
                </a:cubicBezTo>
                <a:cubicBezTo>
                  <a:pt x="1796" y="1852"/>
                  <a:pt x="1796" y="1852"/>
                  <a:pt x="1797" y="1851"/>
                </a:cubicBezTo>
                <a:cubicBezTo>
                  <a:pt x="1801" y="1843"/>
                  <a:pt x="1804" y="1833"/>
                  <a:pt x="1804" y="1824"/>
                </a:cubicBezTo>
                <a:cubicBezTo>
                  <a:pt x="1804" y="1817"/>
                  <a:pt x="1803" y="1811"/>
                  <a:pt x="1801" y="1805"/>
                </a:cubicBezTo>
                <a:cubicBezTo>
                  <a:pt x="1864" y="1797"/>
                  <a:pt x="1926" y="1790"/>
                  <a:pt x="1990" y="1787"/>
                </a:cubicBezTo>
                <a:cubicBezTo>
                  <a:pt x="2046" y="1782"/>
                  <a:pt x="2102" y="1779"/>
                  <a:pt x="2158" y="1779"/>
                </a:cubicBezTo>
                <a:cubicBezTo>
                  <a:pt x="2168" y="1779"/>
                  <a:pt x="2179" y="1779"/>
                  <a:pt x="2189" y="1779"/>
                </a:cubicBezTo>
                <a:cubicBezTo>
                  <a:pt x="2162" y="1805"/>
                  <a:pt x="2137" y="1833"/>
                  <a:pt x="2114" y="1864"/>
                </a:cubicBezTo>
                <a:moveTo>
                  <a:pt x="2243" y="2241"/>
                </a:moveTo>
                <a:cubicBezTo>
                  <a:pt x="2246" y="2243"/>
                  <a:pt x="2249" y="2245"/>
                  <a:pt x="2253" y="2247"/>
                </a:cubicBezTo>
                <a:cubicBezTo>
                  <a:pt x="2295" y="2271"/>
                  <a:pt x="2330" y="2307"/>
                  <a:pt x="2355" y="2349"/>
                </a:cubicBezTo>
                <a:cubicBezTo>
                  <a:pt x="2360" y="2358"/>
                  <a:pt x="2365" y="2367"/>
                  <a:pt x="2369" y="2377"/>
                </a:cubicBezTo>
                <a:cubicBezTo>
                  <a:pt x="2379" y="2405"/>
                  <a:pt x="2399" y="2428"/>
                  <a:pt x="2408" y="2457"/>
                </a:cubicBezTo>
                <a:cubicBezTo>
                  <a:pt x="2417" y="2490"/>
                  <a:pt x="2421" y="2523"/>
                  <a:pt x="2421" y="2557"/>
                </a:cubicBezTo>
                <a:lnTo>
                  <a:pt x="2421" y="2558"/>
                </a:lnTo>
                <a:cubicBezTo>
                  <a:pt x="2421" y="2560"/>
                  <a:pt x="2421" y="2561"/>
                  <a:pt x="2421" y="2562"/>
                </a:cubicBezTo>
                <a:cubicBezTo>
                  <a:pt x="2421" y="2605"/>
                  <a:pt x="2414" y="2648"/>
                  <a:pt x="2399" y="2688"/>
                </a:cubicBezTo>
                <a:cubicBezTo>
                  <a:pt x="2398" y="2692"/>
                  <a:pt x="2395" y="2698"/>
                  <a:pt x="2392" y="2705"/>
                </a:cubicBezTo>
                <a:cubicBezTo>
                  <a:pt x="2394" y="2687"/>
                  <a:pt x="2395" y="2669"/>
                  <a:pt x="2395" y="2651"/>
                </a:cubicBezTo>
                <a:cubicBezTo>
                  <a:pt x="2395" y="2562"/>
                  <a:pt x="2373" y="2473"/>
                  <a:pt x="2332" y="2394"/>
                </a:cubicBezTo>
                <a:cubicBezTo>
                  <a:pt x="2330" y="2391"/>
                  <a:pt x="2325" y="2394"/>
                  <a:pt x="2327" y="2397"/>
                </a:cubicBezTo>
                <a:cubicBezTo>
                  <a:pt x="2373" y="2507"/>
                  <a:pt x="2366" y="2637"/>
                  <a:pt x="2338" y="2751"/>
                </a:cubicBezTo>
                <a:cubicBezTo>
                  <a:pt x="2338" y="2752"/>
                  <a:pt x="2337" y="2752"/>
                  <a:pt x="2337" y="2753"/>
                </a:cubicBezTo>
                <a:cubicBezTo>
                  <a:pt x="2337" y="2754"/>
                  <a:pt x="2338" y="2754"/>
                  <a:pt x="2338" y="2755"/>
                </a:cubicBezTo>
                <a:lnTo>
                  <a:pt x="2323" y="2757"/>
                </a:lnTo>
                <a:cubicBezTo>
                  <a:pt x="2327" y="2736"/>
                  <a:pt x="2330" y="2715"/>
                  <a:pt x="2332" y="2694"/>
                </a:cubicBezTo>
                <a:cubicBezTo>
                  <a:pt x="2330" y="2662"/>
                  <a:pt x="2327" y="2628"/>
                  <a:pt x="2326" y="2596"/>
                </a:cubicBezTo>
                <a:cubicBezTo>
                  <a:pt x="2326" y="2591"/>
                  <a:pt x="2319" y="2592"/>
                  <a:pt x="2319" y="2596"/>
                </a:cubicBezTo>
                <a:cubicBezTo>
                  <a:pt x="2316" y="2626"/>
                  <a:pt x="2312" y="2655"/>
                  <a:pt x="2306" y="2684"/>
                </a:cubicBezTo>
                <a:cubicBezTo>
                  <a:pt x="2300" y="2710"/>
                  <a:pt x="2296" y="2736"/>
                  <a:pt x="2295" y="2763"/>
                </a:cubicBezTo>
                <a:lnTo>
                  <a:pt x="2278" y="2766"/>
                </a:lnTo>
                <a:cubicBezTo>
                  <a:pt x="2279" y="2746"/>
                  <a:pt x="2281" y="2725"/>
                  <a:pt x="2285" y="2705"/>
                </a:cubicBezTo>
                <a:cubicBezTo>
                  <a:pt x="2286" y="2700"/>
                  <a:pt x="2286" y="2695"/>
                  <a:pt x="2286" y="2689"/>
                </a:cubicBezTo>
                <a:cubicBezTo>
                  <a:pt x="2286" y="2679"/>
                  <a:pt x="2285" y="2668"/>
                  <a:pt x="2283" y="2657"/>
                </a:cubicBezTo>
                <a:cubicBezTo>
                  <a:pt x="2281" y="2629"/>
                  <a:pt x="2281" y="2601"/>
                  <a:pt x="2280" y="2572"/>
                </a:cubicBezTo>
                <a:lnTo>
                  <a:pt x="2280" y="2571"/>
                </a:lnTo>
                <a:cubicBezTo>
                  <a:pt x="2280" y="2570"/>
                  <a:pt x="2279" y="2570"/>
                  <a:pt x="2279" y="2570"/>
                </a:cubicBezTo>
                <a:cubicBezTo>
                  <a:pt x="2278" y="2569"/>
                  <a:pt x="2278" y="2569"/>
                  <a:pt x="2277" y="2569"/>
                </a:cubicBezTo>
                <a:cubicBezTo>
                  <a:pt x="2277" y="2569"/>
                  <a:pt x="2276" y="2569"/>
                  <a:pt x="2276" y="2570"/>
                </a:cubicBezTo>
                <a:cubicBezTo>
                  <a:pt x="2276" y="2570"/>
                  <a:pt x="2275" y="2570"/>
                  <a:pt x="2275" y="2571"/>
                </a:cubicBezTo>
                <a:lnTo>
                  <a:pt x="2274" y="2572"/>
                </a:lnTo>
                <a:cubicBezTo>
                  <a:pt x="2274" y="2612"/>
                  <a:pt x="2282" y="2669"/>
                  <a:pt x="2266" y="2706"/>
                </a:cubicBezTo>
                <a:cubicBezTo>
                  <a:pt x="2263" y="2715"/>
                  <a:pt x="2260" y="2724"/>
                  <a:pt x="2260" y="2734"/>
                </a:cubicBezTo>
                <a:cubicBezTo>
                  <a:pt x="2260" y="2740"/>
                  <a:pt x="2259" y="2745"/>
                  <a:pt x="2257" y="2751"/>
                </a:cubicBezTo>
                <a:cubicBezTo>
                  <a:pt x="2251" y="2765"/>
                  <a:pt x="2259" y="2752"/>
                  <a:pt x="2267" y="2759"/>
                </a:cubicBezTo>
                <a:cubicBezTo>
                  <a:pt x="2266" y="2758"/>
                  <a:pt x="2265" y="2758"/>
                  <a:pt x="2264" y="2758"/>
                </a:cubicBezTo>
                <a:cubicBezTo>
                  <a:pt x="2263" y="2758"/>
                  <a:pt x="2262" y="2758"/>
                  <a:pt x="2261" y="2759"/>
                </a:cubicBezTo>
                <a:cubicBezTo>
                  <a:pt x="2259" y="2760"/>
                  <a:pt x="2257" y="2762"/>
                  <a:pt x="2256" y="2764"/>
                </a:cubicBezTo>
                <a:cubicBezTo>
                  <a:pt x="2255" y="2765"/>
                  <a:pt x="2255" y="2766"/>
                  <a:pt x="2254" y="2767"/>
                </a:cubicBezTo>
                <a:cubicBezTo>
                  <a:pt x="2254" y="2768"/>
                  <a:pt x="2254" y="2770"/>
                  <a:pt x="2254" y="2771"/>
                </a:cubicBezTo>
                <a:cubicBezTo>
                  <a:pt x="2254" y="2772"/>
                  <a:pt x="2254" y="2773"/>
                  <a:pt x="2254" y="2774"/>
                </a:cubicBezTo>
                <a:cubicBezTo>
                  <a:pt x="2246" y="2776"/>
                  <a:pt x="2238" y="2779"/>
                  <a:pt x="2230" y="2782"/>
                </a:cubicBezTo>
                <a:cubicBezTo>
                  <a:pt x="2254" y="2709"/>
                  <a:pt x="2240" y="2620"/>
                  <a:pt x="2239" y="2545"/>
                </a:cubicBezTo>
                <a:cubicBezTo>
                  <a:pt x="2239" y="2540"/>
                  <a:pt x="2232" y="2541"/>
                  <a:pt x="2232" y="2545"/>
                </a:cubicBezTo>
                <a:cubicBezTo>
                  <a:pt x="2232" y="2584"/>
                  <a:pt x="2232" y="2624"/>
                  <a:pt x="2231" y="2663"/>
                </a:cubicBezTo>
                <a:cubicBezTo>
                  <a:pt x="2231" y="2667"/>
                  <a:pt x="2231" y="2672"/>
                  <a:pt x="2231" y="2676"/>
                </a:cubicBezTo>
                <a:cubicBezTo>
                  <a:pt x="2231" y="2694"/>
                  <a:pt x="2229" y="2711"/>
                  <a:pt x="2226" y="2729"/>
                </a:cubicBezTo>
                <a:cubicBezTo>
                  <a:pt x="2233" y="2703"/>
                  <a:pt x="2220" y="2771"/>
                  <a:pt x="2217" y="2788"/>
                </a:cubicBezTo>
                <a:cubicBezTo>
                  <a:pt x="2210" y="2791"/>
                  <a:pt x="2203" y="2794"/>
                  <a:pt x="2196" y="2797"/>
                </a:cubicBezTo>
                <a:cubicBezTo>
                  <a:pt x="2203" y="2744"/>
                  <a:pt x="2207" y="2690"/>
                  <a:pt x="2207" y="2636"/>
                </a:cubicBezTo>
                <a:cubicBezTo>
                  <a:pt x="2207" y="2614"/>
                  <a:pt x="2206" y="2591"/>
                  <a:pt x="2205" y="2569"/>
                </a:cubicBezTo>
                <a:cubicBezTo>
                  <a:pt x="2205" y="2564"/>
                  <a:pt x="2198" y="2565"/>
                  <a:pt x="2198" y="2569"/>
                </a:cubicBezTo>
                <a:cubicBezTo>
                  <a:pt x="2198" y="2576"/>
                  <a:pt x="2198" y="2583"/>
                  <a:pt x="2198" y="2590"/>
                </a:cubicBezTo>
                <a:cubicBezTo>
                  <a:pt x="2198" y="2633"/>
                  <a:pt x="2195" y="2677"/>
                  <a:pt x="2190" y="2720"/>
                </a:cubicBezTo>
                <a:cubicBezTo>
                  <a:pt x="2186" y="2743"/>
                  <a:pt x="2182" y="2765"/>
                  <a:pt x="2175" y="2786"/>
                </a:cubicBezTo>
                <a:cubicBezTo>
                  <a:pt x="2172" y="2800"/>
                  <a:pt x="2185" y="2788"/>
                  <a:pt x="2175" y="2795"/>
                </a:cubicBezTo>
                <a:cubicBezTo>
                  <a:pt x="2174" y="2796"/>
                  <a:pt x="2173" y="2797"/>
                  <a:pt x="2172" y="2799"/>
                </a:cubicBezTo>
                <a:cubicBezTo>
                  <a:pt x="2171" y="2800"/>
                  <a:pt x="2171" y="2801"/>
                  <a:pt x="2171" y="2803"/>
                </a:cubicBezTo>
                <a:cubicBezTo>
                  <a:pt x="2171" y="2804"/>
                  <a:pt x="2170" y="2806"/>
                  <a:pt x="2172" y="2808"/>
                </a:cubicBezTo>
                <a:cubicBezTo>
                  <a:pt x="2173" y="2809"/>
                  <a:pt x="2173" y="2809"/>
                  <a:pt x="2173" y="2809"/>
                </a:cubicBezTo>
                <a:cubicBezTo>
                  <a:pt x="2161" y="2816"/>
                  <a:pt x="2149" y="2823"/>
                  <a:pt x="2137" y="2832"/>
                </a:cubicBezTo>
                <a:cubicBezTo>
                  <a:pt x="2146" y="2809"/>
                  <a:pt x="2151" y="2786"/>
                  <a:pt x="2151" y="2762"/>
                </a:cubicBezTo>
                <a:cubicBezTo>
                  <a:pt x="2151" y="2759"/>
                  <a:pt x="2151" y="2756"/>
                  <a:pt x="2151" y="2753"/>
                </a:cubicBezTo>
                <a:cubicBezTo>
                  <a:pt x="2149" y="2731"/>
                  <a:pt x="2155" y="2708"/>
                  <a:pt x="2155" y="2686"/>
                </a:cubicBezTo>
                <a:cubicBezTo>
                  <a:pt x="2153" y="2655"/>
                  <a:pt x="2150" y="2624"/>
                  <a:pt x="2149" y="2593"/>
                </a:cubicBezTo>
                <a:cubicBezTo>
                  <a:pt x="2149" y="2592"/>
                  <a:pt x="2150" y="2592"/>
                  <a:pt x="2149" y="2591"/>
                </a:cubicBezTo>
                <a:cubicBezTo>
                  <a:pt x="2148" y="2590"/>
                  <a:pt x="2148" y="2590"/>
                  <a:pt x="2147" y="2590"/>
                </a:cubicBezTo>
                <a:lnTo>
                  <a:pt x="2146" y="2589"/>
                </a:lnTo>
                <a:cubicBezTo>
                  <a:pt x="2145" y="2589"/>
                  <a:pt x="2144" y="2590"/>
                  <a:pt x="2144" y="2590"/>
                </a:cubicBezTo>
                <a:cubicBezTo>
                  <a:pt x="2143" y="2590"/>
                  <a:pt x="2143" y="2591"/>
                  <a:pt x="2143" y="2591"/>
                </a:cubicBezTo>
                <a:cubicBezTo>
                  <a:pt x="2142" y="2592"/>
                  <a:pt x="2142" y="2592"/>
                  <a:pt x="2142" y="2593"/>
                </a:cubicBezTo>
                <a:cubicBezTo>
                  <a:pt x="2140" y="2638"/>
                  <a:pt x="2142" y="2691"/>
                  <a:pt x="2128" y="2734"/>
                </a:cubicBezTo>
                <a:cubicBezTo>
                  <a:pt x="2123" y="2748"/>
                  <a:pt x="2122" y="2769"/>
                  <a:pt x="2119" y="2783"/>
                </a:cubicBezTo>
                <a:cubicBezTo>
                  <a:pt x="2111" y="2808"/>
                  <a:pt x="2105" y="2834"/>
                  <a:pt x="2102" y="2859"/>
                </a:cubicBezTo>
                <a:cubicBezTo>
                  <a:pt x="2098" y="2885"/>
                  <a:pt x="2102" y="2859"/>
                  <a:pt x="2102" y="2859"/>
                </a:cubicBezTo>
                <a:cubicBezTo>
                  <a:pt x="2080" y="2878"/>
                  <a:pt x="2060" y="2898"/>
                  <a:pt x="2041" y="2919"/>
                </a:cubicBezTo>
                <a:cubicBezTo>
                  <a:pt x="2054" y="2895"/>
                  <a:pt x="2064" y="2868"/>
                  <a:pt x="2071" y="2841"/>
                </a:cubicBezTo>
                <a:cubicBezTo>
                  <a:pt x="2088" y="2761"/>
                  <a:pt x="2096" y="2680"/>
                  <a:pt x="2096" y="2599"/>
                </a:cubicBezTo>
                <a:cubicBezTo>
                  <a:pt x="2096" y="2588"/>
                  <a:pt x="2096" y="2577"/>
                  <a:pt x="2096" y="2566"/>
                </a:cubicBezTo>
                <a:cubicBezTo>
                  <a:pt x="2096" y="2563"/>
                  <a:pt x="2092" y="2563"/>
                  <a:pt x="2092" y="2566"/>
                </a:cubicBezTo>
                <a:cubicBezTo>
                  <a:pt x="2090" y="2609"/>
                  <a:pt x="2090" y="2652"/>
                  <a:pt x="2085" y="2696"/>
                </a:cubicBezTo>
                <a:cubicBezTo>
                  <a:pt x="2078" y="2732"/>
                  <a:pt x="2068" y="2768"/>
                  <a:pt x="2056" y="2803"/>
                </a:cubicBezTo>
                <a:cubicBezTo>
                  <a:pt x="2044" y="2843"/>
                  <a:pt x="2027" y="2881"/>
                  <a:pt x="2006" y="2916"/>
                </a:cubicBezTo>
                <a:cubicBezTo>
                  <a:pt x="2001" y="2926"/>
                  <a:pt x="1995" y="2936"/>
                  <a:pt x="1988" y="2946"/>
                </a:cubicBezTo>
                <a:cubicBezTo>
                  <a:pt x="2004" y="2906"/>
                  <a:pt x="2015" y="2864"/>
                  <a:pt x="2021" y="2821"/>
                </a:cubicBezTo>
                <a:cubicBezTo>
                  <a:pt x="2026" y="2794"/>
                  <a:pt x="2028" y="2767"/>
                  <a:pt x="2028" y="2740"/>
                </a:cubicBezTo>
                <a:cubicBezTo>
                  <a:pt x="2028" y="2726"/>
                  <a:pt x="2027" y="2711"/>
                  <a:pt x="2026" y="2697"/>
                </a:cubicBezTo>
                <a:cubicBezTo>
                  <a:pt x="2026" y="2697"/>
                  <a:pt x="2026" y="2696"/>
                  <a:pt x="2025" y="2695"/>
                </a:cubicBezTo>
                <a:lnTo>
                  <a:pt x="2024" y="2694"/>
                </a:lnTo>
                <a:cubicBezTo>
                  <a:pt x="2023" y="2693"/>
                  <a:pt x="2022" y="2693"/>
                  <a:pt x="2021" y="2693"/>
                </a:cubicBezTo>
                <a:cubicBezTo>
                  <a:pt x="2021" y="2693"/>
                  <a:pt x="2020" y="2693"/>
                  <a:pt x="2019" y="2694"/>
                </a:cubicBezTo>
                <a:cubicBezTo>
                  <a:pt x="2018" y="2694"/>
                  <a:pt x="2018" y="2695"/>
                  <a:pt x="2018" y="2695"/>
                </a:cubicBezTo>
                <a:cubicBezTo>
                  <a:pt x="2017" y="2696"/>
                  <a:pt x="2017" y="2697"/>
                  <a:pt x="2017" y="2697"/>
                </a:cubicBezTo>
                <a:cubicBezTo>
                  <a:pt x="2010" y="2772"/>
                  <a:pt x="1994" y="2867"/>
                  <a:pt x="1958" y="2935"/>
                </a:cubicBezTo>
                <a:cubicBezTo>
                  <a:pt x="1955" y="2915"/>
                  <a:pt x="1952" y="2896"/>
                  <a:pt x="1947" y="2876"/>
                </a:cubicBezTo>
                <a:cubicBezTo>
                  <a:pt x="1947" y="2876"/>
                  <a:pt x="1947" y="2875"/>
                  <a:pt x="1948" y="2874"/>
                </a:cubicBezTo>
                <a:cubicBezTo>
                  <a:pt x="1949" y="2873"/>
                  <a:pt x="1949" y="2873"/>
                  <a:pt x="1949" y="2872"/>
                </a:cubicBezTo>
                <a:cubicBezTo>
                  <a:pt x="1984" y="2777"/>
                  <a:pt x="1971" y="2667"/>
                  <a:pt x="1984" y="2568"/>
                </a:cubicBezTo>
                <a:cubicBezTo>
                  <a:pt x="1984" y="2564"/>
                  <a:pt x="1979" y="2562"/>
                  <a:pt x="1978" y="2566"/>
                </a:cubicBezTo>
                <a:cubicBezTo>
                  <a:pt x="1971" y="2601"/>
                  <a:pt x="1970" y="2636"/>
                  <a:pt x="1965" y="2670"/>
                </a:cubicBezTo>
                <a:cubicBezTo>
                  <a:pt x="1962" y="2691"/>
                  <a:pt x="1952" y="2710"/>
                  <a:pt x="1949" y="2731"/>
                </a:cubicBezTo>
                <a:cubicBezTo>
                  <a:pt x="1946" y="2759"/>
                  <a:pt x="1935" y="2788"/>
                  <a:pt x="1928" y="2817"/>
                </a:cubicBezTo>
                <a:cubicBezTo>
                  <a:pt x="1925" y="2809"/>
                  <a:pt x="1922" y="2801"/>
                  <a:pt x="1919" y="2793"/>
                </a:cubicBezTo>
                <a:cubicBezTo>
                  <a:pt x="1920" y="2794"/>
                  <a:pt x="1921" y="2794"/>
                  <a:pt x="1922" y="2794"/>
                </a:cubicBezTo>
                <a:cubicBezTo>
                  <a:pt x="1924" y="2794"/>
                  <a:pt x="1926" y="2793"/>
                  <a:pt x="1928" y="2792"/>
                </a:cubicBezTo>
                <a:cubicBezTo>
                  <a:pt x="1930" y="2791"/>
                  <a:pt x="1931" y="2790"/>
                  <a:pt x="1932" y="2788"/>
                </a:cubicBezTo>
                <a:cubicBezTo>
                  <a:pt x="1933" y="2787"/>
                  <a:pt x="1933" y="2786"/>
                  <a:pt x="1934" y="2785"/>
                </a:cubicBezTo>
                <a:cubicBezTo>
                  <a:pt x="1947" y="2735"/>
                  <a:pt x="1932" y="2675"/>
                  <a:pt x="1929" y="2625"/>
                </a:cubicBezTo>
                <a:cubicBezTo>
                  <a:pt x="1929" y="2621"/>
                  <a:pt x="1922" y="2621"/>
                  <a:pt x="1922" y="2625"/>
                </a:cubicBezTo>
                <a:cubicBezTo>
                  <a:pt x="1922" y="2657"/>
                  <a:pt x="1918" y="2690"/>
                  <a:pt x="1912" y="2721"/>
                </a:cubicBezTo>
                <a:cubicBezTo>
                  <a:pt x="1908" y="2737"/>
                  <a:pt x="1910" y="2753"/>
                  <a:pt x="1907" y="2768"/>
                </a:cubicBezTo>
                <a:cubicBezTo>
                  <a:pt x="1902" y="2760"/>
                  <a:pt x="1897" y="2753"/>
                  <a:pt x="1891" y="2746"/>
                </a:cubicBezTo>
                <a:cubicBezTo>
                  <a:pt x="1891" y="2745"/>
                  <a:pt x="1891" y="2743"/>
                  <a:pt x="1891" y="2742"/>
                </a:cubicBezTo>
                <a:cubicBezTo>
                  <a:pt x="1891" y="2740"/>
                  <a:pt x="1891" y="2740"/>
                  <a:pt x="1891" y="2739"/>
                </a:cubicBezTo>
                <a:cubicBezTo>
                  <a:pt x="1882" y="2706"/>
                  <a:pt x="1877" y="2672"/>
                  <a:pt x="1877" y="2638"/>
                </a:cubicBezTo>
                <a:cubicBezTo>
                  <a:pt x="1877" y="2634"/>
                  <a:pt x="1877" y="2630"/>
                  <a:pt x="1877" y="2625"/>
                </a:cubicBezTo>
                <a:cubicBezTo>
                  <a:pt x="1877" y="2621"/>
                  <a:pt x="1870" y="2621"/>
                  <a:pt x="1870" y="2625"/>
                </a:cubicBezTo>
                <a:cubicBezTo>
                  <a:pt x="1870" y="2649"/>
                  <a:pt x="1864" y="2675"/>
                  <a:pt x="1864" y="2701"/>
                </a:cubicBezTo>
                <a:cubicBezTo>
                  <a:pt x="1836" y="2651"/>
                  <a:pt x="1841" y="2579"/>
                  <a:pt x="1839" y="2525"/>
                </a:cubicBezTo>
                <a:cubicBezTo>
                  <a:pt x="1839" y="2521"/>
                  <a:pt x="1832" y="2520"/>
                  <a:pt x="1832" y="2525"/>
                </a:cubicBezTo>
                <a:cubicBezTo>
                  <a:pt x="1831" y="2566"/>
                  <a:pt x="1826" y="2607"/>
                  <a:pt x="1827" y="2647"/>
                </a:cubicBezTo>
                <a:cubicBezTo>
                  <a:pt x="1827" y="2654"/>
                  <a:pt x="1827" y="2661"/>
                  <a:pt x="1827" y="2667"/>
                </a:cubicBezTo>
                <a:cubicBezTo>
                  <a:pt x="1820" y="2640"/>
                  <a:pt x="1804" y="2617"/>
                  <a:pt x="1800" y="2590"/>
                </a:cubicBezTo>
                <a:cubicBezTo>
                  <a:pt x="1795" y="2562"/>
                  <a:pt x="1800" y="2522"/>
                  <a:pt x="1800" y="2490"/>
                </a:cubicBezTo>
                <a:cubicBezTo>
                  <a:pt x="1800" y="2487"/>
                  <a:pt x="1795" y="2486"/>
                  <a:pt x="1795" y="2490"/>
                </a:cubicBezTo>
                <a:cubicBezTo>
                  <a:pt x="1795" y="2520"/>
                  <a:pt x="1790" y="2549"/>
                  <a:pt x="1788" y="2579"/>
                </a:cubicBezTo>
                <a:cubicBezTo>
                  <a:pt x="1788" y="2583"/>
                  <a:pt x="1788" y="2586"/>
                  <a:pt x="1788" y="2590"/>
                </a:cubicBezTo>
                <a:cubicBezTo>
                  <a:pt x="1788" y="2605"/>
                  <a:pt x="1790" y="2621"/>
                  <a:pt x="1793" y="2636"/>
                </a:cubicBezTo>
                <a:lnTo>
                  <a:pt x="1792" y="2635"/>
                </a:lnTo>
                <a:cubicBezTo>
                  <a:pt x="1787" y="2632"/>
                  <a:pt x="1783" y="2628"/>
                  <a:pt x="1780" y="2623"/>
                </a:cubicBezTo>
                <a:cubicBezTo>
                  <a:pt x="1773" y="2608"/>
                  <a:pt x="1770" y="2592"/>
                  <a:pt x="1770" y="2575"/>
                </a:cubicBezTo>
                <a:cubicBezTo>
                  <a:pt x="1770" y="2571"/>
                  <a:pt x="1770" y="2567"/>
                  <a:pt x="1771" y="2563"/>
                </a:cubicBezTo>
                <a:cubicBezTo>
                  <a:pt x="1771" y="2558"/>
                  <a:pt x="1763" y="2558"/>
                  <a:pt x="1763" y="2563"/>
                </a:cubicBezTo>
                <a:cubicBezTo>
                  <a:pt x="1762" y="2586"/>
                  <a:pt x="1756" y="2610"/>
                  <a:pt x="1766" y="2632"/>
                </a:cubicBezTo>
                <a:lnTo>
                  <a:pt x="1756" y="2627"/>
                </a:lnTo>
                <a:cubicBezTo>
                  <a:pt x="1730" y="2590"/>
                  <a:pt x="1734" y="2537"/>
                  <a:pt x="1732" y="2494"/>
                </a:cubicBezTo>
                <a:cubicBezTo>
                  <a:pt x="1732" y="2493"/>
                  <a:pt x="1733" y="2493"/>
                  <a:pt x="1732" y="2492"/>
                </a:cubicBezTo>
                <a:cubicBezTo>
                  <a:pt x="1731" y="2491"/>
                  <a:pt x="1731" y="2491"/>
                  <a:pt x="1730" y="2491"/>
                </a:cubicBezTo>
                <a:lnTo>
                  <a:pt x="1729" y="2491"/>
                </a:lnTo>
                <a:cubicBezTo>
                  <a:pt x="1728" y="2491"/>
                  <a:pt x="1727" y="2491"/>
                  <a:pt x="1727" y="2491"/>
                </a:cubicBezTo>
                <a:cubicBezTo>
                  <a:pt x="1726" y="2491"/>
                  <a:pt x="1726" y="2492"/>
                  <a:pt x="1726" y="2492"/>
                </a:cubicBezTo>
                <a:cubicBezTo>
                  <a:pt x="1725" y="2493"/>
                  <a:pt x="1725" y="2493"/>
                  <a:pt x="1725" y="2494"/>
                </a:cubicBezTo>
                <a:cubicBezTo>
                  <a:pt x="1723" y="2533"/>
                  <a:pt x="1714" y="2575"/>
                  <a:pt x="1725" y="2612"/>
                </a:cubicBezTo>
                <a:lnTo>
                  <a:pt x="1712" y="2607"/>
                </a:lnTo>
                <a:lnTo>
                  <a:pt x="1712" y="2606"/>
                </a:lnTo>
                <a:cubicBezTo>
                  <a:pt x="1712" y="2604"/>
                  <a:pt x="1712" y="2602"/>
                  <a:pt x="1711" y="2601"/>
                </a:cubicBezTo>
                <a:cubicBezTo>
                  <a:pt x="1710" y="2600"/>
                  <a:pt x="1710" y="2599"/>
                  <a:pt x="1709" y="2599"/>
                </a:cubicBezTo>
                <a:cubicBezTo>
                  <a:pt x="1709" y="2598"/>
                  <a:pt x="1708" y="2597"/>
                  <a:pt x="1708" y="2597"/>
                </a:cubicBezTo>
                <a:cubicBezTo>
                  <a:pt x="1701" y="2585"/>
                  <a:pt x="1697" y="2571"/>
                  <a:pt x="1697" y="2557"/>
                </a:cubicBezTo>
                <a:lnTo>
                  <a:pt x="1697" y="2556"/>
                </a:lnTo>
                <a:cubicBezTo>
                  <a:pt x="1694" y="2539"/>
                  <a:pt x="1692" y="2522"/>
                  <a:pt x="1692" y="2505"/>
                </a:cubicBezTo>
                <a:cubicBezTo>
                  <a:pt x="1692" y="2494"/>
                  <a:pt x="1693" y="2484"/>
                  <a:pt x="1694" y="2473"/>
                </a:cubicBezTo>
                <a:cubicBezTo>
                  <a:pt x="1694" y="2472"/>
                  <a:pt x="1694" y="2471"/>
                  <a:pt x="1694" y="2471"/>
                </a:cubicBezTo>
                <a:cubicBezTo>
                  <a:pt x="1694" y="2470"/>
                  <a:pt x="1693" y="2470"/>
                  <a:pt x="1693" y="2470"/>
                </a:cubicBezTo>
                <a:cubicBezTo>
                  <a:pt x="1692" y="2469"/>
                  <a:pt x="1692" y="2469"/>
                  <a:pt x="1691" y="2469"/>
                </a:cubicBezTo>
                <a:cubicBezTo>
                  <a:pt x="1690" y="2469"/>
                  <a:pt x="1690" y="2469"/>
                  <a:pt x="1689" y="2470"/>
                </a:cubicBezTo>
                <a:cubicBezTo>
                  <a:pt x="1689" y="2470"/>
                  <a:pt x="1688" y="2470"/>
                  <a:pt x="1688" y="2471"/>
                </a:cubicBezTo>
                <a:lnTo>
                  <a:pt x="1688" y="2472"/>
                </a:lnTo>
                <a:cubicBezTo>
                  <a:pt x="1680" y="2503"/>
                  <a:pt x="1676" y="2535"/>
                  <a:pt x="1675" y="2566"/>
                </a:cubicBezTo>
                <a:cubicBezTo>
                  <a:pt x="1675" y="2568"/>
                  <a:pt x="1675" y="2570"/>
                  <a:pt x="1675" y="2571"/>
                </a:cubicBezTo>
                <a:cubicBezTo>
                  <a:pt x="1675" y="2580"/>
                  <a:pt x="1677" y="2589"/>
                  <a:pt x="1680" y="2598"/>
                </a:cubicBezTo>
                <a:cubicBezTo>
                  <a:pt x="1670" y="2596"/>
                  <a:pt x="1660" y="2594"/>
                  <a:pt x="1650" y="2592"/>
                </a:cubicBezTo>
                <a:cubicBezTo>
                  <a:pt x="1628" y="2480"/>
                  <a:pt x="1651" y="2376"/>
                  <a:pt x="1736" y="2298"/>
                </a:cubicBezTo>
                <a:lnTo>
                  <a:pt x="1737" y="2298"/>
                </a:lnTo>
                <a:cubicBezTo>
                  <a:pt x="1739" y="2296"/>
                  <a:pt x="1741" y="2295"/>
                  <a:pt x="1742" y="2292"/>
                </a:cubicBezTo>
                <a:cubicBezTo>
                  <a:pt x="1835" y="2212"/>
                  <a:pt x="1959" y="2151"/>
                  <a:pt x="2081" y="2168"/>
                </a:cubicBezTo>
                <a:cubicBezTo>
                  <a:pt x="2133" y="2175"/>
                  <a:pt x="2196" y="2215"/>
                  <a:pt x="2243" y="2241"/>
                </a:cubicBezTo>
                <a:moveTo>
                  <a:pt x="2444" y="2647"/>
                </a:moveTo>
                <a:cubicBezTo>
                  <a:pt x="2450" y="2622"/>
                  <a:pt x="2453" y="2596"/>
                  <a:pt x="2453" y="2570"/>
                </a:cubicBezTo>
                <a:cubicBezTo>
                  <a:pt x="2453" y="2554"/>
                  <a:pt x="2451" y="2537"/>
                  <a:pt x="2449" y="2520"/>
                </a:cubicBezTo>
                <a:cubicBezTo>
                  <a:pt x="2500" y="2522"/>
                  <a:pt x="2551" y="2531"/>
                  <a:pt x="2599" y="2546"/>
                </a:cubicBezTo>
                <a:cubicBezTo>
                  <a:pt x="2626" y="2555"/>
                  <a:pt x="2653" y="2567"/>
                  <a:pt x="2678" y="2582"/>
                </a:cubicBezTo>
                <a:cubicBezTo>
                  <a:pt x="2686" y="2587"/>
                  <a:pt x="2695" y="2592"/>
                  <a:pt x="2703" y="2598"/>
                </a:cubicBezTo>
                <a:cubicBezTo>
                  <a:pt x="2689" y="2602"/>
                  <a:pt x="2675" y="2609"/>
                  <a:pt x="2662" y="2616"/>
                </a:cubicBezTo>
                <a:cubicBezTo>
                  <a:pt x="2626" y="2637"/>
                  <a:pt x="2597" y="2666"/>
                  <a:pt x="2576" y="2702"/>
                </a:cubicBezTo>
                <a:lnTo>
                  <a:pt x="2576" y="2703"/>
                </a:lnTo>
                <a:cubicBezTo>
                  <a:pt x="2575" y="2703"/>
                  <a:pt x="2575" y="2702"/>
                  <a:pt x="2575" y="2702"/>
                </a:cubicBezTo>
                <a:cubicBezTo>
                  <a:pt x="2575" y="2701"/>
                  <a:pt x="2574" y="2700"/>
                  <a:pt x="2573" y="2700"/>
                </a:cubicBezTo>
                <a:cubicBezTo>
                  <a:pt x="2572" y="2699"/>
                  <a:pt x="2572" y="2699"/>
                  <a:pt x="2571" y="2699"/>
                </a:cubicBezTo>
                <a:cubicBezTo>
                  <a:pt x="2570" y="2699"/>
                  <a:pt x="2569" y="2699"/>
                  <a:pt x="2568" y="2700"/>
                </a:cubicBezTo>
                <a:cubicBezTo>
                  <a:pt x="2567" y="2701"/>
                  <a:pt x="2568" y="2701"/>
                  <a:pt x="2567" y="2702"/>
                </a:cubicBezTo>
                <a:cubicBezTo>
                  <a:pt x="2566" y="2703"/>
                  <a:pt x="2566" y="2703"/>
                  <a:pt x="2566" y="2703"/>
                </a:cubicBezTo>
                <a:cubicBezTo>
                  <a:pt x="2560" y="2730"/>
                  <a:pt x="2543" y="2753"/>
                  <a:pt x="2541" y="2780"/>
                </a:cubicBezTo>
                <a:lnTo>
                  <a:pt x="2537" y="2778"/>
                </a:lnTo>
                <a:cubicBezTo>
                  <a:pt x="2537" y="2757"/>
                  <a:pt x="2537" y="2736"/>
                  <a:pt x="2537" y="2714"/>
                </a:cubicBezTo>
                <a:cubicBezTo>
                  <a:pt x="2540" y="2702"/>
                  <a:pt x="2542" y="2689"/>
                  <a:pt x="2543" y="2676"/>
                </a:cubicBezTo>
                <a:cubicBezTo>
                  <a:pt x="2543" y="2672"/>
                  <a:pt x="2536" y="2672"/>
                  <a:pt x="2536" y="2676"/>
                </a:cubicBezTo>
                <a:cubicBezTo>
                  <a:pt x="2533" y="2695"/>
                  <a:pt x="2528" y="2713"/>
                  <a:pt x="2520" y="2730"/>
                </a:cubicBezTo>
                <a:cubicBezTo>
                  <a:pt x="2516" y="2743"/>
                  <a:pt x="2514" y="2757"/>
                  <a:pt x="2514" y="2771"/>
                </a:cubicBezTo>
                <a:lnTo>
                  <a:pt x="2497" y="2766"/>
                </a:lnTo>
                <a:cubicBezTo>
                  <a:pt x="2497" y="2766"/>
                  <a:pt x="2497" y="2765"/>
                  <a:pt x="2497" y="2764"/>
                </a:cubicBezTo>
                <a:lnTo>
                  <a:pt x="2497" y="2763"/>
                </a:lnTo>
                <a:cubicBezTo>
                  <a:pt x="2497" y="2751"/>
                  <a:pt x="2495" y="2738"/>
                  <a:pt x="2495" y="2726"/>
                </a:cubicBezTo>
                <a:cubicBezTo>
                  <a:pt x="2495" y="2721"/>
                  <a:pt x="2496" y="2717"/>
                  <a:pt x="2496" y="2712"/>
                </a:cubicBezTo>
                <a:cubicBezTo>
                  <a:pt x="2496" y="2707"/>
                  <a:pt x="2495" y="2702"/>
                  <a:pt x="2494" y="2697"/>
                </a:cubicBezTo>
                <a:lnTo>
                  <a:pt x="2494" y="2696"/>
                </a:lnTo>
                <a:cubicBezTo>
                  <a:pt x="2493" y="2695"/>
                  <a:pt x="2493" y="2695"/>
                  <a:pt x="2492" y="2694"/>
                </a:cubicBezTo>
                <a:cubicBezTo>
                  <a:pt x="2492" y="2694"/>
                  <a:pt x="2491" y="2694"/>
                  <a:pt x="2490" y="2694"/>
                </a:cubicBezTo>
                <a:cubicBezTo>
                  <a:pt x="2489" y="2694"/>
                  <a:pt x="2489" y="2693"/>
                  <a:pt x="2488" y="2694"/>
                </a:cubicBezTo>
                <a:cubicBezTo>
                  <a:pt x="2487" y="2694"/>
                  <a:pt x="2487" y="2695"/>
                  <a:pt x="2486" y="2696"/>
                </a:cubicBezTo>
                <a:lnTo>
                  <a:pt x="2486" y="2697"/>
                </a:lnTo>
                <a:cubicBezTo>
                  <a:pt x="2485" y="2708"/>
                  <a:pt x="2480" y="2717"/>
                  <a:pt x="2478" y="2728"/>
                </a:cubicBezTo>
                <a:cubicBezTo>
                  <a:pt x="2477" y="2738"/>
                  <a:pt x="2477" y="2747"/>
                  <a:pt x="2477" y="2756"/>
                </a:cubicBezTo>
                <a:cubicBezTo>
                  <a:pt x="2477" y="2758"/>
                  <a:pt x="2477" y="2760"/>
                  <a:pt x="2477" y="2762"/>
                </a:cubicBezTo>
                <a:cubicBezTo>
                  <a:pt x="2470" y="2760"/>
                  <a:pt x="2464" y="2759"/>
                  <a:pt x="2457" y="2758"/>
                </a:cubicBezTo>
                <a:cubicBezTo>
                  <a:pt x="2457" y="2755"/>
                  <a:pt x="2456" y="2751"/>
                  <a:pt x="2456" y="2747"/>
                </a:cubicBezTo>
                <a:cubicBezTo>
                  <a:pt x="2456" y="2738"/>
                  <a:pt x="2458" y="2728"/>
                  <a:pt x="2460" y="2719"/>
                </a:cubicBezTo>
                <a:cubicBezTo>
                  <a:pt x="2465" y="2702"/>
                  <a:pt x="2469" y="2684"/>
                  <a:pt x="2471" y="2666"/>
                </a:cubicBezTo>
                <a:cubicBezTo>
                  <a:pt x="2471" y="2663"/>
                  <a:pt x="2467" y="2662"/>
                  <a:pt x="2466" y="2666"/>
                </a:cubicBezTo>
                <a:cubicBezTo>
                  <a:pt x="2461" y="2683"/>
                  <a:pt x="2455" y="2700"/>
                  <a:pt x="2449" y="2717"/>
                </a:cubicBezTo>
                <a:cubicBezTo>
                  <a:pt x="2445" y="2730"/>
                  <a:pt x="2444" y="2743"/>
                  <a:pt x="2440" y="2756"/>
                </a:cubicBezTo>
                <a:lnTo>
                  <a:pt x="2438" y="2756"/>
                </a:lnTo>
                <a:cubicBezTo>
                  <a:pt x="2438" y="2754"/>
                  <a:pt x="2438" y="2753"/>
                  <a:pt x="2438" y="2752"/>
                </a:cubicBezTo>
                <a:cubicBezTo>
                  <a:pt x="2438" y="2751"/>
                  <a:pt x="2438" y="2746"/>
                  <a:pt x="2438" y="2743"/>
                </a:cubicBezTo>
                <a:cubicBezTo>
                  <a:pt x="2439" y="2739"/>
                  <a:pt x="2440" y="2734"/>
                  <a:pt x="2441" y="2729"/>
                </a:cubicBezTo>
                <a:cubicBezTo>
                  <a:pt x="2441" y="2728"/>
                  <a:pt x="2441" y="2728"/>
                  <a:pt x="2440" y="2727"/>
                </a:cubicBezTo>
                <a:cubicBezTo>
                  <a:pt x="2439" y="2726"/>
                  <a:pt x="2439" y="2725"/>
                  <a:pt x="2439" y="2725"/>
                </a:cubicBezTo>
                <a:cubicBezTo>
                  <a:pt x="2438" y="2725"/>
                  <a:pt x="2437" y="2724"/>
                  <a:pt x="2436" y="2724"/>
                </a:cubicBezTo>
                <a:cubicBezTo>
                  <a:pt x="2436" y="2724"/>
                  <a:pt x="2435" y="2725"/>
                  <a:pt x="2434" y="2725"/>
                </a:cubicBezTo>
                <a:cubicBezTo>
                  <a:pt x="2433" y="2725"/>
                  <a:pt x="2433" y="2726"/>
                  <a:pt x="2432" y="2727"/>
                </a:cubicBezTo>
                <a:cubicBezTo>
                  <a:pt x="2432" y="2727"/>
                  <a:pt x="2432" y="2728"/>
                  <a:pt x="2432" y="2729"/>
                </a:cubicBezTo>
                <a:cubicBezTo>
                  <a:pt x="2432" y="2736"/>
                  <a:pt x="2424" y="2738"/>
                  <a:pt x="2421" y="2744"/>
                </a:cubicBezTo>
                <a:cubicBezTo>
                  <a:pt x="2417" y="2750"/>
                  <a:pt x="2417" y="2751"/>
                  <a:pt x="2415" y="2754"/>
                </a:cubicBezTo>
                <a:lnTo>
                  <a:pt x="2413" y="2754"/>
                </a:lnTo>
                <a:cubicBezTo>
                  <a:pt x="2427" y="2720"/>
                  <a:pt x="2437" y="2684"/>
                  <a:pt x="2444" y="2647"/>
                </a:cubicBezTo>
                <a:moveTo>
                  <a:pt x="2766" y="2339"/>
                </a:moveTo>
                <a:cubicBezTo>
                  <a:pt x="2829" y="2261"/>
                  <a:pt x="2889" y="2209"/>
                  <a:pt x="2983" y="2172"/>
                </a:cubicBezTo>
                <a:cubicBezTo>
                  <a:pt x="3044" y="2149"/>
                  <a:pt x="3108" y="2134"/>
                  <a:pt x="3174" y="2127"/>
                </a:cubicBezTo>
                <a:cubicBezTo>
                  <a:pt x="3267" y="2118"/>
                  <a:pt x="3378" y="2136"/>
                  <a:pt x="3447" y="2203"/>
                </a:cubicBezTo>
                <a:cubicBezTo>
                  <a:pt x="3466" y="2221"/>
                  <a:pt x="3483" y="2242"/>
                  <a:pt x="3496" y="2265"/>
                </a:cubicBezTo>
                <a:cubicBezTo>
                  <a:pt x="3507" y="2284"/>
                  <a:pt x="3516" y="2305"/>
                  <a:pt x="3522" y="2326"/>
                </a:cubicBezTo>
                <a:cubicBezTo>
                  <a:pt x="3534" y="2358"/>
                  <a:pt x="3539" y="2392"/>
                  <a:pt x="3539" y="2426"/>
                </a:cubicBezTo>
                <a:cubicBezTo>
                  <a:pt x="3539" y="2446"/>
                  <a:pt x="3537" y="2466"/>
                  <a:pt x="3533" y="2486"/>
                </a:cubicBezTo>
                <a:lnTo>
                  <a:pt x="3531" y="2485"/>
                </a:lnTo>
                <a:lnTo>
                  <a:pt x="3531" y="2483"/>
                </a:lnTo>
                <a:cubicBezTo>
                  <a:pt x="3528" y="2439"/>
                  <a:pt x="3521" y="2396"/>
                  <a:pt x="3510" y="2353"/>
                </a:cubicBezTo>
                <a:lnTo>
                  <a:pt x="3510" y="2352"/>
                </a:lnTo>
                <a:cubicBezTo>
                  <a:pt x="3509" y="2351"/>
                  <a:pt x="3509" y="2350"/>
                  <a:pt x="3508" y="2350"/>
                </a:cubicBezTo>
                <a:cubicBezTo>
                  <a:pt x="3507" y="2349"/>
                  <a:pt x="3507" y="2350"/>
                  <a:pt x="3506" y="2350"/>
                </a:cubicBezTo>
                <a:cubicBezTo>
                  <a:pt x="3505" y="2350"/>
                  <a:pt x="3504" y="2350"/>
                  <a:pt x="3504" y="2350"/>
                </a:cubicBezTo>
                <a:cubicBezTo>
                  <a:pt x="3503" y="2351"/>
                  <a:pt x="3502" y="2351"/>
                  <a:pt x="3502" y="2352"/>
                </a:cubicBezTo>
                <a:cubicBezTo>
                  <a:pt x="3502" y="2353"/>
                  <a:pt x="3501" y="2353"/>
                  <a:pt x="3501" y="2354"/>
                </a:cubicBezTo>
                <a:lnTo>
                  <a:pt x="3502" y="2355"/>
                </a:lnTo>
                <a:cubicBezTo>
                  <a:pt x="3502" y="2361"/>
                  <a:pt x="3502" y="2367"/>
                  <a:pt x="3502" y="2373"/>
                </a:cubicBezTo>
                <a:cubicBezTo>
                  <a:pt x="3502" y="2385"/>
                  <a:pt x="3501" y="2398"/>
                  <a:pt x="3500" y="2411"/>
                </a:cubicBezTo>
                <a:cubicBezTo>
                  <a:pt x="3500" y="2413"/>
                  <a:pt x="3500" y="2415"/>
                  <a:pt x="3500" y="2416"/>
                </a:cubicBezTo>
                <a:cubicBezTo>
                  <a:pt x="3500" y="2428"/>
                  <a:pt x="3499" y="2440"/>
                  <a:pt x="3497" y="2452"/>
                </a:cubicBezTo>
                <a:cubicBezTo>
                  <a:pt x="3495" y="2442"/>
                  <a:pt x="3494" y="2431"/>
                  <a:pt x="3491" y="2421"/>
                </a:cubicBezTo>
                <a:cubicBezTo>
                  <a:pt x="3491" y="2411"/>
                  <a:pt x="3488" y="2400"/>
                  <a:pt x="3484" y="2391"/>
                </a:cubicBezTo>
                <a:cubicBezTo>
                  <a:pt x="3479" y="2381"/>
                  <a:pt x="3475" y="2371"/>
                  <a:pt x="3471" y="2361"/>
                </a:cubicBezTo>
                <a:cubicBezTo>
                  <a:pt x="3471" y="2360"/>
                  <a:pt x="3470" y="2359"/>
                  <a:pt x="3470" y="2358"/>
                </a:cubicBezTo>
                <a:cubicBezTo>
                  <a:pt x="3465" y="2349"/>
                  <a:pt x="3460" y="2340"/>
                  <a:pt x="3457" y="2330"/>
                </a:cubicBezTo>
                <a:cubicBezTo>
                  <a:pt x="3457" y="2326"/>
                  <a:pt x="3451" y="2326"/>
                  <a:pt x="3451" y="2330"/>
                </a:cubicBezTo>
                <a:cubicBezTo>
                  <a:pt x="3453" y="2342"/>
                  <a:pt x="3458" y="2354"/>
                  <a:pt x="3463" y="2365"/>
                </a:cubicBezTo>
                <a:cubicBezTo>
                  <a:pt x="3468" y="2376"/>
                  <a:pt x="3470" y="2388"/>
                  <a:pt x="3470" y="2400"/>
                </a:cubicBezTo>
                <a:cubicBezTo>
                  <a:pt x="3470" y="2402"/>
                  <a:pt x="3470" y="2403"/>
                  <a:pt x="3470" y="2404"/>
                </a:cubicBezTo>
                <a:cubicBezTo>
                  <a:pt x="3469" y="2410"/>
                  <a:pt x="3469" y="2416"/>
                  <a:pt x="3469" y="2422"/>
                </a:cubicBezTo>
                <a:cubicBezTo>
                  <a:pt x="3469" y="2428"/>
                  <a:pt x="3469" y="2433"/>
                  <a:pt x="3470" y="2439"/>
                </a:cubicBezTo>
                <a:cubicBezTo>
                  <a:pt x="3469" y="2432"/>
                  <a:pt x="3467" y="2426"/>
                  <a:pt x="3465" y="2419"/>
                </a:cubicBezTo>
                <a:cubicBezTo>
                  <a:pt x="3463" y="2416"/>
                  <a:pt x="3461" y="2412"/>
                  <a:pt x="3459" y="2409"/>
                </a:cubicBezTo>
                <a:cubicBezTo>
                  <a:pt x="3453" y="2399"/>
                  <a:pt x="3447" y="2390"/>
                  <a:pt x="3441" y="2380"/>
                </a:cubicBezTo>
                <a:cubicBezTo>
                  <a:pt x="3440" y="2378"/>
                  <a:pt x="3439" y="2376"/>
                  <a:pt x="3438" y="2375"/>
                </a:cubicBezTo>
                <a:cubicBezTo>
                  <a:pt x="3432" y="2365"/>
                  <a:pt x="3427" y="2355"/>
                  <a:pt x="3423" y="2344"/>
                </a:cubicBezTo>
                <a:cubicBezTo>
                  <a:pt x="3423" y="2344"/>
                  <a:pt x="3423" y="2343"/>
                  <a:pt x="3422" y="2343"/>
                </a:cubicBezTo>
                <a:cubicBezTo>
                  <a:pt x="3417" y="2333"/>
                  <a:pt x="3409" y="2325"/>
                  <a:pt x="3400" y="2318"/>
                </a:cubicBezTo>
                <a:cubicBezTo>
                  <a:pt x="3399" y="2318"/>
                  <a:pt x="3399" y="2317"/>
                  <a:pt x="3398" y="2317"/>
                </a:cubicBezTo>
                <a:lnTo>
                  <a:pt x="3397" y="2318"/>
                </a:lnTo>
                <a:cubicBezTo>
                  <a:pt x="3396" y="2318"/>
                  <a:pt x="3396" y="2319"/>
                  <a:pt x="3396" y="2319"/>
                </a:cubicBezTo>
                <a:lnTo>
                  <a:pt x="3395" y="2320"/>
                </a:lnTo>
                <a:cubicBezTo>
                  <a:pt x="3395" y="2321"/>
                  <a:pt x="3396" y="2321"/>
                  <a:pt x="3396" y="2322"/>
                </a:cubicBezTo>
                <a:cubicBezTo>
                  <a:pt x="3403" y="2331"/>
                  <a:pt x="3408" y="2340"/>
                  <a:pt x="3414" y="2350"/>
                </a:cubicBezTo>
                <a:cubicBezTo>
                  <a:pt x="3424" y="2368"/>
                  <a:pt x="3434" y="2388"/>
                  <a:pt x="3439" y="2409"/>
                </a:cubicBezTo>
                <a:cubicBezTo>
                  <a:pt x="3442" y="2416"/>
                  <a:pt x="3443" y="2424"/>
                  <a:pt x="3445" y="2431"/>
                </a:cubicBezTo>
                <a:cubicBezTo>
                  <a:pt x="3433" y="2421"/>
                  <a:pt x="3424" y="2410"/>
                  <a:pt x="3416" y="2396"/>
                </a:cubicBezTo>
                <a:cubicBezTo>
                  <a:pt x="3414" y="2393"/>
                  <a:pt x="3412" y="2389"/>
                  <a:pt x="3410" y="2385"/>
                </a:cubicBezTo>
                <a:cubicBezTo>
                  <a:pt x="3403" y="2376"/>
                  <a:pt x="3396" y="2367"/>
                  <a:pt x="3387" y="2359"/>
                </a:cubicBezTo>
                <a:cubicBezTo>
                  <a:pt x="3379" y="2350"/>
                  <a:pt x="3374" y="2340"/>
                  <a:pt x="3366" y="2332"/>
                </a:cubicBezTo>
                <a:cubicBezTo>
                  <a:pt x="3363" y="2330"/>
                  <a:pt x="3359" y="2333"/>
                  <a:pt x="3361" y="2336"/>
                </a:cubicBezTo>
                <a:cubicBezTo>
                  <a:pt x="3376" y="2352"/>
                  <a:pt x="3389" y="2370"/>
                  <a:pt x="3400" y="2389"/>
                </a:cubicBezTo>
                <a:cubicBezTo>
                  <a:pt x="3404" y="2396"/>
                  <a:pt x="3408" y="2403"/>
                  <a:pt x="3411" y="2410"/>
                </a:cubicBezTo>
                <a:cubicBezTo>
                  <a:pt x="3412" y="2412"/>
                  <a:pt x="3413" y="2414"/>
                  <a:pt x="3415" y="2416"/>
                </a:cubicBezTo>
                <a:cubicBezTo>
                  <a:pt x="3416" y="2418"/>
                  <a:pt x="3417" y="2420"/>
                  <a:pt x="3418" y="2422"/>
                </a:cubicBezTo>
                <a:cubicBezTo>
                  <a:pt x="3410" y="2419"/>
                  <a:pt x="3402" y="2416"/>
                  <a:pt x="3394" y="2414"/>
                </a:cubicBezTo>
                <a:cubicBezTo>
                  <a:pt x="3390" y="2411"/>
                  <a:pt x="3386" y="2408"/>
                  <a:pt x="3382" y="2406"/>
                </a:cubicBezTo>
                <a:cubicBezTo>
                  <a:pt x="3378" y="2402"/>
                  <a:pt x="3374" y="2398"/>
                  <a:pt x="3371" y="2394"/>
                </a:cubicBezTo>
                <a:cubicBezTo>
                  <a:pt x="3368" y="2391"/>
                  <a:pt x="3366" y="2388"/>
                  <a:pt x="3364" y="2385"/>
                </a:cubicBezTo>
                <a:cubicBezTo>
                  <a:pt x="3361" y="2382"/>
                  <a:pt x="3356" y="2380"/>
                  <a:pt x="3353" y="2376"/>
                </a:cubicBezTo>
                <a:cubicBezTo>
                  <a:pt x="3350" y="2371"/>
                  <a:pt x="3343" y="2376"/>
                  <a:pt x="3346" y="2381"/>
                </a:cubicBezTo>
                <a:cubicBezTo>
                  <a:pt x="3346" y="2381"/>
                  <a:pt x="3346" y="2382"/>
                  <a:pt x="3347" y="2382"/>
                </a:cubicBezTo>
                <a:cubicBezTo>
                  <a:pt x="3350" y="2388"/>
                  <a:pt x="3352" y="2393"/>
                  <a:pt x="3355" y="2399"/>
                </a:cubicBezTo>
                <a:cubicBezTo>
                  <a:pt x="3355" y="2400"/>
                  <a:pt x="3356" y="2402"/>
                  <a:pt x="3357" y="2403"/>
                </a:cubicBezTo>
                <a:cubicBezTo>
                  <a:pt x="3358" y="2404"/>
                  <a:pt x="3358" y="2406"/>
                  <a:pt x="3359" y="2407"/>
                </a:cubicBezTo>
                <a:cubicBezTo>
                  <a:pt x="3348" y="2405"/>
                  <a:pt x="3337" y="2404"/>
                  <a:pt x="3326" y="2403"/>
                </a:cubicBezTo>
                <a:cubicBezTo>
                  <a:pt x="3323" y="2401"/>
                  <a:pt x="3320" y="2397"/>
                  <a:pt x="3318" y="2395"/>
                </a:cubicBezTo>
                <a:cubicBezTo>
                  <a:pt x="3315" y="2392"/>
                  <a:pt x="3311" y="2389"/>
                  <a:pt x="3308" y="2387"/>
                </a:cubicBezTo>
                <a:cubicBezTo>
                  <a:pt x="3299" y="2381"/>
                  <a:pt x="3288" y="2381"/>
                  <a:pt x="3279" y="2375"/>
                </a:cubicBezTo>
                <a:cubicBezTo>
                  <a:pt x="3274" y="2371"/>
                  <a:pt x="3269" y="2379"/>
                  <a:pt x="3274" y="2383"/>
                </a:cubicBezTo>
                <a:cubicBezTo>
                  <a:pt x="3278" y="2386"/>
                  <a:pt x="3280" y="2394"/>
                  <a:pt x="3285" y="2398"/>
                </a:cubicBezTo>
                <a:lnTo>
                  <a:pt x="3289" y="2401"/>
                </a:lnTo>
                <a:lnTo>
                  <a:pt x="3278" y="2401"/>
                </a:lnTo>
                <a:cubicBezTo>
                  <a:pt x="3276" y="2400"/>
                  <a:pt x="3274" y="2398"/>
                  <a:pt x="3272" y="2397"/>
                </a:cubicBezTo>
                <a:cubicBezTo>
                  <a:pt x="3267" y="2394"/>
                  <a:pt x="3262" y="2392"/>
                  <a:pt x="3257" y="2391"/>
                </a:cubicBezTo>
                <a:cubicBezTo>
                  <a:pt x="3240" y="2385"/>
                  <a:pt x="3227" y="2365"/>
                  <a:pt x="3208" y="2367"/>
                </a:cubicBezTo>
                <a:cubicBezTo>
                  <a:pt x="3202" y="2367"/>
                  <a:pt x="3201" y="2377"/>
                  <a:pt x="3208" y="2377"/>
                </a:cubicBezTo>
                <a:cubicBezTo>
                  <a:pt x="3210" y="2377"/>
                  <a:pt x="3218" y="2388"/>
                  <a:pt x="3220" y="2390"/>
                </a:cubicBezTo>
                <a:cubicBezTo>
                  <a:pt x="3222" y="2391"/>
                  <a:pt x="3229" y="2400"/>
                  <a:pt x="3235" y="2404"/>
                </a:cubicBezTo>
                <a:lnTo>
                  <a:pt x="3224" y="2406"/>
                </a:lnTo>
                <a:lnTo>
                  <a:pt x="3223" y="2406"/>
                </a:lnTo>
                <a:cubicBezTo>
                  <a:pt x="3209" y="2403"/>
                  <a:pt x="3195" y="2397"/>
                  <a:pt x="3182" y="2390"/>
                </a:cubicBezTo>
                <a:cubicBezTo>
                  <a:pt x="3171" y="2384"/>
                  <a:pt x="3161" y="2376"/>
                  <a:pt x="3152" y="2366"/>
                </a:cubicBezTo>
                <a:lnTo>
                  <a:pt x="3151" y="2365"/>
                </a:lnTo>
                <a:cubicBezTo>
                  <a:pt x="3150" y="2364"/>
                  <a:pt x="3149" y="2365"/>
                  <a:pt x="3149" y="2365"/>
                </a:cubicBezTo>
                <a:cubicBezTo>
                  <a:pt x="3148" y="2365"/>
                  <a:pt x="3147" y="2365"/>
                  <a:pt x="3147" y="2365"/>
                </a:cubicBezTo>
                <a:cubicBezTo>
                  <a:pt x="3146" y="2366"/>
                  <a:pt x="3145" y="2366"/>
                  <a:pt x="3145" y="2367"/>
                </a:cubicBezTo>
                <a:cubicBezTo>
                  <a:pt x="3145" y="2368"/>
                  <a:pt x="3145" y="2368"/>
                  <a:pt x="3145" y="2369"/>
                </a:cubicBezTo>
                <a:cubicBezTo>
                  <a:pt x="3145" y="2370"/>
                  <a:pt x="3145" y="2370"/>
                  <a:pt x="3145" y="2371"/>
                </a:cubicBezTo>
                <a:lnTo>
                  <a:pt x="3145" y="2372"/>
                </a:lnTo>
                <a:cubicBezTo>
                  <a:pt x="3156" y="2385"/>
                  <a:pt x="3159" y="2400"/>
                  <a:pt x="3173" y="2411"/>
                </a:cubicBezTo>
                <a:lnTo>
                  <a:pt x="3178" y="2414"/>
                </a:lnTo>
                <a:lnTo>
                  <a:pt x="3169" y="2416"/>
                </a:lnTo>
                <a:cubicBezTo>
                  <a:pt x="3166" y="2416"/>
                  <a:pt x="3163" y="2418"/>
                  <a:pt x="3159" y="2419"/>
                </a:cubicBezTo>
                <a:cubicBezTo>
                  <a:pt x="3154" y="2417"/>
                  <a:pt x="3148" y="2416"/>
                  <a:pt x="3143" y="2414"/>
                </a:cubicBezTo>
                <a:cubicBezTo>
                  <a:pt x="3129" y="2410"/>
                  <a:pt x="3116" y="2404"/>
                  <a:pt x="3103" y="2397"/>
                </a:cubicBezTo>
                <a:cubicBezTo>
                  <a:pt x="3093" y="2390"/>
                  <a:pt x="3083" y="2381"/>
                  <a:pt x="3074" y="2372"/>
                </a:cubicBezTo>
                <a:cubicBezTo>
                  <a:pt x="3071" y="2369"/>
                  <a:pt x="3066" y="2375"/>
                  <a:pt x="3069" y="2378"/>
                </a:cubicBezTo>
                <a:cubicBezTo>
                  <a:pt x="3080" y="2389"/>
                  <a:pt x="3086" y="2406"/>
                  <a:pt x="3099" y="2415"/>
                </a:cubicBezTo>
                <a:cubicBezTo>
                  <a:pt x="3100" y="2415"/>
                  <a:pt x="3100" y="2415"/>
                  <a:pt x="3101" y="2416"/>
                </a:cubicBezTo>
                <a:cubicBezTo>
                  <a:pt x="3112" y="2422"/>
                  <a:pt x="3123" y="2427"/>
                  <a:pt x="3134" y="2431"/>
                </a:cubicBezTo>
                <a:cubicBezTo>
                  <a:pt x="3128" y="2434"/>
                  <a:pt x="3122" y="2439"/>
                  <a:pt x="3116" y="2443"/>
                </a:cubicBezTo>
                <a:cubicBezTo>
                  <a:pt x="3103" y="2439"/>
                  <a:pt x="3091" y="2434"/>
                  <a:pt x="3078" y="2428"/>
                </a:cubicBezTo>
                <a:cubicBezTo>
                  <a:pt x="3076" y="2427"/>
                  <a:pt x="3074" y="2426"/>
                  <a:pt x="3072" y="2425"/>
                </a:cubicBezTo>
                <a:cubicBezTo>
                  <a:pt x="3060" y="2417"/>
                  <a:pt x="3047" y="2409"/>
                  <a:pt x="3036" y="2400"/>
                </a:cubicBezTo>
                <a:cubicBezTo>
                  <a:pt x="3032" y="2397"/>
                  <a:pt x="3027" y="2402"/>
                  <a:pt x="3030" y="2406"/>
                </a:cubicBezTo>
                <a:cubicBezTo>
                  <a:pt x="3037" y="2413"/>
                  <a:pt x="3041" y="2422"/>
                  <a:pt x="3048" y="2429"/>
                </a:cubicBezTo>
                <a:cubicBezTo>
                  <a:pt x="3053" y="2433"/>
                  <a:pt x="3058" y="2437"/>
                  <a:pt x="3064" y="2441"/>
                </a:cubicBezTo>
                <a:cubicBezTo>
                  <a:pt x="3066" y="2442"/>
                  <a:pt x="3069" y="2443"/>
                  <a:pt x="3071" y="2444"/>
                </a:cubicBezTo>
                <a:lnTo>
                  <a:pt x="3071" y="2445"/>
                </a:lnTo>
                <a:cubicBezTo>
                  <a:pt x="3080" y="2449"/>
                  <a:pt x="3089" y="2453"/>
                  <a:pt x="3098" y="2454"/>
                </a:cubicBezTo>
                <a:lnTo>
                  <a:pt x="3102" y="2454"/>
                </a:lnTo>
                <a:lnTo>
                  <a:pt x="3094" y="2461"/>
                </a:lnTo>
                <a:lnTo>
                  <a:pt x="3093" y="2461"/>
                </a:lnTo>
                <a:cubicBezTo>
                  <a:pt x="3076" y="2461"/>
                  <a:pt x="3059" y="2458"/>
                  <a:pt x="3043" y="2452"/>
                </a:cubicBezTo>
                <a:cubicBezTo>
                  <a:pt x="3023" y="2440"/>
                  <a:pt x="3005" y="2425"/>
                  <a:pt x="2991" y="2406"/>
                </a:cubicBezTo>
                <a:cubicBezTo>
                  <a:pt x="2989" y="2404"/>
                  <a:pt x="2983" y="2408"/>
                  <a:pt x="2986" y="2411"/>
                </a:cubicBezTo>
                <a:cubicBezTo>
                  <a:pt x="3003" y="2431"/>
                  <a:pt x="3021" y="2449"/>
                  <a:pt x="3039" y="2467"/>
                </a:cubicBezTo>
                <a:cubicBezTo>
                  <a:pt x="3041" y="2470"/>
                  <a:pt x="3044" y="2472"/>
                  <a:pt x="3048" y="2474"/>
                </a:cubicBezTo>
                <a:cubicBezTo>
                  <a:pt x="3055" y="2478"/>
                  <a:pt x="3064" y="2481"/>
                  <a:pt x="3073" y="2481"/>
                </a:cubicBezTo>
                <a:cubicBezTo>
                  <a:pt x="3068" y="2487"/>
                  <a:pt x="3063" y="2493"/>
                  <a:pt x="3058" y="2499"/>
                </a:cubicBezTo>
                <a:cubicBezTo>
                  <a:pt x="3049" y="2497"/>
                  <a:pt x="3040" y="2495"/>
                  <a:pt x="3031" y="2491"/>
                </a:cubicBezTo>
                <a:cubicBezTo>
                  <a:pt x="3030" y="2490"/>
                  <a:pt x="3029" y="2489"/>
                  <a:pt x="3028" y="2489"/>
                </a:cubicBezTo>
                <a:cubicBezTo>
                  <a:pt x="3015" y="2481"/>
                  <a:pt x="3004" y="2473"/>
                  <a:pt x="2992" y="2464"/>
                </a:cubicBezTo>
                <a:cubicBezTo>
                  <a:pt x="2983" y="2458"/>
                  <a:pt x="2972" y="2455"/>
                  <a:pt x="2967" y="2445"/>
                </a:cubicBezTo>
                <a:cubicBezTo>
                  <a:pt x="2965" y="2441"/>
                  <a:pt x="2959" y="2445"/>
                  <a:pt x="2961" y="2449"/>
                </a:cubicBezTo>
                <a:cubicBezTo>
                  <a:pt x="2966" y="2456"/>
                  <a:pt x="2971" y="2461"/>
                  <a:pt x="2978" y="2465"/>
                </a:cubicBezTo>
                <a:cubicBezTo>
                  <a:pt x="2979" y="2466"/>
                  <a:pt x="2979" y="2466"/>
                  <a:pt x="2980" y="2466"/>
                </a:cubicBezTo>
                <a:cubicBezTo>
                  <a:pt x="2990" y="2473"/>
                  <a:pt x="3000" y="2481"/>
                  <a:pt x="3008" y="2490"/>
                </a:cubicBezTo>
                <a:cubicBezTo>
                  <a:pt x="3013" y="2495"/>
                  <a:pt x="3019" y="2500"/>
                  <a:pt x="3026" y="2504"/>
                </a:cubicBezTo>
                <a:cubicBezTo>
                  <a:pt x="3033" y="2508"/>
                  <a:pt x="3040" y="2510"/>
                  <a:pt x="3048" y="2512"/>
                </a:cubicBezTo>
                <a:lnTo>
                  <a:pt x="3040" y="2524"/>
                </a:lnTo>
                <a:cubicBezTo>
                  <a:pt x="3020" y="2518"/>
                  <a:pt x="3001" y="2512"/>
                  <a:pt x="2983" y="2504"/>
                </a:cubicBezTo>
                <a:cubicBezTo>
                  <a:pt x="2981" y="2503"/>
                  <a:pt x="2980" y="2502"/>
                  <a:pt x="2978" y="2502"/>
                </a:cubicBezTo>
                <a:cubicBezTo>
                  <a:pt x="2947" y="2483"/>
                  <a:pt x="2918" y="2461"/>
                  <a:pt x="2892" y="2435"/>
                </a:cubicBezTo>
                <a:cubicBezTo>
                  <a:pt x="2888" y="2431"/>
                  <a:pt x="2882" y="2436"/>
                  <a:pt x="2886" y="2440"/>
                </a:cubicBezTo>
                <a:cubicBezTo>
                  <a:pt x="2896" y="2456"/>
                  <a:pt x="2907" y="2470"/>
                  <a:pt x="2921" y="2483"/>
                </a:cubicBezTo>
                <a:cubicBezTo>
                  <a:pt x="2936" y="2498"/>
                  <a:pt x="2954" y="2510"/>
                  <a:pt x="2972" y="2521"/>
                </a:cubicBezTo>
                <a:cubicBezTo>
                  <a:pt x="2980" y="2525"/>
                  <a:pt x="2985" y="2532"/>
                  <a:pt x="2993" y="2533"/>
                </a:cubicBezTo>
                <a:cubicBezTo>
                  <a:pt x="3003" y="2535"/>
                  <a:pt x="3013" y="2537"/>
                  <a:pt x="3023" y="2540"/>
                </a:cubicBezTo>
                <a:cubicBezTo>
                  <a:pt x="3019" y="2539"/>
                  <a:pt x="3023" y="2540"/>
                  <a:pt x="3028" y="2541"/>
                </a:cubicBezTo>
                <a:lnTo>
                  <a:pt x="3023" y="2549"/>
                </a:lnTo>
                <a:cubicBezTo>
                  <a:pt x="3023" y="2549"/>
                  <a:pt x="3021" y="2556"/>
                  <a:pt x="3018" y="2567"/>
                </a:cubicBezTo>
                <a:cubicBezTo>
                  <a:pt x="3017" y="2566"/>
                  <a:pt x="3016" y="2565"/>
                  <a:pt x="3016" y="2565"/>
                </a:cubicBezTo>
                <a:cubicBezTo>
                  <a:pt x="3014" y="2564"/>
                  <a:pt x="3012" y="2563"/>
                  <a:pt x="3010" y="2563"/>
                </a:cubicBezTo>
                <a:cubicBezTo>
                  <a:pt x="2998" y="2562"/>
                  <a:pt x="2986" y="2559"/>
                  <a:pt x="2976" y="2554"/>
                </a:cubicBezTo>
                <a:cubicBezTo>
                  <a:pt x="2965" y="2548"/>
                  <a:pt x="2955" y="2542"/>
                  <a:pt x="2944" y="2537"/>
                </a:cubicBezTo>
                <a:cubicBezTo>
                  <a:pt x="2927" y="2528"/>
                  <a:pt x="2908" y="2524"/>
                  <a:pt x="2890" y="2517"/>
                </a:cubicBezTo>
                <a:cubicBezTo>
                  <a:pt x="2886" y="2515"/>
                  <a:pt x="2883" y="2521"/>
                  <a:pt x="2886" y="2524"/>
                </a:cubicBezTo>
                <a:cubicBezTo>
                  <a:pt x="2906" y="2539"/>
                  <a:pt x="2927" y="2553"/>
                  <a:pt x="2949" y="2566"/>
                </a:cubicBezTo>
                <a:cubicBezTo>
                  <a:pt x="2958" y="2573"/>
                  <a:pt x="2968" y="2579"/>
                  <a:pt x="2978" y="2585"/>
                </a:cubicBezTo>
                <a:lnTo>
                  <a:pt x="2979" y="2585"/>
                </a:lnTo>
                <a:cubicBezTo>
                  <a:pt x="2985" y="2588"/>
                  <a:pt x="2993" y="2589"/>
                  <a:pt x="3000" y="2589"/>
                </a:cubicBezTo>
                <a:cubicBezTo>
                  <a:pt x="3001" y="2589"/>
                  <a:pt x="3001" y="2589"/>
                  <a:pt x="3002" y="2589"/>
                </a:cubicBezTo>
                <a:cubicBezTo>
                  <a:pt x="3003" y="2590"/>
                  <a:pt x="3003" y="2590"/>
                  <a:pt x="3003" y="2590"/>
                </a:cubicBezTo>
                <a:cubicBezTo>
                  <a:pt x="3005" y="2591"/>
                  <a:pt x="3007" y="2592"/>
                  <a:pt x="3009" y="2592"/>
                </a:cubicBezTo>
                <a:cubicBezTo>
                  <a:pt x="3009" y="2592"/>
                  <a:pt x="3010" y="2591"/>
                  <a:pt x="3011" y="2591"/>
                </a:cubicBezTo>
                <a:cubicBezTo>
                  <a:pt x="3009" y="2598"/>
                  <a:pt x="3007" y="2605"/>
                  <a:pt x="3006" y="2611"/>
                </a:cubicBezTo>
                <a:cubicBezTo>
                  <a:pt x="2983" y="2602"/>
                  <a:pt x="2959" y="2594"/>
                  <a:pt x="2934" y="2589"/>
                </a:cubicBezTo>
                <a:cubicBezTo>
                  <a:pt x="2919" y="2583"/>
                  <a:pt x="2905" y="2577"/>
                  <a:pt x="2891" y="2569"/>
                </a:cubicBezTo>
                <a:cubicBezTo>
                  <a:pt x="2888" y="2568"/>
                  <a:pt x="2886" y="2567"/>
                  <a:pt x="2884" y="2566"/>
                </a:cubicBezTo>
                <a:cubicBezTo>
                  <a:pt x="2868" y="2557"/>
                  <a:pt x="2854" y="2544"/>
                  <a:pt x="2844" y="2530"/>
                </a:cubicBezTo>
                <a:cubicBezTo>
                  <a:pt x="2824" y="2505"/>
                  <a:pt x="2798" y="2492"/>
                  <a:pt x="2791" y="2458"/>
                </a:cubicBezTo>
                <a:cubicBezTo>
                  <a:pt x="2791" y="2457"/>
                  <a:pt x="2791" y="2457"/>
                  <a:pt x="2791" y="2457"/>
                </a:cubicBezTo>
                <a:cubicBezTo>
                  <a:pt x="2790" y="2456"/>
                  <a:pt x="2790" y="2456"/>
                  <a:pt x="2790" y="2456"/>
                </a:cubicBezTo>
                <a:cubicBezTo>
                  <a:pt x="2789" y="2456"/>
                  <a:pt x="2789" y="2455"/>
                  <a:pt x="2789" y="2455"/>
                </a:cubicBezTo>
                <a:cubicBezTo>
                  <a:pt x="2788" y="2455"/>
                  <a:pt x="2788" y="2456"/>
                  <a:pt x="2787" y="2456"/>
                </a:cubicBezTo>
                <a:cubicBezTo>
                  <a:pt x="2787" y="2456"/>
                  <a:pt x="2788" y="2456"/>
                  <a:pt x="2787" y="2457"/>
                </a:cubicBezTo>
                <a:cubicBezTo>
                  <a:pt x="2786" y="2458"/>
                  <a:pt x="2786" y="2457"/>
                  <a:pt x="2786" y="2458"/>
                </a:cubicBezTo>
                <a:cubicBezTo>
                  <a:pt x="2788" y="2502"/>
                  <a:pt x="2824" y="2542"/>
                  <a:pt x="2854" y="2572"/>
                </a:cubicBezTo>
                <a:lnTo>
                  <a:pt x="2860" y="2577"/>
                </a:lnTo>
                <a:lnTo>
                  <a:pt x="2858" y="2577"/>
                </a:lnTo>
                <a:cubicBezTo>
                  <a:pt x="2855" y="2575"/>
                  <a:pt x="2852" y="2573"/>
                  <a:pt x="2849" y="2572"/>
                </a:cubicBezTo>
                <a:cubicBezTo>
                  <a:pt x="2847" y="2571"/>
                  <a:pt x="2845" y="2570"/>
                  <a:pt x="2843" y="2569"/>
                </a:cubicBezTo>
                <a:cubicBezTo>
                  <a:pt x="2832" y="2563"/>
                  <a:pt x="2821" y="2556"/>
                  <a:pt x="2809" y="2550"/>
                </a:cubicBezTo>
                <a:cubicBezTo>
                  <a:pt x="2804" y="2547"/>
                  <a:pt x="2799" y="2543"/>
                  <a:pt x="2794" y="2539"/>
                </a:cubicBezTo>
                <a:cubicBezTo>
                  <a:pt x="2789" y="2535"/>
                  <a:pt x="2776" y="2536"/>
                  <a:pt x="2775" y="2526"/>
                </a:cubicBezTo>
                <a:lnTo>
                  <a:pt x="2774" y="2525"/>
                </a:lnTo>
                <a:cubicBezTo>
                  <a:pt x="2773" y="2524"/>
                  <a:pt x="2773" y="2523"/>
                  <a:pt x="2773" y="2523"/>
                </a:cubicBezTo>
                <a:cubicBezTo>
                  <a:pt x="2772" y="2523"/>
                  <a:pt x="2772" y="2523"/>
                  <a:pt x="2771" y="2523"/>
                </a:cubicBezTo>
                <a:cubicBezTo>
                  <a:pt x="2770" y="2523"/>
                  <a:pt x="2770" y="2523"/>
                  <a:pt x="2769" y="2523"/>
                </a:cubicBezTo>
                <a:cubicBezTo>
                  <a:pt x="2769" y="2523"/>
                  <a:pt x="2769" y="2524"/>
                  <a:pt x="2768" y="2525"/>
                </a:cubicBezTo>
                <a:cubicBezTo>
                  <a:pt x="2767" y="2526"/>
                  <a:pt x="2767" y="2526"/>
                  <a:pt x="2767" y="2526"/>
                </a:cubicBezTo>
                <a:cubicBezTo>
                  <a:pt x="2767" y="2527"/>
                  <a:pt x="2767" y="2528"/>
                  <a:pt x="2767" y="2529"/>
                </a:cubicBezTo>
                <a:cubicBezTo>
                  <a:pt x="2767" y="2538"/>
                  <a:pt x="2769" y="2545"/>
                  <a:pt x="2774" y="2553"/>
                </a:cubicBezTo>
                <a:cubicBezTo>
                  <a:pt x="2777" y="2557"/>
                  <a:pt x="2780" y="2562"/>
                  <a:pt x="2784" y="2566"/>
                </a:cubicBezTo>
                <a:cubicBezTo>
                  <a:pt x="2789" y="2570"/>
                  <a:pt x="2794" y="2575"/>
                  <a:pt x="2799" y="2578"/>
                </a:cubicBezTo>
                <a:cubicBezTo>
                  <a:pt x="2781" y="2579"/>
                  <a:pt x="2763" y="2582"/>
                  <a:pt x="2745" y="2586"/>
                </a:cubicBezTo>
                <a:cubicBezTo>
                  <a:pt x="2738" y="2566"/>
                  <a:pt x="2729" y="2547"/>
                  <a:pt x="2719" y="2529"/>
                </a:cubicBezTo>
                <a:cubicBezTo>
                  <a:pt x="2719" y="2529"/>
                  <a:pt x="2719" y="2528"/>
                  <a:pt x="2718" y="2528"/>
                </a:cubicBezTo>
                <a:cubicBezTo>
                  <a:pt x="2711" y="2515"/>
                  <a:pt x="2707" y="2500"/>
                  <a:pt x="2706" y="2485"/>
                </a:cubicBezTo>
                <a:cubicBezTo>
                  <a:pt x="2707" y="2483"/>
                  <a:pt x="2707" y="2481"/>
                  <a:pt x="2707" y="2479"/>
                </a:cubicBezTo>
                <a:cubicBezTo>
                  <a:pt x="2707" y="2477"/>
                  <a:pt x="2707" y="2475"/>
                  <a:pt x="2706" y="2473"/>
                </a:cubicBezTo>
                <a:cubicBezTo>
                  <a:pt x="2706" y="2464"/>
                  <a:pt x="2707" y="2454"/>
                  <a:pt x="2709" y="2445"/>
                </a:cubicBezTo>
                <a:cubicBezTo>
                  <a:pt x="2710" y="2444"/>
                  <a:pt x="2711" y="2442"/>
                  <a:pt x="2712" y="2441"/>
                </a:cubicBezTo>
                <a:cubicBezTo>
                  <a:pt x="2720" y="2430"/>
                  <a:pt x="2727" y="2418"/>
                  <a:pt x="2734" y="2407"/>
                </a:cubicBezTo>
                <a:cubicBezTo>
                  <a:pt x="2746" y="2385"/>
                  <a:pt x="2757" y="2362"/>
                  <a:pt x="2766" y="2339"/>
                </a:cubicBezTo>
                <a:moveTo>
                  <a:pt x="2800" y="2238"/>
                </a:moveTo>
                <a:cubicBezTo>
                  <a:pt x="2800" y="2242"/>
                  <a:pt x="2800" y="2246"/>
                  <a:pt x="2801" y="2250"/>
                </a:cubicBezTo>
                <a:cubicBezTo>
                  <a:pt x="2801" y="2251"/>
                  <a:pt x="2802" y="2253"/>
                  <a:pt x="2802" y="2254"/>
                </a:cubicBezTo>
                <a:cubicBezTo>
                  <a:pt x="2803" y="2256"/>
                  <a:pt x="2804" y="2257"/>
                  <a:pt x="2806" y="2258"/>
                </a:cubicBezTo>
                <a:cubicBezTo>
                  <a:pt x="2798" y="2267"/>
                  <a:pt x="2791" y="2277"/>
                  <a:pt x="2785" y="2287"/>
                </a:cubicBezTo>
                <a:cubicBezTo>
                  <a:pt x="2790" y="2271"/>
                  <a:pt x="2795" y="2255"/>
                  <a:pt x="2800" y="2238"/>
                </a:cubicBezTo>
                <a:moveTo>
                  <a:pt x="3627" y="2659"/>
                </a:moveTo>
                <a:cubicBezTo>
                  <a:pt x="3655" y="2711"/>
                  <a:pt x="3649" y="2768"/>
                  <a:pt x="3656" y="2824"/>
                </a:cubicBezTo>
                <a:cubicBezTo>
                  <a:pt x="3639" y="2825"/>
                  <a:pt x="3623" y="2827"/>
                  <a:pt x="3607" y="2830"/>
                </a:cubicBezTo>
                <a:cubicBezTo>
                  <a:pt x="3579" y="2836"/>
                  <a:pt x="3552" y="2846"/>
                  <a:pt x="3527" y="2859"/>
                </a:cubicBezTo>
                <a:cubicBezTo>
                  <a:pt x="3527" y="2857"/>
                  <a:pt x="3528" y="2855"/>
                  <a:pt x="3529" y="2854"/>
                </a:cubicBezTo>
                <a:cubicBezTo>
                  <a:pt x="3529" y="2853"/>
                  <a:pt x="3530" y="2852"/>
                  <a:pt x="3530" y="2852"/>
                </a:cubicBezTo>
                <a:cubicBezTo>
                  <a:pt x="3535" y="2847"/>
                  <a:pt x="3527" y="2840"/>
                  <a:pt x="3522" y="2845"/>
                </a:cubicBezTo>
                <a:cubicBezTo>
                  <a:pt x="3518" y="2849"/>
                  <a:pt x="3514" y="2854"/>
                  <a:pt x="3511" y="2859"/>
                </a:cubicBezTo>
                <a:cubicBezTo>
                  <a:pt x="3508" y="2863"/>
                  <a:pt x="3505" y="2865"/>
                  <a:pt x="3502" y="2868"/>
                </a:cubicBezTo>
                <a:cubicBezTo>
                  <a:pt x="3498" y="2872"/>
                  <a:pt x="3494" y="2876"/>
                  <a:pt x="3491" y="2880"/>
                </a:cubicBezTo>
                <a:cubicBezTo>
                  <a:pt x="3491" y="2881"/>
                  <a:pt x="3491" y="2881"/>
                  <a:pt x="3491" y="2881"/>
                </a:cubicBezTo>
                <a:lnTo>
                  <a:pt x="3491" y="2882"/>
                </a:lnTo>
                <a:cubicBezTo>
                  <a:pt x="3466" y="2901"/>
                  <a:pt x="3444" y="2923"/>
                  <a:pt x="3425" y="2948"/>
                </a:cubicBezTo>
                <a:cubicBezTo>
                  <a:pt x="3415" y="2961"/>
                  <a:pt x="3407" y="2974"/>
                  <a:pt x="3399" y="2987"/>
                </a:cubicBezTo>
                <a:cubicBezTo>
                  <a:pt x="3393" y="2998"/>
                  <a:pt x="3387" y="3009"/>
                  <a:pt x="3382" y="3020"/>
                </a:cubicBezTo>
                <a:cubicBezTo>
                  <a:pt x="3381" y="3013"/>
                  <a:pt x="3380" y="3006"/>
                  <a:pt x="3378" y="2999"/>
                </a:cubicBezTo>
                <a:cubicBezTo>
                  <a:pt x="3380" y="2998"/>
                  <a:pt x="3381" y="2998"/>
                  <a:pt x="3382" y="2997"/>
                </a:cubicBezTo>
                <a:cubicBezTo>
                  <a:pt x="3384" y="2996"/>
                  <a:pt x="3385" y="2995"/>
                  <a:pt x="3387" y="2993"/>
                </a:cubicBezTo>
                <a:cubicBezTo>
                  <a:pt x="3401" y="2974"/>
                  <a:pt x="3412" y="2952"/>
                  <a:pt x="3426" y="2932"/>
                </a:cubicBezTo>
                <a:cubicBezTo>
                  <a:pt x="3436" y="2917"/>
                  <a:pt x="3447" y="2904"/>
                  <a:pt x="3459" y="2891"/>
                </a:cubicBezTo>
                <a:cubicBezTo>
                  <a:pt x="3470" y="2879"/>
                  <a:pt x="3477" y="2863"/>
                  <a:pt x="3487" y="2850"/>
                </a:cubicBezTo>
                <a:cubicBezTo>
                  <a:pt x="3490" y="2847"/>
                  <a:pt x="3486" y="2843"/>
                  <a:pt x="3483" y="2846"/>
                </a:cubicBezTo>
                <a:cubicBezTo>
                  <a:pt x="3461" y="2869"/>
                  <a:pt x="3445" y="2895"/>
                  <a:pt x="3422" y="2916"/>
                </a:cubicBezTo>
                <a:cubicBezTo>
                  <a:pt x="3403" y="2931"/>
                  <a:pt x="3386" y="2947"/>
                  <a:pt x="3370" y="2964"/>
                </a:cubicBezTo>
                <a:cubicBezTo>
                  <a:pt x="3370" y="2961"/>
                  <a:pt x="3368" y="2957"/>
                  <a:pt x="3367" y="2953"/>
                </a:cubicBezTo>
                <a:cubicBezTo>
                  <a:pt x="3368" y="2953"/>
                  <a:pt x="3369" y="2953"/>
                  <a:pt x="3369" y="2953"/>
                </a:cubicBezTo>
                <a:cubicBezTo>
                  <a:pt x="3371" y="2951"/>
                  <a:pt x="3372" y="2948"/>
                  <a:pt x="3374" y="2947"/>
                </a:cubicBezTo>
                <a:cubicBezTo>
                  <a:pt x="3374" y="2946"/>
                  <a:pt x="3375" y="2946"/>
                  <a:pt x="3375" y="2946"/>
                </a:cubicBezTo>
                <a:cubicBezTo>
                  <a:pt x="3377" y="2943"/>
                  <a:pt x="3381" y="2941"/>
                  <a:pt x="3384" y="2939"/>
                </a:cubicBezTo>
                <a:cubicBezTo>
                  <a:pt x="3386" y="2936"/>
                  <a:pt x="3388" y="2933"/>
                  <a:pt x="3390" y="2930"/>
                </a:cubicBezTo>
                <a:cubicBezTo>
                  <a:pt x="3399" y="2916"/>
                  <a:pt x="3410" y="2904"/>
                  <a:pt x="3423" y="2893"/>
                </a:cubicBezTo>
                <a:cubicBezTo>
                  <a:pt x="3427" y="2890"/>
                  <a:pt x="3422" y="2882"/>
                  <a:pt x="3417" y="2885"/>
                </a:cubicBezTo>
                <a:cubicBezTo>
                  <a:pt x="3406" y="2893"/>
                  <a:pt x="3397" y="2905"/>
                  <a:pt x="3387" y="2912"/>
                </a:cubicBezTo>
                <a:cubicBezTo>
                  <a:pt x="3381" y="2917"/>
                  <a:pt x="3376" y="2921"/>
                  <a:pt x="3370" y="2924"/>
                </a:cubicBezTo>
                <a:cubicBezTo>
                  <a:pt x="3367" y="2926"/>
                  <a:pt x="3364" y="2927"/>
                  <a:pt x="3361" y="2929"/>
                </a:cubicBezTo>
                <a:lnTo>
                  <a:pt x="3360" y="2930"/>
                </a:lnTo>
                <a:cubicBezTo>
                  <a:pt x="3358" y="2925"/>
                  <a:pt x="3356" y="2920"/>
                  <a:pt x="3354" y="2914"/>
                </a:cubicBezTo>
                <a:lnTo>
                  <a:pt x="3355" y="2914"/>
                </a:lnTo>
                <a:cubicBezTo>
                  <a:pt x="3356" y="2914"/>
                  <a:pt x="3357" y="2914"/>
                  <a:pt x="3357" y="2914"/>
                </a:cubicBezTo>
                <a:cubicBezTo>
                  <a:pt x="3370" y="2910"/>
                  <a:pt x="3376" y="2892"/>
                  <a:pt x="3383" y="2881"/>
                </a:cubicBezTo>
                <a:cubicBezTo>
                  <a:pt x="3389" y="2869"/>
                  <a:pt x="3397" y="2853"/>
                  <a:pt x="3405" y="2839"/>
                </a:cubicBezTo>
                <a:lnTo>
                  <a:pt x="3405" y="2838"/>
                </a:lnTo>
                <a:lnTo>
                  <a:pt x="3405" y="2837"/>
                </a:lnTo>
                <a:cubicBezTo>
                  <a:pt x="3404" y="2836"/>
                  <a:pt x="3403" y="2837"/>
                  <a:pt x="3403" y="2836"/>
                </a:cubicBezTo>
                <a:cubicBezTo>
                  <a:pt x="3402" y="2835"/>
                  <a:pt x="3402" y="2835"/>
                  <a:pt x="3402" y="2835"/>
                </a:cubicBezTo>
                <a:cubicBezTo>
                  <a:pt x="3401" y="2835"/>
                  <a:pt x="3401" y="2835"/>
                  <a:pt x="3400" y="2836"/>
                </a:cubicBezTo>
                <a:cubicBezTo>
                  <a:pt x="3393" y="2847"/>
                  <a:pt x="3386" y="2856"/>
                  <a:pt x="3378" y="2865"/>
                </a:cubicBezTo>
                <a:cubicBezTo>
                  <a:pt x="3366" y="2874"/>
                  <a:pt x="3355" y="2886"/>
                  <a:pt x="3347" y="2898"/>
                </a:cubicBezTo>
                <a:cubicBezTo>
                  <a:pt x="3342" y="2888"/>
                  <a:pt x="3337" y="2878"/>
                  <a:pt x="3332" y="2868"/>
                </a:cubicBezTo>
                <a:cubicBezTo>
                  <a:pt x="3331" y="2868"/>
                  <a:pt x="3331" y="2867"/>
                  <a:pt x="3331" y="2867"/>
                </a:cubicBezTo>
                <a:cubicBezTo>
                  <a:pt x="3339" y="2857"/>
                  <a:pt x="3346" y="2847"/>
                  <a:pt x="3353" y="2838"/>
                </a:cubicBezTo>
                <a:cubicBezTo>
                  <a:pt x="3360" y="2826"/>
                  <a:pt x="3369" y="2814"/>
                  <a:pt x="3378" y="2803"/>
                </a:cubicBezTo>
                <a:cubicBezTo>
                  <a:pt x="3386" y="2795"/>
                  <a:pt x="3388" y="2782"/>
                  <a:pt x="3398" y="2775"/>
                </a:cubicBezTo>
                <a:lnTo>
                  <a:pt x="3399" y="2774"/>
                </a:lnTo>
                <a:cubicBezTo>
                  <a:pt x="3399" y="2773"/>
                  <a:pt x="3400" y="2773"/>
                  <a:pt x="3400" y="2772"/>
                </a:cubicBezTo>
                <a:cubicBezTo>
                  <a:pt x="3400" y="2772"/>
                  <a:pt x="3399" y="2771"/>
                  <a:pt x="3399" y="2770"/>
                </a:cubicBezTo>
                <a:lnTo>
                  <a:pt x="3398" y="2769"/>
                </a:lnTo>
                <a:cubicBezTo>
                  <a:pt x="3397" y="2769"/>
                  <a:pt x="3397" y="2769"/>
                  <a:pt x="3396" y="2769"/>
                </a:cubicBezTo>
                <a:cubicBezTo>
                  <a:pt x="3395" y="2769"/>
                  <a:pt x="3395" y="2769"/>
                  <a:pt x="3394" y="2769"/>
                </a:cubicBezTo>
                <a:cubicBezTo>
                  <a:pt x="3385" y="2774"/>
                  <a:pt x="3383" y="2776"/>
                  <a:pt x="3379" y="2784"/>
                </a:cubicBezTo>
                <a:cubicBezTo>
                  <a:pt x="3373" y="2799"/>
                  <a:pt x="3359" y="2807"/>
                  <a:pt x="3349" y="2818"/>
                </a:cubicBezTo>
                <a:cubicBezTo>
                  <a:pt x="3344" y="2824"/>
                  <a:pt x="3336" y="2831"/>
                  <a:pt x="3332" y="2838"/>
                </a:cubicBezTo>
                <a:cubicBezTo>
                  <a:pt x="3327" y="2845"/>
                  <a:pt x="3325" y="2847"/>
                  <a:pt x="3322" y="2852"/>
                </a:cubicBezTo>
                <a:cubicBezTo>
                  <a:pt x="3318" y="2846"/>
                  <a:pt x="3314" y="2840"/>
                  <a:pt x="3309" y="2834"/>
                </a:cubicBezTo>
                <a:cubicBezTo>
                  <a:pt x="3314" y="2827"/>
                  <a:pt x="3319" y="2819"/>
                  <a:pt x="3323" y="2812"/>
                </a:cubicBezTo>
                <a:cubicBezTo>
                  <a:pt x="3324" y="2810"/>
                  <a:pt x="3325" y="2809"/>
                  <a:pt x="3326" y="2808"/>
                </a:cubicBezTo>
                <a:cubicBezTo>
                  <a:pt x="3330" y="2801"/>
                  <a:pt x="3336" y="2794"/>
                  <a:pt x="3340" y="2787"/>
                </a:cubicBezTo>
                <a:cubicBezTo>
                  <a:pt x="3341" y="2786"/>
                  <a:pt x="3341" y="2785"/>
                  <a:pt x="3341" y="2785"/>
                </a:cubicBezTo>
                <a:cubicBezTo>
                  <a:pt x="3344" y="2780"/>
                  <a:pt x="3348" y="2775"/>
                  <a:pt x="3353" y="2772"/>
                </a:cubicBezTo>
                <a:cubicBezTo>
                  <a:pt x="3357" y="2770"/>
                  <a:pt x="3353" y="2764"/>
                  <a:pt x="3350" y="2765"/>
                </a:cubicBezTo>
                <a:cubicBezTo>
                  <a:pt x="3338" y="2770"/>
                  <a:pt x="3328" y="2785"/>
                  <a:pt x="3319" y="2794"/>
                </a:cubicBezTo>
                <a:cubicBezTo>
                  <a:pt x="3311" y="2802"/>
                  <a:pt x="3303" y="2810"/>
                  <a:pt x="3297" y="2820"/>
                </a:cubicBezTo>
                <a:lnTo>
                  <a:pt x="3290" y="2812"/>
                </a:lnTo>
                <a:cubicBezTo>
                  <a:pt x="3293" y="2808"/>
                  <a:pt x="3295" y="2804"/>
                  <a:pt x="3298" y="2799"/>
                </a:cubicBezTo>
                <a:cubicBezTo>
                  <a:pt x="3302" y="2791"/>
                  <a:pt x="3306" y="2783"/>
                  <a:pt x="3309" y="2774"/>
                </a:cubicBezTo>
                <a:cubicBezTo>
                  <a:pt x="3310" y="2774"/>
                  <a:pt x="3310" y="2774"/>
                  <a:pt x="3310" y="2774"/>
                </a:cubicBezTo>
                <a:cubicBezTo>
                  <a:pt x="3323" y="2751"/>
                  <a:pt x="3339" y="2729"/>
                  <a:pt x="3358" y="2709"/>
                </a:cubicBezTo>
                <a:cubicBezTo>
                  <a:pt x="3361" y="2706"/>
                  <a:pt x="3355" y="2700"/>
                  <a:pt x="3352" y="2703"/>
                </a:cubicBezTo>
                <a:cubicBezTo>
                  <a:pt x="3335" y="2719"/>
                  <a:pt x="3319" y="2736"/>
                  <a:pt x="3304" y="2755"/>
                </a:cubicBezTo>
                <a:cubicBezTo>
                  <a:pt x="3297" y="2763"/>
                  <a:pt x="3291" y="2772"/>
                  <a:pt x="3284" y="2781"/>
                </a:cubicBezTo>
                <a:cubicBezTo>
                  <a:pt x="3282" y="2784"/>
                  <a:pt x="3278" y="2793"/>
                  <a:pt x="3275" y="2796"/>
                </a:cubicBezTo>
                <a:cubicBezTo>
                  <a:pt x="3270" y="2791"/>
                  <a:pt x="3264" y="2785"/>
                  <a:pt x="3259" y="2780"/>
                </a:cubicBezTo>
                <a:cubicBezTo>
                  <a:pt x="3261" y="2779"/>
                  <a:pt x="3262" y="2778"/>
                  <a:pt x="3263" y="2776"/>
                </a:cubicBezTo>
                <a:cubicBezTo>
                  <a:pt x="3267" y="2769"/>
                  <a:pt x="3269" y="2760"/>
                  <a:pt x="3271" y="2752"/>
                </a:cubicBezTo>
                <a:cubicBezTo>
                  <a:pt x="3273" y="2746"/>
                  <a:pt x="3275" y="2741"/>
                  <a:pt x="3278" y="2736"/>
                </a:cubicBezTo>
                <a:cubicBezTo>
                  <a:pt x="3281" y="2730"/>
                  <a:pt x="3286" y="2724"/>
                  <a:pt x="3291" y="2719"/>
                </a:cubicBezTo>
                <a:cubicBezTo>
                  <a:pt x="3294" y="2717"/>
                  <a:pt x="3289" y="2712"/>
                  <a:pt x="3286" y="2714"/>
                </a:cubicBezTo>
                <a:cubicBezTo>
                  <a:pt x="3276" y="2722"/>
                  <a:pt x="3266" y="2730"/>
                  <a:pt x="3257" y="2739"/>
                </a:cubicBezTo>
                <a:cubicBezTo>
                  <a:pt x="3253" y="2743"/>
                  <a:pt x="3250" y="2748"/>
                  <a:pt x="3247" y="2753"/>
                </a:cubicBezTo>
                <a:cubicBezTo>
                  <a:pt x="3245" y="2757"/>
                  <a:pt x="3243" y="2761"/>
                  <a:pt x="3241" y="2765"/>
                </a:cubicBezTo>
                <a:lnTo>
                  <a:pt x="3227" y="2752"/>
                </a:lnTo>
                <a:cubicBezTo>
                  <a:pt x="3229" y="2751"/>
                  <a:pt x="3230" y="2749"/>
                  <a:pt x="3232" y="2747"/>
                </a:cubicBezTo>
                <a:cubicBezTo>
                  <a:pt x="3233" y="2745"/>
                  <a:pt x="3233" y="2743"/>
                  <a:pt x="3233" y="2740"/>
                </a:cubicBezTo>
                <a:cubicBezTo>
                  <a:pt x="3233" y="2739"/>
                  <a:pt x="3233" y="2737"/>
                  <a:pt x="3233" y="2736"/>
                </a:cubicBezTo>
                <a:cubicBezTo>
                  <a:pt x="3227" y="2716"/>
                  <a:pt x="3251" y="2699"/>
                  <a:pt x="3261" y="2686"/>
                </a:cubicBezTo>
                <a:cubicBezTo>
                  <a:pt x="3264" y="2682"/>
                  <a:pt x="3259" y="2674"/>
                  <a:pt x="3254" y="2678"/>
                </a:cubicBezTo>
                <a:cubicBezTo>
                  <a:pt x="3242" y="2687"/>
                  <a:pt x="3229" y="2693"/>
                  <a:pt x="3218" y="2702"/>
                </a:cubicBezTo>
                <a:cubicBezTo>
                  <a:pt x="3215" y="2705"/>
                  <a:pt x="3211" y="2708"/>
                  <a:pt x="3209" y="2712"/>
                </a:cubicBezTo>
                <a:cubicBezTo>
                  <a:pt x="3205" y="2717"/>
                  <a:pt x="3204" y="2725"/>
                  <a:pt x="3204" y="2731"/>
                </a:cubicBezTo>
                <a:cubicBezTo>
                  <a:pt x="3204" y="2732"/>
                  <a:pt x="3204" y="2732"/>
                  <a:pt x="3204" y="2733"/>
                </a:cubicBezTo>
                <a:lnTo>
                  <a:pt x="3191" y="2723"/>
                </a:lnTo>
                <a:cubicBezTo>
                  <a:pt x="3191" y="2721"/>
                  <a:pt x="3191" y="2720"/>
                  <a:pt x="3191" y="2719"/>
                </a:cubicBezTo>
                <a:cubicBezTo>
                  <a:pt x="3191" y="2718"/>
                  <a:pt x="3191" y="2717"/>
                  <a:pt x="3191" y="2716"/>
                </a:cubicBezTo>
                <a:cubicBezTo>
                  <a:pt x="3187" y="2700"/>
                  <a:pt x="3213" y="2670"/>
                  <a:pt x="3224" y="2657"/>
                </a:cubicBezTo>
                <a:cubicBezTo>
                  <a:pt x="3234" y="2645"/>
                  <a:pt x="3245" y="2634"/>
                  <a:pt x="3257" y="2624"/>
                </a:cubicBezTo>
                <a:cubicBezTo>
                  <a:pt x="3261" y="2621"/>
                  <a:pt x="3254" y="2614"/>
                  <a:pt x="3250" y="2618"/>
                </a:cubicBezTo>
                <a:cubicBezTo>
                  <a:pt x="3245" y="2621"/>
                  <a:pt x="3235" y="2626"/>
                  <a:pt x="3228" y="2632"/>
                </a:cubicBezTo>
                <a:cubicBezTo>
                  <a:pt x="3216" y="2641"/>
                  <a:pt x="3205" y="2652"/>
                  <a:pt x="3195" y="2663"/>
                </a:cubicBezTo>
                <a:cubicBezTo>
                  <a:pt x="3186" y="2672"/>
                  <a:pt x="3179" y="2681"/>
                  <a:pt x="3173" y="2691"/>
                </a:cubicBezTo>
                <a:cubicBezTo>
                  <a:pt x="3170" y="2696"/>
                  <a:pt x="3168" y="2700"/>
                  <a:pt x="3166" y="2705"/>
                </a:cubicBezTo>
                <a:lnTo>
                  <a:pt x="3156" y="2698"/>
                </a:lnTo>
                <a:cubicBezTo>
                  <a:pt x="3156" y="2697"/>
                  <a:pt x="3156" y="2696"/>
                  <a:pt x="3156" y="2695"/>
                </a:cubicBezTo>
                <a:cubicBezTo>
                  <a:pt x="3156" y="2694"/>
                  <a:pt x="3156" y="2693"/>
                  <a:pt x="3156" y="2692"/>
                </a:cubicBezTo>
                <a:cubicBezTo>
                  <a:pt x="3156" y="2688"/>
                  <a:pt x="3156" y="2684"/>
                  <a:pt x="3156" y="2680"/>
                </a:cubicBezTo>
                <a:cubicBezTo>
                  <a:pt x="3156" y="2676"/>
                  <a:pt x="3158" y="2673"/>
                  <a:pt x="3159" y="2669"/>
                </a:cubicBezTo>
                <a:cubicBezTo>
                  <a:pt x="3162" y="2662"/>
                  <a:pt x="3164" y="2656"/>
                  <a:pt x="3168" y="2650"/>
                </a:cubicBezTo>
                <a:cubicBezTo>
                  <a:pt x="3170" y="2646"/>
                  <a:pt x="3174" y="2641"/>
                  <a:pt x="3177" y="2637"/>
                </a:cubicBezTo>
                <a:cubicBezTo>
                  <a:pt x="3180" y="2632"/>
                  <a:pt x="3174" y="2627"/>
                  <a:pt x="3170" y="2631"/>
                </a:cubicBezTo>
                <a:cubicBezTo>
                  <a:pt x="3160" y="2639"/>
                  <a:pt x="3150" y="2648"/>
                  <a:pt x="3142" y="2658"/>
                </a:cubicBezTo>
                <a:cubicBezTo>
                  <a:pt x="3140" y="2660"/>
                  <a:pt x="3139" y="2661"/>
                  <a:pt x="3138" y="2663"/>
                </a:cubicBezTo>
                <a:cubicBezTo>
                  <a:pt x="3135" y="2669"/>
                  <a:pt x="3133" y="2674"/>
                  <a:pt x="3131" y="2680"/>
                </a:cubicBezTo>
                <a:lnTo>
                  <a:pt x="3118" y="2671"/>
                </a:lnTo>
                <a:cubicBezTo>
                  <a:pt x="3118" y="2669"/>
                  <a:pt x="3119" y="2667"/>
                  <a:pt x="3119" y="2665"/>
                </a:cubicBezTo>
                <a:cubicBezTo>
                  <a:pt x="3122" y="2656"/>
                  <a:pt x="3126" y="2648"/>
                  <a:pt x="3131" y="2640"/>
                </a:cubicBezTo>
                <a:lnTo>
                  <a:pt x="3131" y="2639"/>
                </a:lnTo>
                <a:cubicBezTo>
                  <a:pt x="3133" y="2633"/>
                  <a:pt x="3135" y="2627"/>
                  <a:pt x="3139" y="2621"/>
                </a:cubicBezTo>
                <a:cubicBezTo>
                  <a:pt x="3146" y="2609"/>
                  <a:pt x="3157" y="2598"/>
                  <a:pt x="3168" y="2590"/>
                </a:cubicBezTo>
                <a:cubicBezTo>
                  <a:pt x="3174" y="2587"/>
                  <a:pt x="3169" y="2579"/>
                  <a:pt x="3164" y="2582"/>
                </a:cubicBezTo>
                <a:cubicBezTo>
                  <a:pt x="3163" y="2582"/>
                  <a:pt x="3161" y="2583"/>
                  <a:pt x="3160" y="2584"/>
                </a:cubicBezTo>
                <a:cubicBezTo>
                  <a:pt x="3154" y="2587"/>
                  <a:pt x="3149" y="2591"/>
                  <a:pt x="3145" y="2595"/>
                </a:cubicBezTo>
                <a:cubicBezTo>
                  <a:pt x="3136" y="2600"/>
                  <a:pt x="3127" y="2607"/>
                  <a:pt x="3120" y="2614"/>
                </a:cubicBezTo>
                <a:cubicBezTo>
                  <a:pt x="3114" y="2621"/>
                  <a:pt x="3109" y="2628"/>
                  <a:pt x="3105" y="2636"/>
                </a:cubicBezTo>
                <a:cubicBezTo>
                  <a:pt x="3101" y="2642"/>
                  <a:pt x="3098" y="2649"/>
                  <a:pt x="3095" y="2656"/>
                </a:cubicBezTo>
                <a:lnTo>
                  <a:pt x="3089" y="2651"/>
                </a:lnTo>
                <a:cubicBezTo>
                  <a:pt x="3089" y="2651"/>
                  <a:pt x="3090" y="2651"/>
                  <a:pt x="3091" y="2650"/>
                </a:cubicBezTo>
                <a:cubicBezTo>
                  <a:pt x="3093" y="2649"/>
                  <a:pt x="3094" y="2648"/>
                  <a:pt x="3095" y="2646"/>
                </a:cubicBezTo>
                <a:cubicBezTo>
                  <a:pt x="3096" y="2644"/>
                  <a:pt x="3097" y="2642"/>
                  <a:pt x="3097" y="2640"/>
                </a:cubicBezTo>
                <a:cubicBezTo>
                  <a:pt x="3097" y="2639"/>
                  <a:pt x="3097" y="2639"/>
                  <a:pt x="3097" y="2638"/>
                </a:cubicBezTo>
                <a:cubicBezTo>
                  <a:pt x="3097" y="2636"/>
                  <a:pt x="3096" y="2633"/>
                  <a:pt x="3096" y="2630"/>
                </a:cubicBezTo>
                <a:cubicBezTo>
                  <a:pt x="3096" y="2621"/>
                  <a:pt x="3098" y="2611"/>
                  <a:pt x="3102" y="2603"/>
                </a:cubicBezTo>
                <a:cubicBezTo>
                  <a:pt x="3104" y="2594"/>
                  <a:pt x="3107" y="2587"/>
                  <a:pt x="3112" y="2579"/>
                </a:cubicBezTo>
                <a:cubicBezTo>
                  <a:pt x="3113" y="2578"/>
                  <a:pt x="3114" y="2576"/>
                  <a:pt x="3115" y="2574"/>
                </a:cubicBezTo>
                <a:cubicBezTo>
                  <a:pt x="3118" y="2571"/>
                  <a:pt x="3112" y="2566"/>
                  <a:pt x="3109" y="2569"/>
                </a:cubicBezTo>
                <a:cubicBezTo>
                  <a:pt x="3105" y="2572"/>
                  <a:pt x="3102" y="2575"/>
                  <a:pt x="3100" y="2579"/>
                </a:cubicBezTo>
                <a:cubicBezTo>
                  <a:pt x="3094" y="2589"/>
                  <a:pt x="3084" y="2594"/>
                  <a:pt x="3079" y="2603"/>
                </a:cubicBezTo>
                <a:cubicBezTo>
                  <a:pt x="3079" y="2604"/>
                  <a:pt x="3078" y="2605"/>
                  <a:pt x="3078" y="2605"/>
                </a:cubicBezTo>
                <a:cubicBezTo>
                  <a:pt x="3073" y="2613"/>
                  <a:pt x="3071" y="2622"/>
                  <a:pt x="3071" y="2631"/>
                </a:cubicBezTo>
                <a:cubicBezTo>
                  <a:pt x="3071" y="2634"/>
                  <a:pt x="3071" y="2638"/>
                  <a:pt x="3072" y="2641"/>
                </a:cubicBezTo>
                <a:cubicBezTo>
                  <a:pt x="3066" y="2637"/>
                  <a:pt x="3060" y="2634"/>
                  <a:pt x="3052" y="2630"/>
                </a:cubicBezTo>
                <a:cubicBezTo>
                  <a:pt x="3053" y="2630"/>
                  <a:pt x="3054" y="2630"/>
                  <a:pt x="3055" y="2629"/>
                </a:cubicBezTo>
                <a:cubicBezTo>
                  <a:pt x="3057" y="2628"/>
                  <a:pt x="3058" y="2627"/>
                  <a:pt x="3059" y="2625"/>
                </a:cubicBezTo>
                <a:cubicBezTo>
                  <a:pt x="3060" y="2623"/>
                  <a:pt x="3061" y="2621"/>
                  <a:pt x="3061" y="2619"/>
                </a:cubicBezTo>
                <a:lnTo>
                  <a:pt x="3061" y="2618"/>
                </a:lnTo>
                <a:cubicBezTo>
                  <a:pt x="3062" y="2610"/>
                  <a:pt x="3063" y="2602"/>
                  <a:pt x="3065" y="2595"/>
                </a:cubicBezTo>
                <a:cubicBezTo>
                  <a:pt x="3065" y="2588"/>
                  <a:pt x="3064" y="2575"/>
                  <a:pt x="3070" y="2571"/>
                </a:cubicBezTo>
                <a:cubicBezTo>
                  <a:pt x="3072" y="2569"/>
                  <a:pt x="3072" y="2566"/>
                  <a:pt x="3069" y="2566"/>
                </a:cubicBezTo>
                <a:cubicBezTo>
                  <a:pt x="3061" y="2567"/>
                  <a:pt x="3058" y="2575"/>
                  <a:pt x="3054" y="2581"/>
                </a:cubicBezTo>
                <a:cubicBezTo>
                  <a:pt x="3049" y="2586"/>
                  <a:pt x="3045" y="2592"/>
                  <a:pt x="3041" y="2598"/>
                </a:cubicBezTo>
                <a:cubicBezTo>
                  <a:pt x="3037" y="2604"/>
                  <a:pt x="3036" y="2611"/>
                  <a:pt x="3036" y="2618"/>
                </a:cubicBezTo>
                <a:cubicBezTo>
                  <a:pt x="3036" y="2619"/>
                  <a:pt x="3036" y="2620"/>
                  <a:pt x="3036" y="2621"/>
                </a:cubicBezTo>
                <a:cubicBezTo>
                  <a:pt x="3036" y="2622"/>
                  <a:pt x="3036" y="2622"/>
                  <a:pt x="3036" y="2622"/>
                </a:cubicBezTo>
                <a:lnTo>
                  <a:pt x="3021" y="2616"/>
                </a:lnTo>
                <a:cubicBezTo>
                  <a:pt x="3063" y="2406"/>
                  <a:pt x="3372" y="2382"/>
                  <a:pt x="3507" y="2511"/>
                </a:cubicBezTo>
                <a:cubicBezTo>
                  <a:pt x="3527" y="2531"/>
                  <a:pt x="3551" y="2540"/>
                  <a:pt x="3570" y="2562"/>
                </a:cubicBezTo>
                <a:cubicBezTo>
                  <a:pt x="3582" y="2578"/>
                  <a:pt x="3594" y="2596"/>
                  <a:pt x="3604" y="2613"/>
                </a:cubicBezTo>
                <a:cubicBezTo>
                  <a:pt x="3612" y="2628"/>
                  <a:pt x="3620" y="2644"/>
                  <a:pt x="3627" y="2659"/>
                </a:cubicBezTo>
                <a:moveTo>
                  <a:pt x="3160" y="3183"/>
                </a:moveTo>
                <a:cubicBezTo>
                  <a:pt x="3139" y="3213"/>
                  <a:pt x="3101" y="3234"/>
                  <a:pt x="3077" y="3263"/>
                </a:cubicBezTo>
                <a:cubicBezTo>
                  <a:pt x="3074" y="3267"/>
                  <a:pt x="3071" y="3272"/>
                  <a:pt x="3067" y="3278"/>
                </a:cubicBezTo>
                <a:cubicBezTo>
                  <a:pt x="3057" y="3295"/>
                  <a:pt x="3051" y="3315"/>
                  <a:pt x="3049" y="3335"/>
                </a:cubicBezTo>
                <a:cubicBezTo>
                  <a:pt x="3048" y="3336"/>
                  <a:pt x="3048" y="3336"/>
                  <a:pt x="3048" y="3337"/>
                </a:cubicBezTo>
                <a:cubicBezTo>
                  <a:pt x="3048" y="3338"/>
                  <a:pt x="3048" y="3339"/>
                  <a:pt x="3049" y="3339"/>
                </a:cubicBezTo>
                <a:cubicBezTo>
                  <a:pt x="3048" y="3334"/>
                  <a:pt x="3047" y="3329"/>
                  <a:pt x="3045" y="3325"/>
                </a:cubicBezTo>
                <a:cubicBezTo>
                  <a:pt x="3043" y="3322"/>
                  <a:pt x="3040" y="3319"/>
                  <a:pt x="3038" y="3316"/>
                </a:cubicBezTo>
                <a:cubicBezTo>
                  <a:pt x="3038" y="3315"/>
                  <a:pt x="3038" y="3314"/>
                  <a:pt x="3038" y="3314"/>
                </a:cubicBezTo>
                <a:cubicBezTo>
                  <a:pt x="3038" y="3313"/>
                  <a:pt x="3038" y="3312"/>
                  <a:pt x="3038" y="3311"/>
                </a:cubicBezTo>
                <a:cubicBezTo>
                  <a:pt x="3038" y="3295"/>
                  <a:pt x="3043" y="3278"/>
                  <a:pt x="3051" y="3264"/>
                </a:cubicBezTo>
                <a:cubicBezTo>
                  <a:pt x="3053" y="3260"/>
                  <a:pt x="3056" y="3256"/>
                  <a:pt x="3059" y="3252"/>
                </a:cubicBezTo>
                <a:cubicBezTo>
                  <a:pt x="3066" y="3240"/>
                  <a:pt x="3075" y="3228"/>
                  <a:pt x="3084" y="3217"/>
                </a:cubicBezTo>
                <a:cubicBezTo>
                  <a:pt x="3097" y="3204"/>
                  <a:pt x="3108" y="3181"/>
                  <a:pt x="3126" y="3175"/>
                </a:cubicBezTo>
                <a:cubicBezTo>
                  <a:pt x="3127" y="3175"/>
                  <a:pt x="3127" y="3175"/>
                  <a:pt x="3127" y="3175"/>
                </a:cubicBezTo>
                <a:cubicBezTo>
                  <a:pt x="3127" y="3174"/>
                  <a:pt x="3128" y="3174"/>
                  <a:pt x="3129" y="3173"/>
                </a:cubicBezTo>
                <a:cubicBezTo>
                  <a:pt x="3129" y="3172"/>
                  <a:pt x="3129" y="3171"/>
                  <a:pt x="3129" y="3170"/>
                </a:cubicBezTo>
                <a:cubicBezTo>
                  <a:pt x="3129" y="3170"/>
                  <a:pt x="3129" y="3169"/>
                  <a:pt x="3129" y="3168"/>
                </a:cubicBezTo>
                <a:cubicBezTo>
                  <a:pt x="3128" y="3167"/>
                  <a:pt x="3127" y="3166"/>
                  <a:pt x="3127" y="3166"/>
                </a:cubicBezTo>
                <a:cubicBezTo>
                  <a:pt x="3126" y="3166"/>
                  <a:pt x="3125" y="3165"/>
                  <a:pt x="3124" y="3165"/>
                </a:cubicBezTo>
                <a:lnTo>
                  <a:pt x="3123" y="3165"/>
                </a:lnTo>
                <a:cubicBezTo>
                  <a:pt x="3120" y="3167"/>
                  <a:pt x="3117" y="3168"/>
                  <a:pt x="3114" y="3170"/>
                </a:cubicBezTo>
                <a:cubicBezTo>
                  <a:pt x="3103" y="3176"/>
                  <a:pt x="3094" y="3185"/>
                  <a:pt x="3086" y="3194"/>
                </a:cubicBezTo>
                <a:cubicBezTo>
                  <a:pt x="3073" y="3207"/>
                  <a:pt x="3057" y="3218"/>
                  <a:pt x="3045" y="3232"/>
                </a:cubicBezTo>
                <a:cubicBezTo>
                  <a:pt x="3039" y="3239"/>
                  <a:pt x="3033" y="3247"/>
                  <a:pt x="3028" y="3255"/>
                </a:cubicBezTo>
                <a:cubicBezTo>
                  <a:pt x="3024" y="3262"/>
                  <a:pt x="3021" y="3269"/>
                  <a:pt x="3018" y="3276"/>
                </a:cubicBezTo>
                <a:cubicBezTo>
                  <a:pt x="3022" y="3254"/>
                  <a:pt x="3028" y="3231"/>
                  <a:pt x="3037" y="3209"/>
                </a:cubicBezTo>
                <a:cubicBezTo>
                  <a:pt x="3039" y="3204"/>
                  <a:pt x="3042" y="3198"/>
                  <a:pt x="3045" y="3193"/>
                </a:cubicBezTo>
                <a:cubicBezTo>
                  <a:pt x="3049" y="3186"/>
                  <a:pt x="3054" y="3179"/>
                  <a:pt x="3059" y="3172"/>
                </a:cubicBezTo>
                <a:cubicBezTo>
                  <a:pt x="3066" y="3162"/>
                  <a:pt x="3073" y="3153"/>
                  <a:pt x="3082" y="3146"/>
                </a:cubicBezTo>
                <a:cubicBezTo>
                  <a:pt x="3085" y="3144"/>
                  <a:pt x="3083" y="3138"/>
                  <a:pt x="3079" y="3140"/>
                </a:cubicBezTo>
                <a:cubicBezTo>
                  <a:pt x="3062" y="3147"/>
                  <a:pt x="3045" y="3170"/>
                  <a:pt x="3032" y="3183"/>
                </a:cubicBezTo>
                <a:cubicBezTo>
                  <a:pt x="3024" y="3192"/>
                  <a:pt x="3016" y="3203"/>
                  <a:pt x="3009" y="3214"/>
                </a:cubicBezTo>
                <a:cubicBezTo>
                  <a:pt x="3001" y="3228"/>
                  <a:pt x="2995" y="3244"/>
                  <a:pt x="2992" y="3261"/>
                </a:cubicBezTo>
                <a:cubicBezTo>
                  <a:pt x="2985" y="3253"/>
                  <a:pt x="2977" y="3246"/>
                  <a:pt x="2970" y="3240"/>
                </a:cubicBezTo>
                <a:cubicBezTo>
                  <a:pt x="2970" y="3239"/>
                  <a:pt x="2970" y="3239"/>
                  <a:pt x="2970" y="3239"/>
                </a:cubicBezTo>
                <a:lnTo>
                  <a:pt x="2970" y="3238"/>
                </a:lnTo>
                <a:cubicBezTo>
                  <a:pt x="2970" y="3222"/>
                  <a:pt x="2989" y="3197"/>
                  <a:pt x="2998" y="3185"/>
                </a:cubicBezTo>
                <a:cubicBezTo>
                  <a:pt x="3017" y="3159"/>
                  <a:pt x="3041" y="3119"/>
                  <a:pt x="3071" y="3105"/>
                </a:cubicBezTo>
                <a:cubicBezTo>
                  <a:pt x="3072" y="3104"/>
                  <a:pt x="3072" y="3104"/>
                  <a:pt x="3073" y="3103"/>
                </a:cubicBezTo>
                <a:cubicBezTo>
                  <a:pt x="3073" y="3103"/>
                  <a:pt x="3073" y="3102"/>
                  <a:pt x="3073" y="3101"/>
                </a:cubicBezTo>
                <a:cubicBezTo>
                  <a:pt x="3073" y="3101"/>
                  <a:pt x="3074" y="3100"/>
                  <a:pt x="3073" y="3099"/>
                </a:cubicBezTo>
                <a:cubicBezTo>
                  <a:pt x="3072" y="3098"/>
                  <a:pt x="3072" y="3098"/>
                  <a:pt x="3071" y="3098"/>
                </a:cubicBezTo>
                <a:lnTo>
                  <a:pt x="3070" y="3098"/>
                </a:lnTo>
                <a:cubicBezTo>
                  <a:pt x="3069" y="3098"/>
                  <a:pt x="3069" y="3098"/>
                  <a:pt x="3068" y="3098"/>
                </a:cubicBezTo>
                <a:cubicBezTo>
                  <a:pt x="3035" y="3109"/>
                  <a:pt x="3012" y="3139"/>
                  <a:pt x="2987" y="3161"/>
                </a:cubicBezTo>
                <a:cubicBezTo>
                  <a:pt x="2974" y="3173"/>
                  <a:pt x="2963" y="3187"/>
                  <a:pt x="2954" y="3202"/>
                </a:cubicBezTo>
                <a:cubicBezTo>
                  <a:pt x="2951" y="3208"/>
                  <a:pt x="2947" y="3214"/>
                  <a:pt x="2945" y="3220"/>
                </a:cubicBezTo>
                <a:cubicBezTo>
                  <a:pt x="2939" y="3217"/>
                  <a:pt x="2933" y="3213"/>
                  <a:pt x="2928" y="3210"/>
                </a:cubicBezTo>
                <a:cubicBezTo>
                  <a:pt x="2928" y="3209"/>
                  <a:pt x="2928" y="3208"/>
                  <a:pt x="2928" y="3207"/>
                </a:cubicBezTo>
                <a:cubicBezTo>
                  <a:pt x="2928" y="3206"/>
                  <a:pt x="2928" y="3205"/>
                  <a:pt x="2928" y="3204"/>
                </a:cubicBezTo>
                <a:cubicBezTo>
                  <a:pt x="2928" y="3201"/>
                  <a:pt x="2931" y="3194"/>
                  <a:pt x="2932" y="3190"/>
                </a:cubicBezTo>
                <a:cubicBezTo>
                  <a:pt x="2934" y="3186"/>
                  <a:pt x="2936" y="3181"/>
                  <a:pt x="2938" y="3177"/>
                </a:cubicBezTo>
                <a:cubicBezTo>
                  <a:pt x="2940" y="3173"/>
                  <a:pt x="2943" y="3170"/>
                  <a:pt x="2946" y="3166"/>
                </a:cubicBezTo>
                <a:cubicBezTo>
                  <a:pt x="2957" y="3150"/>
                  <a:pt x="2970" y="3135"/>
                  <a:pt x="2983" y="3120"/>
                </a:cubicBezTo>
                <a:cubicBezTo>
                  <a:pt x="2985" y="3117"/>
                  <a:pt x="2981" y="3113"/>
                  <a:pt x="2978" y="3115"/>
                </a:cubicBezTo>
                <a:cubicBezTo>
                  <a:pt x="2960" y="3126"/>
                  <a:pt x="2944" y="3138"/>
                  <a:pt x="2928" y="3152"/>
                </a:cubicBezTo>
                <a:cubicBezTo>
                  <a:pt x="2922" y="3157"/>
                  <a:pt x="2917" y="3163"/>
                  <a:pt x="2913" y="3170"/>
                </a:cubicBezTo>
                <a:cubicBezTo>
                  <a:pt x="2911" y="3174"/>
                  <a:pt x="2909" y="3178"/>
                  <a:pt x="2907" y="3182"/>
                </a:cubicBezTo>
                <a:cubicBezTo>
                  <a:pt x="2906" y="3188"/>
                  <a:pt x="2904" y="3193"/>
                  <a:pt x="2902" y="3198"/>
                </a:cubicBezTo>
                <a:cubicBezTo>
                  <a:pt x="2897" y="3196"/>
                  <a:pt x="2892" y="3193"/>
                  <a:pt x="2887" y="3192"/>
                </a:cubicBezTo>
                <a:cubicBezTo>
                  <a:pt x="2888" y="3191"/>
                  <a:pt x="2889" y="3190"/>
                  <a:pt x="2890" y="3189"/>
                </a:cubicBezTo>
                <a:cubicBezTo>
                  <a:pt x="2891" y="3187"/>
                  <a:pt x="2891" y="3185"/>
                  <a:pt x="2891" y="3183"/>
                </a:cubicBezTo>
                <a:cubicBezTo>
                  <a:pt x="2891" y="3182"/>
                  <a:pt x="2891" y="3182"/>
                  <a:pt x="2891" y="3181"/>
                </a:cubicBezTo>
                <a:cubicBezTo>
                  <a:pt x="2891" y="3179"/>
                  <a:pt x="2897" y="3164"/>
                  <a:pt x="2898" y="3164"/>
                </a:cubicBezTo>
                <a:cubicBezTo>
                  <a:pt x="2900" y="3155"/>
                  <a:pt x="2903" y="3146"/>
                  <a:pt x="2907" y="3138"/>
                </a:cubicBezTo>
                <a:cubicBezTo>
                  <a:pt x="2921" y="3114"/>
                  <a:pt x="2939" y="3091"/>
                  <a:pt x="2958" y="3071"/>
                </a:cubicBezTo>
                <a:cubicBezTo>
                  <a:pt x="2960" y="3069"/>
                  <a:pt x="2956" y="3066"/>
                  <a:pt x="2954" y="3067"/>
                </a:cubicBezTo>
                <a:cubicBezTo>
                  <a:pt x="2934" y="3087"/>
                  <a:pt x="2913" y="3107"/>
                  <a:pt x="2892" y="3126"/>
                </a:cubicBezTo>
                <a:cubicBezTo>
                  <a:pt x="2887" y="3131"/>
                  <a:pt x="2883" y="3137"/>
                  <a:pt x="2880" y="3143"/>
                </a:cubicBezTo>
                <a:cubicBezTo>
                  <a:pt x="2877" y="3148"/>
                  <a:pt x="2874" y="3154"/>
                  <a:pt x="2873" y="3159"/>
                </a:cubicBezTo>
                <a:cubicBezTo>
                  <a:pt x="2869" y="3168"/>
                  <a:pt x="2863" y="3172"/>
                  <a:pt x="2863" y="3181"/>
                </a:cubicBezTo>
                <a:cubicBezTo>
                  <a:pt x="2863" y="3182"/>
                  <a:pt x="2863" y="3182"/>
                  <a:pt x="2863" y="3183"/>
                </a:cubicBezTo>
                <a:lnTo>
                  <a:pt x="2863" y="3184"/>
                </a:lnTo>
                <a:cubicBezTo>
                  <a:pt x="2851" y="3181"/>
                  <a:pt x="2840" y="3178"/>
                  <a:pt x="2829" y="3176"/>
                </a:cubicBezTo>
                <a:cubicBezTo>
                  <a:pt x="2835" y="3137"/>
                  <a:pt x="2870" y="3100"/>
                  <a:pt x="2897" y="3074"/>
                </a:cubicBezTo>
                <a:cubicBezTo>
                  <a:pt x="2919" y="3054"/>
                  <a:pt x="2944" y="3034"/>
                  <a:pt x="2965" y="3015"/>
                </a:cubicBezTo>
                <a:cubicBezTo>
                  <a:pt x="2968" y="3012"/>
                  <a:pt x="2963" y="3007"/>
                  <a:pt x="2960" y="3009"/>
                </a:cubicBezTo>
                <a:cubicBezTo>
                  <a:pt x="2929" y="3035"/>
                  <a:pt x="2892" y="3056"/>
                  <a:pt x="2861" y="3082"/>
                </a:cubicBezTo>
                <a:cubicBezTo>
                  <a:pt x="2834" y="3103"/>
                  <a:pt x="2802" y="3137"/>
                  <a:pt x="2793" y="3172"/>
                </a:cubicBezTo>
                <a:lnTo>
                  <a:pt x="2776" y="3171"/>
                </a:lnTo>
                <a:cubicBezTo>
                  <a:pt x="2776" y="3170"/>
                  <a:pt x="2776" y="3170"/>
                  <a:pt x="2776" y="3169"/>
                </a:cubicBezTo>
                <a:cubicBezTo>
                  <a:pt x="2776" y="3167"/>
                  <a:pt x="2776" y="3165"/>
                  <a:pt x="2775" y="3163"/>
                </a:cubicBezTo>
                <a:cubicBezTo>
                  <a:pt x="2774" y="3161"/>
                  <a:pt x="2772" y="3160"/>
                  <a:pt x="2770" y="3159"/>
                </a:cubicBezTo>
                <a:cubicBezTo>
                  <a:pt x="2769" y="3158"/>
                  <a:pt x="2768" y="3157"/>
                  <a:pt x="2766" y="3157"/>
                </a:cubicBezTo>
                <a:cubicBezTo>
                  <a:pt x="2767" y="3157"/>
                  <a:pt x="2767" y="3157"/>
                  <a:pt x="2767" y="3157"/>
                </a:cubicBezTo>
                <a:cubicBezTo>
                  <a:pt x="2768" y="3157"/>
                  <a:pt x="2768" y="3158"/>
                  <a:pt x="2769" y="3157"/>
                </a:cubicBezTo>
                <a:cubicBezTo>
                  <a:pt x="2770" y="3156"/>
                  <a:pt x="2769" y="3156"/>
                  <a:pt x="2770" y="3156"/>
                </a:cubicBezTo>
                <a:cubicBezTo>
                  <a:pt x="2770" y="3156"/>
                  <a:pt x="2771" y="3156"/>
                  <a:pt x="2772" y="3155"/>
                </a:cubicBezTo>
                <a:cubicBezTo>
                  <a:pt x="2774" y="3154"/>
                  <a:pt x="2775" y="3153"/>
                  <a:pt x="2776" y="3151"/>
                </a:cubicBezTo>
                <a:cubicBezTo>
                  <a:pt x="2777" y="3149"/>
                  <a:pt x="2778" y="3147"/>
                  <a:pt x="2779" y="3146"/>
                </a:cubicBezTo>
                <a:cubicBezTo>
                  <a:pt x="2787" y="3133"/>
                  <a:pt x="2793" y="3120"/>
                  <a:pt x="2797" y="3106"/>
                </a:cubicBezTo>
                <a:cubicBezTo>
                  <a:pt x="2809" y="3086"/>
                  <a:pt x="2824" y="3068"/>
                  <a:pt x="2840" y="3051"/>
                </a:cubicBezTo>
                <a:cubicBezTo>
                  <a:pt x="2853" y="3036"/>
                  <a:pt x="2871" y="3009"/>
                  <a:pt x="2890" y="3002"/>
                </a:cubicBezTo>
                <a:cubicBezTo>
                  <a:pt x="2891" y="3002"/>
                  <a:pt x="2891" y="3001"/>
                  <a:pt x="2891" y="3001"/>
                </a:cubicBezTo>
                <a:cubicBezTo>
                  <a:pt x="2892" y="3000"/>
                  <a:pt x="2892" y="2999"/>
                  <a:pt x="2892" y="2999"/>
                </a:cubicBezTo>
                <a:cubicBezTo>
                  <a:pt x="2892" y="2998"/>
                  <a:pt x="2892" y="2998"/>
                  <a:pt x="2891" y="2997"/>
                </a:cubicBezTo>
                <a:lnTo>
                  <a:pt x="2890" y="2996"/>
                </a:lnTo>
                <a:cubicBezTo>
                  <a:pt x="2889" y="2995"/>
                  <a:pt x="2889" y="2995"/>
                  <a:pt x="2888" y="2995"/>
                </a:cubicBezTo>
                <a:lnTo>
                  <a:pt x="2887" y="2996"/>
                </a:lnTo>
                <a:cubicBezTo>
                  <a:pt x="2883" y="2997"/>
                  <a:pt x="2879" y="2998"/>
                  <a:pt x="2875" y="3001"/>
                </a:cubicBezTo>
                <a:cubicBezTo>
                  <a:pt x="2871" y="3003"/>
                  <a:pt x="2867" y="3006"/>
                  <a:pt x="2864" y="3009"/>
                </a:cubicBezTo>
                <a:cubicBezTo>
                  <a:pt x="2844" y="3025"/>
                  <a:pt x="2825" y="3042"/>
                  <a:pt x="2805" y="3057"/>
                </a:cubicBezTo>
                <a:cubicBezTo>
                  <a:pt x="2792" y="3066"/>
                  <a:pt x="2781" y="3078"/>
                  <a:pt x="2772" y="3091"/>
                </a:cubicBezTo>
                <a:cubicBezTo>
                  <a:pt x="2772" y="3088"/>
                  <a:pt x="2772" y="3084"/>
                  <a:pt x="2771" y="3080"/>
                </a:cubicBezTo>
                <a:cubicBezTo>
                  <a:pt x="2773" y="3079"/>
                  <a:pt x="2774" y="3077"/>
                  <a:pt x="2776" y="3075"/>
                </a:cubicBezTo>
                <a:cubicBezTo>
                  <a:pt x="2777" y="3073"/>
                  <a:pt x="2778" y="3070"/>
                  <a:pt x="2778" y="3068"/>
                </a:cubicBezTo>
                <a:lnTo>
                  <a:pt x="2778" y="3067"/>
                </a:lnTo>
                <a:cubicBezTo>
                  <a:pt x="2778" y="3042"/>
                  <a:pt x="2818" y="3002"/>
                  <a:pt x="2832" y="2989"/>
                </a:cubicBezTo>
                <a:cubicBezTo>
                  <a:pt x="2855" y="2965"/>
                  <a:pt x="2879" y="2943"/>
                  <a:pt x="2904" y="2923"/>
                </a:cubicBezTo>
                <a:cubicBezTo>
                  <a:pt x="2909" y="2919"/>
                  <a:pt x="2904" y="2912"/>
                  <a:pt x="2899" y="2915"/>
                </a:cubicBezTo>
                <a:cubicBezTo>
                  <a:pt x="2868" y="2934"/>
                  <a:pt x="2840" y="2955"/>
                  <a:pt x="2811" y="2976"/>
                </a:cubicBezTo>
                <a:cubicBezTo>
                  <a:pt x="2792" y="2990"/>
                  <a:pt x="2776" y="3007"/>
                  <a:pt x="2763" y="3026"/>
                </a:cubicBezTo>
                <a:cubicBezTo>
                  <a:pt x="2761" y="3017"/>
                  <a:pt x="2760" y="3009"/>
                  <a:pt x="2758" y="3002"/>
                </a:cubicBezTo>
                <a:cubicBezTo>
                  <a:pt x="2759" y="3002"/>
                  <a:pt x="2759" y="3002"/>
                  <a:pt x="2759" y="3002"/>
                </a:cubicBezTo>
                <a:cubicBezTo>
                  <a:pt x="2761" y="3001"/>
                  <a:pt x="2763" y="2999"/>
                  <a:pt x="2764" y="2997"/>
                </a:cubicBezTo>
                <a:lnTo>
                  <a:pt x="2765" y="2996"/>
                </a:lnTo>
                <a:cubicBezTo>
                  <a:pt x="2767" y="2990"/>
                  <a:pt x="2769" y="2984"/>
                  <a:pt x="2773" y="2978"/>
                </a:cubicBezTo>
                <a:cubicBezTo>
                  <a:pt x="2778" y="2970"/>
                  <a:pt x="2783" y="2963"/>
                  <a:pt x="2788" y="2957"/>
                </a:cubicBezTo>
                <a:cubicBezTo>
                  <a:pt x="2795" y="2949"/>
                  <a:pt x="2801" y="2940"/>
                  <a:pt x="2807" y="2933"/>
                </a:cubicBezTo>
                <a:cubicBezTo>
                  <a:pt x="2812" y="2925"/>
                  <a:pt x="2815" y="2915"/>
                  <a:pt x="2824" y="2911"/>
                </a:cubicBezTo>
                <a:cubicBezTo>
                  <a:pt x="2827" y="2909"/>
                  <a:pt x="2824" y="2904"/>
                  <a:pt x="2821" y="2904"/>
                </a:cubicBezTo>
                <a:cubicBezTo>
                  <a:pt x="2819" y="2905"/>
                  <a:pt x="2817" y="2906"/>
                  <a:pt x="2815" y="2907"/>
                </a:cubicBezTo>
                <a:cubicBezTo>
                  <a:pt x="2811" y="2909"/>
                  <a:pt x="2808" y="2912"/>
                  <a:pt x="2805" y="2916"/>
                </a:cubicBezTo>
                <a:cubicBezTo>
                  <a:pt x="2799" y="2921"/>
                  <a:pt x="2792" y="2926"/>
                  <a:pt x="2785" y="2930"/>
                </a:cubicBezTo>
                <a:cubicBezTo>
                  <a:pt x="2781" y="2932"/>
                  <a:pt x="2778" y="2934"/>
                  <a:pt x="2774" y="2936"/>
                </a:cubicBezTo>
                <a:cubicBezTo>
                  <a:pt x="2763" y="2944"/>
                  <a:pt x="2754" y="2953"/>
                  <a:pt x="2747" y="2965"/>
                </a:cubicBezTo>
                <a:lnTo>
                  <a:pt x="2747" y="2966"/>
                </a:lnTo>
                <a:cubicBezTo>
                  <a:pt x="2744" y="2960"/>
                  <a:pt x="2741" y="2955"/>
                  <a:pt x="2738" y="2949"/>
                </a:cubicBezTo>
                <a:cubicBezTo>
                  <a:pt x="2742" y="2927"/>
                  <a:pt x="2766" y="2910"/>
                  <a:pt x="2780" y="2894"/>
                </a:cubicBezTo>
                <a:cubicBezTo>
                  <a:pt x="2796" y="2878"/>
                  <a:pt x="2813" y="2863"/>
                  <a:pt x="2831" y="2848"/>
                </a:cubicBezTo>
                <a:cubicBezTo>
                  <a:pt x="2834" y="2845"/>
                  <a:pt x="2831" y="2840"/>
                  <a:pt x="2827" y="2842"/>
                </a:cubicBezTo>
                <a:cubicBezTo>
                  <a:pt x="2802" y="2859"/>
                  <a:pt x="2778" y="2878"/>
                  <a:pt x="2754" y="2896"/>
                </a:cubicBezTo>
                <a:cubicBezTo>
                  <a:pt x="2743" y="2903"/>
                  <a:pt x="2732" y="2912"/>
                  <a:pt x="2723" y="2923"/>
                </a:cubicBezTo>
                <a:lnTo>
                  <a:pt x="2719" y="2917"/>
                </a:lnTo>
                <a:cubicBezTo>
                  <a:pt x="2721" y="2917"/>
                  <a:pt x="2722" y="2916"/>
                  <a:pt x="2723" y="2916"/>
                </a:cubicBezTo>
                <a:cubicBezTo>
                  <a:pt x="2724" y="2915"/>
                  <a:pt x="2725" y="2914"/>
                  <a:pt x="2726" y="2912"/>
                </a:cubicBezTo>
                <a:cubicBezTo>
                  <a:pt x="2726" y="2910"/>
                  <a:pt x="2727" y="2910"/>
                  <a:pt x="2727" y="2909"/>
                </a:cubicBezTo>
                <a:cubicBezTo>
                  <a:pt x="2730" y="2895"/>
                  <a:pt x="2735" y="2881"/>
                  <a:pt x="2743" y="2869"/>
                </a:cubicBezTo>
                <a:cubicBezTo>
                  <a:pt x="2749" y="2858"/>
                  <a:pt x="2757" y="2847"/>
                  <a:pt x="2767" y="2838"/>
                </a:cubicBezTo>
                <a:lnTo>
                  <a:pt x="2768" y="2837"/>
                </a:lnTo>
                <a:cubicBezTo>
                  <a:pt x="2768" y="2837"/>
                  <a:pt x="2768" y="2836"/>
                  <a:pt x="2768" y="2835"/>
                </a:cubicBezTo>
                <a:cubicBezTo>
                  <a:pt x="2768" y="2834"/>
                  <a:pt x="2768" y="2833"/>
                  <a:pt x="2768" y="2833"/>
                </a:cubicBezTo>
                <a:cubicBezTo>
                  <a:pt x="2767" y="2832"/>
                  <a:pt x="2767" y="2831"/>
                  <a:pt x="2766" y="2831"/>
                </a:cubicBezTo>
                <a:cubicBezTo>
                  <a:pt x="2765" y="2830"/>
                  <a:pt x="2764" y="2830"/>
                  <a:pt x="2764" y="2830"/>
                </a:cubicBezTo>
                <a:cubicBezTo>
                  <a:pt x="2763" y="2830"/>
                  <a:pt x="2762" y="2830"/>
                  <a:pt x="2761" y="2831"/>
                </a:cubicBezTo>
                <a:lnTo>
                  <a:pt x="2760" y="2832"/>
                </a:lnTo>
                <a:cubicBezTo>
                  <a:pt x="2744" y="2843"/>
                  <a:pt x="2729" y="2858"/>
                  <a:pt x="2720" y="2875"/>
                </a:cubicBezTo>
                <a:cubicBezTo>
                  <a:pt x="2715" y="2883"/>
                  <a:pt x="2712" y="2892"/>
                  <a:pt x="2709" y="2901"/>
                </a:cubicBezTo>
                <a:cubicBezTo>
                  <a:pt x="2705" y="2896"/>
                  <a:pt x="2702" y="2892"/>
                  <a:pt x="2698" y="2888"/>
                </a:cubicBezTo>
                <a:cubicBezTo>
                  <a:pt x="2699" y="2888"/>
                  <a:pt x="2700" y="2886"/>
                  <a:pt x="2701" y="2885"/>
                </a:cubicBezTo>
                <a:cubicBezTo>
                  <a:pt x="2702" y="2884"/>
                  <a:pt x="2703" y="2882"/>
                  <a:pt x="2703" y="2880"/>
                </a:cubicBezTo>
                <a:cubicBezTo>
                  <a:pt x="2704" y="2869"/>
                  <a:pt x="2708" y="2858"/>
                  <a:pt x="2714" y="2848"/>
                </a:cubicBezTo>
                <a:cubicBezTo>
                  <a:pt x="2718" y="2841"/>
                  <a:pt x="2723" y="2835"/>
                  <a:pt x="2729" y="2829"/>
                </a:cubicBezTo>
                <a:cubicBezTo>
                  <a:pt x="2738" y="2814"/>
                  <a:pt x="2751" y="2800"/>
                  <a:pt x="2766" y="2790"/>
                </a:cubicBezTo>
                <a:cubicBezTo>
                  <a:pt x="2770" y="2788"/>
                  <a:pt x="2766" y="2782"/>
                  <a:pt x="2763" y="2783"/>
                </a:cubicBezTo>
                <a:cubicBezTo>
                  <a:pt x="2762" y="2784"/>
                  <a:pt x="2761" y="2784"/>
                  <a:pt x="2760" y="2784"/>
                </a:cubicBezTo>
                <a:cubicBezTo>
                  <a:pt x="2752" y="2790"/>
                  <a:pt x="2744" y="2796"/>
                  <a:pt x="2736" y="2803"/>
                </a:cubicBezTo>
                <a:cubicBezTo>
                  <a:pt x="2727" y="2810"/>
                  <a:pt x="2718" y="2817"/>
                  <a:pt x="2709" y="2825"/>
                </a:cubicBezTo>
                <a:cubicBezTo>
                  <a:pt x="2702" y="2831"/>
                  <a:pt x="2696" y="2839"/>
                  <a:pt x="2691" y="2847"/>
                </a:cubicBezTo>
                <a:cubicBezTo>
                  <a:pt x="2686" y="2855"/>
                  <a:pt x="2683" y="2863"/>
                  <a:pt x="2681" y="2872"/>
                </a:cubicBezTo>
                <a:cubicBezTo>
                  <a:pt x="2677" y="2868"/>
                  <a:pt x="2672" y="2863"/>
                  <a:pt x="2667" y="2859"/>
                </a:cubicBezTo>
                <a:cubicBezTo>
                  <a:pt x="2668" y="2850"/>
                  <a:pt x="2670" y="2841"/>
                  <a:pt x="2674" y="2832"/>
                </a:cubicBezTo>
                <a:cubicBezTo>
                  <a:pt x="2675" y="2831"/>
                  <a:pt x="2675" y="2829"/>
                  <a:pt x="2676" y="2828"/>
                </a:cubicBezTo>
                <a:cubicBezTo>
                  <a:pt x="2677" y="2827"/>
                  <a:pt x="2677" y="2827"/>
                  <a:pt x="2678" y="2826"/>
                </a:cubicBezTo>
                <a:cubicBezTo>
                  <a:pt x="2682" y="2820"/>
                  <a:pt x="2683" y="2810"/>
                  <a:pt x="2688" y="2805"/>
                </a:cubicBezTo>
                <a:cubicBezTo>
                  <a:pt x="2693" y="2799"/>
                  <a:pt x="2686" y="2793"/>
                  <a:pt x="2681" y="2797"/>
                </a:cubicBezTo>
                <a:cubicBezTo>
                  <a:pt x="2678" y="2800"/>
                  <a:pt x="2675" y="2803"/>
                  <a:pt x="2672" y="2807"/>
                </a:cubicBezTo>
                <a:cubicBezTo>
                  <a:pt x="2670" y="2810"/>
                  <a:pt x="2667" y="2812"/>
                  <a:pt x="2664" y="2814"/>
                </a:cubicBezTo>
                <a:cubicBezTo>
                  <a:pt x="2662" y="2815"/>
                  <a:pt x="2661" y="2815"/>
                  <a:pt x="2660" y="2816"/>
                </a:cubicBezTo>
                <a:cubicBezTo>
                  <a:pt x="2655" y="2819"/>
                  <a:pt x="2651" y="2824"/>
                  <a:pt x="2648" y="2829"/>
                </a:cubicBezTo>
                <a:cubicBezTo>
                  <a:pt x="2646" y="2833"/>
                  <a:pt x="2645" y="2836"/>
                  <a:pt x="2644" y="2840"/>
                </a:cubicBezTo>
                <a:lnTo>
                  <a:pt x="2637" y="2834"/>
                </a:lnTo>
                <a:cubicBezTo>
                  <a:pt x="2639" y="2820"/>
                  <a:pt x="2644" y="2806"/>
                  <a:pt x="2652" y="2794"/>
                </a:cubicBezTo>
                <a:cubicBezTo>
                  <a:pt x="2654" y="2790"/>
                  <a:pt x="2657" y="2785"/>
                  <a:pt x="2660" y="2782"/>
                </a:cubicBezTo>
                <a:cubicBezTo>
                  <a:pt x="2670" y="2768"/>
                  <a:pt x="2681" y="2756"/>
                  <a:pt x="2693" y="2745"/>
                </a:cubicBezTo>
                <a:cubicBezTo>
                  <a:pt x="2699" y="2737"/>
                  <a:pt x="2705" y="2730"/>
                  <a:pt x="2713" y="2724"/>
                </a:cubicBezTo>
                <a:cubicBezTo>
                  <a:pt x="2715" y="2722"/>
                  <a:pt x="2714" y="2718"/>
                  <a:pt x="2710" y="2718"/>
                </a:cubicBezTo>
                <a:cubicBezTo>
                  <a:pt x="2688" y="2726"/>
                  <a:pt x="2671" y="2750"/>
                  <a:pt x="2651" y="2764"/>
                </a:cubicBezTo>
                <a:cubicBezTo>
                  <a:pt x="2638" y="2773"/>
                  <a:pt x="2626" y="2786"/>
                  <a:pt x="2618" y="2801"/>
                </a:cubicBezTo>
                <a:cubicBezTo>
                  <a:pt x="2615" y="2806"/>
                  <a:pt x="2612" y="2811"/>
                  <a:pt x="2610" y="2816"/>
                </a:cubicBezTo>
                <a:lnTo>
                  <a:pt x="2598" y="2809"/>
                </a:lnTo>
                <a:cubicBezTo>
                  <a:pt x="2599" y="2808"/>
                  <a:pt x="2600" y="2807"/>
                  <a:pt x="2601" y="2806"/>
                </a:cubicBezTo>
                <a:cubicBezTo>
                  <a:pt x="2601" y="2805"/>
                  <a:pt x="2601" y="2805"/>
                  <a:pt x="2601" y="2805"/>
                </a:cubicBezTo>
                <a:cubicBezTo>
                  <a:pt x="2603" y="2799"/>
                  <a:pt x="2604" y="2793"/>
                  <a:pt x="2606" y="2787"/>
                </a:cubicBezTo>
                <a:cubicBezTo>
                  <a:pt x="2608" y="2781"/>
                  <a:pt x="2611" y="2777"/>
                  <a:pt x="2612" y="2772"/>
                </a:cubicBezTo>
                <a:cubicBezTo>
                  <a:pt x="2614" y="2764"/>
                  <a:pt x="2617" y="2756"/>
                  <a:pt x="2621" y="2749"/>
                </a:cubicBezTo>
                <a:cubicBezTo>
                  <a:pt x="2622" y="2748"/>
                  <a:pt x="2622" y="2746"/>
                  <a:pt x="2623" y="2745"/>
                </a:cubicBezTo>
                <a:cubicBezTo>
                  <a:pt x="2625" y="2742"/>
                  <a:pt x="2626" y="2739"/>
                  <a:pt x="2627" y="2735"/>
                </a:cubicBezTo>
                <a:cubicBezTo>
                  <a:pt x="2627" y="2733"/>
                  <a:pt x="2623" y="2732"/>
                  <a:pt x="2622" y="2734"/>
                </a:cubicBezTo>
                <a:cubicBezTo>
                  <a:pt x="2617" y="2741"/>
                  <a:pt x="2611" y="2747"/>
                  <a:pt x="2604" y="2752"/>
                </a:cubicBezTo>
                <a:cubicBezTo>
                  <a:pt x="2596" y="2758"/>
                  <a:pt x="2589" y="2764"/>
                  <a:pt x="2584" y="2772"/>
                </a:cubicBezTo>
                <a:cubicBezTo>
                  <a:pt x="2583" y="2773"/>
                  <a:pt x="2582" y="2775"/>
                  <a:pt x="2581" y="2776"/>
                </a:cubicBezTo>
                <a:cubicBezTo>
                  <a:pt x="2577" y="2782"/>
                  <a:pt x="2576" y="2789"/>
                  <a:pt x="2575" y="2796"/>
                </a:cubicBezTo>
                <a:lnTo>
                  <a:pt x="2565" y="2791"/>
                </a:lnTo>
                <a:cubicBezTo>
                  <a:pt x="2609" y="2617"/>
                  <a:pt x="2781" y="2583"/>
                  <a:pt x="2934" y="2623"/>
                </a:cubicBezTo>
                <a:lnTo>
                  <a:pt x="2936" y="2623"/>
                </a:lnTo>
                <a:cubicBezTo>
                  <a:pt x="2977" y="2634"/>
                  <a:pt x="3017" y="2650"/>
                  <a:pt x="3054" y="2671"/>
                </a:cubicBezTo>
                <a:cubicBezTo>
                  <a:pt x="3062" y="2676"/>
                  <a:pt x="3069" y="2680"/>
                  <a:pt x="3077" y="2685"/>
                </a:cubicBezTo>
                <a:cubicBezTo>
                  <a:pt x="3135" y="2722"/>
                  <a:pt x="3190" y="2763"/>
                  <a:pt x="3240" y="2809"/>
                </a:cubicBezTo>
                <a:cubicBezTo>
                  <a:pt x="3315" y="2881"/>
                  <a:pt x="3333" y="2980"/>
                  <a:pt x="3347" y="3078"/>
                </a:cubicBezTo>
                <a:cubicBezTo>
                  <a:pt x="3348" y="3081"/>
                  <a:pt x="3349" y="3083"/>
                  <a:pt x="3350" y="3085"/>
                </a:cubicBezTo>
                <a:lnTo>
                  <a:pt x="3342" y="3088"/>
                </a:lnTo>
                <a:cubicBezTo>
                  <a:pt x="3283" y="3116"/>
                  <a:pt x="3218" y="3147"/>
                  <a:pt x="3174" y="3198"/>
                </a:cubicBezTo>
                <a:cubicBezTo>
                  <a:pt x="3153" y="3221"/>
                  <a:pt x="3133" y="3245"/>
                  <a:pt x="3115" y="3271"/>
                </a:cubicBezTo>
                <a:lnTo>
                  <a:pt x="3106" y="3285"/>
                </a:lnTo>
                <a:cubicBezTo>
                  <a:pt x="3107" y="3280"/>
                  <a:pt x="3109" y="3275"/>
                  <a:pt x="3111" y="3270"/>
                </a:cubicBezTo>
                <a:cubicBezTo>
                  <a:pt x="3117" y="3257"/>
                  <a:pt x="3123" y="3245"/>
                  <a:pt x="3130" y="3233"/>
                </a:cubicBezTo>
                <a:cubicBezTo>
                  <a:pt x="3134" y="3226"/>
                  <a:pt x="3139" y="3218"/>
                  <a:pt x="3143" y="3211"/>
                </a:cubicBezTo>
                <a:cubicBezTo>
                  <a:pt x="3150" y="3202"/>
                  <a:pt x="3158" y="3196"/>
                  <a:pt x="3163" y="3186"/>
                </a:cubicBezTo>
                <a:lnTo>
                  <a:pt x="3163" y="3185"/>
                </a:lnTo>
                <a:cubicBezTo>
                  <a:pt x="3162" y="3184"/>
                  <a:pt x="3162" y="3184"/>
                  <a:pt x="3162" y="3184"/>
                </a:cubicBezTo>
                <a:cubicBezTo>
                  <a:pt x="3161" y="3184"/>
                  <a:pt x="3161" y="3184"/>
                  <a:pt x="3160" y="3183"/>
                </a:cubicBezTo>
                <a:moveTo>
                  <a:pt x="3014" y="3288"/>
                </a:moveTo>
                <a:lnTo>
                  <a:pt x="3014" y="3287"/>
                </a:lnTo>
                <a:lnTo>
                  <a:pt x="3016" y="3286"/>
                </a:lnTo>
                <a:lnTo>
                  <a:pt x="3014" y="3288"/>
                </a:lnTo>
                <a:moveTo>
                  <a:pt x="2663" y="2533"/>
                </a:moveTo>
                <a:cubicBezTo>
                  <a:pt x="2664" y="2535"/>
                  <a:pt x="2664" y="2537"/>
                  <a:pt x="2665" y="2539"/>
                </a:cubicBezTo>
                <a:lnTo>
                  <a:pt x="2660" y="2537"/>
                </a:lnTo>
                <a:cubicBezTo>
                  <a:pt x="2661" y="2536"/>
                  <a:pt x="2662" y="2534"/>
                  <a:pt x="2663" y="2533"/>
                </a:cubicBezTo>
                <a:moveTo>
                  <a:pt x="1960" y="2990"/>
                </a:moveTo>
                <a:cubicBezTo>
                  <a:pt x="1960" y="2988"/>
                  <a:pt x="1960" y="2985"/>
                  <a:pt x="1960" y="2984"/>
                </a:cubicBezTo>
                <a:cubicBezTo>
                  <a:pt x="1960" y="2982"/>
                  <a:pt x="1960" y="2978"/>
                  <a:pt x="1960" y="2975"/>
                </a:cubicBezTo>
                <a:cubicBezTo>
                  <a:pt x="1961" y="2975"/>
                  <a:pt x="1962" y="2975"/>
                  <a:pt x="1963" y="2975"/>
                </a:cubicBezTo>
                <a:cubicBezTo>
                  <a:pt x="1965" y="2975"/>
                  <a:pt x="1968" y="2975"/>
                  <a:pt x="1970" y="2974"/>
                </a:cubicBezTo>
                <a:lnTo>
                  <a:pt x="1960" y="2990"/>
                </a:lnTo>
                <a:moveTo>
                  <a:pt x="1827" y="2681"/>
                </a:moveTo>
                <a:lnTo>
                  <a:pt x="1823" y="2677"/>
                </a:lnTo>
                <a:cubicBezTo>
                  <a:pt x="1824" y="2677"/>
                  <a:pt x="1824" y="2677"/>
                  <a:pt x="1825" y="2676"/>
                </a:cubicBezTo>
                <a:cubicBezTo>
                  <a:pt x="1826" y="2675"/>
                  <a:pt x="1826" y="2673"/>
                  <a:pt x="1826" y="2672"/>
                </a:cubicBezTo>
                <a:cubicBezTo>
                  <a:pt x="1826" y="2675"/>
                  <a:pt x="1826" y="2679"/>
                  <a:pt x="1827" y="2681"/>
                </a:cubicBezTo>
                <a:moveTo>
                  <a:pt x="1518" y="2590"/>
                </a:moveTo>
                <a:cubicBezTo>
                  <a:pt x="1494" y="2571"/>
                  <a:pt x="1498" y="2513"/>
                  <a:pt x="1503" y="2489"/>
                </a:cubicBezTo>
                <a:cubicBezTo>
                  <a:pt x="1507" y="2465"/>
                  <a:pt x="1515" y="2442"/>
                  <a:pt x="1528" y="2420"/>
                </a:cubicBezTo>
                <a:cubicBezTo>
                  <a:pt x="1538" y="2403"/>
                  <a:pt x="1550" y="2387"/>
                  <a:pt x="1565" y="2373"/>
                </a:cubicBezTo>
                <a:cubicBezTo>
                  <a:pt x="1580" y="2357"/>
                  <a:pt x="1597" y="2342"/>
                  <a:pt x="1617" y="2331"/>
                </a:cubicBezTo>
                <a:cubicBezTo>
                  <a:pt x="1635" y="2320"/>
                  <a:pt x="1656" y="2312"/>
                  <a:pt x="1678" y="2307"/>
                </a:cubicBezTo>
                <a:cubicBezTo>
                  <a:pt x="1667" y="2318"/>
                  <a:pt x="1658" y="2331"/>
                  <a:pt x="1650" y="2344"/>
                </a:cubicBezTo>
                <a:cubicBezTo>
                  <a:pt x="1641" y="2360"/>
                  <a:pt x="1634" y="2376"/>
                  <a:pt x="1630" y="2393"/>
                </a:cubicBezTo>
                <a:cubicBezTo>
                  <a:pt x="1625" y="2416"/>
                  <a:pt x="1615" y="2562"/>
                  <a:pt x="1629" y="2589"/>
                </a:cubicBezTo>
                <a:cubicBezTo>
                  <a:pt x="1615" y="2587"/>
                  <a:pt x="1601" y="2587"/>
                  <a:pt x="1587" y="2587"/>
                </a:cubicBezTo>
                <a:cubicBezTo>
                  <a:pt x="1585" y="2587"/>
                  <a:pt x="1584" y="2587"/>
                  <a:pt x="1582" y="2587"/>
                </a:cubicBezTo>
                <a:cubicBezTo>
                  <a:pt x="1560" y="2587"/>
                  <a:pt x="1539" y="2588"/>
                  <a:pt x="1518" y="2590"/>
                </a:cubicBezTo>
                <a:moveTo>
                  <a:pt x="1122" y="2877"/>
                </a:moveTo>
                <a:lnTo>
                  <a:pt x="1117" y="2881"/>
                </a:lnTo>
                <a:cubicBezTo>
                  <a:pt x="1119" y="2879"/>
                  <a:pt x="1121" y="2876"/>
                  <a:pt x="1123" y="2874"/>
                </a:cubicBezTo>
                <a:cubicBezTo>
                  <a:pt x="1123" y="2876"/>
                  <a:pt x="1122" y="2876"/>
                  <a:pt x="1122" y="2877"/>
                </a:cubicBezTo>
                <a:moveTo>
                  <a:pt x="943" y="3017"/>
                </a:moveTo>
                <a:lnTo>
                  <a:pt x="945" y="3019"/>
                </a:lnTo>
                <a:lnTo>
                  <a:pt x="940" y="3018"/>
                </a:lnTo>
                <a:lnTo>
                  <a:pt x="943" y="3017"/>
                </a:lnTo>
                <a:moveTo>
                  <a:pt x="1182" y="3141"/>
                </a:moveTo>
                <a:cubicBezTo>
                  <a:pt x="1184" y="3146"/>
                  <a:pt x="1186" y="3151"/>
                  <a:pt x="1188" y="3157"/>
                </a:cubicBezTo>
                <a:lnTo>
                  <a:pt x="1180" y="3146"/>
                </a:lnTo>
                <a:cubicBezTo>
                  <a:pt x="1180" y="3145"/>
                  <a:pt x="1180" y="3145"/>
                  <a:pt x="1181" y="3144"/>
                </a:cubicBezTo>
                <a:cubicBezTo>
                  <a:pt x="1182" y="3143"/>
                  <a:pt x="1182" y="3142"/>
                  <a:pt x="1182" y="3141"/>
                </a:cubicBezTo>
                <a:moveTo>
                  <a:pt x="1155" y="2866"/>
                </a:moveTo>
                <a:lnTo>
                  <a:pt x="1154" y="2866"/>
                </a:lnTo>
                <a:cubicBezTo>
                  <a:pt x="1154" y="2864"/>
                  <a:pt x="1154" y="2861"/>
                  <a:pt x="1154" y="2859"/>
                </a:cubicBezTo>
                <a:cubicBezTo>
                  <a:pt x="1154" y="2857"/>
                  <a:pt x="1154" y="2854"/>
                  <a:pt x="1154" y="2852"/>
                </a:cubicBezTo>
                <a:lnTo>
                  <a:pt x="1154" y="2851"/>
                </a:lnTo>
                <a:cubicBezTo>
                  <a:pt x="1154" y="2840"/>
                  <a:pt x="1153" y="2829"/>
                  <a:pt x="1150" y="2819"/>
                </a:cubicBezTo>
                <a:cubicBezTo>
                  <a:pt x="1160" y="2796"/>
                  <a:pt x="1164" y="2772"/>
                  <a:pt x="1164" y="2748"/>
                </a:cubicBezTo>
                <a:cubicBezTo>
                  <a:pt x="1164" y="2734"/>
                  <a:pt x="1164" y="2721"/>
                  <a:pt x="1164" y="2708"/>
                </a:cubicBezTo>
                <a:cubicBezTo>
                  <a:pt x="1180" y="2696"/>
                  <a:pt x="1175" y="2675"/>
                  <a:pt x="1181" y="2658"/>
                </a:cubicBezTo>
                <a:cubicBezTo>
                  <a:pt x="1184" y="2644"/>
                  <a:pt x="1193" y="2630"/>
                  <a:pt x="1185" y="2616"/>
                </a:cubicBezTo>
                <a:cubicBezTo>
                  <a:pt x="1184" y="2616"/>
                  <a:pt x="1184" y="2615"/>
                  <a:pt x="1183" y="2615"/>
                </a:cubicBezTo>
                <a:cubicBezTo>
                  <a:pt x="1182" y="2615"/>
                  <a:pt x="1181" y="2614"/>
                  <a:pt x="1181" y="2614"/>
                </a:cubicBezTo>
                <a:cubicBezTo>
                  <a:pt x="1180" y="2614"/>
                  <a:pt x="1179" y="2615"/>
                  <a:pt x="1178" y="2615"/>
                </a:cubicBezTo>
                <a:cubicBezTo>
                  <a:pt x="1177" y="2615"/>
                  <a:pt x="1177" y="2616"/>
                  <a:pt x="1176" y="2616"/>
                </a:cubicBezTo>
                <a:cubicBezTo>
                  <a:pt x="1172" y="2622"/>
                  <a:pt x="1168" y="2628"/>
                  <a:pt x="1165" y="2634"/>
                </a:cubicBezTo>
                <a:cubicBezTo>
                  <a:pt x="1163" y="2637"/>
                  <a:pt x="1161" y="2640"/>
                  <a:pt x="1160" y="2643"/>
                </a:cubicBezTo>
                <a:cubicBezTo>
                  <a:pt x="1160" y="2638"/>
                  <a:pt x="1158" y="2634"/>
                  <a:pt x="1158" y="2629"/>
                </a:cubicBezTo>
                <a:cubicBezTo>
                  <a:pt x="1158" y="2628"/>
                  <a:pt x="1158" y="2627"/>
                  <a:pt x="1159" y="2626"/>
                </a:cubicBezTo>
                <a:cubicBezTo>
                  <a:pt x="1164" y="2618"/>
                  <a:pt x="1166" y="2609"/>
                  <a:pt x="1167" y="2600"/>
                </a:cubicBezTo>
                <a:cubicBezTo>
                  <a:pt x="1169" y="2592"/>
                  <a:pt x="1181" y="2554"/>
                  <a:pt x="1193" y="2557"/>
                </a:cubicBezTo>
                <a:cubicBezTo>
                  <a:pt x="1194" y="2557"/>
                  <a:pt x="1194" y="2557"/>
                  <a:pt x="1194" y="2557"/>
                </a:cubicBezTo>
                <a:cubicBezTo>
                  <a:pt x="1195" y="2557"/>
                  <a:pt x="1195" y="2558"/>
                  <a:pt x="1196" y="2557"/>
                </a:cubicBezTo>
                <a:cubicBezTo>
                  <a:pt x="1197" y="2556"/>
                  <a:pt x="1196" y="2557"/>
                  <a:pt x="1197" y="2556"/>
                </a:cubicBezTo>
                <a:cubicBezTo>
                  <a:pt x="1198" y="2555"/>
                  <a:pt x="1197" y="2555"/>
                  <a:pt x="1197" y="2554"/>
                </a:cubicBezTo>
                <a:lnTo>
                  <a:pt x="1197" y="2553"/>
                </a:lnTo>
                <a:cubicBezTo>
                  <a:pt x="1196" y="2553"/>
                  <a:pt x="1196" y="2552"/>
                  <a:pt x="1196" y="2552"/>
                </a:cubicBezTo>
                <a:cubicBezTo>
                  <a:pt x="1189" y="2547"/>
                  <a:pt x="1185" y="2543"/>
                  <a:pt x="1176" y="2546"/>
                </a:cubicBezTo>
                <a:cubicBezTo>
                  <a:pt x="1175" y="2547"/>
                  <a:pt x="1174" y="2547"/>
                  <a:pt x="1173" y="2548"/>
                </a:cubicBezTo>
                <a:cubicBezTo>
                  <a:pt x="1165" y="2553"/>
                  <a:pt x="1158" y="2559"/>
                  <a:pt x="1154" y="2567"/>
                </a:cubicBezTo>
                <a:cubicBezTo>
                  <a:pt x="1154" y="2568"/>
                  <a:pt x="1154" y="2568"/>
                  <a:pt x="1153" y="2568"/>
                </a:cubicBezTo>
                <a:cubicBezTo>
                  <a:pt x="1152" y="2570"/>
                  <a:pt x="1150" y="2573"/>
                  <a:pt x="1149" y="2575"/>
                </a:cubicBezTo>
                <a:cubicBezTo>
                  <a:pt x="1148" y="2577"/>
                  <a:pt x="1147" y="2579"/>
                  <a:pt x="1146" y="2581"/>
                </a:cubicBezTo>
                <a:cubicBezTo>
                  <a:pt x="1144" y="2576"/>
                  <a:pt x="1142" y="2571"/>
                  <a:pt x="1140" y="2566"/>
                </a:cubicBezTo>
                <a:cubicBezTo>
                  <a:pt x="1144" y="2561"/>
                  <a:pt x="1148" y="2556"/>
                  <a:pt x="1150" y="2551"/>
                </a:cubicBezTo>
                <a:cubicBezTo>
                  <a:pt x="1152" y="2549"/>
                  <a:pt x="1153" y="2546"/>
                  <a:pt x="1154" y="2544"/>
                </a:cubicBezTo>
                <a:cubicBezTo>
                  <a:pt x="1161" y="2532"/>
                  <a:pt x="1168" y="2516"/>
                  <a:pt x="1156" y="2504"/>
                </a:cubicBezTo>
                <a:cubicBezTo>
                  <a:pt x="1155" y="2503"/>
                  <a:pt x="1154" y="2503"/>
                  <a:pt x="1153" y="2503"/>
                </a:cubicBezTo>
                <a:cubicBezTo>
                  <a:pt x="1152" y="2503"/>
                  <a:pt x="1151" y="2503"/>
                  <a:pt x="1150" y="2504"/>
                </a:cubicBezTo>
                <a:cubicBezTo>
                  <a:pt x="1143" y="2511"/>
                  <a:pt x="1136" y="2519"/>
                  <a:pt x="1132" y="2527"/>
                </a:cubicBezTo>
                <a:cubicBezTo>
                  <a:pt x="1130" y="2530"/>
                  <a:pt x="1129" y="2533"/>
                  <a:pt x="1127" y="2537"/>
                </a:cubicBezTo>
                <a:cubicBezTo>
                  <a:pt x="1125" y="2533"/>
                  <a:pt x="1123" y="2530"/>
                  <a:pt x="1121" y="2526"/>
                </a:cubicBezTo>
                <a:cubicBezTo>
                  <a:pt x="1122" y="2526"/>
                  <a:pt x="1123" y="2526"/>
                  <a:pt x="1123" y="2525"/>
                </a:cubicBezTo>
                <a:cubicBezTo>
                  <a:pt x="1134" y="2518"/>
                  <a:pt x="1129" y="2506"/>
                  <a:pt x="1131" y="2494"/>
                </a:cubicBezTo>
                <a:cubicBezTo>
                  <a:pt x="1132" y="2486"/>
                  <a:pt x="1133" y="2478"/>
                  <a:pt x="1133" y="2469"/>
                </a:cubicBezTo>
                <a:cubicBezTo>
                  <a:pt x="1133" y="2467"/>
                  <a:pt x="1133" y="2465"/>
                  <a:pt x="1133" y="2462"/>
                </a:cubicBezTo>
                <a:cubicBezTo>
                  <a:pt x="1133" y="2457"/>
                  <a:pt x="1125" y="2458"/>
                  <a:pt x="1125" y="2462"/>
                </a:cubicBezTo>
                <a:cubicBezTo>
                  <a:pt x="1125" y="2467"/>
                  <a:pt x="1123" y="2471"/>
                  <a:pt x="1121" y="2475"/>
                </a:cubicBezTo>
                <a:cubicBezTo>
                  <a:pt x="1120" y="2476"/>
                  <a:pt x="1120" y="2477"/>
                  <a:pt x="1119" y="2478"/>
                </a:cubicBezTo>
                <a:cubicBezTo>
                  <a:pt x="1117" y="2481"/>
                  <a:pt x="1115" y="2483"/>
                  <a:pt x="1113" y="2486"/>
                </a:cubicBezTo>
                <a:cubicBezTo>
                  <a:pt x="1112" y="2488"/>
                  <a:pt x="1111" y="2491"/>
                  <a:pt x="1110" y="2493"/>
                </a:cubicBezTo>
                <a:cubicBezTo>
                  <a:pt x="1109" y="2498"/>
                  <a:pt x="1108" y="2502"/>
                  <a:pt x="1108" y="2507"/>
                </a:cubicBezTo>
                <a:cubicBezTo>
                  <a:pt x="1103" y="2501"/>
                  <a:pt x="1099" y="2495"/>
                  <a:pt x="1094" y="2490"/>
                </a:cubicBezTo>
                <a:cubicBezTo>
                  <a:pt x="1089" y="2484"/>
                  <a:pt x="1088" y="2484"/>
                  <a:pt x="1084" y="2481"/>
                </a:cubicBezTo>
                <a:cubicBezTo>
                  <a:pt x="1084" y="2477"/>
                  <a:pt x="1084" y="2473"/>
                  <a:pt x="1085" y="2469"/>
                </a:cubicBezTo>
                <a:cubicBezTo>
                  <a:pt x="1086" y="2461"/>
                  <a:pt x="1088" y="2452"/>
                  <a:pt x="1091" y="2444"/>
                </a:cubicBezTo>
                <a:cubicBezTo>
                  <a:pt x="1092" y="2442"/>
                  <a:pt x="1092" y="2439"/>
                  <a:pt x="1092" y="2437"/>
                </a:cubicBezTo>
                <a:cubicBezTo>
                  <a:pt x="1092" y="2434"/>
                  <a:pt x="1092" y="2433"/>
                  <a:pt x="1091" y="2431"/>
                </a:cubicBezTo>
                <a:cubicBezTo>
                  <a:pt x="1091" y="2430"/>
                  <a:pt x="1091" y="2430"/>
                  <a:pt x="1090" y="2429"/>
                </a:cubicBezTo>
                <a:cubicBezTo>
                  <a:pt x="1089" y="2428"/>
                  <a:pt x="1090" y="2427"/>
                  <a:pt x="1089" y="2427"/>
                </a:cubicBezTo>
                <a:cubicBezTo>
                  <a:pt x="1088" y="2427"/>
                  <a:pt x="1087" y="2427"/>
                  <a:pt x="1087" y="2427"/>
                </a:cubicBezTo>
                <a:cubicBezTo>
                  <a:pt x="1086" y="2427"/>
                  <a:pt x="1085" y="2427"/>
                  <a:pt x="1085" y="2427"/>
                </a:cubicBezTo>
                <a:cubicBezTo>
                  <a:pt x="1084" y="2427"/>
                  <a:pt x="1083" y="2428"/>
                  <a:pt x="1083" y="2429"/>
                </a:cubicBezTo>
                <a:cubicBezTo>
                  <a:pt x="1083" y="2429"/>
                  <a:pt x="1082" y="2430"/>
                  <a:pt x="1082" y="2431"/>
                </a:cubicBezTo>
                <a:cubicBezTo>
                  <a:pt x="1082" y="2437"/>
                  <a:pt x="1075" y="2441"/>
                  <a:pt x="1071" y="2445"/>
                </a:cubicBezTo>
                <a:cubicBezTo>
                  <a:pt x="1070" y="2446"/>
                  <a:pt x="1069" y="2447"/>
                  <a:pt x="1069" y="2448"/>
                </a:cubicBezTo>
                <a:cubicBezTo>
                  <a:pt x="1067" y="2451"/>
                  <a:pt x="1066" y="2455"/>
                  <a:pt x="1065" y="2458"/>
                </a:cubicBezTo>
                <a:cubicBezTo>
                  <a:pt x="1065" y="2460"/>
                  <a:pt x="1065" y="2462"/>
                  <a:pt x="1064" y="2464"/>
                </a:cubicBezTo>
                <a:cubicBezTo>
                  <a:pt x="1057" y="2459"/>
                  <a:pt x="1051" y="2455"/>
                  <a:pt x="1044" y="2450"/>
                </a:cubicBezTo>
                <a:cubicBezTo>
                  <a:pt x="1044" y="2443"/>
                  <a:pt x="1046" y="2436"/>
                  <a:pt x="1047" y="2428"/>
                </a:cubicBezTo>
                <a:cubicBezTo>
                  <a:pt x="1050" y="2412"/>
                  <a:pt x="1061" y="2400"/>
                  <a:pt x="1063" y="2384"/>
                </a:cubicBezTo>
                <a:cubicBezTo>
                  <a:pt x="1064" y="2378"/>
                  <a:pt x="1056" y="2375"/>
                  <a:pt x="1054" y="2381"/>
                </a:cubicBezTo>
                <a:cubicBezTo>
                  <a:pt x="1050" y="2402"/>
                  <a:pt x="1035" y="2421"/>
                  <a:pt x="1029" y="2440"/>
                </a:cubicBezTo>
                <a:cubicBezTo>
                  <a:pt x="1023" y="2438"/>
                  <a:pt x="1018" y="2435"/>
                  <a:pt x="1012" y="2432"/>
                </a:cubicBezTo>
                <a:cubicBezTo>
                  <a:pt x="1012" y="2429"/>
                  <a:pt x="1012" y="2426"/>
                  <a:pt x="1012" y="2423"/>
                </a:cubicBezTo>
                <a:cubicBezTo>
                  <a:pt x="1012" y="2419"/>
                  <a:pt x="1012" y="2416"/>
                  <a:pt x="1012" y="2413"/>
                </a:cubicBezTo>
                <a:cubicBezTo>
                  <a:pt x="1015" y="2405"/>
                  <a:pt x="1017" y="2396"/>
                  <a:pt x="1018" y="2387"/>
                </a:cubicBezTo>
                <a:lnTo>
                  <a:pt x="1017" y="2386"/>
                </a:lnTo>
                <a:cubicBezTo>
                  <a:pt x="1017" y="2385"/>
                  <a:pt x="1017" y="2385"/>
                  <a:pt x="1016" y="2384"/>
                </a:cubicBezTo>
                <a:cubicBezTo>
                  <a:pt x="1015" y="2383"/>
                  <a:pt x="1014" y="2384"/>
                  <a:pt x="1013" y="2384"/>
                </a:cubicBezTo>
                <a:cubicBezTo>
                  <a:pt x="1013" y="2384"/>
                  <a:pt x="1012" y="2383"/>
                  <a:pt x="1011" y="2384"/>
                </a:cubicBezTo>
                <a:cubicBezTo>
                  <a:pt x="1010" y="2385"/>
                  <a:pt x="1010" y="2385"/>
                  <a:pt x="1010" y="2385"/>
                </a:cubicBezTo>
                <a:cubicBezTo>
                  <a:pt x="1006" y="2391"/>
                  <a:pt x="1002" y="2395"/>
                  <a:pt x="996" y="2399"/>
                </a:cubicBezTo>
                <a:cubicBezTo>
                  <a:pt x="995" y="2401"/>
                  <a:pt x="993" y="2403"/>
                  <a:pt x="992" y="2405"/>
                </a:cubicBezTo>
                <a:cubicBezTo>
                  <a:pt x="991" y="2407"/>
                  <a:pt x="990" y="2409"/>
                  <a:pt x="989" y="2412"/>
                </a:cubicBezTo>
                <a:cubicBezTo>
                  <a:pt x="988" y="2415"/>
                  <a:pt x="988" y="2419"/>
                  <a:pt x="987" y="2422"/>
                </a:cubicBezTo>
                <a:cubicBezTo>
                  <a:pt x="984" y="2421"/>
                  <a:pt x="981" y="2420"/>
                  <a:pt x="978" y="2418"/>
                </a:cubicBezTo>
                <a:cubicBezTo>
                  <a:pt x="979" y="2407"/>
                  <a:pt x="982" y="2395"/>
                  <a:pt x="985" y="2384"/>
                </a:cubicBezTo>
                <a:cubicBezTo>
                  <a:pt x="988" y="2378"/>
                  <a:pt x="991" y="2371"/>
                  <a:pt x="995" y="2365"/>
                </a:cubicBezTo>
                <a:cubicBezTo>
                  <a:pt x="999" y="2357"/>
                  <a:pt x="1004" y="2349"/>
                  <a:pt x="1010" y="2342"/>
                </a:cubicBezTo>
                <a:cubicBezTo>
                  <a:pt x="1013" y="2338"/>
                  <a:pt x="1007" y="2334"/>
                  <a:pt x="1004" y="2336"/>
                </a:cubicBezTo>
                <a:cubicBezTo>
                  <a:pt x="990" y="2346"/>
                  <a:pt x="978" y="2359"/>
                  <a:pt x="970" y="2373"/>
                </a:cubicBezTo>
                <a:cubicBezTo>
                  <a:pt x="968" y="2376"/>
                  <a:pt x="967" y="2379"/>
                  <a:pt x="965" y="2381"/>
                </a:cubicBezTo>
                <a:cubicBezTo>
                  <a:pt x="961" y="2389"/>
                  <a:pt x="958" y="2397"/>
                  <a:pt x="955" y="2405"/>
                </a:cubicBezTo>
                <a:cubicBezTo>
                  <a:pt x="948" y="2400"/>
                  <a:pt x="941" y="2395"/>
                  <a:pt x="933" y="2390"/>
                </a:cubicBezTo>
                <a:cubicBezTo>
                  <a:pt x="936" y="2382"/>
                  <a:pt x="939" y="2375"/>
                  <a:pt x="943" y="2367"/>
                </a:cubicBezTo>
                <a:cubicBezTo>
                  <a:pt x="949" y="2355"/>
                  <a:pt x="963" y="2347"/>
                  <a:pt x="961" y="2332"/>
                </a:cubicBezTo>
                <a:lnTo>
                  <a:pt x="961" y="2331"/>
                </a:lnTo>
                <a:cubicBezTo>
                  <a:pt x="961" y="2330"/>
                  <a:pt x="961" y="2330"/>
                  <a:pt x="960" y="2329"/>
                </a:cubicBezTo>
                <a:cubicBezTo>
                  <a:pt x="959" y="2328"/>
                  <a:pt x="959" y="2329"/>
                  <a:pt x="958" y="2329"/>
                </a:cubicBezTo>
                <a:cubicBezTo>
                  <a:pt x="957" y="2329"/>
                  <a:pt x="957" y="2328"/>
                  <a:pt x="956" y="2329"/>
                </a:cubicBezTo>
                <a:cubicBezTo>
                  <a:pt x="955" y="2330"/>
                  <a:pt x="955" y="2330"/>
                  <a:pt x="955" y="2331"/>
                </a:cubicBezTo>
                <a:cubicBezTo>
                  <a:pt x="949" y="2341"/>
                  <a:pt x="935" y="2346"/>
                  <a:pt x="927" y="2355"/>
                </a:cubicBezTo>
                <a:cubicBezTo>
                  <a:pt x="924" y="2359"/>
                  <a:pt x="921" y="2363"/>
                  <a:pt x="918" y="2368"/>
                </a:cubicBezTo>
                <a:cubicBezTo>
                  <a:pt x="916" y="2371"/>
                  <a:pt x="915" y="2374"/>
                  <a:pt x="914" y="2377"/>
                </a:cubicBezTo>
                <a:cubicBezTo>
                  <a:pt x="909" y="2374"/>
                  <a:pt x="905" y="2371"/>
                  <a:pt x="901" y="2369"/>
                </a:cubicBezTo>
                <a:cubicBezTo>
                  <a:pt x="896" y="2367"/>
                  <a:pt x="905" y="2361"/>
                  <a:pt x="906" y="2358"/>
                </a:cubicBezTo>
                <a:lnTo>
                  <a:pt x="910" y="2353"/>
                </a:lnTo>
                <a:cubicBezTo>
                  <a:pt x="911" y="2349"/>
                  <a:pt x="912" y="2345"/>
                  <a:pt x="913" y="2342"/>
                </a:cubicBezTo>
                <a:cubicBezTo>
                  <a:pt x="916" y="2337"/>
                  <a:pt x="917" y="2331"/>
                  <a:pt x="918" y="2325"/>
                </a:cubicBezTo>
                <a:cubicBezTo>
                  <a:pt x="918" y="2324"/>
                  <a:pt x="917" y="2324"/>
                  <a:pt x="917" y="2323"/>
                </a:cubicBezTo>
                <a:cubicBezTo>
                  <a:pt x="917" y="2322"/>
                  <a:pt x="916" y="2322"/>
                  <a:pt x="915" y="2321"/>
                </a:cubicBezTo>
                <a:cubicBezTo>
                  <a:pt x="915" y="2321"/>
                  <a:pt x="914" y="2321"/>
                  <a:pt x="913" y="2321"/>
                </a:cubicBezTo>
                <a:cubicBezTo>
                  <a:pt x="912" y="2321"/>
                  <a:pt x="912" y="2320"/>
                  <a:pt x="911" y="2321"/>
                </a:cubicBezTo>
                <a:cubicBezTo>
                  <a:pt x="910" y="2321"/>
                  <a:pt x="910" y="2322"/>
                  <a:pt x="909" y="2323"/>
                </a:cubicBezTo>
                <a:cubicBezTo>
                  <a:pt x="906" y="2326"/>
                  <a:pt x="903" y="2328"/>
                  <a:pt x="899" y="2331"/>
                </a:cubicBezTo>
                <a:cubicBezTo>
                  <a:pt x="898" y="2331"/>
                  <a:pt x="898" y="2331"/>
                  <a:pt x="898" y="2331"/>
                </a:cubicBezTo>
                <a:cubicBezTo>
                  <a:pt x="892" y="2335"/>
                  <a:pt x="887" y="2340"/>
                  <a:pt x="884" y="2346"/>
                </a:cubicBezTo>
                <a:cubicBezTo>
                  <a:pt x="882" y="2349"/>
                  <a:pt x="881" y="2353"/>
                  <a:pt x="880" y="2356"/>
                </a:cubicBezTo>
                <a:cubicBezTo>
                  <a:pt x="880" y="2357"/>
                  <a:pt x="880" y="2358"/>
                  <a:pt x="880" y="2358"/>
                </a:cubicBezTo>
                <a:cubicBezTo>
                  <a:pt x="880" y="2359"/>
                  <a:pt x="880" y="2360"/>
                  <a:pt x="880" y="2360"/>
                </a:cubicBezTo>
                <a:cubicBezTo>
                  <a:pt x="876" y="2359"/>
                  <a:pt x="873" y="2359"/>
                  <a:pt x="869" y="2358"/>
                </a:cubicBezTo>
                <a:cubicBezTo>
                  <a:pt x="872" y="2346"/>
                  <a:pt x="876" y="2334"/>
                  <a:pt x="881" y="2323"/>
                </a:cubicBezTo>
                <a:cubicBezTo>
                  <a:pt x="885" y="2311"/>
                  <a:pt x="890" y="2300"/>
                  <a:pt x="896" y="2289"/>
                </a:cubicBezTo>
                <a:cubicBezTo>
                  <a:pt x="898" y="2285"/>
                  <a:pt x="893" y="2282"/>
                  <a:pt x="890" y="2285"/>
                </a:cubicBezTo>
                <a:cubicBezTo>
                  <a:pt x="887" y="2288"/>
                  <a:pt x="885" y="2291"/>
                  <a:pt x="883" y="2295"/>
                </a:cubicBezTo>
                <a:cubicBezTo>
                  <a:pt x="882" y="2296"/>
                  <a:pt x="881" y="2298"/>
                  <a:pt x="881" y="2299"/>
                </a:cubicBezTo>
                <a:cubicBezTo>
                  <a:pt x="878" y="2303"/>
                  <a:pt x="875" y="2306"/>
                  <a:pt x="872" y="2308"/>
                </a:cubicBezTo>
                <a:cubicBezTo>
                  <a:pt x="875" y="2284"/>
                  <a:pt x="879" y="2260"/>
                  <a:pt x="882" y="2236"/>
                </a:cubicBezTo>
                <a:lnTo>
                  <a:pt x="896" y="2239"/>
                </a:lnTo>
                <a:cubicBezTo>
                  <a:pt x="897" y="2239"/>
                  <a:pt x="898" y="2240"/>
                  <a:pt x="899" y="2241"/>
                </a:cubicBezTo>
                <a:cubicBezTo>
                  <a:pt x="901" y="2242"/>
                  <a:pt x="904" y="2243"/>
                  <a:pt x="906" y="2243"/>
                </a:cubicBezTo>
                <a:cubicBezTo>
                  <a:pt x="909" y="2243"/>
                  <a:pt x="911" y="2242"/>
                  <a:pt x="913" y="2241"/>
                </a:cubicBezTo>
                <a:cubicBezTo>
                  <a:pt x="936" y="2244"/>
                  <a:pt x="959" y="2245"/>
                  <a:pt x="982" y="2249"/>
                </a:cubicBezTo>
                <a:cubicBezTo>
                  <a:pt x="984" y="2250"/>
                  <a:pt x="986" y="2250"/>
                  <a:pt x="988" y="2250"/>
                </a:cubicBezTo>
                <a:cubicBezTo>
                  <a:pt x="989" y="2250"/>
                  <a:pt x="990" y="2250"/>
                  <a:pt x="991" y="2250"/>
                </a:cubicBezTo>
                <a:cubicBezTo>
                  <a:pt x="1005" y="2252"/>
                  <a:pt x="1018" y="2256"/>
                  <a:pt x="1031" y="2261"/>
                </a:cubicBezTo>
                <a:cubicBezTo>
                  <a:pt x="1058" y="2272"/>
                  <a:pt x="1084" y="2280"/>
                  <a:pt x="1107" y="2291"/>
                </a:cubicBezTo>
                <a:lnTo>
                  <a:pt x="1110" y="2293"/>
                </a:lnTo>
                <a:lnTo>
                  <a:pt x="1111" y="2293"/>
                </a:lnTo>
                <a:cubicBezTo>
                  <a:pt x="1112" y="2293"/>
                  <a:pt x="1112" y="2293"/>
                  <a:pt x="1113" y="2293"/>
                </a:cubicBezTo>
                <a:cubicBezTo>
                  <a:pt x="1122" y="2296"/>
                  <a:pt x="1131" y="2301"/>
                  <a:pt x="1139" y="2305"/>
                </a:cubicBezTo>
                <a:cubicBezTo>
                  <a:pt x="1167" y="2321"/>
                  <a:pt x="1190" y="2344"/>
                  <a:pt x="1208" y="2370"/>
                </a:cubicBezTo>
                <a:cubicBezTo>
                  <a:pt x="1277" y="2476"/>
                  <a:pt x="1287" y="2628"/>
                  <a:pt x="1220" y="2737"/>
                </a:cubicBezTo>
                <a:lnTo>
                  <a:pt x="1206" y="2754"/>
                </a:lnTo>
                <a:cubicBezTo>
                  <a:pt x="1199" y="2763"/>
                  <a:pt x="1192" y="2773"/>
                  <a:pt x="1186" y="2783"/>
                </a:cubicBezTo>
                <a:cubicBezTo>
                  <a:pt x="1171" y="2809"/>
                  <a:pt x="1161" y="2837"/>
                  <a:pt x="1156" y="2866"/>
                </a:cubicBezTo>
                <a:lnTo>
                  <a:pt x="1155" y="2866"/>
                </a:lnTo>
                <a:moveTo>
                  <a:pt x="2203" y="1769"/>
                </a:moveTo>
                <a:cubicBezTo>
                  <a:pt x="2072" y="1749"/>
                  <a:pt x="1940" y="1799"/>
                  <a:pt x="1809" y="1786"/>
                </a:cubicBezTo>
                <a:cubicBezTo>
                  <a:pt x="1793" y="1785"/>
                  <a:pt x="1777" y="1784"/>
                  <a:pt x="1761" y="1784"/>
                </a:cubicBezTo>
                <a:cubicBezTo>
                  <a:pt x="1724" y="1784"/>
                  <a:pt x="1688" y="1788"/>
                  <a:pt x="1652" y="1795"/>
                </a:cubicBezTo>
                <a:cubicBezTo>
                  <a:pt x="1615" y="1802"/>
                  <a:pt x="1578" y="1805"/>
                  <a:pt x="1541" y="1805"/>
                </a:cubicBezTo>
                <a:cubicBezTo>
                  <a:pt x="1539" y="1805"/>
                  <a:pt x="1538" y="1805"/>
                  <a:pt x="1536" y="1805"/>
                </a:cubicBezTo>
                <a:cubicBezTo>
                  <a:pt x="1535" y="1805"/>
                  <a:pt x="1534" y="1805"/>
                  <a:pt x="1532" y="1805"/>
                </a:cubicBezTo>
                <a:cubicBezTo>
                  <a:pt x="1522" y="1805"/>
                  <a:pt x="1512" y="1806"/>
                  <a:pt x="1502" y="1807"/>
                </a:cubicBezTo>
                <a:cubicBezTo>
                  <a:pt x="1494" y="1807"/>
                  <a:pt x="1485" y="1809"/>
                  <a:pt x="1477" y="1811"/>
                </a:cubicBezTo>
                <a:cubicBezTo>
                  <a:pt x="1454" y="1814"/>
                  <a:pt x="1358" y="1830"/>
                  <a:pt x="1253" y="1848"/>
                </a:cubicBezTo>
                <a:cubicBezTo>
                  <a:pt x="1244" y="1848"/>
                  <a:pt x="1234" y="1848"/>
                  <a:pt x="1226" y="1848"/>
                </a:cubicBezTo>
                <a:cubicBezTo>
                  <a:pt x="1199" y="1848"/>
                  <a:pt x="1173" y="1852"/>
                  <a:pt x="1147" y="1860"/>
                </a:cubicBezTo>
                <a:cubicBezTo>
                  <a:pt x="1146" y="1860"/>
                  <a:pt x="1145" y="1860"/>
                  <a:pt x="1143" y="1860"/>
                </a:cubicBezTo>
                <a:cubicBezTo>
                  <a:pt x="1141" y="1860"/>
                  <a:pt x="1139" y="1860"/>
                  <a:pt x="1137" y="1861"/>
                </a:cubicBezTo>
                <a:cubicBezTo>
                  <a:pt x="1136" y="1862"/>
                  <a:pt x="1134" y="1863"/>
                  <a:pt x="1134" y="1864"/>
                </a:cubicBezTo>
                <a:cubicBezTo>
                  <a:pt x="1119" y="1869"/>
                  <a:pt x="1104" y="1873"/>
                  <a:pt x="1090" y="1878"/>
                </a:cubicBezTo>
                <a:cubicBezTo>
                  <a:pt x="1045" y="1887"/>
                  <a:pt x="1007" y="1897"/>
                  <a:pt x="980" y="1905"/>
                </a:cubicBezTo>
                <a:lnTo>
                  <a:pt x="960" y="1909"/>
                </a:lnTo>
                <a:cubicBezTo>
                  <a:pt x="963" y="1896"/>
                  <a:pt x="967" y="1883"/>
                  <a:pt x="972" y="1869"/>
                </a:cubicBezTo>
                <a:cubicBezTo>
                  <a:pt x="975" y="1868"/>
                  <a:pt x="978" y="1866"/>
                  <a:pt x="981" y="1865"/>
                </a:cubicBezTo>
                <a:cubicBezTo>
                  <a:pt x="982" y="1864"/>
                  <a:pt x="983" y="1864"/>
                  <a:pt x="984" y="1863"/>
                </a:cubicBezTo>
                <a:cubicBezTo>
                  <a:pt x="998" y="1859"/>
                  <a:pt x="1012" y="1854"/>
                  <a:pt x="1026" y="1849"/>
                </a:cubicBezTo>
                <a:cubicBezTo>
                  <a:pt x="1052" y="1841"/>
                  <a:pt x="1079" y="1837"/>
                  <a:pt x="1105" y="1830"/>
                </a:cubicBezTo>
                <a:cubicBezTo>
                  <a:pt x="1158" y="1815"/>
                  <a:pt x="1212" y="1806"/>
                  <a:pt x="1267" y="1802"/>
                </a:cubicBezTo>
                <a:cubicBezTo>
                  <a:pt x="1370" y="1795"/>
                  <a:pt x="1472" y="1769"/>
                  <a:pt x="1576" y="1762"/>
                </a:cubicBezTo>
                <a:cubicBezTo>
                  <a:pt x="1630" y="1760"/>
                  <a:pt x="1685" y="1757"/>
                  <a:pt x="1739" y="1751"/>
                </a:cubicBezTo>
                <a:cubicBezTo>
                  <a:pt x="1780" y="1746"/>
                  <a:pt x="1838" y="1754"/>
                  <a:pt x="1876" y="1742"/>
                </a:cubicBezTo>
                <a:cubicBezTo>
                  <a:pt x="1939" y="1722"/>
                  <a:pt x="2014" y="1738"/>
                  <a:pt x="2078" y="1739"/>
                </a:cubicBezTo>
                <a:cubicBezTo>
                  <a:pt x="2104" y="1740"/>
                  <a:pt x="2130" y="1741"/>
                  <a:pt x="2157" y="1741"/>
                </a:cubicBezTo>
                <a:cubicBezTo>
                  <a:pt x="2183" y="1741"/>
                  <a:pt x="2209" y="1740"/>
                  <a:pt x="2235" y="1739"/>
                </a:cubicBezTo>
                <a:cubicBezTo>
                  <a:pt x="2225" y="1750"/>
                  <a:pt x="2214" y="1759"/>
                  <a:pt x="2203" y="1768"/>
                </a:cubicBezTo>
                <a:lnTo>
                  <a:pt x="2203" y="1769"/>
                </a:lnTo>
                <a:moveTo>
                  <a:pt x="798" y="2847"/>
                </a:moveTo>
                <a:cubicBezTo>
                  <a:pt x="799" y="2847"/>
                  <a:pt x="800" y="2847"/>
                  <a:pt x="801" y="2846"/>
                </a:cubicBezTo>
                <a:cubicBezTo>
                  <a:pt x="803" y="2845"/>
                  <a:pt x="805" y="2843"/>
                  <a:pt x="806" y="2841"/>
                </a:cubicBezTo>
                <a:cubicBezTo>
                  <a:pt x="807" y="2839"/>
                  <a:pt x="808" y="2838"/>
                  <a:pt x="808" y="2836"/>
                </a:cubicBezTo>
                <a:cubicBezTo>
                  <a:pt x="834" y="2718"/>
                  <a:pt x="823" y="2598"/>
                  <a:pt x="844" y="2481"/>
                </a:cubicBezTo>
                <a:cubicBezTo>
                  <a:pt x="850" y="2448"/>
                  <a:pt x="856" y="2415"/>
                  <a:pt x="861" y="2382"/>
                </a:cubicBezTo>
                <a:cubicBezTo>
                  <a:pt x="906" y="2410"/>
                  <a:pt x="951" y="2437"/>
                  <a:pt x="998" y="2462"/>
                </a:cubicBezTo>
                <a:cubicBezTo>
                  <a:pt x="1003" y="2465"/>
                  <a:pt x="1008" y="2467"/>
                  <a:pt x="1013" y="2470"/>
                </a:cubicBezTo>
                <a:cubicBezTo>
                  <a:pt x="1045" y="2488"/>
                  <a:pt x="1074" y="2514"/>
                  <a:pt x="1097" y="2543"/>
                </a:cubicBezTo>
                <a:cubicBezTo>
                  <a:pt x="1100" y="2548"/>
                  <a:pt x="1103" y="2552"/>
                  <a:pt x="1105" y="2556"/>
                </a:cubicBezTo>
                <a:cubicBezTo>
                  <a:pt x="1118" y="2578"/>
                  <a:pt x="1125" y="2602"/>
                  <a:pt x="1128" y="2627"/>
                </a:cubicBezTo>
                <a:cubicBezTo>
                  <a:pt x="1128" y="2630"/>
                  <a:pt x="1127" y="2633"/>
                  <a:pt x="1127" y="2636"/>
                </a:cubicBezTo>
                <a:cubicBezTo>
                  <a:pt x="1127" y="2651"/>
                  <a:pt x="1129" y="2665"/>
                  <a:pt x="1131" y="2680"/>
                </a:cubicBezTo>
                <a:cubicBezTo>
                  <a:pt x="1137" y="2696"/>
                  <a:pt x="1140" y="2713"/>
                  <a:pt x="1140" y="2730"/>
                </a:cubicBezTo>
                <a:cubicBezTo>
                  <a:pt x="1140" y="2751"/>
                  <a:pt x="1135" y="2772"/>
                  <a:pt x="1126" y="2791"/>
                </a:cubicBezTo>
                <a:cubicBezTo>
                  <a:pt x="1124" y="2783"/>
                  <a:pt x="1121" y="2776"/>
                  <a:pt x="1119" y="2769"/>
                </a:cubicBezTo>
                <a:cubicBezTo>
                  <a:pt x="1117" y="2761"/>
                  <a:pt x="1108" y="2764"/>
                  <a:pt x="1109" y="2770"/>
                </a:cubicBezTo>
                <a:cubicBezTo>
                  <a:pt x="1113" y="2799"/>
                  <a:pt x="1094" y="2823"/>
                  <a:pt x="1093" y="2850"/>
                </a:cubicBezTo>
                <a:cubicBezTo>
                  <a:pt x="1086" y="2860"/>
                  <a:pt x="1079" y="2870"/>
                  <a:pt x="1072" y="2878"/>
                </a:cubicBezTo>
                <a:cubicBezTo>
                  <a:pt x="1075" y="2851"/>
                  <a:pt x="1077" y="2823"/>
                  <a:pt x="1077" y="2795"/>
                </a:cubicBezTo>
                <a:cubicBezTo>
                  <a:pt x="1077" y="2789"/>
                  <a:pt x="1069" y="2788"/>
                  <a:pt x="1068" y="2795"/>
                </a:cubicBezTo>
                <a:cubicBezTo>
                  <a:pt x="1067" y="2821"/>
                  <a:pt x="1062" y="2847"/>
                  <a:pt x="1054" y="2872"/>
                </a:cubicBezTo>
                <a:cubicBezTo>
                  <a:pt x="1050" y="2885"/>
                  <a:pt x="1047" y="2901"/>
                  <a:pt x="1042" y="2915"/>
                </a:cubicBezTo>
                <a:lnTo>
                  <a:pt x="1036" y="2921"/>
                </a:lnTo>
                <a:cubicBezTo>
                  <a:pt x="1030" y="2928"/>
                  <a:pt x="1022" y="2935"/>
                  <a:pt x="1015" y="2941"/>
                </a:cubicBezTo>
                <a:cubicBezTo>
                  <a:pt x="1017" y="2932"/>
                  <a:pt x="1019" y="2922"/>
                  <a:pt x="1020" y="2913"/>
                </a:cubicBezTo>
                <a:cubicBezTo>
                  <a:pt x="1024" y="2890"/>
                  <a:pt x="1026" y="2867"/>
                  <a:pt x="1026" y="2844"/>
                </a:cubicBezTo>
                <a:cubicBezTo>
                  <a:pt x="1026" y="2831"/>
                  <a:pt x="1025" y="2818"/>
                  <a:pt x="1024" y="2805"/>
                </a:cubicBezTo>
                <a:lnTo>
                  <a:pt x="1024" y="2804"/>
                </a:lnTo>
                <a:cubicBezTo>
                  <a:pt x="1023" y="2803"/>
                  <a:pt x="1023" y="2804"/>
                  <a:pt x="1022" y="2803"/>
                </a:cubicBezTo>
                <a:cubicBezTo>
                  <a:pt x="1021" y="2802"/>
                  <a:pt x="1021" y="2802"/>
                  <a:pt x="1021" y="2802"/>
                </a:cubicBezTo>
                <a:cubicBezTo>
                  <a:pt x="1020" y="2802"/>
                  <a:pt x="1020" y="2802"/>
                  <a:pt x="1019" y="2803"/>
                </a:cubicBezTo>
                <a:cubicBezTo>
                  <a:pt x="1019" y="2803"/>
                  <a:pt x="1018" y="2803"/>
                  <a:pt x="1018" y="2804"/>
                </a:cubicBezTo>
                <a:lnTo>
                  <a:pt x="1018" y="2805"/>
                </a:lnTo>
                <a:lnTo>
                  <a:pt x="1018" y="2806"/>
                </a:lnTo>
                <a:cubicBezTo>
                  <a:pt x="1018" y="2841"/>
                  <a:pt x="1012" y="2876"/>
                  <a:pt x="1002" y="2909"/>
                </a:cubicBezTo>
                <a:cubicBezTo>
                  <a:pt x="996" y="2927"/>
                  <a:pt x="983" y="2944"/>
                  <a:pt x="983" y="2962"/>
                </a:cubicBezTo>
                <a:cubicBezTo>
                  <a:pt x="975" y="2966"/>
                  <a:pt x="967" y="2970"/>
                  <a:pt x="958" y="2974"/>
                </a:cubicBezTo>
                <a:cubicBezTo>
                  <a:pt x="961" y="2963"/>
                  <a:pt x="961" y="2951"/>
                  <a:pt x="963" y="2942"/>
                </a:cubicBezTo>
                <a:cubicBezTo>
                  <a:pt x="970" y="2917"/>
                  <a:pt x="975" y="2893"/>
                  <a:pt x="978" y="2867"/>
                </a:cubicBezTo>
                <a:cubicBezTo>
                  <a:pt x="978" y="2864"/>
                  <a:pt x="973" y="2864"/>
                  <a:pt x="973" y="2867"/>
                </a:cubicBezTo>
                <a:cubicBezTo>
                  <a:pt x="970" y="2889"/>
                  <a:pt x="964" y="2911"/>
                  <a:pt x="956" y="2931"/>
                </a:cubicBezTo>
                <a:cubicBezTo>
                  <a:pt x="951" y="2947"/>
                  <a:pt x="949" y="2964"/>
                  <a:pt x="943" y="2980"/>
                </a:cubicBezTo>
                <a:cubicBezTo>
                  <a:pt x="934" y="2984"/>
                  <a:pt x="924" y="2987"/>
                  <a:pt x="915" y="2990"/>
                </a:cubicBezTo>
                <a:cubicBezTo>
                  <a:pt x="922" y="2968"/>
                  <a:pt x="928" y="2945"/>
                  <a:pt x="933" y="2922"/>
                </a:cubicBezTo>
                <a:cubicBezTo>
                  <a:pt x="943" y="2878"/>
                  <a:pt x="948" y="2832"/>
                  <a:pt x="948" y="2786"/>
                </a:cubicBezTo>
                <a:cubicBezTo>
                  <a:pt x="948" y="2784"/>
                  <a:pt x="948" y="2782"/>
                  <a:pt x="948" y="2780"/>
                </a:cubicBezTo>
                <a:cubicBezTo>
                  <a:pt x="948" y="2776"/>
                  <a:pt x="940" y="2776"/>
                  <a:pt x="940" y="2780"/>
                </a:cubicBezTo>
                <a:cubicBezTo>
                  <a:pt x="939" y="2825"/>
                  <a:pt x="932" y="2870"/>
                  <a:pt x="918" y="2912"/>
                </a:cubicBezTo>
                <a:cubicBezTo>
                  <a:pt x="912" y="2941"/>
                  <a:pt x="903" y="2969"/>
                  <a:pt x="891" y="2995"/>
                </a:cubicBezTo>
                <a:cubicBezTo>
                  <a:pt x="885" y="2997"/>
                  <a:pt x="879" y="2998"/>
                  <a:pt x="872" y="2998"/>
                </a:cubicBezTo>
                <a:lnTo>
                  <a:pt x="866" y="2997"/>
                </a:lnTo>
                <a:cubicBezTo>
                  <a:pt x="868" y="2993"/>
                  <a:pt x="870" y="2989"/>
                  <a:pt x="872" y="2986"/>
                </a:cubicBezTo>
                <a:cubicBezTo>
                  <a:pt x="881" y="2971"/>
                  <a:pt x="887" y="2954"/>
                  <a:pt x="890" y="2938"/>
                </a:cubicBezTo>
                <a:cubicBezTo>
                  <a:pt x="901" y="2913"/>
                  <a:pt x="908" y="2886"/>
                  <a:pt x="910" y="2859"/>
                </a:cubicBezTo>
                <a:cubicBezTo>
                  <a:pt x="910" y="2854"/>
                  <a:pt x="902" y="2854"/>
                  <a:pt x="902" y="2859"/>
                </a:cubicBezTo>
                <a:cubicBezTo>
                  <a:pt x="899" y="2885"/>
                  <a:pt x="890" y="2910"/>
                  <a:pt x="878" y="2932"/>
                </a:cubicBezTo>
                <a:cubicBezTo>
                  <a:pt x="871" y="2952"/>
                  <a:pt x="863" y="2972"/>
                  <a:pt x="854" y="2991"/>
                </a:cubicBezTo>
                <a:lnTo>
                  <a:pt x="836" y="2985"/>
                </a:lnTo>
                <a:cubicBezTo>
                  <a:pt x="851" y="2948"/>
                  <a:pt x="862" y="2910"/>
                  <a:pt x="870" y="2872"/>
                </a:cubicBezTo>
                <a:cubicBezTo>
                  <a:pt x="875" y="2842"/>
                  <a:pt x="875" y="2803"/>
                  <a:pt x="889" y="2776"/>
                </a:cubicBezTo>
                <a:cubicBezTo>
                  <a:pt x="890" y="2775"/>
                  <a:pt x="890" y="2775"/>
                  <a:pt x="890" y="2774"/>
                </a:cubicBezTo>
                <a:cubicBezTo>
                  <a:pt x="890" y="2773"/>
                  <a:pt x="890" y="2772"/>
                  <a:pt x="889" y="2771"/>
                </a:cubicBezTo>
                <a:cubicBezTo>
                  <a:pt x="889" y="2771"/>
                  <a:pt x="888" y="2771"/>
                  <a:pt x="887" y="2770"/>
                </a:cubicBezTo>
                <a:cubicBezTo>
                  <a:pt x="886" y="2769"/>
                  <a:pt x="886" y="2769"/>
                  <a:pt x="885" y="2769"/>
                </a:cubicBezTo>
                <a:cubicBezTo>
                  <a:pt x="884" y="2769"/>
                  <a:pt x="883" y="2769"/>
                  <a:pt x="882" y="2770"/>
                </a:cubicBezTo>
                <a:cubicBezTo>
                  <a:pt x="882" y="2770"/>
                  <a:pt x="881" y="2770"/>
                  <a:pt x="881" y="2771"/>
                </a:cubicBezTo>
                <a:cubicBezTo>
                  <a:pt x="866" y="2796"/>
                  <a:pt x="869" y="2831"/>
                  <a:pt x="854" y="2856"/>
                </a:cubicBezTo>
                <a:cubicBezTo>
                  <a:pt x="847" y="2874"/>
                  <a:pt x="842" y="2893"/>
                  <a:pt x="839" y="2912"/>
                </a:cubicBezTo>
                <a:cubicBezTo>
                  <a:pt x="832" y="2934"/>
                  <a:pt x="823" y="2955"/>
                  <a:pt x="815" y="2977"/>
                </a:cubicBezTo>
                <a:lnTo>
                  <a:pt x="815" y="2978"/>
                </a:lnTo>
                <a:cubicBezTo>
                  <a:pt x="811" y="2978"/>
                  <a:pt x="807" y="2977"/>
                  <a:pt x="802" y="2977"/>
                </a:cubicBezTo>
                <a:cubicBezTo>
                  <a:pt x="801" y="2977"/>
                  <a:pt x="800" y="2977"/>
                  <a:pt x="798" y="2977"/>
                </a:cubicBezTo>
                <a:cubicBezTo>
                  <a:pt x="815" y="2949"/>
                  <a:pt x="818" y="2914"/>
                  <a:pt x="827" y="2882"/>
                </a:cubicBezTo>
                <a:cubicBezTo>
                  <a:pt x="832" y="2860"/>
                  <a:pt x="834" y="2836"/>
                  <a:pt x="834" y="2813"/>
                </a:cubicBezTo>
                <a:cubicBezTo>
                  <a:pt x="834" y="2806"/>
                  <a:pt x="834" y="2798"/>
                  <a:pt x="833" y="2790"/>
                </a:cubicBezTo>
                <a:cubicBezTo>
                  <a:pt x="833" y="2785"/>
                  <a:pt x="826" y="2786"/>
                  <a:pt x="826" y="2790"/>
                </a:cubicBezTo>
                <a:cubicBezTo>
                  <a:pt x="824" y="2824"/>
                  <a:pt x="815" y="2857"/>
                  <a:pt x="801" y="2888"/>
                </a:cubicBezTo>
                <a:cubicBezTo>
                  <a:pt x="794" y="2913"/>
                  <a:pt x="784" y="2936"/>
                  <a:pt x="772" y="2959"/>
                </a:cubicBezTo>
                <a:cubicBezTo>
                  <a:pt x="760" y="2982"/>
                  <a:pt x="772" y="2959"/>
                  <a:pt x="772" y="2960"/>
                </a:cubicBezTo>
                <a:cubicBezTo>
                  <a:pt x="770" y="2957"/>
                  <a:pt x="768" y="2953"/>
                  <a:pt x="766" y="2949"/>
                </a:cubicBezTo>
                <a:cubicBezTo>
                  <a:pt x="783" y="2933"/>
                  <a:pt x="792" y="2887"/>
                  <a:pt x="798" y="2847"/>
                </a:cubicBezTo>
                <a:moveTo>
                  <a:pt x="1830" y="3383"/>
                </a:moveTo>
                <a:cubicBezTo>
                  <a:pt x="1830" y="3385"/>
                  <a:pt x="1830" y="3387"/>
                  <a:pt x="1831" y="3388"/>
                </a:cubicBezTo>
                <a:lnTo>
                  <a:pt x="1826" y="3388"/>
                </a:lnTo>
                <a:cubicBezTo>
                  <a:pt x="1827" y="3387"/>
                  <a:pt x="1828" y="3386"/>
                  <a:pt x="1829" y="3385"/>
                </a:cubicBezTo>
                <a:cubicBezTo>
                  <a:pt x="1829" y="3384"/>
                  <a:pt x="1829" y="3384"/>
                  <a:pt x="1830" y="3383"/>
                </a:cubicBezTo>
                <a:moveTo>
                  <a:pt x="3895" y="3104"/>
                </a:moveTo>
                <a:cubicBezTo>
                  <a:pt x="3894" y="3112"/>
                  <a:pt x="3871" y="3125"/>
                  <a:pt x="3865" y="3130"/>
                </a:cubicBezTo>
                <a:cubicBezTo>
                  <a:pt x="3858" y="3136"/>
                  <a:pt x="3850" y="3142"/>
                  <a:pt x="3842" y="3147"/>
                </a:cubicBezTo>
                <a:cubicBezTo>
                  <a:pt x="3835" y="3151"/>
                  <a:pt x="3827" y="3154"/>
                  <a:pt x="3819" y="3157"/>
                </a:cubicBezTo>
                <a:cubicBezTo>
                  <a:pt x="3824" y="3150"/>
                  <a:pt x="3828" y="3141"/>
                  <a:pt x="3831" y="3134"/>
                </a:cubicBezTo>
                <a:cubicBezTo>
                  <a:pt x="3834" y="3127"/>
                  <a:pt x="3837" y="3120"/>
                  <a:pt x="3841" y="3113"/>
                </a:cubicBezTo>
                <a:cubicBezTo>
                  <a:pt x="3844" y="3108"/>
                  <a:pt x="3847" y="3103"/>
                  <a:pt x="3851" y="3098"/>
                </a:cubicBezTo>
                <a:cubicBezTo>
                  <a:pt x="3855" y="3094"/>
                  <a:pt x="3849" y="3088"/>
                  <a:pt x="3845" y="3092"/>
                </a:cubicBezTo>
                <a:cubicBezTo>
                  <a:pt x="3839" y="3098"/>
                  <a:pt x="3834" y="3104"/>
                  <a:pt x="3829" y="3111"/>
                </a:cubicBezTo>
                <a:cubicBezTo>
                  <a:pt x="3821" y="3121"/>
                  <a:pt x="3812" y="3128"/>
                  <a:pt x="3804" y="3136"/>
                </a:cubicBezTo>
                <a:cubicBezTo>
                  <a:pt x="3801" y="3139"/>
                  <a:pt x="3798" y="3145"/>
                  <a:pt x="3796" y="3147"/>
                </a:cubicBezTo>
                <a:cubicBezTo>
                  <a:pt x="3793" y="3149"/>
                  <a:pt x="3785" y="3151"/>
                  <a:pt x="3782" y="3156"/>
                </a:cubicBezTo>
                <a:cubicBezTo>
                  <a:pt x="3778" y="3160"/>
                  <a:pt x="3776" y="3167"/>
                  <a:pt x="3773" y="3171"/>
                </a:cubicBezTo>
                <a:lnTo>
                  <a:pt x="3753" y="3177"/>
                </a:lnTo>
                <a:cubicBezTo>
                  <a:pt x="3764" y="3156"/>
                  <a:pt x="3777" y="3138"/>
                  <a:pt x="3788" y="3116"/>
                </a:cubicBezTo>
                <a:cubicBezTo>
                  <a:pt x="3789" y="3115"/>
                  <a:pt x="3790" y="3114"/>
                  <a:pt x="3790" y="3113"/>
                </a:cubicBezTo>
                <a:cubicBezTo>
                  <a:pt x="3796" y="3103"/>
                  <a:pt x="3801" y="3093"/>
                  <a:pt x="3804" y="3082"/>
                </a:cubicBezTo>
                <a:lnTo>
                  <a:pt x="3804" y="3081"/>
                </a:lnTo>
                <a:cubicBezTo>
                  <a:pt x="3804" y="3080"/>
                  <a:pt x="3804" y="3079"/>
                  <a:pt x="3804" y="3078"/>
                </a:cubicBezTo>
                <a:cubicBezTo>
                  <a:pt x="3803" y="3077"/>
                  <a:pt x="3803" y="3077"/>
                  <a:pt x="3802" y="3077"/>
                </a:cubicBezTo>
                <a:cubicBezTo>
                  <a:pt x="3801" y="3076"/>
                  <a:pt x="3800" y="3076"/>
                  <a:pt x="3800" y="3076"/>
                </a:cubicBezTo>
                <a:cubicBezTo>
                  <a:pt x="3799" y="3076"/>
                  <a:pt x="3798" y="3076"/>
                  <a:pt x="3797" y="3077"/>
                </a:cubicBezTo>
                <a:lnTo>
                  <a:pt x="3796" y="3078"/>
                </a:lnTo>
                <a:cubicBezTo>
                  <a:pt x="3796" y="3079"/>
                  <a:pt x="3795" y="3079"/>
                  <a:pt x="3795" y="3079"/>
                </a:cubicBezTo>
                <a:cubicBezTo>
                  <a:pt x="3789" y="3089"/>
                  <a:pt x="3782" y="3099"/>
                  <a:pt x="3774" y="3107"/>
                </a:cubicBezTo>
                <a:cubicBezTo>
                  <a:pt x="3769" y="3114"/>
                  <a:pt x="3763" y="3120"/>
                  <a:pt x="3757" y="3126"/>
                </a:cubicBezTo>
                <a:cubicBezTo>
                  <a:pt x="3748" y="3137"/>
                  <a:pt x="3739" y="3149"/>
                  <a:pt x="3732" y="3162"/>
                </a:cubicBezTo>
                <a:lnTo>
                  <a:pt x="3725" y="3149"/>
                </a:lnTo>
                <a:cubicBezTo>
                  <a:pt x="3730" y="3133"/>
                  <a:pt x="3739" y="3117"/>
                  <a:pt x="3746" y="3102"/>
                </a:cubicBezTo>
                <a:cubicBezTo>
                  <a:pt x="3750" y="3086"/>
                  <a:pt x="3757" y="3070"/>
                  <a:pt x="3764" y="3055"/>
                </a:cubicBezTo>
                <a:cubicBezTo>
                  <a:pt x="3766" y="3052"/>
                  <a:pt x="3761" y="3048"/>
                  <a:pt x="3759" y="3051"/>
                </a:cubicBezTo>
                <a:cubicBezTo>
                  <a:pt x="3748" y="3063"/>
                  <a:pt x="3742" y="3079"/>
                  <a:pt x="3732" y="3092"/>
                </a:cubicBezTo>
                <a:cubicBezTo>
                  <a:pt x="3723" y="3102"/>
                  <a:pt x="3716" y="3113"/>
                  <a:pt x="3710" y="3124"/>
                </a:cubicBezTo>
                <a:cubicBezTo>
                  <a:pt x="3707" y="3120"/>
                  <a:pt x="3703" y="3116"/>
                  <a:pt x="3700" y="3112"/>
                </a:cubicBezTo>
                <a:cubicBezTo>
                  <a:pt x="3701" y="3111"/>
                  <a:pt x="3701" y="3111"/>
                  <a:pt x="3702" y="3110"/>
                </a:cubicBezTo>
                <a:cubicBezTo>
                  <a:pt x="3702" y="3108"/>
                  <a:pt x="3703" y="3107"/>
                  <a:pt x="3703" y="3105"/>
                </a:cubicBezTo>
                <a:lnTo>
                  <a:pt x="3703" y="3104"/>
                </a:lnTo>
                <a:cubicBezTo>
                  <a:pt x="3704" y="3093"/>
                  <a:pt x="3707" y="3082"/>
                  <a:pt x="3712" y="3072"/>
                </a:cubicBezTo>
                <a:cubicBezTo>
                  <a:pt x="3719" y="3058"/>
                  <a:pt x="3723" y="3042"/>
                  <a:pt x="3723" y="3027"/>
                </a:cubicBezTo>
                <a:cubicBezTo>
                  <a:pt x="3723" y="3026"/>
                  <a:pt x="3723" y="3025"/>
                  <a:pt x="3723" y="3024"/>
                </a:cubicBezTo>
                <a:cubicBezTo>
                  <a:pt x="3723" y="3021"/>
                  <a:pt x="3717" y="3022"/>
                  <a:pt x="3717" y="3024"/>
                </a:cubicBezTo>
                <a:cubicBezTo>
                  <a:pt x="3715" y="3051"/>
                  <a:pt x="3688" y="3071"/>
                  <a:pt x="3683" y="3097"/>
                </a:cubicBezTo>
                <a:cubicBezTo>
                  <a:pt x="3678" y="3093"/>
                  <a:pt x="3674" y="3090"/>
                  <a:pt x="3669" y="3088"/>
                </a:cubicBezTo>
                <a:cubicBezTo>
                  <a:pt x="3666" y="3086"/>
                  <a:pt x="3663" y="3084"/>
                  <a:pt x="3659" y="3083"/>
                </a:cubicBezTo>
                <a:cubicBezTo>
                  <a:pt x="3660" y="3082"/>
                  <a:pt x="3660" y="3082"/>
                  <a:pt x="3660" y="3082"/>
                </a:cubicBezTo>
                <a:cubicBezTo>
                  <a:pt x="3661" y="3081"/>
                  <a:pt x="3661" y="3080"/>
                  <a:pt x="3661" y="3078"/>
                </a:cubicBezTo>
                <a:cubicBezTo>
                  <a:pt x="3666" y="3054"/>
                  <a:pt x="3673" y="3031"/>
                  <a:pt x="3683" y="3009"/>
                </a:cubicBezTo>
                <a:cubicBezTo>
                  <a:pt x="3684" y="3004"/>
                  <a:pt x="3677" y="3000"/>
                  <a:pt x="3675" y="3005"/>
                </a:cubicBezTo>
                <a:cubicBezTo>
                  <a:pt x="3663" y="3027"/>
                  <a:pt x="3636" y="3046"/>
                  <a:pt x="3640" y="3074"/>
                </a:cubicBezTo>
                <a:cubicBezTo>
                  <a:pt x="3632" y="3071"/>
                  <a:pt x="3622" y="3068"/>
                  <a:pt x="3613" y="3066"/>
                </a:cubicBezTo>
                <a:cubicBezTo>
                  <a:pt x="3616" y="3060"/>
                  <a:pt x="3619" y="3055"/>
                  <a:pt x="3620" y="3049"/>
                </a:cubicBezTo>
                <a:cubicBezTo>
                  <a:pt x="3623" y="3041"/>
                  <a:pt x="3618" y="3029"/>
                  <a:pt x="3617" y="3021"/>
                </a:cubicBezTo>
                <a:cubicBezTo>
                  <a:pt x="3617" y="3020"/>
                  <a:pt x="3617" y="3019"/>
                  <a:pt x="3617" y="3019"/>
                </a:cubicBezTo>
                <a:cubicBezTo>
                  <a:pt x="3616" y="3018"/>
                  <a:pt x="3616" y="3017"/>
                  <a:pt x="3615" y="3017"/>
                </a:cubicBezTo>
                <a:cubicBezTo>
                  <a:pt x="3614" y="3017"/>
                  <a:pt x="3613" y="3016"/>
                  <a:pt x="3613" y="3016"/>
                </a:cubicBezTo>
                <a:cubicBezTo>
                  <a:pt x="3612" y="3016"/>
                  <a:pt x="3611" y="3017"/>
                  <a:pt x="3610" y="3017"/>
                </a:cubicBezTo>
                <a:cubicBezTo>
                  <a:pt x="3610" y="3017"/>
                  <a:pt x="3609" y="3018"/>
                  <a:pt x="3609" y="3019"/>
                </a:cubicBezTo>
                <a:cubicBezTo>
                  <a:pt x="3608" y="3020"/>
                  <a:pt x="3608" y="3020"/>
                  <a:pt x="3608" y="3021"/>
                </a:cubicBezTo>
                <a:cubicBezTo>
                  <a:pt x="3608" y="3030"/>
                  <a:pt x="3606" y="3039"/>
                  <a:pt x="3602" y="3047"/>
                </a:cubicBezTo>
                <a:cubicBezTo>
                  <a:pt x="3602" y="3048"/>
                  <a:pt x="3602" y="3048"/>
                  <a:pt x="3601" y="3049"/>
                </a:cubicBezTo>
                <a:cubicBezTo>
                  <a:pt x="3599" y="3053"/>
                  <a:pt x="3598" y="3057"/>
                  <a:pt x="3598" y="3062"/>
                </a:cubicBezTo>
                <a:cubicBezTo>
                  <a:pt x="3590" y="3060"/>
                  <a:pt x="3583" y="3058"/>
                  <a:pt x="3575" y="3057"/>
                </a:cubicBezTo>
                <a:cubicBezTo>
                  <a:pt x="3577" y="3052"/>
                  <a:pt x="3578" y="3047"/>
                  <a:pt x="3578" y="3042"/>
                </a:cubicBezTo>
                <a:cubicBezTo>
                  <a:pt x="3578" y="3034"/>
                  <a:pt x="3579" y="3026"/>
                  <a:pt x="3581" y="3019"/>
                </a:cubicBezTo>
                <a:cubicBezTo>
                  <a:pt x="3581" y="3016"/>
                  <a:pt x="3577" y="3013"/>
                  <a:pt x="3576" y="3016"/>
                </a:cubicBezTo>
                <a:cubicBezTo>
                  <a:pt x="3572" y="3025"/>
                  <a:pt x="3569" y="3035"/>
                  <a:pt x="3568" y="3044"/>
                </a:cubicBezTo>
                <a:cubicBezTo>
                  <a:pt x="3566" y="3048"/>
                  <a:pt x="3565" y="3052"/>
                  <a:pt x="3563" y="3055"/>
                </a:cubicBezTo>
                <a:cubicBezTo>
                  <a:pt x="3556" y="3054"/>
                  <a:pt x="3549" y="3053"/>
                  <a:pt x="3543" y="3053"/>
                </a:cubicBezTo>
                <a:lnTo>
                  <a:pt x="3543" y="3050"/>
                </a:lnTo>
                <a:cubicBezTo>
                  <a:pt x="3544" y="3049"/>
                  <a:pt x="3544" y="3048"/>
                  <a:pt x="3544" y="3046"/>
                </a:cubicBezTo>
                <a:cubicBezTo>
                  <a:pt x="3544" y="3039"/>
                  <a:pt x="3542" y="3032"/>
                  <a:pt x="3539" y="3026"/>
                </a:cubicBezTo>
                <a:cubicBezTo>
                  <a:pt x="3539" y="3026"/>
                  <a:pt x="3538" y="3026"/>
                  <a:pt x="3538" y="3025"/>
                </a:cubicBezTo>
                <a:cubicBezTo>
                  <a:pt x="3537" y="3024"/>
                  <a:pt x="3537" y="3024"/>
                  <a:pt x="3536" y="3023"/>
                </a:cubicBezTo>
                <a:cubicBezTo>
                  <a:pt x="3536" y="3023"/>
                  <a:pt x="3535" y="3023"/>
                  <a:pt x="3534" y="3023"/>
                </a:cubicBezTo>
                <a:cubicBezTo>
                  <a:pt x="3533" y="3023"/>
                  <a:pt x="3532" y="3022"/>
                  <a:pt x="3531" y="3023"/>
                </a:cubicBezTo>
                <a:cubicBezTo>
                  <a:pt x="3530" y="3023"/>
                  <a:pt x="3529" y="3024"/>
                  <a:pt x="3529" y="3025"/>
                </a:cubicBezTo>
                <a:cubicBezTo>
                  <a:pt x="3529" y="3026"/>
                  <a:pt x="3529" y="3026"/>
                  <a:pt x="3529" y="3026"/>
                </a:cubicBezTo>
                <a:cubicBezTo>
                  <a:pt x="3526" y="3032"/>
                  <a:pt x="3524" y="3039"/>
                  <a:pt x="3522" y="3046"/>
                </a:cubicBezTo>
                <a:cubicBezTo>
                  <a:pt x="3521" y="3048"/>
                  <a:pt x="3520" y="3050"/>
                  <a:pt x="3520" y="3052"/>
                </a:cubicBezTo>
                <a:lnTo>
                  <a:pt x="3506" y="3052"/>
                </a:lnTo>
                <a:cubicBezTo>
                  <a:pt x="3507" y="3049"/>
                  <a:pt x="3507" y="3046"/>
                  <a:pt x="3507" y="3044"/>
                </a:cubicBezTo>
                <a:cubicBezTo>
                  <a:pt x="3507" y="3041"/>
                  <a:pt x="3507" y="3038"/>
                  <a:pt x="3506" y="3036"/>
                </a:cubicBezTo>
                <a:cubicBezTo>
                  <a:pt x="3505" y="3023"/>
                  <a:pt x="3516" y="3011"/>
                  <a:pt x="3517" y="2997"/>
                </a:cubicBezTo>
                <a:cubicBezTo>
                  <a:pt x="3517" y="2993"/>
                  <a:pt x="3511" y="2993"/>
                  <a:pt x="3510" y="2997"/>
                </a:cubicBezTo>
                <a:cubicBezTo>
                  <a:pt x="3506" y="3008"/>
                  <a:pt x="3497" y="3014"/>
                  <a:pt x="3493" y="3024"/>
                </a:cubicBezTo>
                <a:cubicBezTo>
                  <a:pt x="3492" y="3029"/>
                  <a:pt x="3491" y="3034"/>
                  <a:pt x="3491" y="3040"/>
                </a:cubicBezTo>
                <a:cubicBezTo>
                  <a:pt x="3491" y="3042"/>
                  <a:pt x="3491" y="3043"/>
                  <a:pt x="3491" y="3045"/>
                </a:cubicBezTo>
                <a:cubicBezTo>
                  <a:pt x="3491" y="3048"/>
                  <a:pt x="3491" y="3050"/>
                  <a:pt x="3490" y="3052"/>
                </a:cubicBezTo>
                <a:cubicBezTo>
                  <a:pt x="3483" y="3052"/>
                  <a:pt x="3475" y="3052"/>
                  <a:pt x="3468" y="3054"/>
                </a:cubicBezTo>
                <a:cubicBezTo>
                  <a:pt x="3468" y="3053"/>
                  <a:pt x="3468" y="3051"/>
                  <a:pt x="3468" y="3050"/>
                </a:cubicBezTo>
                <a:cubicBezTo>
                  <a:pt x="3468" y="3045"/>
                  <a:pt x="3467" y="3040"/>
                  <a:pt x="3465" y="3035"/>
                </a:cubicBezTo>
                <a:cubicBezTo>
                  <a:pt x="3465" y="3034"/>
                  <a:pt x="3464" y="3035"/>
                  <a:pt x="3464" y="3034"/>
                </a:cubicBezTo>
                <a:cubicBezTo>
                  <a:pt x="3463" y="3033"/>
                  <a:pt x="3463" y="3033"/>
                  <a:pt x="3463" y="3032"/>
                </a:cubicBezTo>
                <a:cubicBezTo>
                  <a:pt x="3462" y="3031"/>
                  <a:pt x="3461" y="3032"/>
                  <a:pt x="3461" y="3032"/>
                </a:cubicBezTo>
                <a:cubicBezTo>
                  <a:pt x="3460" y="3032"/>
                  <a:pt x="3459" y="3032"/>
                  <a:pt x="3459" y="3032"/>
                </a:cubicBezTo>
                <a:cubicBezTo>
                  <a:pt x="3458" y="3033"/>
                  <a:pt x="3458" y="3033"/>
                  <a:pt x="3457" y="3034"/>
                </a:cubicBezTo>
                <a:lnTo>
                  <a:pt x="3457" y="3035"/>
                </a:lnTo>
                <a:cubicBezTo>
                  <a:pt x="3455" y="3039"/>
                  <a:pt x="3454" y="3044"/>
                  <a:pt x="3451" y="3048"/>
                </a:cubicBezTo>
                <a:cubicBezTo>
                  <a:pt x="3450" y="3050"/>
                  <a:pt x="3449" y="3051"/>
                  <a:pt x="3448" y="3053"/>
                </a:cubicBezTo>
                <a:lnTo>
                  <a:pt x="3448" y="3054"/>
                </a:lnTo>
                <a:cubicBezTo>
                  <a:pt x="3448" y="3055"/>
                  <a:pt x="3448" y="3055"/>
                  <a:pt x="3448" y="3056"/>
                </a:cubicBezTo>
                <a:lnTo>
                  <a:pt x="3438" y="3058"/>
                </a:lnTo>
                <a:cubicBezTo>
                  <a:pt x="3438" y="3056"/>
                  <a:pt x="3438" y="3054"/>
                  <a:pt x="3438" y="3053"/>
                </a:cubicBezTo>
                <a:cubicBezTo>
                  <a:pt x="3437" y="3050"/>
                  <a:pt x="3437" y="3047"/>
                  <a:pt x="3437" y="3045"/>
                </a:cubicBezTo>
                <a:cubicBezTo>
                  <a:pt x="3437" y="3042"/>
                  <a:pt x="3437" y="3040"/>
                  <a:pt x="3438" y="3038"/>
                </a:cubicBezTo>
                <a:cubicBezTo>
                  <a:pt x="3442" y="3029"/>
                  <a:pt x="3446" y="3021"/>
                  <a:pt x="3448" y="3012"/>
                </a:cubicBezTo>
                <a:cubicBezTo>
                  <a:pt x="3448" y="3007"/>
                  <a:pt x="3442" y="3005"/>
                  <a:pt x="3440" y="3010"/>
                </a:cubicBezTo>
                <a:cubicBezTo>
                  <a:pt x="3438" y="3016"/>
                  <a:pt x="3435" y="3022"/>
                  <a:pt x="3431" y="3028"/>
                </a:cubicBezTo>
                <a:cubicBezTo>
                  <a:pt x="3429" y="3031"/>
                  <a:pt x="3428" y="3034"/>
                  <a:pt x="3425" y="3037"/>
                </a:cubicBezTo>
                <a:cubicBezTo>
                  <a:pt x="3424" y="3042"/>
                  <a:pt x="3422" y="3047"/>
                  <a:pt x="3421" y="3052"/>
                </a:cubicBezTo>
                <a:cubicBezTo>
                  <a:pt x="3419" y="3055"/>
                  <a:pt x="3418" y="3059"/>
                  <a:pt x="3417" y="3062"/>
                </a:cubicBezTo>
                <a:cubicBezTo>
                  <a:pt x="3410" y="3064"/>
                  <a:pt x="3403" y="3066"/>
                  <a:pt x="3396" y="3068"/>
                </a:cubicBezTo>
                <a:cubicBezTo>
                  <a:pt x="3382" y="3019"/>
                  <a:pt x="3464" y="2940"/>
                  <a:pt x="3494" y="2914"/>
                </a:cubicBezTo>
                <a:cubicBezTo>
                  <a:pt x="3505" y="2906"/>
                  <a:pt x="3514" y="2898"/>
                  <a:pt x="3526" y="2892"/>
                </a:cubicBezTo>
                <a:cubicBezTo>
                  <a:pt x="3568" y="2867"/>
                  <a:pt x="3616" y="2855"/>
                  <a:pt x="3665" y="2855"/>
                </a:cubicBezTo>
                <a:cubicBezTo>
                  <a:pt x="3666" y="2856"/>
                  <a:pt x="3667" y="2856"/>
                  <a:pt x="3668" y="2857"/>
                </a:cubicBezTo>
                <a:cubicBezTo>
                  <a:pt x="3670" y="2859"/>
                  <a:pt x="3673" y="2859"/>
                  <a:pt x="3676" y="2859"/>
                </a:cubicBezTo>
                <a:cubicBezTo>
                  <a:pt x="3679" y="2859"/>
                  <a:pt x="3682" y="2859"/>
                  <a:pt x="3685" y="2857"/>
                </a:cubicBezTo>
                <a:cubicBezTo>
                  <a:pt x="3686" y="2856"/>
                  <a:pt x="3687" y="2856"/>
                  <a:pt x="3688" y="2855"/>
                </a:cubicBezTo>
                <a:cubicBezTo>
                  <a:pt x="3760" y="2855"/>
                  <a:pt x="3819" y="2882"/>
                  <a:pt x="3885" y="2910"/>
                </a:cubicBezTo>
                <a:cubicBezTo>
                  <a:pt x="3958" y="2941"/>
                  <a:pt x="4003" y="3002"/>
                  <a:pt x="4062" y="3051"/>
                </a:cubicBezTo>
                <a:cubicBezTo>
                  <a:pt x="4009" y="3079"/>
                  <a:pt x="3956" y="3105"/>
                  <a:pt x="3901" y="3128"/>
                </a:cubicBezTo>
                <a:cubicBezTo>
                  <a:pt x="3905" y="3121"/>
                  <a:pt x="3907" y="3113"/>
                  <a:pt x="3907" y="3105"/>
                </a:cubicBezTo>
                <a:lnTo>
                  <a:pt x="3907" y="3104"/>
                </a:lnTo>
                <a:cubicBezTo>
                  <a:pt x="3907" y="3103"/>
                  <a:pt x="3907" y="3102"/>
                  <a:pt x="3906" y="3101"/>
                </a:cubicBezTo>
                <a:cubicBezTo>
                  <a:pt x="3906" y="3101"/>
                  <a:pt x="3905" y="3099"/>
                  <a:pt x="3904" y="3099"/>
                </a:cubicBezTo>
                <a:cubicBezTo>
                  <a:pt x="3903" y="3098"/>
                  <a:pt x="3902" y="3098"/>
                  <a:pt x="3901" y="3098"/>
                </a:cubicBezTo>
                <a:cubicBezTo>
                  <a:pt x="3900" y="3098"/>
                  <a:pt x="3899" y="3098"/>
                  <a:pt x="3898" y="3099"/>
                </a:cubicBezTo>
                <a:cubicBezTo>
                  <a:pt x="3897" y="3099"/>
                  <a:pt x="3896" y="3100"/>
                  <a:pt x="3896" y="3101"/>
                </a:cubicBezTo>
                <a:cubicBezTo>
                  <a:pt x="3895" y="3102"/>
                  <a:pt x="3895" y="3103"/>
                  <a:pt x="3895" y="3104"/>
                </a:cubicBezTo>
                <a:moveTo>
                  <a:pt x="3914" y="2420"/>
                </a:moveTo>
                <a:cubicBezTo>
                  <a:pt x="3918" y="2407"/>
                  <a:pt x="3921" y="2414"/>
                  <a:pt x="3922" y="2420"/>
                </a:cubicBezTo>
                <a:lnTo>
                  <a:pt x="3914" y="2420"/>
                </a:lnTo>
                <a:moveTo>
                  <a:pt x="4274" y="2908"/>
                </a:moveTo>
                <a:cubicBezTo>
                  <a:pt x="4275" y="2910"/>
                  <a:pt x="4275" y="2912"/>
                  <a:pt x="4276" y="2913"/>
                </a:cubicBezTo>
                <a:cubicBezTo>
                  <a:pt x="4277" y="2914"/>
                  <a:pt x="4277" y="2915"/>
                  <a:pt x="4278" y="2916"/>
                </a:cubicBezTo>
                <a:lnTo>
                  <a:pt x="4268" y="2923"/>
                </a:lnTo>
                <a:cubicBezTo>
                  <a:pt x="4270" y="2918"/>
                  <a:pt x="4272" y="2913"/>
                  <a:pt x="4274" y="2908"/>
                </a:cubicBezTo>
                <a:moveTo>
                  <a:pt x="2711" y="1901"/>
                </a:moveTo>
                <a:cubicBezTo>
                  <a:pt x="2744" y="1953"/>
                  <a:pt x="2757" y="2014"/>
                  <a:pt x="2780" y="2070"/>
                </a:cubicBezTo>
                <a:cubicBezTo>
                  <a:pt x="2808" y="2138"/>
                  <a:pt x="2798" y="2202"/>
                  <a:pt x="2774" y="2264"/>
                </a:cubicBezTo>
                <a:cubicBezTo>
                  <a:pt x="2774" y="2258"/>
                  <a:pt x="2773" y="2252"/>
                  <a:pt x="2773" y="2246"/>
                </a:cubicBezTo>
                <a:cubicBezTo>
                  <a:pt x="2773" y="2233"/>
                  <a:pt x="2772" y="2221"/>
                  <a:pt x="2771" y="2208"/>
                </a:cubicBezTo>
                <a:cubicBezTo>
                  <a:pt x="2771" y="2191"/>
                  <a:pt x="2759" y="2177"/>
                  <a:pt x="2759" y="2160"/>
                </a:cubicBezTo>
                <a:cubicBezTo>
                  <a:pt x="2759" y="2156"/>
                  <a:pt x="2751" y="2155"/>
                  <a:pt x="2751" y="2160"/>
                </a:cubicBezTo>
                <a:cubicBezTo>
                  <a:pt x="2751" y="2173"/>
                  <a:pt x="2756" y="2185"/>
                  <a:pt x="2755" y="2199"/>
                </a:cubicBezTo>
                <a:cubicBezTo>
                  <a:pt x="2755" y="2208"/>
                  <a:pt x="2752" y="2218"/>
                  <a:pt x="2751" y="2227"/>
                </a:cubicBezTo>
                <a:cubicBezTo>
                  <a:pt x="2751" y="2240"/>
                  <a:pt x="2750" y="2254"/>
                  <a:pt x="2750" y="2267"/>
                </a:cubicBezTo>
                <a:cubicBezTo>
                  <a:pt x="2750" y="2280"/>
                  <a:pt x="2751" y="2294"/>
                  <a:pt x="2751" y="2307"/>
                </a:cubicBezTo>
                <a:cubicBezTo>
                  <a:pt x="2751" y="2309"/>
                  <a:pt x="2752" y="2310"/>
                  <a:pt x="2753" y="2312"/>
                </a:cubicBezTo>
                <a:cubicBezTo>
                  <a:pt x="2753" y="2312"/>
                  <a:pt x="2753" y="2313"/>
                  <a:pt x="2754" y="2313"/>
                </a:cubicBezTo>
                <a:lnTo>
                  <a:pt x="2749" y="2325"/>
                </a:lnTo>
                <a:cubicBezTo>
                  <a:pt x="2749" y="2313"/>
                  <a:pt x="2748" y="2301"/>
                  <a:pt x="2747" y="2290"/>
                </a:cubicBezTo>
                <a:cubicBezTo>
                  <a:pt x="2745" y="2263"/>
                  <a:pt x="2734" y="2236"/>
                  <a:pt x="2733" y="2209"/>
                </a:cubicBezTo>
                <a:cubicBezTo>
                  <a:pt x="2733" y="2208"/>
                  <a:pt x="2733" y="2207"/>
                  <a:pt x="2733" y="2205"/>
                </a:cubicBezTo>
                <a:cubicBezTo>
                  <a:pt x="2733" y="2196"/>
                  <a:pt x="2732" y="2186"/>
                  <a:pt x="2728" y="2177"/>
                </a:cubicBezTo>
                <a:cubicBezTo>
                  <a:pt x="2727" y="2176"/>
                  <a:pt x="2727" y="2176"/>
                  <a:pt x="2726" y="2175"/>
                </a:cubicBezTo>
                <a:lnTo>
                  <a:pt x="2725" y="2175"/>
                </a:lnTo>
                <a:cubicBezTo>
                  <a:pt x="2724" y="2175"/>
                  <a:pt x="2723" y="2175"/>
                  <a:pt x="2723" y="2175"/>
                </a:cubicBezTo>
                <a:cubicBezTo>
                  <a:pt x="2722" y="2176"/>
                  <a:pt x="2722" y="2176"/>
                  <a:pt x="2721" y="2177"/>
                </a:cubicBezTo>
                <a:lnTo>
                  <a:pt x="2721" y="2178"/>
                </a:lnTo>
                <a:cubicBezTo>
                  <a:pt x="2721" y="2179"/>
                  <a:pt x="2721" y="2179"/>
                  <a:pt x="2721" y="2180"/>
                </a:cubicBezTo>
                <a:cubicBezTo>
                  <a:pt x="2723" y="2186"/>
                  <a:pt x="2724" y="2192"/>
                  <a:pt x="2724" y="2199"/>
                </a:cubicBezTo>
                <a:cubicBezTo>
                  <a:pt x="2724" y="2205"/>
                  <a:pt x="2723" y="2212"/>
                  <a:pt x="2721" y="2219"/>
                </a:cubicBezTo>
                <a:cubicBezTo>
                  <a:pt x="2718" y="2242"/>
                  <a:pt x="2725" y="2266"/>
                  <a:pt x="2723" y="2290"/>
                </a:cubicBezTo>
                <a:cubicBezTo>
                  <a:pt x="2720" y="2321"/>
                  <a:pt x="2717" y="2352"/>
                  <a:pt x="2716" y="2383"/>
                </a:cubicBezTo>
                <a:cubicBezTo>
                  <a:pt x="2716" y="2384"/>
                  <a:pt x="2716" y="2384"/>
                  <a:pt x="2716" y="2385"/>
                </a:cubicBezTo>
                <a:cubicBezTo>
                  <a:pt x="2716" y="2386"/>
                  <a:pt x="2716" y="2386"/>
                  <a:pt x="2716" y="2387"/>
                </a:cubicBezTo>
                <a:cubicBezTo>
                  <a:pt x="2717" y="2388"/>
                  <a:pt x="2716" y="2387"/>
                  <a:pt x="2716" y="2387"/>
                </a:cubicBezTo>
                <a:cubicBezTo>
                  <a:pt x="2709" y="2400"/>
                  <a:pt x="2701" y="2413"/>
                  <a:pt x="2692" y="2426"/>
                </a:cubicBezTo>
                <a:cubicBezTo>
                  <a:pt x="2705" y="2371"/>
                  <a:pt x="2698" y="2319"/>
                  <a:pt x="2694" y="2261"/>
                </a:cubicBezTo>
                <a:cubicBezTo>
                  <a:pt x="2694" y="2260"/>
                  <a:pt x="2694" y="2259"/>
                  <a:pt x="2694" y="2259"/>
                </a:cubicBezTo>
                <a:cubicBezTo>
                  <a:pt x="2693" y="2258"/>
                  <a:pt x="2693" y="2258"/>
                  <a:pt x="2692" y="2257"/>
                </a:cubicBezTo>
                <a:cubicBezTo>
                  <a:pt x="2691" y="2256"/>
                  <a:pt x="2691" y="2256"/>
                  <a:pt x="2690" y="2256"/>
                </a:cubicBezTo>
                <a:cubicBezTo>
                  <a:pt x="2689" y="2256"/>
                  <a:pt x="2689" y="2256"/>
                  <a:pt x="2688" y="2257"/>
                </a:cubicBezTo>
                <a:cubicBezTo>
                  <a:pt x="2687" y="2258"/>
                  <a:pt x="2686" y="2258"/>
                  <a:pt x="2686" y="2259"/>
                </a:cubicBezTo>
                <a:cubicBezTo>
                  <a:pt x="2686" y="2259"/>
                  <a:pt x="2685" y="2260"/>
                  <a:pt x="2685" y="2261"/>
                </a:cubicBezTo>
                <a:cubicBezTo>
                  <a:pt x="2683" y="2294"/>
                  <a:pt x="2678" y="2326"/>
                  <a:pt x="2677" y="2360"/>
                </a:cubicBezTo>
                <a:cubicBezTo>
                  <a:pt x="2676" y="2393"/>
                  <a:pt x="2661" y="2426"/>
                  <a:pt x="2656" y="2459"/>
                </a:cubicBezTo>
                <a:cubicBezTo>
                  <a:pt x="2648" y="2464"/>
                  <a:pt x="2640" y="2470"/>
                  <a:pt x="2631" y="2475"/>
                </a:cubicBezTo>
                <a:cubicBezTo>
                  <a:pt x="2641" y="2448"/>
                  <a:pt x="2648" y="2420"/>
                  <a:pt x="2651" y="2392"/>
                </a:cubicBezTo>
                <a:cubicBezTo>
                  <a:pt x="2654" y="2365"/>
                  <a:pt x="2654" y="2336"/>
                  <a:pt x="2658" y="2309"/>
                </a:cubicBezTo>
                <a:cubicBezTo>
                  <a:pt x="2658" y="2308"/>
                  <a:pt x="2658" y="2307"/>
                  <a:pt x="2658" y="2307"/>
                </a:cubicBezTo>
                <a:cubicBezTo>
                  <a:pt x="2658" y="2306"/>
                  <a:pt x="2657" y="2306"/>
                  <a:pt x="2657" y="2306"/>
                </a:cubicBezTo>
                <a:cubicBezTo>
                  <a:pt x="2656" y="2305"/>
                  <a:pt x="2656" y="2305"/>
                  <a:pt x="2655" y="2305"/>
                </a:cubicBezTo>
                <a:cubicBezTo>
                  <a:pt x="2654" y="2305"/>
                  <a:pt x="2654" y="2305"/>
                  <a:pt x="2653" y="2306"/>
                </a:cubicBezTo>
                <a:cubicBezTo>
                  <a:pt x="2653" y="2306"/>
                  <a:pt x="2652" y="2306"/>
                  <a:pt x="2652" y="2307"/>
                </a:cubicBezTo>
                <a:cubicBezTo>
                  <a:pt x="2639" y="2373"/>
                  <a:pt x="2617" y="2437"/>
                  <a:pt x="2586" y="2498"/>
                </a:cubicBezTo>
                <a:lnTo>
                  <a:pt x="2572" y="2505"/>
                </a:lnTo>
                <a:lnTo>
                  <a:pt x="2555" y="2502"/>
                </a:lnTo>
                <a:cubicBezTo>
                  <a:pt x="2619" y="2445"/>
                  <a:pt x="2630" y="2325"/>
                  <a:pt x="2614" y="2249"/>
                </a:cubicBezTo>
                <a:cubicBezTo>
                  <a:pt x="2614" y="2247"/>
                  <a:pt x="2612" y="2248"/>
                  <a:pt x="2612" y="2249"/>
                </a:cubicBezTo>
                <a:cubicBezTo>
                  <a:pt x="2598" y="2337"/>
                  <a:pt x="2589" y="2434"/>
                  <a:pt x="2515" y="2497"/>
                </a:cubicBezTo>
                <a:lnTo>
                  <a:pt x="2503" y="2497"/>
                </a:lnTo>
                <a:cubicBezTo>
                  <a:pt x="2568" y="2438"/>
                  <a:pt x="2565" y="2334"/>
                  <a:pt x="2554" y="2252"/>
                </a:cubicBezTo>
                <a:cubicBezTo>
                  <a:pt x="2554" y="2249"/>
                  <a:pt x="2549" y="2250"/>
                  <a:pt x="2548" y="2252"/>
                </a:cubicBezTo>
                <a:cubicBezTo>
                  <a:pt x="2543" y="2321"/>
                  <a:pt x="2537" y="2412"/>
                  <a:pt x="2489" y="2465"/>
                </a:cubicBezTo>
                <a:cubicBezTo>
                  <a:pt x="2494" y="2448"/>
                  <a:pt x="2496" y="2429"/>
                  <a:pt x="2496" y="2411"/>
                </a:cubicBezTo>
                <a:cubicBezTo>
                  <a:pt x="2496" y="2404"/>
                  <a:pt x="2496" y="2398"/>
                  <a:pt x="2495" y="2392"/>
                </a:cubicBezTo>
                <a:cubicBezTo>
                  <a:pt x="2495" y="2386"/>
                  <a:pt x="2494" y="2380"/>
                  <a:pt x="2494" y="2374"/>
                </a:cubicBezTo>
                <a:cubicBezTo>
                  <a:pt x="2494" y="2364"/>
                  <a:pt x="2495" y="2354"/>
                  <a:pt x="2497" y="2344"/>
                </a:cubicBezTo>
                <a:cubicBezTo>
                  <a:pt x="2503" y="2313"/>
                  <a:pt x="2491" y="2273"/>
                  <a:pt x="2490" y="2241"/>
                </a:cubicBezTo>
                <a:cubicBezTo>
                  <a:pt x="2490" y="2237"/>
                  <a:pt x="2483" y="2237"/>
                  <a:pt x="2483" y="2241"/>
                </a:cubicBezTo>
                <a:cubicBezTo>
                  <a:pt x="2480" y="2322"/>
                  <a:pt x="2459" y="2393"/>
                  <a:pt x="2443" y="2469"/>
                </a:cubicBezTo>
                <a:cubicBezTo>
                  <a:pt x="2440" y="2458"/>
                  <a:pt x="2437" y="2446"/>
                  <a:pt x="2434" y="2435"/>
                </a:cubicBezTo>
                <a:cubicBezTo>
                  <a:pt x="2436" y="2434"/>
                  <a:pt x="2438" y="2431"/>
                  <a:pt x="2439" y="2430"/>
                </a:cubicBezTo>
                <a:cubicBezTo>
                  <a:pt x="2440" y="2428"/>
                  <a:pt x="2440" y="2427"/>
                  <a:pt x="2440" y="2425"/>
                </a:cubicBezTo>
                <a:cubicBezTo>
                  <a:pt x="2440" y="2424"/>
                  <a:pt x="2440" y="2422"/>
                  <a:pt x="2440" y="2421"/>
                </a:cubicBezTo>
                <a:cubicBezTo>
                  <a:pt x="2441" y="2390"/>
                  <a:pt x="2447" y="2358"/>
                  <a:pt x="2448" y="2327"/>
                </a:cubicBezTo>
                <a:cubicBezTo>
                  <a:pt x="2450" y="2281"/>
                  <a:pt x="2443" y="2233"/>
                  <a:pt x="2443" y="2187"/>
                </a:cubicBezTo>
                <a:cubicBezTo>
                  <a:pt x="2443" y="2181"/>
                  <a:pt x="2434" y="2180"/>
                  <a:pt x="2434" y="2187"/>
                </a:cubicBezTo>
                <a:cubicBezTo>
                  <a:pt x="2434" y="2228"/>
                  <a:pt x="2434" y="2269"/>
                  <a:pt x="2430" y="2310"/>
                </a:cubicBezTo>
                <a:cubicBezTo>
                  <a:pt x="2426" y="2336"/>
                  <a:pt x="2422" y="2361"/>
                  <a:pt x="2415" y="2386"/>
                </a:cubicBezTo>
                <a:cubicBezTo>
                  <a:pt x="2413" y="2381"/>
                  <a:pt x="2410" y="2375"/>
                  <a:pt x="2407" y="2369"/>
                </a:cubicBezTo>
                <a:cubicBezTo>
                  <a:pt x="2409" y="2368"/>
                  <a:pt x="2410" y="2367"/>
                  <a:pt x="2411" y="2365"/>
                </a:cubicBezTo>
                <a:cubicBezTo>
                  <a:pt x="2412" y="2364"/>
                  <a:pt x="2412" y="2363"/>
                  <a:pt x="2413" y="2361"/>
                </a:cubicBezTo>
                <a:cubicBezTo>
                  <a:pt x="2424" y="2314"/>
                  <a:pt x="2410" y="2262"/>
                  <a:pt x="2408" y="2214"/>
                </a:cubicBezTo>
                <a:cubicBezTo>
                  <a:pt x="2408" y="2210"/>
                  <a:pt x="2400" y="2210"/>
                  <a:pt x="2400" y="2214"/>
                </a:cubicBezTo>
                <a:cubicBezTo>
                  <a:pt x="2400" y="2240"/>
                  <a:pt x="2398" y="2265"/>
                  <a:pt x="2394" y="2291"/>
                </a:cubicBezTo>
                <a:cubicBezTo>
                  <a:pt x="2391" y="2306"/>
                  <a:pt x="2389" y="2321"/>
                  <a:pt x="2388" y="2337"/>
                </a:cubicBezTo>
                <a:cubicBezTo>
                  <a:pt x="2383" y="2330"/>
                  <a:pt x="2379" y="2324"/>
                  <a:pt x="2374" y="2318"/>
                </a:cubicBezTo>
                <a:cubicBezTo>
                  <a:pt x="2375" y="2318"/>
                  <a:pt x="2375" y="2317"/>
                  <a:pt x="2376" y="2316"/>
                </a:cubicBezTo>
                <a:cubicBezTo>
                  <a:pt x="2376" y="2315"/>
                  <a:pt x="2376" y="2315"/>
                  <a:pt x="2377" y="2314"/>
                </a:cubicBezTo>
                <a:cubicBezTo>
                  <a:pt x="2378" y="2307"/>
                  <a:pt x="2378" y="2300"/>
                  <a:pt x="2378" y="2294"/>
                </a:cubicBezTo>
                <a:cubicBezTo>
                  <a:pt x="2378" y="2287"/>
                  <a:pt x="2378" y="2281"/>
                  <a:pt x="2377" y="2275"/>
                </a:cubicBezTo>
                <a:cubicBezTo>
                  <a:pt x="2375" y="2260"/>
                  <a:pt x="2372" y="2246"/>
                  <a:pt x="2371" y="2231"/>
                </a:cubicBezTo>
                <a:cubicBezTo>
                  <a:pt x="2371" y="2227"/>
                  <a:pt x="2363" y="2227"/>
                  <a:pt x="2362" y="2231"/>
                </a:cubicBezTo>
                <a:cubicBezTo>
                  <a:pt x="2361" y="2246"/>
                  <a:pt x="2357" y="2260"/>
                  <a:pt x="2356" y="2274"/>
                </a:cubicBezTo>
                <a:cubicBezTo>
                  <a:pt x="2356" y="2281"/>
                  <a:pt x="2355" y="2287"/>
                  <a:pt x="2354" y="2294"/>
                </a:cubicBezTo>
                <a:cubicBezTo>
                  <a:pt x="2349" y="2289"/>
                  <a:pt x="2345" y="2284"/>
                  <a:pt x="2340" y="2279"/>
                </a:cubicBezTo>
                <a:cubicBezTo>
                  <a:pt x="2340" y="2278"/>
                  <a:pt x="2341" y="2276"/>
                  <a:pt x="2341" y="2275"/>
                </a:cubicBezTo>
                <a:cubicBezTo>
                  <a:pt x="2341" y="2273"/>
                  <a:pt x="2340" y="2273"/>
                  <a:pt x="2340" y="2272"/>
                </a:cubicBezTo>
                <a:lnTo>
                  <a:pt x="2337" y="2266"/>
                </a:lnTo>
                <a:cubicBezTo>
                  <a:pt x="2337" y="2265"/>
                  <a:pt x="2336" y="2265"/>
                  <a:pt x="2335" y="2264"/>
                </a:cubicBezTo>
                <a:lnTo>
                  <a:pt x="2334" y="2264"/>
                </a:lnTo>
                <a:cubicBezTo>
                  <a:pt x="2330" y="2228"/>
                  <a:pt x="2339" y="2190"/>
                  <a:pt x="2326" y="2154"/>
                </a:cubicBezTo>
                <a:cubicBezTo>
                  <a:pt x="2324" y="2148"/>
                  <a:pt x="2314" y="2150"/>
                  <a:pt x="2316" y="2157"/>
                </a:cubicBezTo>
                <a:cubicBezTo>
                  <a:pt x="2323" y="2176"/>
                  <a:pt x="2315" y="2196"/>
                  <a:pt x="2315" y="2216"/>
                </a:cubicBezTo>
                <a:cubicBezTo>
                  <a:pt x="2315" y="2228"/>
                  <a:pt x="2313" y="2241"/>
                  <a:pt x="2313" y="2255"/>
                </a:cubicBezTo>
                <a:lnTo>
                  <a:pt x="2297" y="2242"/>
                </a:lnTo>
                <a:cubicBezTo>
                  <a:pt x="2298" y="2242"/>
                  <a:pt x="2298" y="2241"/>
                  <a:pt x="2298" y="2240"/>
                </a:cubicBezTo>
                <a:cubicBezTo>
                  <a:pt x="2299" y="2234"/>
                  <a:pt x="2300" y="2227"/>
                  <a:pt x="2300" y="2221"/>
                </a:cubicBezTo>
                <a:cubicBezTo>
                  <a:pt x="2300" y="2213"/>
                  <a:pt x="2299" y="2204"/>
                  <a:pt x="2297" y="2196"/>
                </a:cubicBezTo>
                <a:cubicBezTo>
                  <a:pt x="2296" y="2181"/>
                  <a:pt x="2293" y="2167"/>
                  <a:pt x="2286" y="2154"/>
                </a:cubicBezTo>
                <a:cubicBezTo>
                  <a:pt x="2284" y="2151"/>
                  <a:pt x="2278" y="2154"/>
                  <a:pt x="2280" y="2157"/>
                </a:cubicBezTo>
                <a:cubicBezTo>
                  <a:pt x="2285" y="2170"/>
                  <a:pt x="2276" y="2192"/>
                  <a:pt x="2274" y="2207"/>
                </a:cubicBezTo>
                <a:cubicBezTo>
                  <a:pt x="2273" y="2212"/>
                  <a:pt x="2273" y="2217"/>
                  <a:pt x="2273" y="2222"/>
                </a:cubicBezTo>
                <a:cubicBezTo>
                  <a:pt x="2273" y="2223"/>
                  <a:pt x="2273" y="2224"/>
                  <a:pt x="2273" y="2225"/>
                </a:cubicBezTo>
                <a:lnTo>
                  <a:pt x="2262" y="2218"/>
                </a:lnTo>
                <a:cubicBezTo>
                  <a:pt x="2262" y="2217"/>
                  <a:pt x="2262" y="2216"/>
                  <a:pt x="2262" y="2215"/>
                </a:cubicBezTo>
                <a:cubicBezTo>
                  <a:pt x="2262" y="2215"/>
                  <a:pt x="2262" y="2214"/>
                  <a:pt x="2262" y="2213"/>
                </a:cubicBezTo>
                <a:cubicBezTo>
                  <a:pt x="2257" y="2193"/>
                  <a:pt x="2252" y="2174"/>
                  <a:pt x="2245" y="2154"/>
                </a:cubicBezTo>
                <a:cubicBezTo>
                  <a:pt x="2238" y="2132"/>
                  <a:pt x="2233" y="2109"/>
                  <a:pt x="2230" y="2086"/>
                </a:cubicBezTo>
                <a:lnTo>
                  <a:pt x="2230" y="2085"/>
                </a:lnTo>
                <a:cubicBezTo>
                  <a:pt x="2229" y="2084"/>
                  <a:pt x="2229" y="2084"/>
                  <a:pt x="2229" y="2084"/>
                </a:cubicBezTo>
                <a:cubicBezTo>
                  <a:pt x="2228" y="2084"/>
                  <a:pt x="2228" y="2083"/>
                  <a:pt x="2227" y="2083"/>
                </a:cubicBezTo>
                <a:cubicBezTo>
                  <a:pt x="2227" y="2083"/>
                  <a:pt x="2227" y="2084"/>
                  <a:pt x="2226" y="2084"/>
                </a:cubicBezTo>
                <a:lnTo>
                  <a:pt x="2225" y="2085"/>
                </a:lnTo>
                <a:lnTo>
                  <a:pt x="2225" y="2086"/>
                </a:lnTo>
                <a:cubicBezTo>
                  <a:pt x="2225" y="2093"/>
                  <a:pt x="2219" y="2115"/>
                  <a:pt x="2223" y="2122"/>
                </a:cubicBezTo>
                <a:cubicBezTo>
                  <a:pt x="2227" y="2129"/>
                  <a:pt x="2221" y="2140"/>
                  <a:pt x="2223" y="2148"/>
                </a:cubicBezTo>
                <a:cubicBezTo>
                  <a:pt x="2225" y="2159"/>
                  <a:pt x="2226" y="2170"/>
                  <a:pt x="2226" y="2181"/>
                </a:cubicBezTo>
                <a:cubicBezTo>
                  <a:pt x="2226" y="2186"/>
                  <a:pt x="2228" y="2192"/>
                  <a:pt x="2230" y="2197"/>
                </a:cubicBezTo>
                <a:lnTo>
                  <a:pt x="2217" y="2190"/>
                </a:lnTo>
                <a:cubicBezTo>
                  <a:pt x="2218" y="2189"/>
                  <a:pt x="2218" y="2187"/>
                  <a:pt x="2218" y="2186"/>
                </a:cubicBezTo>
                <a:cubicBezTo>
                  <a:pt x="2218" y="2184"/>
                  <a:pt x="2218" y="2182"/>
                  <a:pt x="2217" y="2181"/>
                </a:cubicBezTo>
                <a:cubicBezTo>
                  <a:pt x="2216" y="2179"/>
                  <a:pt x="2215" y="2178"/>
                  <a:pt x="2214" y="2177"/>
                </a:cubicBezTo>
                <a:cubicBezTo>
                  <a:pt x="2208" y="2166"/>
                  <a:pt x="2197" y="2158"/>
                  <a:pt x="2196" y="2144"/>
                </a:cubicBezTo>
                <a:cubicBezTo>
                  <a:pt x="2195" y="2141"/>
                  <a:pt x="2195" y="2139"/>
                  <a:pt x="2193" y="2137"/>
                </a:cubicBezTo>
                <a:cubicBezTo>
                  <a:pt x="2192" y="2135"/>
                  <a:pt x="2191" y="2134"/>
                  <a:pt x="2190" y="2132"/>
                </a:cubicBezTo>
                <a:cubicBezTo>
                  <a:pt x="2189" y="2131"/>
                  <a:pt x="2183" y="2113"/>
                  <a:pt x="2183" y="2113"/>
                </a:cubicBezTo>
                <a:cubicBezTo>
                  <a:pt x="2182" y="2113"/>
                  <a:pt x="2175" y="2110"/>
                  <a:pt x="2176" y="2114"/>
                </a:cubicBezTo>
                <a:cubicBezTo>
                  <a:pt x="2177" y="2117"/>
                  <a:pt x="2177" y="2121"/>
                  <a:pt x="2177" y="2124"/>
                </a:cubicBezTo>
                <a:cubicBezTo>
                  <a:pt x="2177" y="2127"/>
                  <a:pt x="2177" y="2131"/>
                  <a:pt x="2176" y="2134"/>
                </a:cubicBezTo>
                <a:cubicBezTo>
                  <a:pt x="2175" y="2138"/>
                  <a:pt x="2177" y="2143"/>
                  <a:pt x="2176" y="2148"/>
                </a:cubicBezTo>
                <a:cubicBezTo>
                  <a:pt x="2176" y="2156"/>
                  <a:pt x="2178" y="2163"/>
                  <a:pt x="2182" y="2170"/>
                </a:cubicBezTo>
                <a:cubicBezTo>
                  <a:pt x="2183" y="2172"/>
                  <a:pt x="2184" y="2173"/>
                  <a:pt x="2185" y="2175"/>
                </a:cubicBezTo>
                <a:lnTo>
                  <a:pt x="2160" y="2163"/>
                </a:lnTo>
                <a:cubicBezTo>
                  <a:pt x="2157" y="2155"/>
                  <a:pt x="2155" y="2146"/>
                  <a:pt x="2155" y="2137"/>
                </a:cubicBezTo>
                <a:cubicBezTo>
                  <a:pt x="2154" y="2129"/>
                  <a:pt x="2154" y="2120"/>
                  <a:pt x="2152" y="2112"/>
                </a:cubicBezTo>
                <a:cubicBezTo>
                  <a:pt x="2152" y="2106"/>
                  <a:pt x="2151" y="2100"/>
                  <a:pt x="2151" y="2094"/>
                </a:cubicBezTo>
                <a:cubicBezTo>
                  <a:pt x="2151" y="2079"/>
                  <a:pt x="2153" y="2064"/>
                  <a:pt x="2155" y="2049"/>
                </a:cubicBezTo>
                <a:cubicBezTo>
                  <a:pt x="2155" y="2043"/>
                  <a:pt x="2147" y="2043"/>
                  <a:pt x="2146" y="2049"/>
                </a:cubicBezTo>
                <a:cubicBezTo>
                  <a:pt x="2139" y="2082"/>
                  <a:pt x="2136" y="2116"/>
                  <a:pt x="2136" y="2150"/>
                </a:cubicBezTo>
                <a:cubicBezTo>
                  <a:pt x="2136" y="2151"/>
                  <a:pt x="2136" y="2152"/>
                  <a:pt x="2136" y="2153"/>
                </a:cubicBezTo>
                <a:cubicBezTo>
                  <a:pt x="2127" y="2149"/>
                  <a:pt x="2119" y="2146"/>
                  <a:pt x="2110" y="2144"/>
                </a:cubicBezTo>
                <a:cubicBezTo>
                  <a:pt x="2110" y="2142"/>
                  <a:pt x="2110" y="2141"/>
                  <a:pt x="2109" y="2140"/>
                </a:cubicBezTo>
                <a:cubicBezTo>
                  <a:pt x="2108" y="2139"/>
                  <a:pt x="2108" y="2139"/>
                  <a:pt x="2107" y="2138"/>
                </a:cubicBezTo>
                <a:cubicBezTo>
                  <a:pt x="2103" y="2131"/>
                  <a:pt x="2101" y="2124"/>
                  <a:pt x="2101" y="2116"/>
                </a:cubicBezTo>
                <a:cubicBezTo>
                  <a:pt x="2099" y="2103"/>
                  <a:pt x="2097" y="2090"/>
                  <a:pt x="2096" y="2077"/>
                </a:cubicBezTo>
                <a:cubicBezTo>
                  <a:pt x="2096" y="2072"/>
                  <a:pt x="2088" y="2072"/>
                  <a:pt x="2088" y="2077"/>
                </a:cubicBezTo>
                <a:cubicBezTo>
                  <a:pt x="2087" y="2094"/>
                  <a:pt x="2082" y="2110"/>
                  <a:pt x="2081" y="2127"/>
                </a:cubicBezTo>
                <a:cubicBezTo>
                  <a:pt x="2081" y="2129"/>
                  <a:pt x="2081" y="2131"/>
                  <a:pt x="2081" y="2132"/>
                </a:cubicBezTo>
                <a:cubicBezTo>
                  <a:pt x="2081" y="2134"/>
                  <a:pt x="2081" y="2135"/>
                  <a:pt x="2081" y="2137"/>
                </a:cubicBezTo>
                <a:cubicBezTo>
                  <a:pt x="2072" y="2135"/>
                  <a:pt x="2062" y="2134"/>
                  <a:pt x="2053" y="2133"/>
                </a:cubicBezTo>
                <a:cubicBezTo>
                  <a:pt x="2042" y="2004"/>
                  <a:pt x="2121" y="1871"/>
                  <a:pt x="2214" y="1787"/>
                </a:cubicBezTo>
                <a:cubicBezTo>
                  <a:pt x="2355" y="1657"/>
                  <a:pt x="2617" y="1753"/>
                  <a:pt x="2711" y="1901"/>
                </a:cubicBezTo>
                <a:moveTo>
                  <a:pt x="2502" y="1724"/>
                </a:moveTo>
                <a:cubicBezTo>
                  <a:pt x="2488" y="1719"/>
                  <a:pt x="2473" y="1715"/>
                  <a:pt x="2457" y="1711"/>
                </a:cubicBezTo>
                <a:cubicBezTo>
                  <a:pt x="2403" y="1698"/>
                  <a:pt x="2319" y="1697"/>
                  <a:pt x="2263" y="1724"/>
                </a:cubicBezTo>
                <a:cubicBezTo>
                  <a:pt x="2148" y="1709"/>
                  <a:pt x="2036" y="1737"/>
                  <a:pt x="1921" y="1730"/>
                </a:cubicBezTo>
                <a:cubicBezTo>
                  <a:pt x="1801" y="1723"/>
                  <a:pt x="1681" y="1744"/>
                  <a:pt x="1561" y="1750"/>
                </a:cubicBezTo>
                <a:cubicBezTo>
                  <a:pt x="1514" y="1752"/>
                  <a:pt x="1467" y="1765"/>
                  <a:pt x="1420" y="1771"/>
                </a:cubicBezTo>
                <a:cubicBezTo>
                  <a:pt x="1365" y="1778"/>
                  <a:pt x="1308" y="1780"/>
                  <a:pt x="1253" y="1791"/>
                </a:cubicBezTo>
                <a:cubicBezTo>
                  <a:pt x="1159" y="1808"/>
                  <a:pt x="1068" y="1830"/>
                  <a:pt x="976" y="1854"/>
                </a:cubicBezTo>
                <a:cubicBezTo>
                  <a:pt x="1003" y="1777"/>
                  <a:pt x="1034" y="1701"/>
                  <a:pt x="1072" y="1628"/>
                </a:cubicBezTo>
                <a:cubicBezTo>
                  <a:pt x="1096" y="1579"/>
                  <a:pt x="1119" y="1527"/>
                  <a:pt x="1141" y="1477"/>
                </a:cubicBezTo>
                <a:cubicBezTo>
                  <a:pt x="1167" y="1425"/>
                  <a:pt x="1189" y="1372"/>
                  <a:pt x="1207" y="1317"/>
                </a:cubicBezTo>
                <a:cubicBezTo>
                  <a:pt x="1236" y="1261"/>
                  <a:pt x="1283" y="1211"/>
                  <a:pt x="1309" y="1154"/>
                </a:cubicBezTo>
                <a:lnTo>
                  <a:pt x="1320" y="1138"/>
                </a:lnTo>
                <a:cubicBezTo>
                  <a:pt x="1465" y="961"/>
                  <a:pt x="1581" y="760"/>
                  <a:pt x="1731" y="586"/>
                </a:cubicBezTo>
                <a:cubicBezTo>
                  <a:pt x="1740" y="577"/>
                  <a:pt x="1749" y="569"/>
                  <a:pt x="1759" y="561"/>
                </a:cubicBezTo>
                <a:cubicBezTo>
                  <a:pt x="1791" y="535"/>
                  <a:pt x="1820" y="505"/>
                  <a:pt x="1852" y="478"/>
                </a:cubicBezTo>
                <a:cubicBezTo>
                  <a:pt x="1867" y="465"/>
                  <a:pt x="1887" y="458"/>
                  <a:pt x="1901" y="443"/>
                </a:cubicBezTo>
                <a:cubicBezTo>
                  <a:pt x="1960" y="383"/>
                  <a:pt x="2058" y="339"/>
                  <a:pt x="2130" y="296"/>
                </a:cubicBezTo>
                <a:cubicBezTo>
                  <a:pt x="2132" y="295"/>
                  <a:pt x="2135" y="294"/>
                  <a:pt x="2137" y="292"/>
                </a:cubicBezTo>
                <a:cubicBezTo>
                  <a:pt x="2239" y="233"/>
                  <a:pt x="2350" y="189"/>
                  <a:pt x="2466" y="162"/>
                </a:cubicBezTo>
                <a:cubicBezTo>
                  <a:pt x="2556" y="138"/>
                  <a:pt x="2648" y="125"/>
                  <a:pt x="2741" y="122"/>
                </a:cubicBezTo>
                <a:cubicBezTo>
                  <a:pt x="2760" y="120"/>
                  <a:pt x="2778" y="119"/>
                  <a:pt x="2797" y="119"/>
                </a:cubicBezTo>
                <a:cubicBezTo>
                  <a:pt x="2826" y="119"/>
                  <a:pt x="2856" y="121"/>
                  <a:pt x="2885" y="125"/>
                </a:cubicBezTo>
                <a:lnTo>
                  <a:pt x="2886" y="126"/>
                </a:lnTo>
                <a:lnTo>
                  <a:pt x="2887" y="127"/>
                </a:lnTo>
                <a:cubicBezTo>
                  <a:pt x="2888" y="128"/>
                  <a:pt x="2888" y="128"/>
                  <a:pt x="2888" y="128"/>
                </a:cubicBezTo>
                <a:cubicBezTo>
                  <a:pt x="2911" y="133"/>
                  <a:pt x="2928" y="150"/>
                  <a:pt x="2949" y="159"/>
                </a:cubicBezTo>
                <a:cubicBezTo>
                  <a:pt x="2976" y="169"/>
                  <a:pt x="3003" y="182"/>
                  <a:pt x="3029" y="197"/>
                </a:cubicBezTo>
                <a:cubicBezTo>
                  <a:pt x="3037" y="201"/>
                  <a:pt x="3045" y="206"/>
                  <a:pt x="3053" y="211"/>
                </a:cubicBezTo>
                <a:cubicBezTo>
                  <a:pt x="3084" y="234"/>
                  <a:pt x="3118" y="255"/>
                  <a:pt x="3149" y="277"/>
                </a:cubicBezTo>
                <a:cubicBezTo>
                  <a:pt x="3211" y="321"/>
                  <a:pt x="3251" y="393"/>
                  <a:pt x="3289" y="457"/>
                </a:cubicBezTo>
                <a:cubicBezTo>
                  <a:pt x="3293" y="464"/>
                  <a:pt x="3297" y="471"/>
                  <a:pt x="3301" y="478"/>
                </a:cubicBezTo>
                <a:cubicBezTo>
                  <a:pt x="3375" y="606"/>
                  <a:pt x="3433" y="743"/>
                  <a:pt x="3474" y="886"/>
                </a:cubicBezTo>
                <a:cubicBezTo>
                  <a:pt x="3488" y="960"/>
                  <a:pt x="3506" y="1035"/>
                  <a:pt x="3513" y="1109"/>
                </a:cubicBezTo>
                <a:cubicBezTo>
                  <a:pt x="3527" y="1250"/>
                  <a:pt x="3523" y="1394"/>
                  <a:pt x="3526" y="1536"/>
                </a:cubicBezTo>
                <a:cubicBezTo>
                  <a:pt x="3525" y="1536"/>
                  <a:pt x="3524" y="1536"/>
                  <a:pt x="3523" y="1536"/>
                </a:cubicBezTo>
                <a:cubicBezTo>
                  <a:pt x="3523" y="1536"/>
                  <a:pt x="3522" y="1536"/>
                  <a:pt x="3521" y="1536"/>
                </a:cubicBezTo>
                <a:cubicBezTo>
                  <a:pt x="3406" y="1567"/>
                  <a:pt x="3435" y="1746"/>
                  <a:pt x="3477" y="1829"/>
                </a:cubicBezTo>
                <a:cubicBezTo>
                  <a:pt x="3472" y="1828"/>
                  <a:pt x="3467" y="1827"/>
                  <a:pt x="3461" y="1827"/>
                </a:cubicBezTo>
                <a:cubicBezTo>
                  <a:pt x="3407" y="1824"/>
                  <a:pt x="3352" y="1807"/>
                  <a:pt x="3298" y="1807"/>
                </a:cubicBezTo>
                <a:cubicBezTo>
                  <a:pt x="3235" y="1805"/>
                  <a:pt x="3173" y="1795"/>
                  <a:pt x="3113" y="1777"/>
                </a:cubicBezTo>
                <a:cubicBezTo>
                  <a:pt x="3056" y="1762"/>
                  <a:pt x="2998" y="1752"/>
                  <a:pt x="2939" y="1749"/>
                </a:cubicBezTo>
                <a:cubicBezTo>
                  <a:pt x="2875" y="1746"/>
                  <a:pt x="2809" y="1744"/>
                  <a:pt x="2745" y="1738"/>
                </a:cubicBezTo>
                <a:cubicBezTo>
                  <a:pt x="2707" y="1733"/>
                  <a:pt x="2669" y="1730"/>
                  <a:pt x="2631" y="1730"/>
                </a:cubicBezTo>
                <a:cubicBezTo>
                  <a:pt x="2627" y="1730"/>
                  <a:pt x="2622" y="1730"/>
                  <a:pt x="2618" y="1730"/>
                </a:cubicBezTo>
                <a:cubicBezTo>
                  <a:pt x="2595" y="1731"/>
                  <a:pt x="2529" y="1737"/>
                  <a:pt x="2508" y="1723"/>
                </a:cubicBezTo>
                <a:cubicBezTo>
                  <a:pt x="2508" y="1723"/>
                  <a:pt x="2507" y="1723"/>
                  <a:pt x="2506" y="1723"/>
                </a:cubicBezTo>
                <a:cubicBezTo>
                  <a:pt x="2505" y="1723"/>
                  <a:pt x="2504" y="1723"/>
                  <a:pt x="2504" y="1723"/>
                </a:cubicBezTo>
                <a:cubicBezTo>
                  <a:pt x="2503" y="1724"/>
                  <a:pt x="2502" y="1724"/>
                  <a:pt x="2502" y="1725"/>
                </a:cubicBezTo>
                <a:lnTo>
                  <a:pt x="2502" y="1724"/>
                </a:lnTo>
                <a:moveTo>
                  <a:pt x="3702" y="1724"/>
                </a:moveTo>
                <a:cubicBezTo>
                  <a:pt x="3700" y="1714"/>
                  <a:pt x="3698" y="1703"/>
                  <a:pt x="3697" y="1693"/>
                </a:cubicBezTo>
                <a:cubicBezTo>
                  <a:pt x="3698" y="1694"/>
                  <a:pt x="3699" y="1694"/>
                  <a:pt x="3701" y="1695"/>
                </a:cubicBezTo>
                <a:cubicBezTo>
                  <a:pt x="3703" y="1696"/>
                  <a:pt x="3705" y="1697"/>
                  <a:pt x="3708" y="1697"/>
                </a:cubicBezTo>
                <a:cubicBezTo>
                  <a:pt x="3745" y="1697"/>
                  <a:pt x="3775" y="1732"/>
                  <a:pt x="3789" y="1762"/>
                </a:cubicBezTo>
                <a:cubicBezTo>
                  <a:pt x="3794" y="1774"/>
                  <a:pt x="3798" y="1786"/>
                  <a:pt x="3800" y="1799"/>
                </a:cubicBezTo>
                <a:cubicBezTo>
                  <a:pt x="3798" y="1794"/>
                  <a:pt x="3795" y="1789"/>
                  <a:pt x="3793" y="1785"/>
                </a:cubicBezTo>
                <a:cubicBezTo>
                  <a:pt x="3788" y="1777"/>
                  <a:pt x="3783" y="1770"/>
                  <a:pt x="3777" y="1764"/>
                </a:cubicBezTo>
                <a:cubicBezTo>
                  <a:pt x="3770" y="1758"/>
                  <a:pt x="3762" y="1752"/>
                  <a:pt x="3753" y="1747"/>
                </a:cubicBezTo>
                <a:cubicBezTo>
                  <a:pt x="3749" y="1745"/>
                  <a:pt x="3745" y="1743"/>
                  <a:pt x="3741" y="1741"/>
                </a:cubicBezTo>
                <a:cubicBezTo>
                  <a:pt x="3729" y="1734"/>
                  <a:pt x="3711" y="1741"/>
                  <a:pt x="3706" y="1727"/>
                </a:cubicBezTo>
                <a:cubicBezTo>
                  <a:pt x="3706" y="1726"/>
                  <a:pt x="3706" y="1726"/>
                  <a:pt x="3706" y="1726"/>
                </a:cubicBezTo>
                <a:cubicBezTo>
                  <a:pt x="3705" y="1726"/>
                  <a:pt x="3705" y="1725"/>
                  <a:pt x="3704" y="1725"/>
                </a:cubicBezTo>
                <a:lnTo>
                  <a:pt x="3703" y="1725"/>
                </a:lnTo>
                <a:cubicBezTo>
                  <a:pt x="3702" y="1725"/>
                  <a:pt x="3701" y="1725"/>
                  <a:pt x="3701" y="1725"/>
                </a:cubicBezTo>
                <a:lnTo>
                  <a:pt x="3702" y="1724"/>
                </a:lnTo>
                <a:moveTo>
                  <a:pt x="3737" y="1554"/>
                </a:moveTo>
                <a:cubicBezTo>
                  <a:pt x="3724" y="1547"/>
                  <a:pt x="3711" y="1541"/>
                  <a:pt x="3697" y="1536"/>
                </a:cubicBezTo>
                <a:cubicBezTo>
                  <a:pt x="3696" y="1535"/>
                  <a:pt x="3695" y="1535"/>
                  <a:pt x="3694" y="1535"/>
                </a:cubicBezTo>
                <a:cubicBezTo>
                  <a:pt x="3693" y="1535"/>
                  <a:pt x="3692" y="1535"/>
                  <a:pt x="3691" y="1536"/>
                </a:cubicBezTo>
                <a:cubicBezTo>
                  <a:pt x="3690" y="1488"/>
                  <a:pt x="3688" y="1441"/>
                  <a:pt x="3682" y="1394"/>
                </a:cubicBezTo>
                <a:cubicBezTo>
                  <a:pt x="3682" y="1392"/>
                  <a:pt x="3682" y="1390"/>
                  <a:pt x="3682" y="1387"/>
                </a:cubicBezTo>
                <a:cubicBezTo>
                  <a:pt x="3699" y="1443"/>
                  <a:pt x="3742" y="1493"/>
                  <a:pt x="3736" y="1555"/>
                </a:cubicBezTo>
                <a:lnTo>
                  <a:pt x="3737" y="1554"/>
                </a:lnTo>
                <a:moveTo>
                  <a:pt x="3705" y="1269"/>
                </a:moveTo>
                <a:cubicBezTo>
                  <a:pt x="3761" y="1271"/>
                  <a:pt x="3789" y="1343"/>
                  <a:pt x="3813" y="1384"/>
                </a:cubicBezTo>
                <a:cubicBezTo>
                  <a:pt x="3837" y="1428"/>
                  <a:pt x="3854" y="1475"/>
                  <a:pt x="3861" y="1525"/>
                </a:cubicBezTo>
                <a:cubicBezTo>
                  <a:pt x="3868" y="1574"/>
                  <a:pt x="3861" y="1525"/>
                  <a:pt x="3861" y="1525"/>
                </a:cubicBezTo>
                <a:cubicBezTo>
                  <a:pt x="3860" y="1553"/>
                  <a:pt x="3852" y="1582"/>
                  <a:pt x="3839" y="1607"/>
                </a:cubicBezTo>
                <a:cubicBezTo>
                  <a:pt x="3837" y="1610"/>
                  <a:pt x="3833" y="1617"/>
                  <a:pt x="3830" y="1625"/>
                </a:cubicBezTo>
                <a:cubicBezTo>
                  <a:pt x="3809" y="1604"/>
                  <a:pt x="3786" y="1584"/>
                  <a:pt x="3761" y="1568"/>
                </a:cubicBezTo>
                <a:cubicBezTo>
                  <a:pt x="3782" y="1475"/>
                  <a:pt x="3702" y="1408"/>
                  <a:pt x="3683" y="1324"/>
                </a:cubicBezTo>
                <a:cubicBezTo>
                  <a:pt x="3687" y="1303"/>
                  <a:pt x="3689" y="1270"/>
                  <a:pt x="3704" y="1270"/>
                </a:cubicBezTo>
                <a:lnTo>
                  <a:pt x="3705" y="1269"/>
                </a:lnTo>
                <a:moveTo>
                  <a:pt x="1343" y="821"/>
                </a:moveTo>
                <a:cubicBezTo>
                  <a:pt x="1397" y="749"/>
                  <a:pt x="1447" y="674"/>
                  <a:pt x="1500" y="602"/>
                </a:cubicBezTo>
                <a:cubicBezTo>
                  <a:pt x="1506" y="595"/>
                  <a:pt x="1512" y="589"/>
                  <a:pt x="1518" y="582"/>
                </a:cubicBezTo>
                <a:cubicBezTo>
                  <a:pt x="1529" y="572"/>
                  <a:pt x="1539" y="561"/>
                  <a:pt x="1549" y="550"/>
                </a:cubicBezTo>
                <a:cubicBezTo>
                  <a:pt x="1614" y="491"/>
                  <a:pt x="1674" y="426"/>
                  <a:pt x="1748" y="377"/>
                </a:cubicBezTo>
                <a:cubicBezTo>
                  <a:pt x="1806" y="339"/>
                  <a:pt x="1857" y="293"/>
                  <a:pt x="1914" y="255"/>
                </a:cubicBezTo>
                <a:cubicBezTo>
                  <a:pt x="1932" y="244"/>
                  <a:pt x="1949" y="233"/>
                  <a:pt x="1967" y="223"/>
                </a:cubicBezTo>
                <a:cubicBezTo>
                  <a:pt x="2013" y="197"/>
                  <a:pt x="2061" y="172"/>
                  <a:pt x="2110" y="151"/>
                </a:cubicBezTo>
                <a:cubicBezTo>
                  <a:pt x="2254" y="83"/>
                  <a:pt x="2428" y="54"/>
                  <a:pt x="2585" y="34"/>
                </a:cubicBezTo>
                <a:cubicBezTo>
                  <a:pt x="2688" y="21"/>
                  <a:pt x="2784" y="46"/>
                  <a:pt x="2884" y="53"/>
                </a:cubicBezTo>
                <a:cubicBezTo>
                  <a:pt x="2919" y="61"/>
                  <a:pt x="2954" y="72"/>
                  <a:pt x="2986" y="88"/>
                </a:cubicBezTo>
                <a:cubicBezTo>
                  <a:pt x="3059" y="128"/>
                  <a:pt x="3146" y="141"/>
                  <a:pt x="3207" y="201"/>
                </a:cubicBezTo>
                <a:cubicBezTo>
                  <a:pt x="3236" y="225"/>
                  <a:pt x="3264" y="251"/>
                  <a:pt x="3290" y="278"/>
                </a:cubicBezTo>
                <a:cubicBezTo>
                  <a:pt x="3321" y="314"/>
                  <a:pt x="3343" y="356"/>
                  <a:pt x="3375" y="393"/>
                </a:cubicBezTo>
                <a:cubicBezTo>
                  <a:pt x="3410" y="432"/>
                  <a:pt x="3439" y="475"/>
                  <a:pt x="3466" y="520"/>
                </a:cubicBezTo>
                <a:cubicBezTo>
                  <a:pt x="3468" y="524"/>
                  <a:pt x="3471" y="529"/>
                  <a:pt x="3473" y="533"/>
                </a:cubicBezTo>
                <a:lnTo>
                  <a:pt x="3473" y="534"/>
                </a:lnTo>
                <a:cubicBezTo>
                  <a:pt x="3473" y="535"/>
                  <a:pt x="3473" y="536"/>
                  <a:pt x="3473" y="536"/>
                </a:cubicBezTo>
                <a:cubicBezTo>
                  <a:pt x="3565" y="711"/>
                  <a:pt x="3616" y="899"/>
                  <a:pt x="3644" y="1095"/>
                </a:cubicBezTo>
                <a:cubicBezTo>
                  <a:pt x="3652" y="1156"/>
                  <a:pt x="3658" y="1218"/>
                  <a:pt x="3662" y="1280"/>
                </a:cubicBezTo>
                <a:cubicBezTo>
                  <a:pt x="3661" y="1286"/>
                  <a:pt x="3660" y="1293"/>
                  <a:pt x="3660" y="1299"/>
                </a:cubicBezTo>
                <a:cubicBezTo>
                  <a:pt x="3660" y="1310"/>
                  <a:pt x="3662" y="1321"/>
                  <a:pt x="3665" y="1332"/>
                </a:cubicBezTo>
                <a:cubicBezTo>
                  <a:pt x="3672" y="1468"/>
                  <a:pt x="3675" y="1605"/>
                  <a:pt x="3692" y="1741"/>
                </a:cubicBezTo>
                <a:cubicBezTo>
                  <a:pt x="3692" y="1742"/>
                  <a:pt x="3693" y="1742"/>
                  <a:pt x="3693" y="1743"/>
                </a:cubicBezTo>
                <a:cubicBezTo>
                  <a:pt x="3693" y="1743"/>
                  <a:pt x="3694" y="1743"/>
                  <a:pt x="3695" y="1744"/>
                </a:cubicBezTo>
                <a:cubicBezTo>
                  <a:pt x="3695" y="1745"/>
                  <a:pt x="3696" y="1745"/>
                  <a:pt x="3696" y="1745"/>
                </a:cubicBezTo>
                <a:cubicBezTo>
                  <a:pt x="3701" y="1757"/>
                  <a:pt x="3721" y="1757"/>
                  <a:pt x="3736" y="1765"/>
                </a:cubicBezTo>
                <a:cubicBezTo>
                  <a:pt x="3739" y="1766"/>
                  <a:pt x="3743" y="1767"/>
                  <a:pt x="3746" y="1768"/>
                </a:cubicBezTo>
                <a:cubicBezTo>
                  <a:pt x="3758" y="1768"/>
                  <a:pt x="3769" y="1798"/>
                  <a:pt x="3772" y="1806"/>
                </a:cubicBezTo>
                <a:cubicBezTo>
                  <a:pt x="3776" y="1819"/>
                  <a:pt x="3772" y="1831"/>
                  <a:pt x="3773" y="1844"/>
                </a:cubicBezTo>
                <a:cubicBezTo>
                  <a:pt x="3675" y="1883"/>
                  <a:pt x="3593" y="1811"/>
                  <a:pt x="3570" y="1718"/>
                </a:cubicBezTo>
                <a:cubicBezTo>
                  <a:pt x="3540" y="1598"/>
                  <a:pt x="3550" y="1468"/>
                  <a:pt x="3547" y="1346"/>
                </a:cubicBezTo>
                <a:cubicBezTo>
                  <a:pt x="3547" y="1245"/>
                  <a:pt x="3541" y="1145"/>
                  <a:pt x="3530" y="1045"/>
                </a:cubicBezTo>
                <a:cubicBezTo>
                  <a:pt x="3524" y="999"/>
                  <a:pt x="3513" y="953"/>
                  <a:pt x="3499" y="909"/>
                </a:cubicBezTo>
                <a:cubicBezTo>
                  <a:pt x="3500" y="830"/>
                  <a:pt x="3442" y="748"/>
                  <a:pt x="3424" y="673"/>
                </a:cubicBezTo>
                <a:cubicBezTo>
                  <a:pt x="3401" y="581"/>
                  <a:pt x="3330" y="494"/>
                  <a:pt x="3286" y="410"/>
                </a:cubicBezTo>
                <a:cubicBezTo>
                  <a:pt x="3235" y="312"/>
                  <a:pt x="3154" y="262"/>
                  <a:pt x="3070" y="198"/>
                </a:cubicBezTo>
                <a:cubicBezTo>
                  <a:pt x="3033" y="170"/>
                  <a:pt x="2962" y="121"/>
                  <a:pt x="2909" y="115"/>
                </a:cubicBezTo>
                <a:cubicBezTo>
                  <a:pt x="2873" y="103"/>
                  <a:pt x="2835" y="97"/>
                  <a:pt x="2797" y="95"/>
                </a:cubicBezTo>
                <a:cubicBezTo>
                  <a:pt x="2778" y="94"/>
                  <a:pt x="2759" y="94"/>
                  <a:pt x="2740" y="94"/>
                </a:cubicBezTo>
                <a:cubicBezTo>
                  <a:pt x="2662" y="94"/>
                  <a:pt x="2585" y="104"/>
                  <a:pt x="2509" y="123"/>
                </a:cubicBezTo>
                <a:cubicBezTo>
                  <a:pt x="2406" y="147"/>
                  <a:pt x="2306" y="172"/>
                  <a:pt x="2211" y="221"/>
                </a:cubicBezTo>
                <a:cubicBezTo>
                  <a:pt x="2132" y="261"/>
                  <a:pt x="2042" y="304"/>
                  <a:pt x="1975" y="360"/>
                </a:cubicBezTo>
                <a:cubicBezTo>
                  <a:pt x="1944" y="385"/>
                  <a:pt x="1909" y="406"/>
                  <a:pt x="1878" y="430"/>
                </a:cubicBezTo>
                <a:cubicBezTo>
                  <a:pt x="1828" y="471"/>
                  <a:pt x="1780" y="515"/>
                  <a:pt x="1731" y="558"/>
                </a:cubicBezTo>
                <a:cubicBezTo>
                  <a:pt x="1667" y="615"/>
                  <a:pt x="1622" y="688"/>
                  <a:pt x="1572" y="757"/>
                </a:cubicBezTo>
                <a:cubicBezTo>
                  <a:pt x="1547" y="788"/>
                  <a:pt x="1523" y="820"/>
                  <a:pt x="1501" y="854"/>
                </a:cubicBezTo>
                <a:cubicBezTo>
                  <a:pt x="1469" y="902"/>
                  <a:pt x="1419" y="948"/>
                  <a:pt x="1394" y="1000"/>
                </a:cubicBezTo>
                <a:cubicBezTo>
                  <a:pt x="1378" y="1027"/>
                  <a:pt x="1360" y="1052"/>
                  <a:pt x="1339" y="1076"/>
                </a:cubicBezTo>
                <a:cubicBezTo>
                  <a:pt x="1335" y="1081"/>
                  <a:pt x="1331" y="1087"/>
                  <a:pt x="1328" y="1093"/>
                </a:cubicBezTo>
                <a:cubicBezTo>
                  <a:pt x="1323" y="1102"/>
                  <a:pt x="1319" y="1111"/>
                  <a:pt x="1315" y="1120"/>
                </a:cubicBezTo>
                <a:cubicBezTo>
                  <a:pt x="1314" y="1120"/>
                  <a:pt x="1314" y="1120"/>
                  <a:pt x="1313" y="1120"/>
                </a:cubicBezTo>
                <a:lnTo>
                  <a:pt x="1312" y="1121"/>
                </a:lnTo>
                <a:cubicBezTo>
                  <a:pt x="1274" y="1171"/>
                  <a:pt x="1240" y="1223"/>
                  <a:pt x="1209" y="1277"/>
                </a:cubicBezTo>
                <a:cubicBezTo>
                  <a:pt x="1204" y="1285"/>
                  <a:pt x="1199" y="1294"/>
                  <a:pt x="1194" y="1303"/>
                </a:cubicBezTo>
                <a:cubicBezTo>
                  <a:pt x="1183" y="1315"/>
                  <a:pt x="1173" y="1327"/>
                  <a:pt x="1166" y="1341"/>
                </a:cubicBezTo>
                <a:cubicBezTo>
                  <a:pt x="1165" y="1342"/>
                  <a:pt x="1164" y="1343"/>
                  <a:pt x="1164" y="1344"/>
                </a:cubicBezTo>
                <a:cubicBezTo>
                  <a:pt x="1153" y="1365"/>
                  <a:pt x="1146" y="1390"/>
                  <a:pt x="1138" y="1412"/>
                </a:cubicBezTo>
                <a:cubicBezTo>
                  <a:pt x="1126" y="1437"/>
                  <a:pt x="1114" y="1462"/>
                  <a:pt x="1102" y="1488"/>
                </a:cubicBezTo>
                <a:lnTo>
                  <a:pt x="1091" y="1514"/>
                </a:lnTo>
                <a:cubicBezTo>
                  <a:pt x="1071" y="1552"/>
                  <a:pt x="1051" y="1590"/>
                  <a:pt x="1036" y="1630"/>
                </a:cubicBezTo>
                <a:cubicBezTo>
                  <a:pt x="1003" y="1714"/>
                  <a:pt x="963" y="1796"/>
                  <a:pt x="932" y="1881"/>
                </a:cubicBezTo>
                <a:cubicBezTo>
                  <a:pt x="928" y="1893"/>
                  <a:pt x="924" y="1905"/>
                  <a:pt x="921" y="1917"/>
                </a:cubicBezTo>
                <a:cubicBezTo>
                  <a:pt x="919" y="1918"/>
                  <a:pt x="917" y="1920"/>
                  <a:pt x="916" y="1922"/>
                </a:cubicBezTo>
                <a:cubicBezTo>
                  <a:pt x="915" y="1924"/>
                  <a:pt x="914" y="1925"/>
                  <a:pt x="914" y="1928"/>
                </a:cubicBezTo>
                <a:cubicBezTo>
                  <a:pt x="914" y="1930"/>
                  <a:pt x="915" y="1933"/>
                  <a:pt x="916" y="1935"/>
                </a:cubicBezTo>
                <a:lnTo>
                  <a:pt x="912" y="1952"/>
                </a:lnTo>
                <a:cubicBezTo>
                  <a:pt x="903" y="1981"/>
                  <a:pt x="895" y="2011"/>
                  <a:pt x="888" y="2040"/>
                </a:cubicBezTo>
                <a:cubicBezTo>
                  <a:pt x="884" y="2050"/>
                  <a:pt x="879" y="2060"/>
                  <a:pt x="874" y="2070"/>
                </a:cubicBezTo>
                <a:cubicBezTo>
                  <a:pt x="848" y="2116"/>
                  <a:pt x="854" y="2193"/>
                  <a:pt x="844" y="2245"/>
                </a:cubicBezTo>
                <a:cubicBezTo>
                  <a:pt x="834" y="2296"/>
                  <a:pt x="829" y="2345"/>
                  <a:pt x="822" y="2396"/>
                </a:cubicBezTo>
                <a:cubicBezTo>
                  <a:pt x="820" y="2415"/>
                  <a:pt x="817" y="2434"/>
                  <a:pt x="814" y="2453"/>
                </a:cubicBezTo>
                <a:cubicBezTo>
                  <a:pt x="800" y="2531"/>
                  <a:pt x="792" y="2611"/>
                  <a:pt x="791" y="2691"/>
                </a:cubicBezTo>
                <a:cubicBezTo>
                  <a:pt x="790" y="2717"/>
                  <a:pt x="787" y="2744"/>
                  <a:pt x="783" y="2770"/>
                </a:cubicBezTo>
                <a:cubicBezTo>
                  <a:pt x="779" y="2788"/>
                  <a:pt x="775" y="2805"/>
                  <a:pt x="771" y="2823"/>
                </a:cubicBezTo>
                <a:cubicBezTo>
                  <a:pt x="767" y="2840"/>
                  <a:pt x="756" y="2902"/>
                  <a:pt x="752" y="2922"/>
                </a:cubicBezTo>
                <a:cubicBezTo>
                  <a:pt x="746" y="2914"/>
                  <a:pt x="739" y="2907"/>
                  <a:pt x="732" y="2900"/>
                </a:cubicBezTo>
                <a:cubicBezTo>
                  <a:pt x="702" y="2876"/>
                  <a:pt x="683" y="2856"/>
                  <a:pt x="658" y="2847"/>
                </a:cubicBezTo>
                <a:cubicBezTo>
                  <a:pt x="660" y="2844"/>
                  <a:pt x="662" y="2842"/>
                  <a:pt x="663" y="2839"/>
                </a:cubicBezTo>
                <a:cubicBezTo>
                  <a:pt x="666" y="2834"/>
                  <a:pt x="668" y="2828"/>
                  <a:pt x="668" y="2822"/>
                </a:cubicBezTo>
                <a:cubicBezTo>
                  <a:pt x="675" y="2798"/>
                  <a:pt x="674" y="2772"/>
                  <a:pt x="679" y="2748"/>
                </a:cubicBezTo>
                <a:cubicBezTo>
                  <a:pt x="686" y="2716"/>
                  <a:pt x="691" y="2684"/>
                  <a:pt x="694" y="2652"/>
                </a:cubicBezTo>
                <a:cubicBezTo>
                  <a:pt x="697" y="2646"/>
                  <a:pt x="700" y="2639"/>
                  <a:pt x="703" y="2633"/>
                </a:cubicBezTo>
                <a:cubicBezTo>
                  <a:pt x="704" y="2632"/>
                  <a:pt x="704" y="2632"/>
                  <a:pt x="704" y="2631"/>
                </a:cubicBezTo>
                <a:cubicBezTo>
                  <a:pt x="705" y="2630"/>
                  <a:pt x="705" y="2629"/>
                  <a:pt x="706" y="2629"/>
                </a:cubicBezTo>
                <a:cubicBezTo>
                  <a:pt x="714" y="2614"/>
                  <a:pt x="719" y="2597"/>
                  <a:pt x="719" y="2580"/>
                </a:cubicBezTo>
                <a:cubicBezTo>
                  <a:pt x="719" y="2574"/>
                  <a:pt x="718" y="2567"/>
                  <a:pt x="717" y="2561"/>
                </a:cubicBezTo>
                <a:cubicBezTo>
                  <a:pt x="717" y="2559"/>
                  <a:pt x="717" y="2557"/>
                  <a:pt x="717" y="2555"/>
                </a:cubicBezTo>
                <a:cubicBezTo>
                  <a:pt x="717" y="2545"/>
                  <a:pt x="715" y="2535"/>
                  <a:pt x="710" y="2525"/>
                </a:cubicBezTo>
                <a:cubicBezTo>
                  <a:pt x="712" y="2523"/>
                  <a:pt x="712" y="2520"/>
                  <a:pt x="712" y="2517"/>
                </a:cubicBezTo>
                <a:cubicBezTo>
                  <a:pt x="712" y="2510"/>
                  <a:pt x="712" y="2503"/>
                  <a:pt x="712" y="2496"/>
                </a:cubicBezTo>
                <a:cubicBezTo>
                  <a:pt x="721" y="2460"/>
                  <a:pt x="716" y="2410"/>
                  <a:pt x="721" y="2381"/>
                </a:cubicBezTo>
                <a:cubicBezTo>
                  <a:pt x="727" y="2346"/>
                  <a:pt x="727" y="2310"/>
                  <a:pt x="729" y="2274"/>
                </a:cubicBezTo>
                <a:cubicBezTo>
                  <a:pt x="740" y="2197"/>
                  <a:pt x="756" y="2121"/>
                  <a:pt x="775" y="2046"/>
                </a:cubicBezTo>
                <a:cubicBezTo>
                  <a:pt x="809" y="1906"/>
                  <a:pt x="839" y="1768"/>
                  <a:pt x="897" y="1636"/>
                </a:cubicBezTo>
                <a:cubicBezTo>
                  <a:pt x="954" y="1503"/>
                  <a:pt x="1030" y="1378"/>
                  <a:pt x="1086" y="1245"/>
                </a:cubicBezTo>
                <a:cubicBezTo>
                  <a:pt x="1117" y="1175"/>
                  <a:pt x="1152" y="1107"/>
                  <a:pt x="1191" y="1040"/>
                </a:cubicBezTo>
                <a:cubicBezTo>
                  <a:pt x="1203" y="1019"/>
                  <a:pt x="1215" y="999"/>
                  <a:pt x="1228" y="978"/>
                </a:cubicBezTo>
                <a:cubicBezTo>
                  <a:pt x="1268" y="931"/>
                  <a:pt x="1303" y="873"/>
                  <a:pt x="1343" y="821"/>
                </a:cubicBezTo>
                <a:moveTo>
                  <a:pt x="65" y="2731"/>
                </a:moveTo>
                <a:cubicBezTo>
                  <a:pt x="51" y="2699"/>
                  <a:pt x="41" y="2666"/>
                  <a:pt x="33" y="2633"/>
                </a:cubicBezTo>
                <a:cubicBezTo>
                  <a:pt x="26" y="2605"/>
                  <a:pt x="22" y="2577"/>
                  <a:pt x="22" y="2549"/>
                </a:cubicBezTo>
                <a:cubicBezTo>
                  <a:pt x="22" y="2545"/>
                  <a:pt x="22" y="2541"/>
                  <a:pt x="22" y="2537"/>
                </a:cubicBezTo>
                <a:cubicBezTo>
                  <a:pt x="24" y="2537"/>
                  <a:pt x="25" y="2537"/>
                  <a:pt x="25" y="2534"/>
                </a:cubicBezTo>
                <a:cubicBezTo>
                  <a:pt x="14" y="2467"/>
                  <a:pt x="66" y="2344"/>
                  <a:pt x="115" y="2295"/>
                </a:cubicBezTo>
                <a:cubicBezTo>
                  <a:pt x="185" y="2225"/>
                  <a:pt x="243" y="2154"/>
                  <a:pt x="331" y="2105"/>
                </a:cubicBezTo>
                <a:cubicBezTo>
                  <a:pt x="356" y="2091"/>
                  <a:pt x="381" y="2078"/>
                  <a:pt x="406" y="2064"/>
                </a:cubicBezTo>
                <a:cubicBezTo>
                  <a:pt x="443" y="2042"/>
                  <a:pt x="491" y="2032"/>
                  <a:pt x="526" y="2008"/>
                </a:cubicBezTo>
                <a:cubicBezTo>
                  <a:pt x="560" y="1984"/>
                  <a:pt x="603" y="1983"/>
                  <a:pt x="638" y="1963"/>
                </a:cubicBezTo>
                <a:cubicBezTo>
                  <a:pt x="658" y="1952"/>
                  <a:pt x="680" y="1943"/>
                  <a:pt x="703" y="1935"/>
                </a:cubicBezTo>
                <a:cubicBezTo>
                  <a:pt x="703" y="1936"/>
                  <a:pt x="703" y="1936"/>
                  <a:pt x="704" y="1936"/>
                </a:cubicBezTo>
                <a:lnTo>
                  <a:pt x="705" y="1937"/>
                </a:lnTo>
                <a:cubicBezTo>
                  <a:pt x="707" y="1937"/>
                  <a:pt x="709" y="1937"/>
                  <a:pt x="711" y="1937"/>
                </a:cubicBezTo>
                <a:cubicBezTo>
                  <a:pt x="732" y="1937"/>
                  <a:pt x="752" y="1931"/>
                  <a:pt x="769" y="1921"/>
                </a:cubicBezTo>
                <a:cubicBezTo>
                  <a:pt x="770" y="1920"/>
                  <a:pt x="770" y="1921"/>
                  <a:pt x="770" y="1921"/>
                </a:cubicBezTo>
                <a:cubicBezTo>
                  <a:pt x="766" y="1937"/>
                  <a:pt x="763" y="1953"/>
                  <a:pt x="759" y="1968"/>
                </a:cubicBezTo>
                <a:cubicBezTo>
                  <a:pt x="724" y="1979"/>
                  <a:pt x="691" y="1992"/>
                  <a:pt x="658" y="2006"/>
                </a:cubicBezTo>
                <a:cubicBezTo>
                  <a:pt x="605" y="2024"/>
                  <a:pt x="553" y="2046"/>
                  <a:pt x="503" y="2071"/>
                </a:cubicBezTo>
                <a:cubicBezTo>
                  <a:pt x="457" y="2097"/>
                  <a:pt x="409" y="2121"/>
                  <a:pt x="365" y="2148"/>
                </a:cubicBezTo>
                <a:cubicBezTo>
                  <a:pt x="345" y="2159"/>
                  <a:pt x="326" y="2168"/>
                  <a:pt x="308" y="2180"/>
                </a:cubicBezTo>
                <a:cubicBezTo>
                  <a:pt x="289" y="2191"/>
                  <a:pt x="273" y="2214"/>
                  <a:pt x="253" y="2223"/>
                </a:cubicBezTo>
                <a:cubicBezTo>
                  <a:pt x="208" y="2246"/>
                  <a:pt x="138" y="2322"/>
                  <a:pt x="116" y="2365"/>
                </a:cubicBezTo>
                <a:cubicBezTo>
                  <a:pt x="94" y="2407"/>
                  <a:pt x="69" y="2447"/>
                  <a:pt x="72" y="2496"/>
                </a:cubicBezTo>
                <a:cubicBezTo>
                  <a:pt x="74" y="2523"/>
                  <a:pt x="77" y="2551"/>
                  <a:pt x="81" y="2578"/>
                </a:cubicBezTo>
                <a:cubicBezTo>
                  <a:pt x="82" y="2610"/>
                  <a:pt x="89" y="2641"/>
                  <a:pt x="101" y="2670"/>
                </a:cubicBezTo>
                <a:cubicBezTo>
                  <a:pt x="128" y="2729"/>
                  <a:pt x="165" y="2779"/>
                  <a:pt x="199" y="2834"/>
                </a:cubicBezTo>
                <a:cubicBezTo>
                  <a:pt x="230" y="2884"/>
                  <a:pt x="282" y="2909"/>
                  <a:pt x="322" y="2948"/>
                </a:cubicBezTo>
                <a:cubicBezTo>
                  <a:pt x="343" y="2967"/>
                  <a:pt x="381" y="2975"/>
                  <a:pt x="406" y="2993"/>
                </a:cubicBezTo>
                <a:cubicBezTo>
                  <a:pt x="412" y="2997"/>
                  <a:pt x="418" y="3000"/>
                  <a:pt x="424" y="3004"/>
                </a:cubicBezTo>
                <a:cubicBezTo>
                  <a:pt x="434" y="3009"/>
                  <a:pt x="445" y="3015"/>
                  <a:pt x="456" y="3020"/>
                </a:cubicBezTo>
                <a:cubicBezTo>
                  <a:pt x="456" y="3021"/>
                  <a:pt x="457" y="3023"/>
                  <a:pt x="458" y="3025"/>
                </a:cubicBezTo>
                <a:cubicBezTo>
                  <a:pt x="462" y="3032"/>
                  <a:pt x="468" y="3038"/>
                  <a:pt x="474" y="3043"/>
                </a:cubicBezTo>
                <a:lnTo>
                  <a:pt x="490" y="3056"/>
                </a:lnTo>
                <a:cubicBezTo>
                  <a:pt x="494" y="3082"/>
                  <a:pt x="504" y="3138"/>
                  <a:pt x="485" y="3134"/>
                </a:cubicBezTo>
                <a:cubicBezTo>
                  <a:pt x="469" y="3132"/>
                  <a:pt x="431" y="3097"/>
                  <a:pt x="418" y="3086"/>
                </a:cubicBezTo>
                <a:cubicBezTo>
                  <a:pt x="392" y="3066"/>
                  <a:pt x="354" y="3027"/>
                  <a:pt x="318" y="3014"/>
                </a:cubicBezTo>
                <a:cubicBezTo>
                  <a:pt x="305" y="2982"/>
                  <a:pt x="243" y="2943"/>
                  <a:pt x="215" y="2925"/>
                </a:cubicBezTo>
                <a:cubicBezTo>
                  <a:pt x="174" y="2899"/>
                  <a:pt x="115" y="2835"/>
                  <a:pt x="98" y="2787"/>
                </a:cubicBezTo>
                <a:cubicBezTo>
                  <a:pt x="94" y="2778"/>
                  <a:pt x="89" y="2770"/>
                  <a:pt x="84" y="2761"/>
                </a:cubicBezTo>
                <a:cubicBezTo>
                  <a:pt x="78" y="2751"/>
                  <a:pt x="72" y="2741"/>
                  <a:pt x="65" y="2731"/>
                </a:cubicBezTo>
                <a:moveTo>
                  <a:pt x="3699" y="5772"/>
                </a:moveTo>
                <a:cubicBezTo>
                  <a:pt x="3697" y="5776"/>
                  <a:pt x="3694" y="5780"/>
                  <a:pt x="3692" y="5784"/>
                </a:cubicBezTo>
                <a:cubicBezTo>
                  <a:pt x="3691" y="5784"/>
                  <a:pt x="3690" y="5784"/>
                  <a:pt x="3689" y="5785"/>
                </a:cubicBezTo>
                <a:cubicBezTo>
                  <a:pt x="3688" y="5785"/>
                  <a:pt x="3686" y="5787"/>
                  <a:pt x="3685" y="5788"/>
                </a:cubicBezTo>
                <a:cubicBezTo>
                  <a:pt x="3654" y="5826"/>
                  <a:pt x="3615" y="5863"/>
                  <a:pt x="3582" y="5900"/>
                </a:cubicBezTo>
                <a:cubicBezTo>
                  <a:pt x="3565" y="5920"/>
                  <a:pt x="3546" y="5938"/>
                  <a:pt x="3526" y="5955"/>
                </a:cubicBezTo>
                <a:cubicBezTo>
                  <a:pt x="3519" y="5959"/>
                  <a:pt x="3513" y="5963"/>
                  <a:pt x="3506" y="5967"/>
                </a:cubicBezTo>
                <a:cubicBezTo>
                  <a:pt x="3495" y="5973"/>
                  <a:pt x="3485" y="5979"/>
                  <a:pt x="3474" y="5984"/>
                </a:cubicBezTo>
                <a:cubicBezTo>
                  <a:pt x="3454" y="5996"/>
                  <a:pt x="3435" y="6011"/>
                  <a:pt x="3418" y="6026"/>
                </a:cubicBezTo>
                <a:cubicBezTo>
                  <a:pt x="3409" y="6033"/>
                  <a:pt x="3399" y="6039"/>
                  <a:pt x="3389" y="6046"/>
                </a:cubicBezTo>
                <a:cubicBezTo>
                  <a:pt x="3350" y="6067"/>
                  <a:pt x="3311" y="6087"/>
                  <a:pt x="3270" y="6105"/>
                </a:cubicBezTo>
                <a:lnTo>
                  <a:pt x="3259" y="6110"/>
                </a:lnTo>
                <a:cubicBezTo>
                  <a:pt x="3200" y="6135"/>
                  <a:pt x="3141" y="6159"/>
                  <a:pt x="3081" y="6181"/>
                </a:cubicBezTo>
                <a:cubicBezTo>
                  <a:pt x="3014" y="6207"/>
                  <a:pt x="2948" y="6232"/>
                  <a:pt x="2882" y="6255"/>
                </a:cubicBezTo>
                <a:cubicBezTo>
                  <a:pt x="2859" y="6259"/>
                  <a:pt x="2837" y="6264"/>
                  <a:pt x="2815" y="6271"/>
                </a:cubicBezTo>
                <a:cubicBezTo>
                  <a:pt x="2761" y="6291"/>
                  <a:pt x="2698" y="6291"/>
                  <a:pt x="2642" y="6305"/>
                </a:cubicBezTo>
                <a:cubicBezTo>
                  <a:pt x="2615" y="6312"/>
                  <a:pt x="2582" y="6305"/>
                  <a:pt x="2554" y="6309"/>
                </a:cubicBezTo>
                <a:cubicBezTo>
                  <a:pt x="2520" y="6313"/>
                  <a:pt x="2487" y="6313"/>
                  <a:pt x="2453" y="6314"/>
                </a:cubicBezTo>
                <a:lnTo>
                  <a:pt x="2450" y="6314"/>
                </a:lnTo>
                <a:cubicBezTo>
                  <a:pt x="2328" y="6304"/>
                  <a:pt x="2203" y="6306"/>
                  <a:pt x="2082" y="6288"/>
                </a:cubicBezTo>
                <a:cubicBezTo>
                  <a:pt x="1999" y="6276"/>
                  <a:pt x="1915" y="6277"/>
                  <a:pt x="1831" y="6268"/>
                </a:cubicBezTo>
                <a:lnTo>
                  <a:pt x="1761" y="6255"/>
                </a:lnTo>
                <a:cubicBezTo>
                  <a:pt x="1748" y="6249"/>
                  <a:pt x="1734" y="6245"/>
                  <a:pt x="1720" y="6243"/>
                </a:cubicBezTo>
                <a:cubicBezTo>
                  <a:pt x="1696" y="6239"/>
                  <a:pt x="1673" y="6234"/>
                  <a:pt x="1650" y="6227"/>
                </a:cubicBezTo>
                <a:cubicBezTo>
                  <a:pt x="1623" y="6213"/>
                  <a:pt x="1594" y="6203"/>
                  <a:pt x="1564" y="6197"/>
                </a:cubicBezTo>
                <a:cubicBezTo>
                  <a:pt x="1546" y="6191"/>
                  <a:pt x="1527" y="6184"/>
                  <a:pt x="1510" y="6177"/>
                </a:cubicBezTo>
                <a:cubicBezTo>
                  <a:pt x="1492" y="6170"/>
                  <a:pt x="1477" y="6155"/>
                  <a:pt x="1456" y="6154"/>
                </a:cubicBezTo>
                <a:lnTo>
                  <a:pt x="1454" y="6154"/>
                </a:lnTo>
                <a:lnTo>
                  <a:pt x="1454" y="6145"/>
                </a:lnTo>
                <a:cubicBezTo>
                  <a:pt x="1450" y="6111"/>
                  <a:pt x="1446" y="6078"/>
                  <a:pt x="1439" y="6043"/>
                </a:cubicBezTo>
                <a:cubicBezTo>
                  <a:pt x="1439" y="6040"/>
                  <a:pt x="1433" y="6039"/>
                  <a:pt x="1432" y="6043"/>
                </a:cubicBezTo>
                <a:cubicBezTo>
                  <a:pt x="1426" y="6075"/>
                  <a:pt x="1422" y="6107"/>
                  <a:pt x="1422" y="6140"/>
                </a:cubicBezTo>
                <a:cubicBezTo>
                  <a:pt x="1422" y="6159"/>
                  <a:pt x="1424" y="6177"/>
                  <a:pt x="1400" y="6179"/>
                </a:cubicBezTo>
                <a:cubicBezTo>
                  <a:pt x="1398" y="6179"/>
                  <a:pt x="1396" y="6179"/>
                  <a:pt x="1395" y="6179"/>
                </a:cubicBezTo>
                <a:cubicBezTo>
                  <a:pt x="1393" y="6179"/>
                  <a:pt x="1392" y="6179"/>
                  <a:pt x="1391" y="6179"/>
                </a:cubicBezTo>
                <a:cubicBezTo>
                  <a:pt x="1363" y="6162"/>
                  <a:pt x="1329" y="6157"/>
                  <a:pt x="1325" y="6116"/>
                </a:cubicBezTo>
                <a:cubicBezTo>
                  <a:pt x="1320" y="6060"/>
                  <a:pt x="1322" y="6004"/>
                  <a:pt x="1312" y="5949"/>
                </a:cubicBezTo>
                <a:cubicBezTo>
                  <a:pt x="1312" y="5949"/>
                  <a:pt x="1313" y="5948"/>
                  <a:pt x="1312" y="5948"/>
                </a:cubicBezTo>
                <a:cubicBezTo>
                  <a:pt x="1311" y="5947"/>
                  <a:pt x="1311" y="5947"/>
                  <a:pt x="1310" y="5947"/>
                </a:cubicBezTo>
                <a:lnTo>
                  <a:pt x="1309" y="5947"/>
                </a:lnTo>
                <a:cubicBezTo>
                  <a:pt x="1308" y="5947"/>
                  <a:pt x="1308" y="5947"/>
                  <a:pt x="1307" y="5947"/>
                </a:cubicBezTo>
                <a:lnTo>
                  <a:pt x="1306" y="5948"/>
                </a:lnTo>
                <a:cubicBezTo>
                  <a:pt x="1306" y="5949"/>
                  <a:pt x="1306" y="5949"/>
                  <a:pt x="1306" y="5949"/>
                </a:cubicBezTo>
                <a:cubicBezTo>
                  <a:pt x="1299" y="5987"/>
                  <a:pt x="1296" y="6026"/>
                  <a:pt x="1296" y="6065"/>
                </a:cubicBezTo>
                <a:cubicBezTo>
                  <a:pt x="1296" y="6087"/>
                  <a:pt x="1297" y="6110"/>
                  <a:pt x="1299" y="6132"/>
                </a:cubicBezTo>
                <a:cubicBezTo>
                  <a:pt x="1289" y="6128"/>
                  <a:pt x="1278" y="6125"/>
                  <a:pt x="1268" y="6122"/>
                </a:cubicBezTo>
                <a:cubicBezTo>
                  <a:pt x="1269" y="6115"/>
                  <a:pt x="1270" y="6108"/>
                  <a:pt x="1270" y="6101"/>
                </a:cubicBezTo>
                <a:cubicBezTo>
                  <a:pt x="1270" y="6097"/>
                  <a:pt x="1270" y="6092"/>
                  <a:pt x="1269" y="6087"/>
                </a:cubicBezTo>
                <a:cubicBezTo>
                  <a:pt x="1269" y="6069"/>
                  <a:pt x="1267" y="6050"/>
                  <a:pt x="1266" y="6032"/>
                </a:cubicBezTo>
                <a:cubicBezTo>
                  <a:pt x="1266" y="6021"/>
                  <a:pt x="1248" y="6022"/>
                  <a:pt x="1247" y="6032"/>
                </a:cubicBezTo>
                <a:cubicBezTo>
                  <a:pt x="1246" y="6048"/>
                  <a:pt x="1245" y="6064"/>
                  <a:pt x="1244" y="6079"/>
                </a:cubicBezTo>
                <a:cubicBezTo>
                  <a:pt x="1243" y="6087"/>
                  <a:pt x="1242" y="6095"/>
                  <a:pt x="1242" y="6103"/>
                </a:cubicBezTo>
                <a:cubicBezTo>
                  <a:pt x="1242" y="6107"/>
                  <a:pt x="1243" y="6110"/>
                  <a:pt x="1243" y="6114"/>
                </a:cubicBezTo>
                <a:cubicBezTo>
                  <a:pt x="1236" y="6112"/>
                  <a:pt x="1229" y="6110"/>
                  <a:pt x="1223" y="6107"/>
                </a:cubicBezTo>
                <a:cubicBezTo>
                  <a:pt x="1228" y="6101"/>
                  <a:pt x="1225" y="6093"/>
                  <a:pt x="1223" y="6085"/>
                </a:cubicBezTo>
                <a:cubicBezTo>
                  <a:pt x="1219" y="6071"/>
                  <a:pt x="1217" y="6057"/>
                  <a:pt x="1216" y="6042"/>
                </a:cubicBezTo>
                <a:cubicBezTo>
                  <a:pt x="1216" y="6038"/>
                  <a:pt x="1208" y="6038"/>
                  <a:pt x="1207" y="6042"/>
                </a:cubicBezTo>
                <a:cubicBezTo>
                  <a:pt x="1206" y="6053"/>
                  <a:pt x="1205" y="6064"/>
                  <a:pt x="1205" y="6075"/>
                </a:cubicBezTo>
                <a:cubicBezTo>
                  <a:pt x="1205" y="6078"/>
                  <a:pt x="1205" y="6080"/>
                  <a:pt x="1205" y="6082"/>
                </a:cubicBezTo>
                <a:cubicBezTo>
                  <a:pt x="1205" y="6088"/>
                  <a:pt x="1206" y="6094"/>
                  <a:pt x="1208" y="6100"/>
                </a:cubicBezTo>
                <a:cubicBezTo>
                  <a:pt x="1201" y="6097"/>
                  <a:pt x="1194" y="6093"/>
                  <a:pt x="1187" y="6089"/>
                </a:cubicBezTo>
                <a:cubicBezTo>
                  <a:pt x="1188" y="6087"/>
                  <a:pt x="1188" y="6086"/>
                  <a:pt x="1188" y="6084"/>
                </a:cubicBezTo>
                <a:cubicBezTo>
                  <a:pt x="1188" y="6082"/>
                  <a:pt x="1188" y="6080"/>
                  <a:pt x="1187" y="6078"/>
                </a:cubicBezTo>
                <a:cubicBezTo>
                  <a:pt x="1188" y="6078"/>
                  <a:pt x="1188" y="6077"/>
                  <a:pt x="1189" y="6076"/>
                </a:cubicBezTo>
                <a:cubicBezTo>
                  <a:pt x="1190" y="6074"/>
                  <a:pt x="1190" y="6072"/>
                  <a:pt x="1190" y="6070"/>
                </a:cubicBezTo>
                <a:cubicBezTo>
                  <a:pt x="1190" y="6068"/>
                  <a:pt x="1190" y="6066"/>
                  <a:pt x="1189" y="6064"/>
                </a:cubicBezTo>
                <a:cubicBezTo>
                  <a:pt x="1183" y="6046"/>
                  <a:pt x="1179" y="6027"/>
                  <a:pt x="1177" y="6007"/>
                </a:cubicBezTo>
                <a:cubicBezTo>
                  <a:pt x="1177" y="6006"/>
                  <a:pt x="1176" y="6006"/>
                  <a:pt x="1176" y="6005"/>
                </a:cubicBezTo>
                <a:cubicBezTo>
                  <a:pt x="1175" y="6002"/>
                  <a:pt x="1173" y="6002"/>
                  <a:pt x="1172" y="6001"/>
                </a:cubicBezTo>
                <a:cubicBezTo>
                  <a:pt x="1170" y="6000"/>
                  <a:pt x="1169" y="6000"/>
                  <a:pt x="1167" y="6000"/>
                </a:cubicBezTo>
                <a:cubicBezTo>
                  <a:pt x="1165" y="6000"/>
                  <a:pt x="1164" y="6000"/>
                  <a:pt x="1162" y="6001"/>
                </a:cubicBezTo>
                <a:cubicBezTo>
                  <a:pt x="1160" y="6002"/>
                  <a:pt x="1159" y="6002"/>
                  <a:pt x="1158" y="6005"/>
                </a:cubicBezTo>
                <a:cubicBezTo>
                  <a:pt x="1158" y="6006"/>
                  <a:pt x="1158" y="6006"/>
                  <a:pt x="1157" y="6007"/>
                </a:cubicBezTo>
                <a:cubicBezTo>
                  <a:pt x="1155" y="6016"/>
                  <a:pt x="1153" y="6026"/>
                  <a:pt x="1153" y="6035"/>
                </a:cubicBezTo>
                <a:cubicBezTo>
                  <a:pt x="1153" y="6049"/>
                  <a:pt x="1156" y="6062"/>
                  <a:pt x="1162" y="6075"/>
                </a:cubicBezTo>
                <a:lnTo>
                  <a:pt x="1136" y="6061"/>
                </a:lnTo>
                <a:cubicBezTo>
                  <a:pt x="1137" y="6060"/>
                  <a:pt x="1137" y="6060"/>
                  <a:pt x="1138" y="6059"/>
                </a:cubicBezTo>
                <a:cubicBezTo>
                  <a:pt x="1138" y="6058"/>
                  <a:pt x="1139" y="6056"/>
                  <a:pt x="1139" y="6055"/>
                </a:cubicBezTo>
                <a:cubicBezTo>
                  <a:pt x="1139" y="6054"/>
                  <a:pt x="1139" y="6053"/>
                  <a:pt x="1139" y="6052"/>
                </a:cubicBezTo>
                <a:cubicBezTo>
                  <a:pt x="1139" y="6030"/>
                  <a:pt x="1137" y="6009"/>
                  <a:pt x="1132" y="5987"/>
                </a:cubicBezTo>
                <a:cubicBezTo>
                  <a:pt x="1132" y="5987"/>
                  <a:pt x="1131" y="5986"/>
                  <a:pt x="1131" y="5985"/>
                </a:cubicBezTo>
                <a:cubicBezTo>
                  <a:pt x="1130" y="5983"/>
                  <a:pt x="1129" y="5982"/>
                  <a:pt x="1128" y="5982"/>
                </a:cubicBezTo>
                <a:cubicBezTo>
                  <a:pt x="1127" y="5981"/>
                  <a:pt x="1125" y="5981"/>
                  <a:pt x="1124" y="5981"/>
                </a:cubicBezTo>
                <a:cubicBezTo>
                  <a:pt x="1123" y="5981"/>
                  <a:pt x="1121" y="5981"/>
                  <a:pt x="1120" y="5982"/>
                </a:cubicBezTo>
                <a:cubicBezTo>
                  <a:pt x="1119" y="5982"/>
                  <a:pt x="1118" y="5984"/>
                  <a:pt x="1117" y="5985"/>
                </a:cubicBezTo>
                <a:cubicBezTo>
                  <a:pt x="1116" y="5986"/>
                  <a:pt x="1116" y="5987"/>
                  <a:pt x="1116" y="5987"/>
                </a:cubicBezTo>
                <a:cubicBezTo>
                  <a:pt x="1113" y="5998"/>
                  <a:pt x="1111" y="6010"/>
                  <a:pt x="1111" y="6021"/>
                </a:cubicBezTo>
                <a:cubicBezTo>
                  <a:pt x="1111" y="6030"/>
                  <a:pt x="1112" y="6039"/>
                  <a:pt x="1114" y="6048"/>
                </a:cubicBezTo>
                <a:lnTo>
                  <a:pt x="1101" y="6041"/>
                </a:lnTo>
                <a:cubicBezTo>
                  <a:pt x="1102" y="6036"/>
                  <a:pt x="1102" y="6031"/>
                  <a:pt x="1102" y="6026"/>
                </a:cubicBezTo>
                <a:cubicBezTo>
                  <a:pt x="1102" y="6018"/>
                  <a:pt x="1101" y="6010"/>
                  <a:pt x="1100" y="6002"/>
                </a:cubicBezTo>
                <a:cubicBezTo>
                  <a:pt x="1099" y="5996"/>
                  <a:pt x="1096" y="5997"/>
                  <a:pt x="1095" y="5993"/>
                </a:cubicBezTo>
                <a:cubicBezTo>
                  <a:pt x="1093" y="5983"/>
                  <a:pt x="1092" y="5974"/>
                  <a:pt x="1091" y="5965"/>
                </a:cubicBezTo>
                <a:cubicBezTo>
                  <a:pt x="1091" y="5964"/>
                  <a:pt x="1091" y="5963"/>
                  <a:pt x="1091" y="5962"/>
                </a:cubicBezTo>
                <a:cubicBezTo>
                  <a:pt x="1090" y="5960"/>
                  <a:pt x="1090" y="5960"/>
                  <a:pt x="1089" y="5960"/>
                </a:cubicBezTo>
                <a:cubicBezTo>
                  <a:pt x="1088" y="5959"/>
                  <a:pt x="1087" y="5959"/>
                  <a:pt x="1086" y="5959"/>
                </a:cubicBezTo>
                <a:cubicBezTo>
                  <a:pt x="1085" y="5959"/>
                  <a:pt x="1084" y="5959"/>
                  <a:pt x="1083" y="5960"/>
                </a:cubicBezTo>
                <a:cubicBezTo>
                  <a:pt x="1082" y="5960"/>
                  <a:pt x="1082" y="5960"/>
                  <a:pt x="1081" y="5962"/>
                </a:cubicBezTo>
                <a:cubicBezTo>
                  <a:pt x="1080" y="5963"/>
                  <a:pt x="1080" y="5964"/>
                  <a:pt x="1080" y="5965"/>
                </a:cubicBezTo>
                <a:cubicBezTo>
                  <a:pt x="1079" y="5978"/>
                  <a:pt x="1070" y="5996"/>
                  <a:pt x="1078" y="6008"/>
                </a:cubicBezTo>
                <a:cubicBezTo>
                  <a:pt x="1078" y="6015"/>
                  <a:pt x="1079" y="6022"/>
                  <a:pt x="1080" y="6029"/>
                </a:cubicBezTo>
                <a:lnTo>
                  <a:pt x="1062" y="6018"/>
                </a:lnTo>
                <a:cubicBezTo>
                  <a:pt x="1064" y="6015"/>
                  <a:pt x="1064" y="6011"/>
                  <a:pt x="1064" y="6007"/>
                </a:cubicBezTo>
                <a:cubicBezTo>
                  <a:pt x="1064" y="6005"/>
                  <a:pt x="1064" y="6002"/>
                  <a:pt x="1064" y="6000"/>
                </a:cubicBezTo>
                <a:cubicBezTo>
                  <a:pt x="1055" y="5969"/>
                  <a:pt x="1049" y="5938"/>
                  <a:pt x="1046" y="5906"/>
                </a:cubicBezTo>
                <a:cubicBezTo>
                  <a:pt x="1046" y="5905"/>
                  <a:pt x="1046" y="5904"/>
                  <a:pt x="1045" y="5903"/>
                </a:cubicBezTo>
                <a:cubicBezTo>
                  <a:pt x="1045" y="5903"/>
                  <a:pt x="1044" y="5902"/>
                  <a:pt x="1043" y="5901"/>
                </a:cubicBezTo>
                <a:cubicBezTo>
                  <a:pt x="1043" y="5901"/>
                  <a:pt x="1042" y="5901"/>
                  <a:pt x="1041" y="5901"/>
                </a:cubicBezTo>
                <a:cubicBezTo>
                  <a:pt x="1040" y="5901"/>
                  <a:pt x="1039" y="5900"/>
                  <a:pt x="1038" y="5901"/>
                </a:cubicBezTo>
                <a:cubicBezTo>
                  <a:pt x="1037" y="5901"/>
                  <a:pt x="1037" y="5902"/>
                  <a:pt x="1036" y="5903"/>
                </a:cubicBezTo>
                <a:cubicBezTo>
                  <a:pt x="1035" y="5903"/>
                  <a:pt x="1035" y="5905"/>
                  <a:pt x="1035" y="5906"/>
                </a:cubicBezTo>
                <a:cubicBezTo>
                  <a:pt x="1032" y="5920"/>
                  <a:pt x="1031" y="5933"/>
                  <a:pt x="1031" y="5947"/>
                </a:cubicBezTo>
                <a:cubicBezTo>
                  <a:pt x="1031" y="5967"/>
                  <a:pt x="1034" y="5986"/>
                  <a:pt x="1040" y="6004"/>
                </a:cubicBezTo>
                <a:lnTo>
                  <a:pt x="1022" y="5992"/>
                </a:lnTo>
                <a:cubicBezTo>
                  <a:pt x="1015" y="5974"/>
                  <a:pt x="1011" y="5955"/>
                  <a:pt x="1009" y="5935"/>
                </a:cubicBezTo>
                <a:cubicBezTo>
                  <a:pt x="1009" y="5902"/>
                  <a:pt x="1009" y="5870"/>
                  <a:pt x="1008" y="5837"/>
                </a:cubicBezTo>
                <a:cubicBezTo>
                  <a:pt x="1008" y="5831"/>
                  <a:pt x="998" y="5830"/>
                  <a:pt x="997" y="5837"/>
                </a:cubicBezTo>
                <a:cubicBezTo>
                  <a:pt x="995" y="5885"/>
                  <a:pt x="985" y="5928"/>
                  <a:pt x="994" y="5972"/>
                </a:cubicBezTo>
                <a:lnTo>
                  <a:pt x="979" y="5961"/>
                </a:lnTo>
                <a:cubicBezTo>
                  <a:pt x="974" y="5934"/>
                  <a:pt x="970" y="5908"/>
                  <a:pt x="967" y="5882"/>
                </a:cubicBezTo>
                <a:cubicBezTo>
                  <a:pt x="967" y="5850"/>
                  <a:pt x="966" y="5818"/>
                  <a:pt x="963" y="5786"/>
                </a:cubicBezTo>
                <a:cubicBezTo>
                  <a:pt x="963" y="5779"/>
                  <a:pt x="952" y="5779"/>
                  <a:pt x="952" y="5786"/>
                </a:cubicBezTo>
                <a:cubicBezTo>
                  <a:pt x="952" y="5817"/>
                  <a:pt x="942" y="5849"/>
                  <a:pt x="941" y="5881"/>
                </a:cubicBezTo>
                <a:cubicBezTo>
                  <a:pt x="940" y="5886"/>
                  <a:pt x="940" y="5892"/>
                  <a:pt x="940" y="5897"/>
                </a:cubicBezTo>
                <a:cubicBezTo>
                  <a:pt x="940" y="5902"/>
                  <a:pt x="940" y="5907"/>
                  <a:pt x="941" y="5912"/>
                </a:cubicBezTo>
                <a:cubicBezTo>
                  <a:pt x="930" y="5883"/>
                  <a:pt x="924" y="5851"/>
                  <a:pt x="922" y="5820"/>
                </a:cubicBezTo>
                <a:cubicBezTo>
                  <a:pt x="920" y="5781"/>
                  <a:pt x="918" y="5741"/>
                  <a:pt x="915" y="5703"/>
                </a:cubicBezTo>
                <a:cubicBezTo>
                  <a:pt x="915" y="5699"/>
                  <a:pt x="909" y="5699"/>
                  <a:pt x="908" y="5703"/>
                </a:cubicBezTo>
                <a:cubicBezTo>
                  <a:pt x="904" y="5751"/>
                  <a:pt x="900" y="5800"/>
                  <a:pt x="898" y="5848"/>
                </a:cubicBezTo>
                <a:cubicBezTo>
                  <a:pt x="898" y="5851"/>
                  <a:pt x="898" y="5855"/>
                  <a:pt x="898" y="5858"/>
                </a:cubicBezTo>
                <a:cubicBezTo>
                  <a:pt x="897" y="5850"/>
                  <a:pt x="895" y="5839"/>
                  <a:pt x="895" y="5837"/>
                </a:cubicBezTo>
                <a:cubicBezTo>
                  <a:pt x="890" y="5813"/>
                  <a:pt x="887" y="5788"/>
                  <a:pt x="887" y="5763"/>
                </a:cubicBezTo>
                <a:lnTo>
                  <a:pt x="887" y="5762"/>
                </a:lnTo>
                <a:cubicBezTo>
                  <a:pt x="887" y="5712"/>
                  <a:pt x="887" y="5664"/>
                  <a:pt x="886" y="5613"/>
                </a:cubicBezTo>
                <a:cubicBezTo>
                  <a:pt x="886" y="5607"/>
                  <a:pt x="875" y="5607"/>
                  <a:pt x="875" y="5613"/>
                </a:cubicBezTo>
                <a:cubicBezTo>
                  <a:pt x="872" y="5672"/>
                  <a:pt x="870" y="5734"/>
                  <a:pt x="865" y="5793"/>
                </a:cubicBezTo>
                <a:cubicBezTo>
                  <a:pt x="862" y="5779"/>
                  <a:pt x="854" y="5764"/>
                  <a:pt x="854" y="5756"/>
                </a:cubicBezTo>
                <a:cubicBezTo>
                  <a:pt x="852" y="5710"/>
                  <a:pt x="844" y="5664"/>
                  <a:pt x="840" y="5619"/>
                </a:cubicBezTo>
                <a:cubicBezTo>
                  <a:pt x="840" y="5618"/>
                  <a:pt x="841" y="5616"/>
                  <a:pt x="840" y="5616"/>
                </a:cubicBezTo>
                <a:cubicBezTo>
                  <a:pt x="839" y="5615"/>
                  <a:pt x="839" y="5615"/>
                  <a:pt x="838" y="5615"/>
                </a:cubicBezTo>
                <a:cubicBezTo>
                  <a:pt x="837" y="5614"/>
                  <a:pt x="836" y="5614"/>
                  <a:pt x="835" y="5614"/>
                </a:cubicBezTo>
                <a:cubicBezTo>
                  <a:pt x="835" y="5614"/>
                  <a:pt x="834" y="5614"/>
                  <a:pt x="833" y="5615"/>
                </a:cubicBezTo>
                <a:cubicBezTo>
                  <a:pt x="832" y="5615"/>
                  <a:pt x="832" y="5615"/>
                  <a:pt x="831" y="5616"/>
                </a:cubicBezTo>
                <a:cubicBezTo>
                  <a:pt x="830" y="5616"/>
                  <a:pt x="831" y="5618"/>
                  <a:pt x="831" y="5619"/>
                </a:cubicBezTo>
                <a:cubicBezTo>
                  <a:pt x="827" y="5641"/>
                  <a:pt x="824" y="5664"/>
                  <a:pt x="824" y="5686"/>
                </a:cubicBezTo>
                <a:cubicBezTo>
                  <a:pt x="824" y="5693"/>
                  <a:pt x="825" y="5701"/>
                  <a:pt x="825" y="5708"/>
                </a:cubicBezTo>
                <a:cubicBezTo>
                  <a:pt x="826" y="5713"/>
                  <a:pt x="826" y="5717"/>
                  <a:pt x="826" y="5723"/>
                </a:cubicBezTo>
                <a:cubicBezTo>
                  <a:pt x="826" y="5728"/>
                  <a:pt x="826" y="5734"/>
                  <a:pt x="825" y="5739"/>
                </a:cubicBezTo>
                <a:cubicBezTo>
                  <a:pt x="808" y="5678"/>
                  <a:pt x="799" y="5614"/>
                  <a:pt x="799" y="5551"/>
                </a:cubicBezTo>
                <a:cubicBezTo>
                  <a:pt x="799" y="5547"/>
                  <a:pt x="799" y="5543"/>
                  <a:pt x="799" y="5540"/>
                </a:cubicBezTo>
                <a:cubicBezTo>
                  <a:pt x="799" y="5492"/>
                  <a:pt x="798" y="5443"/>
                  <a:pt x="796" y="5395"/>
                </a:cubicBezTo>
                <a:cubicBezTo>
                  <a:pt x="797" y="5398"/>
                  <a:pt x="798" y="5400"/>
                  <a:pt x="799" y="5403"/>
                </a:cubicBezTo>
                <a:cubicBezTo>
                  <a:pt x="805" y="5415"/>
                  <a:pt x="813" y="5448"/>
                  <a:pt x="833" y="5442"/>
                </a:cubicBezTo>
                <a:cubicBezTo>
                  <a:pt x="834" y="5442"/>
                  <a:pt x="834" y="5441"/>
                  <a:pt x="835" y="5441"/>
                </a:cubicBezTo>
                <a:cubicBezTo>
                  <a:pt x="837" y="5439"/>
                  <a:pt x="838" y="5439"/>
                  <a:pt x="839" y="5437"/>
                </a:cubicBezTo>
                <a:cubicBezTo>
                  <a:pt x="840" y="5435"/>
                  <a:pt x="841" y="5433"/>
                  <a:pt x="841" y="5431"/>
                </a:cubicBezTo>
                <a:cubicBezTo>
                  <a:pt x="841" y="5429"/>
                  <a:pt x="841" y="5428"/>
                  <a:pt x="840" y="5426"/>
                </a:cubicBezTo>
                <a:cubicBezTo>
                  <a:pt x="832" y="5404"/>
                  <a:pt x="819" y="5384"/>
                  <a:pt x="810" y="5362"/>
                </a:cubicBezTo>
                <a:cubicBezTo>
                  <a:pt x="806" y="5346"/>
                  <a:pt x="803" y="5330"/>
                  <a:pt x="802" y="5314"/>
                </a:cubicBezTo>
                <a:cubicBezTo>
                  <a:pt x="806" y="5296"/>
                  <a:pt x="810" y="5279"/>
                  <a:pt x="814" y="5262"/>
                </a:cubicBezTo>
                <a:cubicBezTo>
                  <a:pt x="838" y="5313"/>
                  <a:pt x="863" y="5364"/>
                  <a:pt x="885" y="5415"/>
                </a:cubicBezTo>
                <a:cubicBezTo>
                  <a:pt x="888" y="5422"/>
                  <a:pt x="891" y="5427"/>
                  <a:pt x="895" y="5434"/>
                </a:cubicBezTo>
                <a:cubicBezTo>
                  <a:pt x="897" y="5437"/>
                  <a:pt x="900" y="5442"/>
                  <a:pt x="902" y="5446"/>
                </a:cubicBezTo>
                <a:lnTo>
                  <a:pt x="903" y="5450"/>
                </a:lnTo>
                <a:cubicBezTo>
                  <a:pt x="904" y="5451"/>
                  <a:pt x="903" y="5451"/>
                  <a:pt x="904" y="5452"/>
                </a:cubicBezTo>
                <a:cubicBezTo>
                  <a:pt x="905" y="5453"/>
                  <a:pt x="906" y="5454"/>
                  <a:pt x="908" y="5455"/>
                </a:cubicBezTo>
                <a:lnTo>
                  <a:pt x="909" y="5456"/>
                </a:lnTo>
                <a:cubicBezTo>
                  <a:pt x="916" y="5466"/>
                  <a:pt x="924" y="5475"/>
                  <a:pt x="932" y="5486"/>
                </a:cubicBezTo>
                <a:cubicBezTo>
                  <a:pt x="938" y="5505"/>
                  <a:pt x="945" y="5524"/>
                  <a:pt x="955" y="5541"/>
                </a:cubicBezTo>
                <a:cubicBezTo>
                  <a:pt x="956" y="5543"/>
                  <a:pt x="958" y="5545"/>
                  <a:pt x="959" y="5546"/>
                </a:cubicBezTo>
                <a:cubicBezTo>
                  <a:pt x="961" y="5547"/>
                  <a:pt x="963" y="5547"/>
                  <a:pt x="965" y="5547"/>
                </a:cubicBezTo>
                <a:cubicBezTo>
                  <a:pt x="966" y="5547"/>
                  <a:pt x="967" y="5547"/>
                  <a:pt x="968" y="5547"/>
                </a:cubicBezTo>
                <a:cubicBezTo>
                  <a:pt x="970" y="5550"/>
                  <a:pt x="971" y="5553"/>
                  <a:pt x="973" y="5555"/>
                </a:cubicBezTo>
                <a:cubicBezTo>
                  <a:pt x="981" y="5569"/>
                  <a:pt x="990" y="5582"/>
                  <a:pt x="1000" y="5594"/>
                </a:cubicBezTo>
                <a:cubicBezTo>
                  <a:pt x="1042" y="5642"/>
                  <a:pt x="1091" y="5671"/>
                  <a:pt x="1140" y="5709"/>
                </a:cubicBezTo>
                <a:cubicBezTo>
                  <a:pt x="1159" y="5722"/>
                  <a:pt x="1178" y="5734"/>
                  <a:pt x="1197" y="5746"/>
                </a:cubicBezTo>
                <a:cubicBezTo>
                  <a:pt x="1230" y="5765"/>
                  <a:pt x="1265" y="5781"/>
                  <a:pt x="1301" y="5794"/>
                </a:cubicBezTo>
                <a:cubicBezTo>
                  <a:pt x="1301" y="5799"/>
                  <a:pt x="1301" y="5804"/>
                  <a:pt x="1301" y="5809"/>
                </a:cubicBezTo>
                <a:cubicBezTo>
                  <a:pt x="1259" y="5786"/>
                  <a:pt x="1209" y="5780"/>
                  <a:pt x="1167" y="5758"/>
                </a:cubicBezTo>
                <a:cubicBezTo>
                  <a:pt x="1092" y="5720"/>
                  <a:pt x="990" y="5668"/>
                  <a:pt x="942" y="5593"/>
                </a:cubicBezTo>
                <a:cubicBezTo>
                  <a:pt x="942" y="5593"/>
                  <a:pt x="939" y="5593"/>
                  <a:pt x="940" y="5593"/>
                </a:cubicBezTo>
                <a:cubicBezTo>
                  <a:pt x="949" y="5624"/>
                  <a:pt x="973" y="5638"/>
                  <a:pt x="994" y="5661"/>
                </a:cubicBezTo>
                <a:cubicBezTo>
                  <a:pt x="1026" y="5696"/>
                  <a:pt x="1063" y="5727"/>
                  <a:pt x="1104" y="5752"/>
                </a:cubicBezTo>
                <a:cubicBezTo>
                  <a:pt x="1164" y="5789"/>
                  <a:pt x="1232" y="5808"/>
                  <a:pt x="1295" y="5840"/>
                </a:cubicBezTo>
                <a:cubicBezTo>
                  <a:pt x="1296" y="5841"/>
                  <a:pt x="1298" y="5841"/>
                  <a:pt x="1299" y="5841"/>
                </a:cubicBezTo>
                <a:cubicBezTo>
                  <a:pt x="1299" y="5847"/>
                  <a:pt x="1297" y="5852"/>
                  <a:pt x="1297" y="5857"/>
                </a:cubicBezTo>
                <a:cubicBezTo>
                  <a:pt x="1297" y="5861"/>
                  <a:pt x="1296" y="5866"/>
                  <a:pt x="1296" y="5870"/>
                </a:cubicBezTo>
                <a:cubicBezTo>
                  <a:pt x="1296" y="5881"/>
                  <a:pt x="1297" y="5892"/>
                  <a:pt x="1298" y="5903"/>
                </a:cubicBezTo>
                <a:cubicBezTo>
                  <a:pt x="1298" y="5905"/>
                  <a:pt x="1299" y="5908"/>
                  <a:pt x="1300" y="5910"/>
                </a:cubicBezTo>
                <a:cubicBezTo>
                  <a:pt x="1301" y="5912"/>
                  <a:pt x="1303" y="5912"/>
                  <a:pt x="1305" y="5914"/>
                </a:cubicBezTo>
                <a:cubicBezTo>
                  <a:pt x="1307" y="5915"/>
                  <a:pt x="1308" y="5916"/>
                  <a:pt x="1311" y="5916"/>
                </a:cubicBezTo>
                <a:cubicBezTo>
                  <a:pt x="1313" y="5916"/>
                  <a:pt x="1316" y="5915"/>
                  <a:pt x="1318" y="5914"/>
                </a:cubicBezTo>
                <a:cubicBezTo>
                  <a:pt x="1320" y="5912"/>
                  <a:pt x="1322" y="5911"/>
                  <a:pt x="1323" y="5910"/>
                </a:cubicBezTo>
                <a:cubicBezTo>
                  <a:pt x="1324" y="5908"/>
                  <a:pt x="1324" y="5908"/>
                  <a:pt x="1324" y="5907"/>
                </a:cubicBezTo>
                <a:cubicBezTo>
                  <a:pt x="1326" y="5899"/>
                  <a:pt x="1327" y="5890"/>
                  <a:pt x="1327" y="5882"/>
                </a:cubicBezTo>
                <a:cubicBezTo>
                  <a:pt x="1327" y="5877"/>
                  <a:pt x="1327" y="5872"/>
                  <a:pt x="1326" y="5868"/>
                </a:cubicBezTo>
                <a:cubicBezTo>
                  <a:pt x="1327" y="5852"/>
                  <a:pt x="1328" y="5836"/>
                  <a:pt x="1331" y="5821"/>
                </a:cubicBezTo>
                <a:cubicBezTo>
                  <a:pt x="1331" y="5816"/>
                  <a:pt x="1331" y="5810"/>
                  <a:pt x="1331" y="5805"/>
                </a:cubicBezTo>
                <a:cubicBezTo>
                  <a:pt x="1358" y="5815"/>
                  <a:pt x="1386" y="5824"/>
                  <a:pt x="1414" y="5833"/>
                </a:cubicBezTo>
                <a:cubicBezTo>
                  <a:pt x="1414" y="5835"/>
                  <a:pt x="1415" y="5836"/>
                  <a:pt x="1415" y="5838"/>
                </a:cubicBezTo>
                <a:cubicBezTo>
                  <a:pt x="1417" y="5840"/>
                  <a:pt x="1420" y="5843"/>
                  <a:pt x="1422" y="5844"/>
                </a:cubicBezTo>
                <a:cubicBezTo>
                  <a:pt x="1424" y="5845"/>
                  <a:pt x="1426" y="5846"/>
                  <a:pt x="1427" y="5846"/>
                </a:cubicBezTo>
                <a:cubicBezTo>
                  <a:pt x="1427" y="5860"/>
                  <a:pt x="1427" y="5875"/>
                  <a:pt x="1427" y="5889"/>
                </a:cubicBezTo>
                <a:cubicBezTo>
                  <a:pt x="1427" y="5909"/>
                  <a:pt x="1421" y="5937"/>
                  <a:pt x="1439" y="5949"/>
                </a:cubicBezTo>
                <a:cubicBezTo>
                  <a:pt x="1440" y="5950"/>
                  <a:pt x="1440" y="5950"/>
                  <a:pt x="1442" y="5950"/>
                </a:cubicBezTo>
                <a:cubicBezTo>
                  <a:pt x="1443" y="5950"/>
                  <a:pt x="1445" y="5950"/>
                  <a:pt x="1446" y="5949"/>
                </a:cubicBezTo>
                <a:cubicBezTo>
                  <a:pt x="1461" y="5938"/>
                  <a:pt x="1456" y="5923"/>
                  <a:pt x="1455" y="5905"/>
                </a:cubicBezTo>
                <a:cubicBezTo>
                  <a:pt x="1455" y="5903"/>
                  <a:pt x="1455" y="5900"/>
                  <a:pt x="1455" y="5897"/>
                </a:cubicBezTo>
                <a:cubicBezTo>
                  <a:pt x="1460" y="5899"/>
                  <a:pt x="1464" y="5902"/>
                  <a:pt x="1467" y="5904"/>
                </a:cubicBezTo>
                <a:cubicBezTo>
                  <a:pt x="1468" y="5905"/>
                  <a:pt x="1469" y="5905"/>
                  <a:pt x="1470" y="5906"/>
                </a:cubicBezTo>
                <a:cubicBezTo>
                  <a:pt x="1478" y="5910"/>
                  <a:pt x="1487" y="5914"/>
                  <a:pt x="1497" y="5915"/>
                </a:cubicBezTo>
                <a:cubicBezTo>
                  <a:pt x="1512" y="5917"/>
                  <a:pt x="1526" y="5921"/>
                  <a:pt x="1540" y="5927"/>
                </a:cubicBezTo>
                <a:cubicBezTo>
                  <a:pt x="1541" y="5927"/>
                  <a:pt x="1542" y="5928"/>
                  <a:pt x="1543" y="5928"/>
                </a:cubicBezTo>
                <a:cubicBezTo>
                  <a:pt x="1545" y="5928"/>
                  <a:pt x="1547" y="5927"/>
                  <a:pt x="1548" y="5926"/>
                </a:cubicBezTo>
                <a:cubicBezTo>
                  <a:pt x="1549" y="5925"/>
                  <a:pt x="1550" y="5924"/>
                  <a:pt x="1551" y="5923"/>
                </a:cubicBezTo>
                <a:cubicBezTo>
                  <a:pt x="1551" y="5921"/>
                  <a:pt x="1553" y="5919"/>
                  <a:pt x="1553" y="5918"/>
                </a:cubicBezTo>
                <a:cubicBezTo>
                  <a:pt x="1553" y="5916"/>
                  <a:pt x="1552" y="5915"/>
                  <a:pt x="1551" y="5914"/>
                </a:cubicBezTo>
                <a:cubicBezTo>
                  <a:pt x="1550" y="5913"/>
                  <a:pt x="1551" y="5913"/>
                  <a:pt x="1551" y="5912"/>
                </a:cubicBezTo>
                <a:cubicBezTo>
                  <a:pt x="1547" y="5909"/>
                  <a:pt x="1543" y="5906"/>
                  <a:pt x="1538" y="5903"/>
                </a:cubicBezTo>
                <a:cubicBezTo>
                  <a:pt x="1530" y="5898"/>
                  <a:pt x="1520" y="5895"/>
                  <a:pt x="1510" y="5895"/>
                </a:cubicBezTo>
                <a:cubicBezTo>
                  <a:pt x="1500" y="5894"/>
                  <a:pt x="1490" y="5891"/>
                  <a:pt x="1480" y="5886"/>
                </a:cubicBezTo>
                <a:cubicBezTo>
                  <a:pt x="1477" y="5885"/>
                  <a:pt x="1474" y="5883"/>
                  <a:pt x="1471" y="5882"/>
                </a:cubicBezTo>
                <a:cubicBezTo>
                  <a:pt x="1465" y="5878"/>
                  <a:pt x="1460" y="5875"/>
                  <a:pt x="1455" y="5871"/>
                </a:cubicBezTo>
                <a:cubicBezTo>
                  <a:pt x="1455" y="5863"/>
                  <a:pt x="1455" y="5855"/>
                  <a:pt x="1453" y="5847"/>
                </a:cubicBezTo>
                <a:cubicBezTo>
                  <a:pt x="1471" y="5853"/>
                  <a:pt x="1488" y="5860"/>
                  <a:pt x="1506" y="5867"/>
                </a:cubicBezTo>
                <a:cubicBezTo>
                  <a:pt x="1562" y="5889"/>
                  <a:pt x="1627" y="5890"/>
                  <a:pt x="1686" y="5910"/>
                </a:cubicBezTo>
                <a:cubicBezTo>
                  <a:pt x="1711" y="5918"/>
                  <a:pt x="1740" y="5915"/>
                  <a:pt x="1767" y="5922"/>
                </a:cubicBezTo>
                <a:cubicBezTo>
                  <a:pt x="1792" y="5931"/>
                  <a:pt x="1818" y="5937"/>
                  <a:pt x="1845" y="5941"/>
                </a:cubicBezTo>
                <a:cubicBezTo>
                  <a:pt x="1904" y="5942"/>
                  <a:pt x="1961" y="5953"/>
                  <a:pt x="2021" y="5952"/>
                </a:cubicBezTo>
                <a:cubicBezTo>
                  <a:pt x="2025" y="5952"/>
                  <a:pt x="2057" y="5950"/>
                  <a:pt x="2090" y="5947"/>
                </a:cubicBezTo>
                <a:cubicBezTo>
                  <a:pt x="2091" y="5947"/>
                  <a:pt x="2092" y="5948"/>
                  <a:pt x="2094" y="5948"/>
                </a:cubicBezTo>
                <a:cubicBezTo>
                  <a:pt x="2095" y="5948"/>
                  <a:pt x="2097" y="5947"/>
                  <a:pt x="2098" y="5947"/>
                </a:cubicBezTo>
                <a:lnTo>
                  <a:pt x="2130" y="5943"/>
                </a:lnTo>
                <a:cubicBezTo>
                  <a:pt x="2181" y="5943"/>
                  <a:pt x="2281" y="5944"/>
                  <a:pt x="2286" y="5943"/>
                </a:cubicBezTo>
                <a:cubicBezTo>
                  <a:pt x="2306" y="5940"/>
                  <a:pt x="2327" y="5937"/>
                  <a:pt x="2347" y="5935"/>
                </a:cubicBezTo>
                <a:cubicBezTo>
                  <a:pt x="2349" y="5936"/>
                  <a:pt x="2350" y="5937"/>
                  <a:pt x="2353" y="5937"/>
                </a:cubicBezTo>
                <a:cubicBezTo>
                  <a:pt x="2355" y="5937"/>
                  <a:pt x="2358" y="5936"/>
                  <a:pt x="2360" y="5935"/>
                </a:cubicBezTo>
                <a:cubicBezTo>
                  <a:pt x="2360" y="5935"/>
                  <a:pt x="2361" y="5934"/>
                  <a:pt x="2362" y="5934"/>
                </a:cubicBezTo>
                <a:cubicBezTo>
                  <a:pt x="2414" y="5929"/>
                  <a:pt x="2468" y="5925"/>
                  <a:pt x="2519" y="5920"/>
                </a:cubicBezTo>
                <a:lnTo>
                  <a:pt x="2530" y="5918"/>
                </a:lnTo>
                <a:cubicBezTo>
                  <a:pt x="2530" y="5919"/>
                  <a:pt x="2531" y="5919"/>
                  <a:pt x="2532" y="5919"/>
                </a:cubicBezTo>
                <a:cubicBezTo>
                  <a:pt x="2533" y="5919"/>
                  <a:pt x="2533" y="5919"/>
                  <a:pt x="2534" y="5918"/>
                </a:cubicBezTo>
                <a:cubicBezTo>
                  <a:pt x="2685" y="5902"/>
                  <a:pt x="2837" y="5885"/>
                  <a:pt x="2984" y="5842"/>
                </a:cubicBezTo>
                <a:cubicBezTo>
                  <a:pt x="3029" y="5829"/>
                  <a:pt x="3073" y="5814"/>
                  <a:pt x="3117" y="5798"/>
                </a:cubicBezTo>
                <a:lnTo>
                  <a:pt x="3121" y="5798"/>
                </a:lnTo>
                <a:cubicBezTo>
                  <a:pt x="3122" y="5797"/>
                  <a:pt x="3124" y="5797"/>
                  <a:pt x="3125" y="5796"/>
                </a:cubicBezTo>
                <a:lnTo>
                  <a:pt x="3126" y="5796"/>
                </a:lnTo>
                <a:cubicBezTo>
                  <a:pt x="3127" y="5795"/>
                  <a:pt x="3128" y="5794"/>
                  <a:pt x="3129" y="5793"/>
                </a:cubicBezTo>
                <a:cubicBezTo>
                  <a:pt x="3204" y="5764"/>
                  <a:pt x="3277" y="5728"/>
                  <a:pt x="3346" y="5688"/>
                </a:cubicBezTo>
                <a:cubicBezTo>
                  <a:pt x="3384" y="5665"/>
                  <a:pt x="3421" y="5643"/>
                  <a:pt x="3457" y="5619"/>
                </a:cubicBezTo>
                <a:cubicBezTo>
                  <a:pt x="3486" y="5599"/>
                  <a:pt x="3515" y="5579"/>
                  <a:pt x="3545" y="5560"/>
                </a:cubicBezTo>
                <a:cubicBezTo>
                  <a:pt x="3574" y="5540"/>
                  <a:pt x="3599" y="5504"/>
                  <a:pt x="3629" y="5479"/>
                </a:cubicBezTo>
                <a:cubicBezTo>
                  <a:pt x="3645" y="5462"/>
                  <a:pt x="3659" y="5443"/>
                  <a:pt x="3670" y="5423"/>
                </a:cubicBezTo>
                <a:cubicBezTo>
                  <a:pt x="3680" y="5406"/>
                  <a:pt x="3689" y="5387"/>
                  <a:pt x="3695" y="5368"/>
                </a:cubicBezTo>
                <a:cubicBezTo>
                  <a:pt x="3696" y="5368"/>
                  <a:pt x="3697" y="5368"/>
                  <a:pt x="3697" y="5368"/>
                </a:cubicBezTo>
                <a:cubicBezTo>
                  <a:pt x="3698" y="5368"/>
                  <a:pt x="3699" y="5368"/>
                  <a:pt x="3700" y="5368"/>
                </a:cubicBezTo>
                <a:cubicBezTo>
                  <a:pt x="3703" y="5386"/>
                  <a:pt x="3706" y="5404"/>
                  <a:pt x="3707" y="5422"/>
                </a:cubicBezTo>
                <a:cubicBezTo>
                  <a:pt x="3687" y="5445"/>
                  <a:pt x="3684" y="5464"/>
                  <a:pt x="3665" y="5491"/>
                </a:cubicBezTo>
                <a:cubicBezTo>
                  <a:pt x="3642" y="5525"/>
                  <a:pt x="3614" y="5557"/>
                  <a:pt x="3583" y="5584"/>
                </a:cubicBezTo>
                <a:cubicBezTo>
                  <a:pt x="3522" y="5638"/>
                  <a:pt x="3455" y="5677"/>
                  <a:pt x="3389" y="5723"/>
                </a:cubicBezTo>
                <a:cubicBezTo>
                  <a:pt x="3257" y="5817"/>
                  <a:pt x="3084" y="5872"/>
                  <a:pt x="2926" y="5906"/>
                </a:cubicBezTo>
                <a:cubicBezTo>
                  <a:pt x="2923" y="5906"/>
                  <a:pt x="2923" y="5911"/>
                  <a:pt x="2926" y="5911"/>
                </a:cubicBezTo>
                <a:cubicBezTo>
                  <a:pt x="3080" y="5906"/>
                  <a:pt x="3224" y="5831"/>
                  <a:pt x="3360" y="5766"/>
                </a:cubicBezTo>
                <a:cubicBezTo>
                  <a:pt x="3427" y="5733"/>
                  <a:pt x="3488" y="5686"/>
                  <a:pt x="3550" y="5645"/>
                </a:cubicBezTo>
                <a:cubicBezTo>
                  <a:pt x="3591" y="5617"/>
                  <a:pt x="3629" y="5586"/>
                  <a:pt x="3665" y="5551"/>
                </a:cubicBezTo>
                <a:cubicBezTo>
                  <a:pt x="3675" y="5539"/>
                  <a:pt x="3685" y="5526"/>
                  <a:pt x="3693" y="5512"/>
                </a:cubicBezTo>
                <a:cubicBezTo>
                  <a:pt x="3700" y="5500"/>
                  <a:pt x="3706" y="5487"/>
                  <a:pt x="3711" y="5474"/>
                </a:cubicBezTo>
                <a:cubicBezTo>
                  <a:pt x="3718" y="5584"/>
                  <a:pt x="3717" y="5739"/>
                  <a:pt x="3699" y="5772"/>
                </a:cubicBezTo>
                <a:moveTo>
                  <a:pt x="1036" y="5584"/>
                </a:moveTo>
                <a:cubicBezTo>
                  <a:pt x="1036" y="5587"/>
                  <a:pt x="1037" y="5590"/>
                  <a:pt x="1038" y="5594"/>
                </a:cubicBezTo>
                <a:lnTo>
                  <a:pt x="1033" y="5589"/>
                </a:lnTo>
                <a:cubicBezTo>
                  <a:pt x="1034" y="5588"/>
                  <a:pt x="1034" y="5587"/>
                  <a:pt x="1035" y="5586"/>
                </a:cubicBezTo>
                <a:cubicBezTo>
                  <a:pt x="1035" y="5585"/>
                  <a:pt x="1036" y="5585"/>
                  <a:pt x="1036" y="5584"/>
                </a:cubicBezTo>
                <a:moveTo>
                  <a:pt x="1089" y="5626"/>
                </a:moveTo>
                <a:lnTo>
                  <a:pt x="1092" y="5641"/>
                </a:lnTo>
                <a:cubicBezTo>
                  <a:pt x="1088" y="5638"/>
                  <a:pt x="1085" y="5635"/>
                  <a:pt x="1082" y="5633"/>
                </a:cubicBezTo>
                <a:cubicBezTo>
                  <a:pt x="1085" y="5631"/>
                  <a:pt x="1087" y="5629"/>
                  <a:pt x="1089" y="5626"/>
                </a:cubicBezTo>
                <a:moveTo>
                  <a:pt x="4345" y="3188"/>
                </a:moveTo>
                <a:cubicBezTo>
                  <a:pt x="4319" y="3263"/>
                  <a:pt x="4288" y="3348"/>
                  <a:pt x="4282" y="3427"/>
                </a:cubicBezTo>
                <a:cubicBezTo>
                  <a:pt x="4275" y="3506"/>
                  <a:pt x="4235" y="3588"/>
                  <a:pt x="4205" y="3658"/>
                </a:cubicBezTo>
                <a:cubicBezTo>
                  <a:pt x="4187" y="3709"/>
                  <a:pt x="4173" y="3761"/>
                  <a:pt x="4163" y="3814"/>
                </a:cubicBezTo>
                <a:cubicBezTo>
                  <a:pt x="4147" y="3882"/>
                  <a:pt x="4128" y="3948"/>
                  <a:pt x="4113" y="4017"/>
                </a:cubicBezTo>
                <a:cubicBezTo>
                  <a:pt x="4087" y="4140"/>
                  <a:pt x="4034" y="4259"/>
                  <a:pt x="3995" y="4378"/>
                </a:cubicBezTo>
                <a:cubicBezTo>
                  <a:pt x="3956" y="4496"/>
                  <a:pt x="3916" y="4613"/>
                  <a:pt x="3887" y="4734"/>
                </a:cubicBezTo>
                <a:cubicBezTo>
                  <a:pt x="3854" y="4873"/>
                  <a:pt x="3812" y="5011"/>
                  <a:pt x="3763" y="5147"/>
                </a:cubicBezTo>
                <a:cubicBezTo>
                  <a:pt x="3752" y="5177"/>
                  <a:pt x="3739" y="5208"/>
                  <a:pt x="3727" y="5238"/>
                </a:cubicBezTo>
                <a:cubicBezTo>
                  <a:pt x="3736" y="5188"/>
                  <a:pt x="3745" y="5138"/>
                  <a:pt x="3751" y="5086"/>
                </a:cubicBezTo>
                <a:cubicBezTo>
                  <a:pt x="3751" y="5085"/>
                  <a:pt x="3750" y="5085"/>
                  <a:pt x="3750" y="5084"/>
                </a:cubicBezTo>
                <a:cubicBezTo>
                  <a:pt x="3749" y="5083"/>
                  <a:pt x="3749" y="5082"/>
                  <a:pt x="3748" y="5082"/>
                </a:cubicBezTo>
                <a:cubicBezTo>
                  <a:pt x="3747" y="5081"/>
                  <a:pt x="3746" y="5081"/>
                  <a:pt x="3745" y="5081"/>
                </a:cubicBezTo>
                <a:cubicBezTo>
                  <a:pt x="3744" y="5081"/>
                  <a:pt x="3743" y="5081"/>
                  <a:pt x="3742" y="5082"/>
                </a:cubicBezTo>
                <a:cubicBezTo>
                  <a:pt x="3741" y="5082"/>
                  <a:pt x="3740" y="5083"/>
                  <a:pt x="3740" y="5084"/>
                </a:cubicBezTo>
                <a:cubicBezTo>
                  <a:pt x="3739" y="5084"/>
                  <a:pt x="3739" y="5085"/>
                  <a:pt x="3739" y="5085"/>
                </a:cubicBezTo>
                <a:cubicBezTo>
                  <a:pt x="3733" y="5139"/>
                  <a:pt x="3711" y="5193"/>
                  <a:pt x="3698" y="5246"/>
                </a:cubicBezTo>
                <a:cubicBezTo>
                  <a:pt x="3689" y="5281"/>
                  <a:pt x="3667" y="5323"/>
                  <a:pt x="3669" y="5360"/>
                </a:cubicBezTo>
                <a:lnTo>
                  <a:pt x="3661" y="5376"/>
                </a:lnTo>
                <a:cubicBezTo>
                  <a:pt x="3671" y="5340"/>
                  <a:pt x="3674" y="5300"/>
                  <a:pt x="3681" y="5264"/>
                </a:cubicBezTo>
                <a:cubicBezTo>
                  <a:pt x="3689" y="5225"/>
                  <a:pt x="3692" y="5185"/>
                  <a:pt x="3692" y="5145"/>
                </a:cubicBezTo>
                <a:cubicBezTo>
                  <a:pt x="3692" y="5137"/>
                  <a:pt x="3692" y="5128"/>
                  <a:pt x="3692" y="5119"/>
                </a:cubicBezTo>
                <a:cubicBezTo>
                  <a:pt x="3692" y="5113"/>
                  <a:pt x="3680" y="5113"/>
                  <a:pt x="3680" y="5119"/>
                </a:cubicBezTo>
                <a:cubicBezTo>
                  <a:pt x="3679" y="5177"/>
                  <a:pt x="3659" y="5240"/>
                  <a:pt x="3647" y="5296"/>
                </a:cubicBezTo>
                <a:cubicBezTo>
                  <a:pt x="3641" y="5330"/>
                  <a:pt x="3631" y="5364"/>
                  <a:pt x="3642" y="5397"/>
                </a:cubicBezTo>
                <a:cubicBezTo>
                  <a:pt x="3642" y="5398"/>
                  <a:pt x="3642" y="5397"/>
                  <a:pt x="3643" y="5398"/>
                </a:cubicBezTo>
                <a:cubicBezTo>
                  <a:pt x="3643" y="5398"/>
                  <a:pt x="3644" y="5400"/>
                  <a:pt x="3645" y="5401"/>
                </a:cubicBezTo>
                <a:lnTo>
                  <a:pt x="3646" y="5401"/>
                </a:lnTo>
                <a:lnTo>
                  <a:pt x="3619" y="5447"/>
                </a:lnTo>
                <a:cubicBezTo>
                  <a:pt x="3610" y="5457"/>
                  <a:pt x="3601" y="5467"/>
                  <a:pt x="3591" y="5475"/>
                </a:cubicBezTo>
                <a:cubicBezTo>
                  <a:pt x="3611" y="5406"/>
                  <a:pt x="3603" y="5325"/>
                  <a:pt x="3603" y="5254"/>
                </a:cubicBezTo>
                <a:cubicBezTo>
                  <a:pt x="3603" y="5253"/>
                  <a:pt x="3602" y="5252"/>
                  <a:pt x="3602" y="5251"/>
                </a:cubicBezTo>
                <a:cubicBezTo>
                  <a:pt x="3601" y="5249"/>
                  <a:pt x="3600" y="5248"/>
                  <a:pt x="3599" y="5248"/>
                </a:cubicBezTo>
                <a:cubicBezTo>
                  <a:pt x="3598" y="5247"/>
                  <a:pt x="3597" y="5247"/>
                  <a:pt x="3596" y="5247"/>
                </a:cubicBezTo>
                <a:cubicBezTo>
                  <a:pt x="3595" y="5247"/>
                  <a:pt x="3594" y="5247"/>
                  <a:pt x="3593" y="5248"/>
                </a:cubicBezTo>
                <a:cubicBezTo>
                  <a:pt x="3592" y="5248"/>
                  <a:pt x="3590" y="5249"/>
                  <a:pt x="3590" y="5251"/>
                </a:cubicBezTo>
                <a:cubicBezTo>
                  <a:pt x="3589" y="5252"/>
                  <a:pt x="3589" y="5253"/>
                  <a:pt x="3589" y="5254"/>
                </a:cubicBezTo>
                <a:cubicBezTo>
                  <a:pt x="3589" y="5326"/>
                  <a:pt x="3561" y="5413"/>
                  <a:pt x="3582" y="5483"/>
                </a:cubicBezTo>
                <a:cubicBezTo>
                  <a:pt x="3567" y="5497"/>
                  <a:pt x="3552" y="5510"/>
                  <a:pt x="3535" y="5523"/>
                </a:cubicBezTo>
                <a:cubicBezTo>
                  <a:pt x="3540" y="5484"/>
                  <a:pt x="3543" y="5445"/>
                  <a:pt x="3543" y="5406"/>
                </a:cubicBezTo>
                <a:cubicBezTo>
                  <a:pt x="3547" y="5368"/>
                  <a:pt x="3549" y="5330"/>
                  <a:pt x="3549" y="5292"/>
                </a:cubicBezTo>
                <a:cubicBezTo>
                  <a:pt x="3549" y="5287"/>
                  <a:pt x="3549" y="5282"/>
                  <a:pt x="3549" y="5278"/>
                </a:cubicBezTo>
                <a:cubicBezTo>
                  <a:pt x="3549" y="5271"/>
                  <a:pt x="3539" y="5272"/>
                  <a:pt x="3539" y="5278"/>
                </a:cubicBezTo>
                <a:cubicBezTo>
                  <a:pt x="3538" y="5320"/>
                  <a:pt x="3534" y="5363"/>
                  <a:pt x="3528" y="5404"/>
                </a:cubicBezTo>
                <a:cubicBezTo>
                  <a:pt x="3522" y="5444"/>
                  <a:pt x="3511" y="5493"/>
                  <a:pt x="3520" y="5533"/>
                </a:cubicBezTo>
                <a:cubicBezTo>
                  <a:pt x="3504" y="5546"/>
                  <a:pt x="3487" y="5558"/>
                  <a:pt x="3470" y="5569"/>
                </a:cubicBezTo>
                <a:cubicBezTo>
                  <a:pt x="3474" y="5543"/>
                  <a:pt x="3477" y="5517"/>
                  <a:pt x="3477" y="5490"/>
                </a:cubicBezTo>
                <a:cubicBezTo>
                  <a:pt x="3477" y="5478"/>
                  <a:pt x="3476" y="5467"/>
                  <a:pt x="3475" y="5455"/>
                </a:cubicBezTo>
                <a:cubicBezTo>
                  <a:pt x="3473" y="5411"/>
                  <a:pt x="3479" y="5367"/>
                  <a:pt x="3475" y="5322"/>
                </a:cubicBezTo>
                <a:cubicBezTo>
                  <a:pt x="3475" y="5321"/>
                  <a:pt x="3475" y="5321"/>
                  <a:pt x="3475" y="5320"/>
                </a:cubicBezTo>
                <a:cubicBezTo>
                  <a:pt x="3474" y="5318"/>
                  <a:pt x="3473" y="5317"/>
                  <a:pt x="3472" y="5317"/>
                </a:cubicBezTo>
                <a:cubicBezTo>
                  <a:pt x="3471" y="5316"/>
                  <a:pt x="3470" y="5316"/>
                  <a:pt x="3469" y="5316"/>
                </a:cubicBezTo>
                <a:cubicBezTo>
                  <a:pt x="3467" y="5316"/>
                  <a:pt x="3466" y="5316"/>
                  <a:pt x="3465" y="5317"/>
                </a:cubicBezTo>
                <a:cubicBezTo>
                  <a:pt x="3464" y="5317"/>
                  <a:pt x="3463" y="5319"/>
                  <a:pt x="3463" y="5320"/>
                </a:cubicBezTo>
                <a:cubicBezTo>
                  <a:pt x="3462" y="5321"/>
                  <a:pt x="3462" y="5321"/>
                  <a:pt x="3462" y="5322"/>
                </a:cubicBezTo>
                <a:cubicBezTo>
                  <a:pt x="3455" y="5366"/>
                  <a:pt x="3450" y="5411"/>
                  <a:pt x="3448" y="5455"/>
                </a:cubicBezTo>
                <a:cubicBezTo>
                  <a:pt x="3447" y="5481"/>
                  <a:pt x="3445" y="5507"/>
                  <a:pt x="3441" y="5532"/>
                </a:cubicBezTo>
                <a:cubicBezTo>
                  <a:pt x="3440" y="5544"/>
                  <a:pt x="3447" y="5570"/>
                  <a:pt x="3447" y="5586"/>
                </a:cubicBezTo>
                <a:lnTo>
                  <a:pt x="3421" y="5603"/>
                </a:lnTo>
                <a:lnTo>
                  <a:pt x="3406" y="5613"/>
                </a:lnTo>
                <a:cubicBezTo>
                  <a:pt x="3415" y="5547"/>
                  <a:pt x="3408" y="5474"/>
                  <a:pt x="3406" y="5409"/>
                </a:cubicBezTo>
                <a:cubicBezTo>
                  <a:pt x="3406" y="5401"/>
                  <a:pt x="3394" y="5400"/>
                  <a:pt x="3393" y="5409"/>
                </a:cubicBezTo>
                <a:cubicBezTo>
                  <a:pt x="3391" y="5480"/>
                  <a:pt x="3369" y="5558"/>
                  <a:pt x="3382" y="5629"/>
                </a:cubicBezTo>
                <a:cubicBezTo>
                  <a:pt x="3370" y="5637"/>
                  <a:pt x="3357" y="5645"/>
                  <a:pt x="3345" y="5652"/>
                </a:cubicBezTo>
                <a:cubicBezTo>
                  <a:pt x="3354" y="5597"/>
                  <a:pt x="3345" y="5533"/>
                  <a:pt x="3341" y="5478"/>
                </a:cubicBezTo>
                <a:cubicBezTo>
                  <a:pt x="3341" y="5477"/>
                  <a:pt x="3340" y="5476"/>
                  <a:pt x="3340" y="5475"/>
                </a:cubicBezTo>
                <a:cubicBezTo>
                  <a:pt x="3339" y="5473"/>
                  <a:pt x="3338" y="5473"/>
                  <a:pt x="3337" y="5473"/>
                </a:cubicBezTo>
                <a:cubicBezTo>
                  <a:pt x="3336" y="5472"/>
                  <a:pt x="3335" y="5472"/>
                  <a:pt x="3334" y="5472"/>
                </a:cubicBezTo>
                <a:cubicBezTo>
                  <a:pt x="3333" y="5472"/>
                  <a:pt x="3332" y="5472"/>
                  <a:pt x="3331" y="5473"/>
                </a:cubicBezTo>
                <a:cubicBezTo>
                  <a:pt x="3329" y="5473"/>
                  <a:pt x="3329" y="5474"/>
                  <a:pt x="3328" y="5475"/>
                </a:cubicBezTo>
                <a:cubicBezTo>
                  <a:pt x="3327" y="5476"/>
                  <a:pt x="3327" y="5477"/>
                  <a:pt x="3327" y="5478"/>
                </a:cubicBezTo>
                <a:cubicBezTo>
                  <a:pt x="3322" y="5536"/>
                  <a:pt x="3312" y="5604"/>
                  <a:pt x="3324" y="5661"/>
                </a:cubicBezTo>
                <a:cubicBezTo>
                  <a:pt x="3324" y="5661"/>
                  <a:pt x="3325" y="5662"/>
                  <a:pt x="3326" y="5663"/>
                </a:cubicBezTo>
                <a:cubicBezTo>
                  <a:pt x="3311" y="5671"/>
                  <a:pt x="3297" y="5679"/>
                  <a:pt x="3282" y="5686"/>
                </a:cubicBezTo>
                <a:cubicBezTo>
                  <a:pt x="3295" y="5617"/>
                  <a:pt x="3281" y="5536"/>
                  <a:pt x="3277" y="5467"/>
                </a:cubicBezTo>
                <a:cubicBezTo>
                  <a:pt x="3277" y="5460"/>
                  <a:pt x="3266" y="5461"/>
                  <a:pt x="3266" y="5467"/>
                </a:cubicBezTo>
                <a:cubicBezTo>
                  <a:pt x="3262" y="5539"/>
                  <a:pt x="3246" y="5624"/>
                  <a:pt x="3263" y="5696"/>
                </a:cubicBezTo>
                <a:cubicBezTo>
                  <a:pt x="3249" y="5703"/>
                  <a:pt x="3236" y="5709"/>
                  <a:pt x="3223" y="5716"/>
                </a:cubicBezTo>
                <a:cubicBezTo>
                  <a:pt x="3224" y="5703"/>
                  <a:pt x="3225" y="5689"/>
                  <a:pt x="3225" y="5677"/>
                </a:cubicBezTo>
                <a:cubicBezTo>
                  <a:pt x="3225" y="5664"/>
                  <a:pt x="3224" y="5652"/>
                  <a:pt x="3223" y="5639"/>
                </a:cubicBezTo>
                <a:cubicBezTo>
                  <a:pt x="3223" y="5604"/>
                  <a:pt x="3220" y="5569"/>
                  <a:pt x="3216" y="5534"/>
                </a:cubicBezTo>
                <a:cubicBezTo>
                  <a:pt x="3216" y="5533"/>
                  <a:pt x="3216" y="5532"/>
                  <a:pt x="3215" y="5531"/>
                </a:cubicBezTo>
                <a:cubicBezTo>
                  <a:pt x="3214" y="5530"/>
                  <a:pt x="3214" y="5528"/>
                  <a:pt x="3213" y="5528"/>
                </a:cubicBezTo>
                <a:cubicBezTo>
                  <a:pt x="3212" y="5527"/>
                  <a:pt x="3210" y="5527"/>
                  <a:pt x="3209" y="5527"/>
                </a:cubicBezTo>
                <a:cubicBezTo>
                  <a:pt x="3207" y="5527"/>
                  <a:pt x="3207" y="5527"/>
                  <a:pt x="3206" y="5528"/>
                </a:cubicBezTo>
                <a:cubicBezTo>
                  <a:pt x="3205" y="5528"/>
                  <a:pt x="3204" y="5530"/>
                  <a:pt x="3204" y="5531"/>
                </a:cubicBezTo>
                <a:cubicBezTo>
                  <a:pt x="3203" y="5532"/>
                  <a:pt x="3203" y="5533"/>
                  <a:pt x="3203" y="5534"/>
                </a:cubicBezTo>
                <a:cubicBezTo>
                  <a:pt x="3199" y="5570"/>
                  <a:pt x="3196" y="5605"/>
                  <a:pt x="3195" y="5641"/>
                </a:cubicBezTo>
                <a:cubicBezTo>
                  <a:pt x="3195" y="5652"/>
                  <a:pt x="3194" y="5662"/>
                  <a:pt x="3194" y="5672"/>
                </a:cubicBezTo>
                <a:cubicBezTo>
                  <a:pt x="3194" y="5691"/>
                  <a:pt x="3195" y="5709"/>
                  <a:pt x="3198" y="5727"/>
                </a:cubicBezTo>
                <a:lnTo>
                  <a:pt x="3181" y="5735"/>
                </a:lnTo>
                <a:cubicBezTo>
                  <a:pt x="3181" y="5730"/>
                  <a:pt x="3181" y="5724"/>
                  <a:pt x="3181" y="5719"/>
                </a:cubicBezTo>
                <a:cubicBezTo>
                  <a:pt x="3181" y="5690"/>
                  <a:pt x="3176" y="5660"/>
                  <a:pt x="3174" y="5630"/>
                </a:cubicBezTo>
                <a:cubicBezTo>
                  <a:pt x="3174" y="5623"/>
                  <a:pt x="3163" y="5624"/>
                  <a:pt x="3163" y="5630"/>
                </a:cubicBezTo>
                <a:cubicBezTo>
                  <a:pt x="3161" y="5662"/>
                  <a:pt x="3157" y="5694"/>
                  <a:pt x="3156" y="5726"/>
                </a:cubicBezTo>
                <a:cubicBezTo>
                  <a:pt x="3156" y="5733"/>
                  <a:pt x="3155" y="5740"/>
                  <a:pt x="3154" y="5746"/>
                </a:cubicBezTo>
                <a:lnTo>
                  <a:pt x="3132" y="5754"/>
                </a:lnTo>
                <a:cubicBezTo>
                  <a:pt x="3132" y="5690"/>
                  <a:pt x="3124" y="5626"/>
                  <a:pt x="3121" y="5561"/>
                </a:cubicBezTo>
                <a:cubicBezTo>
                  <a:pt x="3121" y="5560"/>
                  <a:pt x="3122" y="5558"/>
                  <a:pt x="3121" y="5558"/>
                </a:cubicBezTo>
                <a:cubicBezTo>
                  <a:pt x="3120" y="5557"/>
                  <a:pt x="3120" y="5557"/>
                  <a:pt x="3119" y="5557"/>
                </a:cubicBezTo>
                <a:cubicBezTo>
                  <a:pt x="3118" y="5556"/>
                  <a:pt x="3117" y="5556"/>
                  <a:pt x="3117" y="5556"/>
                </a:cubicBezTo>
                <a:cubicBezTo>
                  <a:pt x="3116" y="5556"/>
                  <a:pt x="3115" y="5556"/>
                  <a:pt x="3114" y="5557"/>
                </a:cubicBezTo>
                <a:lnTo>
                  <a:pt x="3113" y="5558"/>
                </a:lnTo>
                <a:cubicBezTo>
                  <a:pt x="3112" y="5559"/>
                  <a:pt x="3112" y="5560"/>
                  <a:pt x="3112" y="5561"/>
                </a:cubicBezTo>
                <a:cubicBezTo>
                  <a:pt x="3109" y="5629"/>
                  <a:pt x="3106" y="5696"/>
                  <a:pt x="3108" y="5764"/>
                </a:cubicBezTo>
                <a:cubicBezTo>
                  <a:pt x="3092" y="5770"/>
                  <a:pt x="3076" y="5776"/>
                  <a:pt x="3060" y="5782"/>
                </a:cubicBezTo>
                <a:cubicBezTo>
                  <a:pt x="3060" y="5780"/>
                  <a:pt x="3060" y="5778"/>
                  <a:pt x="3060" y="5776"/>
                </a:cubicBezTo>
                <a:cubicBezTo>
                  <a:pt x="3060" y="5761"/>
                  <a:pt x="3055" y="5745"/>
                  <a:pt x="3053" y="5730"/>
                </a:cubicBezTo>
                <a:cubicBezTo>
                  <a:pt x="3053" y="5724"/>
                  <a:pt x="3043" y="5724"/>
                  <a:pt x="3042" y="5730"/>
                </a:cubicBezTo>
                <a:cubicBezTo>
                  <a:pt x="3041" y="5744"/>
                  <a:pt x="3038" y="5758"/>
                  <a:pt x="3036" y="5771"/>
                </a:cubicBezTo>
                <a:cubicBezTo>
                  <a:pt x="3036" y="5775"/>
                  <a:pt x="3035" y="5778"/>
                  <a:pt x="3035" y="5781"/>
                </a:cubicBezTo>
                <a:cubicBezTo>
                  <a:pt x="3035" y="5784"/>
                  <a:pt x="3036" y="5788"/>
                  <a:pt x="3036" y="5791"/>
                </a:cubicBezTo>
                <a:lnTo>
                  <a:pt x="2993" y="5805"/>
                </a:lnTo>
                <a:cubicBezTo>
                  <a:pt x="2993" y="5799"/>
                  <a:pt x="2993" y="5792"/>
                  <a:pt x="2993" y="5786"/>
                </a:cubicBezTo>
                <a:cubicBezTo>
                  <a:pt x="2993" y="5747"/>
                  <a:pt x="2992" y="5707"/>
                  <a:pt x="2988" y="5667"/>
                </a:cubicBezTo>
                <a:cubicBezTo>
                  <a:pt x="2988" y="5660"/>
                  <a:pt x="2977" y="5661"/>
                  <a:pt x="2976" y="5667"/>
                </a:cubicBezTo>
                <a:cubicBezTo>
                  <a:pt x="2973" y="5704"/>
                  <a:pt x="2972" y="5742"/>
                  <a:pt x="2972" y="5779"/>
                </a:cubicBezTo>
                <a:cubicBezTo>
                  <a:pt x="2972" y="5790"/>
                  <a:pt x="2972" y="5800"/>
                  <a:pt x="2972" y="5810"/>
                </a:cubicBezTo>
                <a:cubicBezTo>
                  <a:pt x="2957" y="5814"/>
                  <a:pt x="2943" y="5818"/>
                  <a:pt x="2928" y="5822"/>
                </a:cubicBezTo>
                <a:cubicBezTo>
                  <a:pt x="2929" y="5822"/>
                  <a:pt x="2930" y="5821"/>
                  <a:pt x="2931" y="5821"/>
                </a:cubicBezTo>
                <a:cubicBezTo>
                  <a:pt x="2933" y="5820"/>
                  <a:pt x="2934" y="5818"/>
                  <a:pt x="2935" y="5817"/>
                </a:cubicBezTo>
                <a:cubicBezTo>
                  <a:pt x="2936" y="5815"/>
                  <a:pt x="2936" y="5814"/>
                  <a:pt x="2936" y="5812"/>
                </a:cubicBezTo>
                <a:cubicBezTo>
                  <a:pt x="2936" y="5811"/>
                  <a:pt x="2936" y="5809"/>
                  <a:pt x="2935" y="5808"/>
                </a:cubicBezTo>
                <a:cubicBezTo>
                  <a:pt x="2935" y="5804"/>
                  <a:pt x="2935" y="5800"/>
                  <a:pt x="2935" y="5796"/>
                </a:cubicBezTo>
                <a:cubicBezTo>
                  <a:pt x="2935" y="5774"/>
                  <a:pt x="2934" y="5752"/>
                  <a:pt x="2931" y="5729"/>
                </a:cubicBezTo>
                <a:cubicBezTo>
                  <a:pt x="2932" y="5723"/>
                  <a:pt x="2932" y="5717"/>
                  <a:pt x="2932" y="5711"/>
                </a:cubicBezTo>
                <a:cubicBezTo>
                  <a:pt x="2932" y="5684"/>
                  <a:pt x="2929" y="5657"/>
                  <a:pt x="2922" y="5631"/>
                </a:cubicBezTo>
                <a:cubicBezTo>
                  <a:pt x="2922" y="5631"/>
                  <a:pt x="2921" y="5631"/>
                  <a:pt x="2921" y="5630"/>
                </a:cubicBezTo>
                <a:cubicBezTo>
                  <a:pt x="2921" y="5629"/>
                  <a:pt x="2920" y="5629"/>
                  <a:pt x="2919" y="5628"/>
                </a:cubicBezTo>
                <a:cubicBezTo>
                  <a:pt x="2919" y="5628"/>
                  <a:pt x="2918" y="5628"/>
                  <a:pt x="2917" y="5628"/>
                </a:cubicBezTo>
                <a:cubicBezTo>
                  <a:pt x="2916" y="5628"/>
                  <a:pt x="2915" y="5627"/>
                  <a:pt x="2914" y="5628"/>
                </a:cubicBezTo>
                <a:cubicBezTo>
                  <a:pt x="2913" y="5628"/>
                  <a:pt x="2912" y="5629"/>
                  <a:pt x="2912" y="5630"/>
                </a:cubicBezTo>
                <a:cubicBezTo>
                  <a:pt x="2911" y="5631"/>
                  <a:pt x="2912" y="5632"/>
                  <a:pt x="2912" y="5633"/>
                </a:cubicBezTo>
                <a:cubicBezTo>
                  <a:pt x="2912" y="5633"/>
                  <a:pt x="2912" y="5634"/>
                  <a:pt x="2912" y="5635"/>
                </a:cubicBezTo>
                <a:cubicBezTo>
                  <a:pt x="2913" y="5645"/>
                  <a:pt x="2913" y="5655"/>
                  <a:pt x="2913" y="5665"/>
                </a:cubicBezTo>
                <a:cubicBezTo>
                  <a:pt x="2913" y="5681"/>
                  <a:pt x="2912" y="5698"/>
                  <a:pt x="2909" y="5714"/>
                </a:cubicBezTo>
                <a:cubicBezTo>
                  <a:pt x="2908" y="5726"/>
                  <a:pt x="2907" y="5738"/>
                  <a:pt x="2907" y="5750"/>
                </a:cubicBezTo>
                <a:cubicBezTo>
                  <a:pt x="2907" y="5772"/>
                  <a:pt x="2910" y="5794"/>
                  <a:pt x="2914" y="5815"/>
                </a:cubicBezTo>
                <a:cubicBezTo>
                  <a:pt x="2915" y="5816"/>
                  <a:pt x="2915" y="5817"/>
                  <a:pt x="2915" y="5817"/>
                </a:cubicBezTo>
                <a:cubicBezTo>
                  <a:pt x="2916" y="5819"/>
                  <a:pt x="2917" y="5820"/>
                  <a:pt x="2919" y="5821"/>
                </a:cubicBezTo>
                <a:cubicBezTo>
                  <a:pt x="2920" y="5822"/>
                  <a:pt x="2923" y="5822"/>
                  <a:pt x="2924" y="5822"/>
                </a:cubicBezTo>
                <a:cubicBezTo>
                  <a:pt x="2925" y="5822"/>
                  <a:pt x="2926" y="5822"/>
                  <a:pt x="2927" y="5822"/>
                </a:cubicBezTo>
                <a:cubicBezTo>
                  <a:pt x="2907" y="5827"/>
                  <a:pt x="2887" y="5832"/>
                  <a:pt x="2866" y="5836"/>
                </a:cubicBezTo>
                <a:cubicBezTo>
                  <a:pt x="2865" y="5825"/>
                  <a:pt x="2864" y="5814"/>
                  <a:pt x="2864" y="5804"/>
                </a:cubicBezTo>
                <a:cubicBezTo>
                  <a:pt x="2863" y="5793"/>
                  <a:pt x="2845" y="5795"/>
                  <a:pt x="2844" y="5805"/>
                </a:cubicBezTo>
                <a:cubicBezTo>
                  <a:pt x="2842" y="5817"/>
                  <a:pt x="2842" y="5828"/>
                  <a:pt x="2842" y="5840"/>
                </a:cubicBezTo>
                <a:lnTo>
                  <a:pt x="2822" y="5844"/>
                </a:lnTo>
                <a:cubicBezTo>
                  <a:pt x="2822" y="5842"/>
                  <a:pt x="2821" y="5841"/>
                  <a:pt x="2820" y="5839"/>
                </a:cubicBezTo>
                <a:cubicBezTo>
                  <a:pt x="2820" y="5838"/>
                  <a:pt x="2819" y="5828"/>
                  <a:pt x="2818" y="5825"/>
                </a:cubicBezTo>
                <a:cubicBezTo>
                  <a:pt x="2817" y="5822"/>
                  <a:pt x="2815" y="5818"/>
                  <a:pt x="2814" y="5814"/>
                </a:cubicBezTo>
                <a:cubicBezTo>
                  <a:pt x="2813" y="5807"/>
                  <a:pt x="2813" y="5801"/>
                  <a:pt x="2812" y="5794"/>
                </a:cubicBezTo>
                <a:cubicBezTo>
                  <a:pt x="2812" y="5793"/>
                  <a:pt x="2812" y="5791"/>
                  <a:pt x="2811" y="5790"/>
                </a:cubicBezTo>
                <a:cubicBezTo>
                  <a:pt x="2810" y="5789"/>
                  <a:pt x="2808" y="5787"/>
                  <a:pt x="2807" y="5786"/>
                </a:cubicBezTo>
                <a:cubicBezTo>
                  <a:pt x="2805" y="5785"/>
                  <a:pt x="2804" y="5785"/>
                  <a:pt x="2802" y="5785"/>
                </a:cubicBezTo>
                <a:cubicBezTo>
                  <a:pt x="2800" y="5785"/>
                  <a:pt x="2798" y="5785"/>
                  <a:pt x="2797" y="5786"/>
                </a:cubicBezTo>
                <a:cubicBezTo>
                  <a:pt x="2795" y="5787"/>
                  <a:pt x="2794" y="5789"/>
                  <a:pt x="2793" y="5790"/>
                </a:cubicBezTo>
                <a:cubicBezTo>
                  <a:pt x="2792" y="5791"/>
                  <a:pt x="2792" y="5792"/>
                  <a:pt x="2792" y="5793"/>
                </a:cubicBezTo>
                <a:cubicBezTo>
                  <a:pt x="2790" y="5800"/>
                  <a:pt x="2789" y="5808"/>
                  <a:pt x="2788" y="5815"/>
                </a:cubicBezTo>
                <a:cubicBezTo>
                  <a:pt x="2787" y="5822"/>
                  <a:pt x="2791" y="5829"/>
                  <a:pt x="2791" y="5835"/>
                </a:cubicBezTo>
                <a:cubicBezTo>
                  <a:pt x="2791" y="5835"/>
                  <a:pt x="2791" y="5836"/>
                  <a:pt x="2791" y="5837"/>
                </a:cubicBezTo>
                <a:cubicBezTo>
                  <a:pt x="2791" y="5841"/>
                  <a:pt x="2792" y="5845"/>
                  <a:pt x="2793" y="5848"/>
                </a:cubicBezTo>
                <a:lnTo>
                  <a:pt x="2766" y="5852"/>
                </a:lnTo>
                <a:cubicBezTo>
                  <a:pt x="2764" y="5843"/>
                  <a:pt x="2763" y="5833"/>
                  <a:pt x="2763" y="5824"/>
                </a:cubicBezTo>
                <a:cubicBezTo>
                  <a:pt x="2763" y="5823"/>
                  <a:pt x="2763" y="5822"/>
                  <a:pt x="2763" y="5820"/>
                </a:cubicBezTo>
                <a:cubicBezTo>
                  <a:pt x="2763" y="5811"/>
                  <a:pt x="2763" y="5801"/>
                  <a:pt x="2761" y="5791"/>
                </a:cubicBezTo>
                <a:cubicBezTo>
                  <a:pt x="2761" y="5786"/>
                  <a:pt x="2761" y="5778"/>
                  <a:pt x="2758" y="5774"/>
                </a:cubicBezTo>
                <a:lnTo>
                  <a:pt x="2757" y="5773"/>
                </a:lnTo>
                <a:cubicBezTo>
                  <a:pt x="2756" y="5772"/>
                  <a:pt x="2754" y="5772"/>
                  <a:pt x="2753" y="5772"/>
                </a:cubicBezTo>
                <a:cubicBezTo>
                  <a:pt x="2751" y="5772"/>
                  <a:pt x="2751" y="5772"/>
                  <a:pt x="2750" y="5773"/>
                </a:cubicBezTo>
                <a:cubicBezTo>
                  <a:pt x="2749" y="5774"/>
                  <a:pt x="2748" y="5773"/>
                  <a:pt x="2748" y="5775"/>
                </a:cubicBezTo>
                <a:cubicBezTo>
                  <a:pt x="2747" y="5776"/>
                  <a:pt x="2747" y="5777"/>
                  <a:pt x="2747" y="5778"/>
                </a:cubicBezTo>
                <a:cubicBezTo>
                  <a:pt x="2746" y="5801"/>
                  <a:pt x="2735" y="5831"/>
                  <a:pt x="2741" y="5856"/>
                </a:cubicBezTo>
                <a:lnTo>
                  <a:pt x="2719" y="5859"/>
                </a:lnTo>
                <a:cubicBezTo>
                  <a:pt x="2719" y="5817"/>
                  <a:pt x="2718" y="5776"/>
                  <a:pt x="2715" y="5734"/>
                </a:cubicBezTo>
                <a:cubicBezTo>
                  <a:pt x="2715" y="5734"/>
                  <a:pt x="2716" y="5733"/>
                  <a:pt x="2715" y="5733"/>
                </a:cubicBezTo>
                <a:cubicBezTo>
                  <a:pt x="2714" y="5732"/>
                  <a:pt x="2714" y="5733"/>
                  <a:pt x="2713" y="5732"/>
                </a:cubicBezTo>
                <a:lnTo>
                  <a:pt x="2712" y="5732"/>
                </a:lnTo>
                <a:cubicBezTo>
                  <a:pt x="2711" y="5732"/>
                  <a:pt x="2711" y="5731"/>
                  <a:pt x="2710" y="5732"/>
                </a:cubicBezTo>
                <a:cubicBezTo>
                  <a:pt x="2709" y="5732"/>
                  <a:pt x="2709" y="5733"/>
                  <a:pt x="2709" y="5733"/>
                </a:cubicBezTo>
                <a:cubicBezTo>
                  <a:pt x="2709" y="5734"/>
                  <a:pt x="2709" y="5734"/>
                  <a:pt x="2709" y="5734"/>
                </a:cubicBezTo>
                <a:cubicBezTo>
                  <a:pt x="2707" y="5777"/>
                  <a:pt x="2697" y="5819"/>
                  <a:pt x="2698" y="5862"/>
                </a:cubicBezTo>
                <a:lnTo>
                  <a:pt x="2646" y="5868"/>
                </a:lnTo>
                <a:cubicBezTo>
                  <a:pt x="2646" y="5868"/>
                  <a:pt x="2646" y="5867"/>
                  <a:pt x="2646" y="5866"/>
                </a:cubicBezTo>
                <a:cubicBezTo>
                  <a:pt x="2645" y="5852"/>
                  <a:pt x="2642" y="5838"/>
                  <a:pt x="2641" y="5824"/>
                </a:cubicBezTo>
                <a:cubicBezTo>
                  <a:pt x="2641" y="5818"/>
                  <a:pt x="2631" y="5817"/>
                  <a:pt x="2630" y="5824"/>
                </a:cubicBezTo>
                <a:cubicBezTo>
                  <a:pt x="2629" y="5836"/>
                  <a:pt x="2628" y="5848"/>
                  <a:pt x="2626" y="5860"/>
                </a:cubicBezTo>
                <a:cubicBezTo>
                  <a:pt x="2625" y="5863"/>
                  <a:pt x="2625" y="5867"/>
                  <a:pt x="2625" y="5871"/>
                </a:cubicBezTo>
                <a:lnTo>
                  <a:pt x="2598" y="5874"/>
                </a:lnTo>
                <a:cubicBezTo>
                  <a:pt x="2596" y="5863"/>
                  <a:pt x="2595" y="5852"/>
                  <a:pt x="2593" y="5841"/>
                </a:cubicBezTo>
                <a:cubicBezTo>
                  <a:pt x="2592" y="5834"/>
                  <a:pt x="2593" y="5827"/>
                  <a:pt x="2592" y="5819"/>
                </a:cubicBezTo>
                <a:cubicBezTo>
                  <a:pt x="2590" y="5816"/>
                  <a:pt x="2589" y="5812"/>
                  <a:pt x="2587" y="5809"/>
                </a:cubicBezTo>
                <a:cubicBezTo>
                  <a:pt x="2587" y="5806"/>
                  <a:pt x="2586" y="5804"/>
                  <a:pt x="2586" y="5801"/>
                </a:cubicBezTo>
                <a:cubicBezTo>
                  <a:pt x="2586" y="5799"/>
                  <a:pt x="2587" y="5796"/>
                  <a:pt x="2587" y="5794"/>
                </a:cubicBezTo>
                <a:cubicBezTo>
                  <a:pt x="2587" y="5793"/>
                  <a:pt x="2586" y="5792"/>
                  <a:pt x="2586" y="5791"/>
                </a:cubicBezTo>
                <a:cubicBezTo>
                  <a:pt x="2585" y="5789"/>
                  <a:pt x="2584" y="5788"/>
                  <a:pt x="2583" y="5788"/>
                </a:cubicBezTo>
                <a:cubicBezTo>
                  <a:pt x="2582" y="5787"/>
                  <a:pt x="2581" y="5787"/>
                  <a:pt x="2580" y="5787"/>
                </a:cubicBezTo>
                <a:cubicBezTo>
                  <a:pt x="2579" y="5787"/>
                  <a:pt x="2578" y="5787"/>
                  <a:pt x="2577" y="5788"/>
                </a:cubicBezTo>
                <a:cubicBezTo>
                  <a:pt x="2576" y="5788"/>
                  <a:pt x="2575" y="5790"/>
                  <a:pt x="2575" y="5791"/>
                </a:cubicBezTo>
                <a:cubicBezTo>
                  <a:pt x="2574" y="5792"/>
                  <a:pt x="2574" y="5793"/>
                  <a:pt x="2574" y="5794"/>
                </a:cubicBezTo>
                <a:cubicBezTo>
                  <a:pt x="2573" y="5800"/>
                  <a:pt x="2572" y="5806"/>
                  <a:pt x="2572" y="5812"/>
                </a:cubicBezTo>
                <a:cubicBezTo>
                  <a:pt x="2572" y="5813"/>
                  <a:pt x="2573" y="5815"/>
                  <a:pt x="2573" y="5816"/>
                </a:cubicBezTo>
                <a:cubicBezTo>
                  <a:pt x="2574" y="5821"/>
                  <a:pt x="2575" y="5827"/>
                  <a:pt x="2575" y="5832"/>
                </a:cubicBezTo>
                <a:cubicBezTo>
                  <a:pt x="2575" y="5843"/>
                  <a:pt x="2576" y="5853"/>
                  <a:pt x="2577" y="5864"/>
                </a:cubicBezTo>
                <a:cubicBezTo>
                  <a:pt x="2577" y="5869"/>
                  <a:pt x="2577" y="5873"/>
                  <a:pt x="2577" y="5877"/>
                </a:cubicBezTo>
                <a:lnTo>
                  <a:pt x="2544" y="5881"/>
                </a:lnTo>
                <a:cubicBezTo>
                  <a:pt x="2545" y="5823"/>
                  <a:pt x="2544" y="5764"/>
                  <a:pt x="2541" y="5707"/>
                </a:cubicBezTo>
                <a:cubicBezTo>
                  <a:pt x="2541" y="5701"/>
                  <a:pt x="2531" y="5700"/>
                  <a:pt x="2530" y="5707"/>
                </a:cubicBezTo>
                <a:cubicBezTo>
                  <a:pt x="2526" y="5766"/>
                  <a:pt x="2520" y="5825"/>
                  <a:pt x="2521" y="5884"/>
                </a:cubicBezTo>
                <a:lnTo>
                  <a:pt x="2515" y="5884"/>
                </a:lnTo>
                <a:cubicBezTo>
                  <a:pt x="2506" y="5885"/>
                  <a:pt x="2495" y="5886"/>
                  <a:pt x="2487" y="5887"/>
                </a:cubicBezTo>
                <a:cubicBezTo>
                  <a:pt x="2486" y="5881"/>
                  <a:pt x="2485" y="5875"/>
                  <a:pt x="2483" y="5870"/>
                </a:cubicBezTo>
                <a:cubicBezTo>
                  <a:pt x="2480" y="5865"/>
                  <a:pt x="2483" y="5861"/>
                  <a:pt x="2479" y="5856"/>
                </a:cubicBezTo>
                <a:cubicBezTo>
                  <a:pt x="2476" y="5848"/>
                  <a:pt x="2474" y="5840"/>
                  <a:pt x="2474" y="5831"/>
                </a:cubicBezTo>
                <a:cubicBezTo>
                  <a:pt x="2474" y="5830"/>
                  <a:pt x="2474" y="5829"/>
                  <a:pt x="2474" y="5827"/>
                </a:cubicBezTo>
                <a:cubicBezTo>
                  <a:pt x="2474" y="5827"/>
                  <a:pt x="2474" y="5826"/>
                  <a:pt x="2474" y="5825"/>
                </a:cubicBezTo>
                <a:cubicBezTo>
                  <a:pt x="2473" y="5824"/>
                  <a:pt x="2473" y="5823"/>
                  <a:pt x="2472" y="5823"/>
                </a:cubicBezTo>
                <a:cubicBezTo>
                  <a:pt x="2471" y="5822"/>
                  <a:pt x="2471" y="5823"/>
                  <a:pt x="2470" y="5823"/>
                </a:cubicBezTo>
                <a:cubicBezTo>
                  <a:pt x="2469" y="5823"/>
                  <a:pt x="2468" y="5822"/>
                  <a:pt x="2467" y="5823"/>
                </a:cubicBezTo>
                <a:cubicBezTo>
                  <a:pt x="2466" y="5823"/>
                  <a:pt x="2466" y="5824"/>
                  <a:pt x="2466" y="5825"/>
                </a:cubicBezTo>
                <a:cubicBezTo>
                  <a:pt x="2465" y="5826"/>
                  <a:pt x="2465" y="5827"/>
                  <a:pt x="2465" y="5827"/>
                </a:cubicBezTo>
                <a:cubicBezTo>
                  <a:pt x="2464" y="5835"/>
                  <a:pt x="2463" y="5842"/>
                  <a:pt x="2463" y="5849"/>
                </a:cubicBezTo>
                <a:cubicBezTo>
                  <a:pt x="2463" y="5857"/>
                  <a:pt x="2464" y="5864"/>
                  <a:pt x="2465" y="5871"/>
                </a:cubicBezTo>
                <a:cubicBezTo>
                  <a:pt x="2466" y="5877"/>
                  <a:pt x="2467" y="5883"/>
                  <a:pt x="2468" y="5889"/>
                </a:cubicBezTo>
                <a:lnTo>
                  <a:pt x="2434" y="5892"/>
                </a:lnTo>
                <a:cubicBezTo>
                  <a:pt x="2431" y="5868"/>
                  <a:pt x="2433" y="5842"/>
                  <a:pt x="2431" y="5818"/>
                </a:cubicBezTo>
                <a:cubicBezTo>
                  <a:pt x="2430" y="5790"/>
                  <a:pt x="2430" y="5762"/>
                  <a:pt x="2428" y="5734"/>
                </a:cubicBezTo>
                <a:lnTo>
                  <a:pt x="2428" y="5733"/>
                </a:lnTo>
                <a:cubicBezTo>
                  <a:pt x="2427" y="5733"/>
                  <a:pt x="2427" y="5732"/>
                  <a:pt x="2427" y="5732"/>
                </a:cubicBezTo>
                <a:cubicBezTo>
                  <a:pt x="2426" y="5732"/>
                  <a:pt x="2426" y="5732"/>
                  <a:pt x="2425" y="5732"/>
                </a:cubicBezTo>
                <a:cubicBezTo>
                  <a:pt x="2424" y="5732"/>
                  <a:pt x="2424" y="5732"/>
                  <a:pt x="2423" y="5732"/>
                </a:cubicBezTo>
                <a:cubicBezTo>
                  <a:pt x="2423" y="5732"/>
                  <a:pt x="2423" y="5733"/>
                  <a:pt x="2422" y="5733"/>
                </a:cubicBezTo>
                <a:lnTo>
                  <a:pt x="2422" y="5734"/>
                </a:lnTo>
                <a:cubicBezTo>
                  <a:pt x="2420" y="5762"/>
                  <a:pt x="2414" y="5790"/>
                  <a:pt x="2412" y="5818"/>
                </a:cubicBezTo>
                <a:cubicBezTo>
                  <a:pt x="2409" y="5835"/>
                  <a:pt x="2407" y="5852"/>
                  <a:pt x="2407" y="5869"/>
                </a:cubicBezTo>
                <a:cubicBezTo>
                  <a:pt x="2407" y="5877"/>
                  <a:pt x="2408" y="5886"/>
                  <a:pt x="2408" y="5894"/>
                </a:cubicBezTo>
                <a:lnTo>
                  <a:pt x="2366" y="5896"/>
                </a:lnTo>
                <a:cubicBezTo>
                  <a:pt x="2365" y="5876"/>
                  <a:pt x="2362" y="5855"/>
                  <a:pt x="2359" y="5834"/>
                </a:cubicBezTo>
                <a:cubicBezTo>
                  <a:pt x="2359" y="5830"/>
                  <a:pt x="2353" y="5830"/>
                  <a:pt x="2352" y="5834"/>
                </a:cubicBezTo>
                <a:cubicBezTo>
                  <a:pt x="2350" y="5855"/>
                  <a:pt x="2347" y="5876"/>
                  <a:pt x="2346" y="5897"/>
                </a:cubicBezTo>
                <a:lnTo>
                  <a:pt x="2303" y="5900"/>
                </a:lnTo>
                <a:cubicBezTo>
                  <a:pt x="2308" y="5874"/>
                  <a:pt x="2310" y="5718"/>
                  <a:pt x="2309" y="5693"/>
                </a:cubicBezTo>
                <a:cubicBezTo>
                  <a:pt x="2309" y="5692"/>
                  <a:pt x="2308" y="5691"/>
                  <a:pt x="2308" y="5691"/>
                </a:cubicBezTo>
                <a:cubicBezTo>
                  <a:pt x="2308" y="5690"/>
                  <a:pt x="2307" y="5689"/>
                  <a:pt x="2306" y="5689"/>
                </a:cubicBezTo>
                <a:cubicBezTo>
                  <a:pt x="2305" y="5688"/>
                  <a:pt x="2305" y="5688"/>
                  <a:pt x="2304" y="5688"/>
                </a:cubicBezTo>
                <a:cubicBezTo>
                  <a:pt x="2303" y="5688"/>
                  <a:pt x="2302" y="5688"/>
                  <a:pt x="2301" y="5689"/>
                </a:cubicBezTo>
                <a:cubicBezTo>
                  <a:pt x="2300" y="5689"/>
                  <a:pt x="2300" y="5690"/>
                  <a:pt x="2299" y="5691"/>
                </a:cubicBezTo>
                <a:cubicBezTo>
                  <a:pt x="2299" y="5691"/>
                  <a:pt x="2299" y="5692"/>
                  <a:pt x="2299" y="5693"/>
                </a:cubicBezTo>
                <a:cubicBezTo>
                  <a:pt x="2296" y="5762"/>
                  <a:pt x="2281" y="5830"/>
                  <a:pt x="2286" y="5900"/>
                </a:cubicBezTo>
                <a:lnTo>
                  <a:pt x="2256" y="5902"/>
                </a:lnTo>
                <a:cubicBezTo>
                  <a:pt x="2256" y="5900"/>
                  <a:pt x="2255" y="5898"/>
                  <a:pt x="2254" y="5896"/>
                </a:cubicBezTo>
                <a:cubicBezTo>
                  <a:pt x="2253" y="5890"/>
                  <a:pt x="2252" y="5885"/>
                  <a:pt x="2251" y="5879"/>
                </a:cubicBezTo>
                <a:cubicBezTo>
                  <a:pt x="2251" y="5878"/>
                  <a:pt x="2251" y="5877"/>
                  <a:pt x="2250" y="5876"/>
                </a:cubicBezTo>
                <a:cubicBezTo>
                  <a:pt x="2249" y="5875"/>
                  <a:pt x="2247" y="5873"/>
                  <a:pt x="2246" y="5873"/>
                </a:cubicBezTo>
                <a:cubicBezTo>
                  <a:pt x="2244" y="5872"/>
                  <a:pt x="2242" y="5871"/>
                  <a:pt x="2241" y="5871"/>
                </a:cubicBezTo>
                <a:cubicBezTo>
                  <a:pt x="2239" y="5871"/>
                  <a:pt x="2237" y="5872"/>
                  <a:pt x="2236" y="5873"/>
                </a:cubicBezTo>
                <a:cubicBezTo>
                  <a:pt x="2234" y="5873"/>
                  <a:pt x="2234" y="5875"/>
                  <a:pt x="2233" y="5876"/>
                </a:cubicBezTo>
                <a:cubicBezTo>
                  <a:pt x="2232" y="5877"/>
                  <a:pt x="2232" y="5878"/>
                  <a:pt x="2232" y="5879"/>
                </a:cubicBezTo>
                <a:cubicBezTo>
                  <a:pt x="2232" y="5881"/>
                  <a:pt x="2231" y="5883"/>
                  <a:pt x="2231" y="5884"/>
                </a:cubicBezTo>
                <a:cubicBezTo>
                  <a:pt x="2231" y="5891"/>
                  <a:pt x="2232" y="5898"/>
                  <a:pt x="2234" y="5904"/>
                </a:cubicBezTo>
                <a:lnTo>
                  <a:pt x="2204" y="5907"/>
                </a:lnTo>
                <a:cubicBezTo>
                  <a:pt x="2204" y="5906"/>
                  <a:pt x="2204" y="5905"/>
                  <a:pt x="2204" y="5903"/>
                </a:cubicBezTo>
                <a:cubicBezTo>
                  <a:pt x="2204" y="5900"/>
                  <a:pt x="2204" y="5897"/>
                  <a:pt x="2203" y="5893"/>
                </a:cubicBezTo>
                <a:cubicBezTo>
                  <a:pt x="2201" y="5884"/>
                  <a:pt x="2199" y="5874"/>
                  <a:pt x="2197" y="5864"/>
                </a:cubicBezTo>
                <a:cubicBezTo>
                  <a:pt x="2197" y="5863"/>
                  <a:pt x="2197" y="5863"/>
                  <a:pt x="2197" y="5862"/>
                </a:cubicBezTo>
                <a:cubicBezTo>
                  <a:pt x="2196" y="5860"/>
                  <a:pt x="2195" y="5860"/>
                  <a:pt x="2194" y="5859"/>
                </a:cubicBezTo>
                <a:cubicBezTo>
                  <a:pt x="2192" y="5858"/>
                  <a:pt x="2191" y="5858"/>
                  <a:pt x="2190" y="5858"/>
                </a:cubicBezTo>
                <a:cubicBezTo>
                  <a:pt x="2188" y="5858"/>
                  <a:pt x="2187" y="5858"/>
                  <a:pt x="2186" y="5859"/>
                </a:cubicBezTo>
                <a:cubicBezTo>
                  <a:pt x="2185" y="5860"/>
                  <a:pt x="2183" y="5860"/>
                  <a:pt x="2183" y="5862"/>
                </a:cubicBezTo>
                <a:cubicBezTo>
                  <a:pt x="2182" y="5863"/>
                  <a:pt x="2182" y="5863"/>
                  <a:pt x="2182" y="5864"/>
                </a:cubicBezTo>
                <a:cubicBezTo>
                  <a:pt x="2181" y="5872"/>
                  <a:pt x="2180" y="5879"/>
                  <a:pt x="2180" y="5887"/>
                </a:cubicBezTo>
                <a:cubicBezTo>
                  <a:pt x="2180" y="5890"/>
                  <a:pt x="2180" y="5894"/>
                  <a:pt x="2181" y="5898"/>
                </a:cubicBezTo>
                <a:cubicBezTo>
                  <a:pt x="2181" y="5901"/>
                  <a:pt x="2181" y="5904"/>
                  <a:pt x="2183" y="5907"/>
                </a:cubicBezTo>
                <a:cubicBezTo>
                  <a:pt x="2183" y="5907"/>
                  <a:pt x="2184" y="5908"/>
                  <a:pt x="2185" y="5909"/>
                </a:cubicBezTo>
                <a:lnTo>
                  <a:pt x="2181" y="5909"/>
                </a:lnTo>
                <a:cubicBezTo>
                  <a:pt x="2172" y="5907"/>
                  <a:pt x="2164" y="5907"/>
                  <a:pt x="2155" y="5907"/>
                </a:cubicBezTo>
                <a:cubicBezTo>
                  <a:pt x="2154" y="5907"/>
                  <a:pt x="2153" y="5907"/>
                  <a:pt x="2151" y="5907"/>
                </a:cubicBezTo>
                <a:cubicBezTo>
                  <a:pt x="2159" y="5896"/>
                  <a:pt x="2154" y="5883"/>
                  <a:pt x="2153" y="5871"/>
                </a:cubicBezTo>
                <a:cubicBezTo>
                  <a:pt x="2152" y="5860"/>
                  <a:pt x="2150" y="5849"/>
                  <a:pt x="2148" y="5838"/>
                </a:cubicBezTo>
                <a:lnTo>
                  <a:pt x="2147" y="5837"/>
                </a:lnTo>
                <a:cubicBezTo>
                  <a:pt x="2146" y="5836"/>
                  <a:pt x="2146" y="5834"/>
                  <a:pt x="2145" y="5834"/>
                </a:cubicBezTo>
                <a:cubicBezTo>
                  <a:pt x="2143" y="5833"/>
                  <a:pt x="2142" y="5833"/>
                  <a:pt x="2141" y="5833"/>
                </a:cubicBezTo>
                <a:cubicBezTo>
                  <a:pt x="2140" y="5833"/>
                  <a:pt x="2139" y="5833"/>
                  <a:pt x="2138" y="5834"/>
                </a:cubicBezTo>
                <a:cubicBezTo>
                  <a:pt x="2137" y="5834"/>
                  <a:pt x="2136" y="5836"/>
                  <a:pt x="2135" y="5837"/>
                </a:cubicBezTo>
                <a:cubicBezTo>
                  <a:pt x="2135" y="5837"/>
                  <a:pt x="2135" y="5838"/>
                  <a:pt x="2134" y="5838"/>
                </a:cubicBezTo>
                <a:cubicBezTo>
                  <a:pt x="2129" y="5851"/>
                  <a:pt x="2127" y="5864"/>
                  <a:pt x="2127" y="5878"/>
                </a:cubicBezTo>
                <a:cubicBezTo>
                  <a:pt x="2127" y="5885"/>
                  <a:pt x="2127" y="5893"/>
                  <a:pt x="2129" y="5900"/>
                </a:cubicBezTo>
                <a:cubicBezTo>
                  <a:pt x="2129" y="5901"/>
                  <a:pt x="2130" y="5902"/>
                  <a:pt x="2130" y="5902"/>
                </a:cubicBezTo>
                <a:cubicBezTo>
                  <a:pt x="2131" y="5904"/>
                  <a:pt x="2133" y="5906"/>
                  <a:pt x="2134" y="5907"/>
                </a:cubicBezTo>
                <a:lnTo>
                  <a:pt x="2117" y="5909"/>
                </a:lnTo>
                <a:cubicBezTo>
                  <a:pt x="2117" y="5903"/>
                  <a:pt x="2115" y="5897"/>
                  <a:pt x="2112" y="5892"/>
                </a:cubicBezTo>
                <a:cubicBezTo>
                  <a:pt x="2110" y="5886"/>
                  <a:pt x="2108" y="5880"/>
                  <a:pt x="2107" y="5874"/>
                </a:cubicBezTo>
                <a:cubicBezTo>
                  <a:pt x="2106" y="5872"/>
                  <a:pt x="2104" y="5869"/>
                  <a:pt x="2103" y="5867"/>
                </a:cubicBezTo>
                <a:cubicBezTo>
                  <a:pt x="2102" y="5863"/>
                  <a:pt x="2102" y="5860"/>
                  <a:pt x="2102" y="5856"/>
                </a:cubicBezTo>
                <a:cubicBezTo>
                  <a:pt x="2102" y="5849"/>
                  <a:pt x="2091" y="5850"/>
                  <a:pt x="2090" y="5856"/>
                </a:cubicBezTo>
                <a:cubicBezTo>
                  <a:pt x="2089" y="5863"/>
                  <a:pt x="2088" y="5869"/>
                  <a:pt x="2088" y="5876"/>
                </a:cubicBezTo>
                <a:cubicBezTo>
                  <a:pt x="2088" y="5888"/>
                  <a:pt x="2090" y="5900"/>
                  <a:pt x="2095" y="5911"/>
                </a:cubicBezTo>
                <a:cubicBezTo>
                  <a:pt x="2082" y="5913"/>
                  <a:pt x="2069" y="5914"/>
                  <a:pt x="2055" y="5915"/>
                </a:cubicBezTo>
                <a:lnTo>
                  <a:pt x="2053" y="5915"/>
                </a:lnTo>
                <a:cubicBezTo>
                  <a:pt x="2053" y="5913"/>
                  <a:pt x="2053" y="5910"/>
                  <a:pt x="2053" y="5908"/>
                </a:cubicBezTo>
                <a:cubicBezTo>
                  <a:pt x="2053" y="5900"/>
                  <a:pt x="2053" y="5893"/>
                  <a:pt x="2051" y="5885"/>
                </a:cubicBezTo>
                <a:cubicBezTo>
                  <a:pt x="2050" y="5869"/>
                  <a:pt x="2048" y="5853"/>
                  <a:pt x="2043" y="5837"/>
                </a:cubicBezTo>
                <a:cubicBezTo>
                  <a:pt x="2041" y="5830"/>
                  <a:pt x="2031" y="5832"/>
                  <a:pt x="2030" y="5837"/>
                </a:cubicBezTo>
                <a:cubicBezTo>
                  <a:pt x="2025" y="5857"/>
                  <a:pt x="2015" y="5893"/>
                  <a:pt x="2026" y="5914"/>
                </a:cubicBezTo>
                <a:lnTo>
                  <a:pt x="2001" y="5913"/>
                </a:lnTo>
                <a:cubicBezTo>
                  <a:pt x="2002" y="5912"/>
                  <a:pt x="2002" y="5911"/>
                  <a:pt x="2002" y="5911"/>
                </a:cubicBezTo>
                <a:cubicBezTo>
                  <a:pt x="2002" y="5909"/>
                  <a:pt x="2001" y="5907"/>
                  <a:pt x="2000" y="5906"/>
                </a:cubicBezTo>
                <a:cubicBezTo>
                  <a:pt x="1996" y="5898"/>
                  <a:pt x="1998" y="5885"/>
                  <a:pt x="1996" y="5876"/>
                </a:cubicBezTo>
                <a:cubicBezTo>
                  <a:pt x="1995" y="5860"/>
                  <a:pt x="1992" y="5844"/>
                  <a:pt x="1988" y="5828"/>
                </a:cubicBezTo>
                <a:cubicBezTo>
                  <a:pt x="1987" y="5827"/>
                  <a:pt x="1986" y="5826"/>
                  <a:pt x="1985" y="5825"/>
                </a:cubicBezTo>
                <a:cubicBezTo>
                  <a:pt x="1984" y="5824"/>
                  <a:pt x="1982" y="5824"/>
                  <a:pt x="1981" y="5824"/>
                </a:cubicBezTo>
                <a:cubicBezTo>
                  <a:pt x="1980" y="5824"/>
                  <a:pt x="1978" y="5824"/>
                  <a:pt x="1977" y="5825"/>
                </a:cubicBezTo>
                <a:cubicBezTo>
                  <a:pt x="1976" y="5826"/>
                  <a:pt x="1975" y="5827"/>
                  <a:pt x="1974" y="5828"/>
                </a:cubicBezTo>
                <a:cubicBezTo>
                  <a:pt x="1970" y="5839"/>
                  <a:pt x="1968" y="5851"/>
                  <a:pt x="1968" y="5863"/>
                </a:cubicBezTo>
                <a:cubicBezTo>
                  <a:pt x="1968" y="5869"/>
                  <a:pt x="1969" y="5876"/>
                  <a:pt x="1970" y="5883"/>
                </a:cubicBezTo>
                <a:cubicBezTo>
                  <a:pt x="1970" y="5892"/>
                  <a:pt x="1971" y="5901"/>
                  <a:pt x="1973" y="5910"/>
                </a:cubicBezTo>
                <a:lnTo>
                  <a:pt x="1953" y="5908"/>
                </a:lnTo>
                <a:cubicBezTo>
                  <a:pt x="1954" y="5907"/>
                  <a:pt x="1954" y="5905"/>
                  <a:pt x="1954" y="5904"/>
                </a:cubicBezTo>
                <a:cubicBezTo>
                  <a:pt x="1954" y="5902"/>
                  <a:pt x="1954" y="5901"/>
                  <a:pt x="1953" y="5899"/>
                </a:cubicBezTo>
                <a:cubicBezTo>
                  <a:pt x="1941" y="5864"/>
                  <a:pt x="1949" y="5816"/>
                  <a:pt x="1948" y="5779"/>
                </a:cubicBezTo>
                <a:cubicBezTo>
                  <a:pt x="1949" y="5773"/>
                  <a:pt x="1949" y="5767"/>
                  <a:pt x="1949" y="5760"/>
                </a:cubicBezTo>
                <a:cubicBezTo>
                  <a:pt x="1949" y="5713"/>
                  <a:pt x="1946" y="5666"/>
                  <a:pt x="1941" y="5619"/>
                </a:cubicBezTo>
                <a:cubicBezTo>
                  <a:pt x="1941" y="5618"/>
                  <a:pt x="1941" y="5618"/>
                  <a:pt x="1940" y="5617"/>
                </a:cubicBezTo>
                <a:cubicBezTo>
                  <a:pt x="1939" y="5616"/>
                  <a:pt x="1939" y="5615"/>
                  <a:pt x="1938" y="5615"/>
                </a:cubicBezTo>
                <a:cubicBezTo>
                  <a:pt x="1937" y="5614"/>
                  <a:pt x="1936" y="5614"/>
                  <a:pt x="1935" y="5614"/>
                </a:cubicBezTo>
                <a:cubicBezTo>
                  <a:pt x="1934" y="5614"/>
                  <a:pt x="1933" y="5615"/>
                  <a:pt x="1933" y="5615"/>
                </a:cubicBezTo>
                <a:cubicBezTo>
                  <a:pt x="1932" y="5616"/>
                  <a:pt x="1931" y="5615"/>
                  <a:pt x="1930" y="5617"/>
                </a:cubicBezTo>
                <a:cubicBezTo>
                  <a:pt x="1929" y="5618"/>
                  <a:pt x="1930" y="5618"/>
                  <a:pt x="1930" y="5619"/>
                </a:cubicBezTo>
                <a:cubicBezTo>
                  <a:pt x="1925" y="5670"/>
                  <a:pt x="1922" y="5721"/>
                  <a:pt x="1922" y="5772"/>
                </a:cubicBezTo>
                <a:cubicBezTo>
                  <a:pt x="1922" y="5782"/>
                  <a:pt x="1922" y="5791"/>
                  <a:pt x="1922" y="5800"/>
                </a:cubicBezTo>
                <a:cubicBezTo>
                  <a:pt x="1922" y="5833"/>
                  <a:pt x="1915" y="5874"/>
                  <a:pt x="1927" y="5906"/>
                </a:cubicBezTo>
                <a:lnTo>
                  <a:pt x="1899" y="5904"/>
                </a:lnTo>
                <a:cubicBezTo>
                  <a:pt x="1899" y="5901"/>
                  <a:pt x="1898" y="5898"/>
                  <a:pt x="1897" y="5897"/>
                </a:cubicBezTo>
                <a:cubicBezTo>
                  <a:pt x="1896" y="5895"/>
                  <a:pt x="1896" y="5896"/>
                  <a:pt x="1895" y="5895"/>
                </a:cubicBezTo>
                <a:cubicBezTo>
                  <a:pt x="1893" y="5887"/>
                  <a:pt x="1892" y="5879"/>
                  <a:pt x="1891" y="5871"/>
                </a:cubicBezTo>
                <a:cubicBezTo>
                  <a:pt x="1889" y="5863"/>
                  <a:pt x="1889" y="5854"/>
                  <a:pt x="1887" y="5846"/>
                </a:cubicBezTo>
                <a:cubicBezTo>
                  <a:pt x="1885" y="5838"/>
                  <a:pt x="1882" y="5832"/>
                  <a:pt x="1881" y="5825"/>
                </a:cubicBezTo>
                <a:cubicBezTo>
                  <a:pt x="1880" y="5817"/>
                  <a:pt x="1865" y="5818"/>
                  <a:pt x="1865" y="5827"/>
                </a:cubicBezTo>
                <a:cubicBezTo>
                  <a:pt x="1866" y="5833"/>
                  <a:pt x="1866" y="5840"/>
                  <a:pt x="1866" y="5846"/>
                </a:cubicBezTo>
                <a:cubicBezTo>
                  <a:pt x="1866" y="5848"/>
                  <a:pt x="1866" y="5850"/>
                  <a:pt x="1866" y="5852"/>
                </a:cubicBezTo>
                <a:cubicBezTo>
                  <a:pt x="1865" y="5856"/>
                  <a:pt x="1865" y="5860"/>
                  <a:pt x="1865" y="5865"/>
                </a:cubicBezTo>
                <a:cubicBezTo>
                  <a:pt x="1865" y="5865"/>
                  <a:pt x="1865" y="5866"/>
                  <a:pt x="1865" y="5867"/>
                </a:cubicBezTo>
                <a:cubicBezTo>
                  <a:pt x="1866" y="5879"/>
                  <a:pt x="1867" y="5892"/>
                  <a:pt x="1870" y="5903"/>
                </a:cubicBezTo>
                <a:lnTo>
                  <a:pt x="1864" y="5903"/>
                </a:lnTo>
                <a:cubicBezTo>
                  <a:pt x="1862" y="5904"/>
                  <a:pt x="1859" y="5904"/>
                  <a:pt x="1857" y="5904"/>
                </a:cubicBezTo>
                <a:cubicBezTo>
                  <a:pt x="1854" y="5904"/>
                  <a:pt x="1853" y="5904"/>
                  <a:pt x="1851" y="5903"/>
                </a:cubicBezTo>
                <a:cubicBezTo>
                  <a:pt x="1849" y="5893"/>
                  <a:pt x="1846" y="5883"/>
                  <a:pt x="1843" y="5873"/>
                </a:cubicBezTo>
                <a:cubicBezTo>
                  <a:pt x="1841" y="5868"/>
                  <a:pt x="1840" y="5863"/>
                  <a:pt x="1839" y="5857"/>
                </a:cubicBezTo>
                <a:cubicBezTo>
                  <a:pt x="1839" y="5851"/>
                  <a:pt x="1834" y="5846"/>
                  <a:pt x="1833" y="5841"/>
                </a:cubicBezTo>
                <a:cubicBezTo>
                  <a:pt x="1833" y="5840"/>
                  <a:pt x="1832" y="5838"/>
                  <a:pt x="1832" y="5838"/>
                </a:cubicBezTo>
                <a:cubicBezTo>
                  <a:pt x="1831" y="5836"/>
                  <a:pt x="1829" y="5835"/>
                  <a:pt x="1828" y="5834"/>
                </a:cubicBezTo>
                <a:cubicBezTo>
                  <a:pt x="1826" y="5833"/>
                  <a:pt x="1825" y="5833"/>
                  <a:pt x="1824" y="5833"/>
                </a:cubicBezTo>
                <a:cubicBezTo>
                  <a:pt x="1823" y="5833"/>
                  <a:pt x="1822" y="5833"/>
                  <a:pt x="1822" y="5833"/>
                </a:cubicBezTo>
                <a:cubicBezTo>
                  <a:pt x="1816" y="5834"/>
                  <a:pt x="1815" y="5839"/>
                  <a:pt x="1814" y="5844"/>
                </a:cubicBezTo>
                <a:cubicBezTo>
                  <a:pt x="1813" y="5849"/>
                  <a:pt x="1817" y="5859"/>
                  <a:pt x="1816" y="5867"/>
                </a:cubicBezTo>
                <a:cubicBezTo>
                  <a:pt x="1815" y="5869"/>
                  <a:pt x="1815" y="5871"/>
                  <a:pt x="1815" y="5874"/>
                </a:cubicBezTo>
                <a:cubicBezTo>
                  <a:pt x="1815" y="5876"/>
                  <a:pt x="1815" y="5878"/>
                  <a:pt x="1816" y="5881"/>
                </a:cubicBezTo>
                <a:cubicBezTo>
                  <a:pt x="1818" y="5887"/>
                  <a:pt x="1819" y="5893"/>
                  <a:pt x="1821" y="5899"/>
                </a:cubicBezTo>
                <a:lnTo>
                  <a:pt x="1805" y="5895"/>
                </a:lnTo>
                <a:lnTo>
                  <a:pt x="1805" y="5894"/>
                </a:lnTo>
                <a:cubicBezTo>
                  <a:pt x="1805" y="5893"/>
                  <a:pt x="1805" y="5893"/>
                  <a:pt x="1805" y="5892"/>
                </a:cubicBezTo>
                <a:cubicBezTo>
                  <a:pt x="1785" y="5859"/>
                  <a:pt x="1792" y="5805"/>
                  <a:pt x="1790" y="5768"/>
                </a:cubicBezTo>
                <a:cubicBezTo>
                  <a:pt x="1788" y="5731"/>
                  <a:pt x="1787" y="5693"/>
                  <a:pt x="1784" y="5656"/>
                </a:cubicBezTo>
                <a:cubicBezTo>
                  <a:pt x="1784" y="5655"/>
                  <a:pt x="1783" y="5654"/>
                  <a:pt x="1783" y="5653"/>
                </a:cubicBezTo>
                <a:cubicBezTo>
                  <a:pt x="1782" y="5652"/>
                  <a:pt x="1782" y="5652"/>
                  <a:pt x="1781" y="5651"/>
                </a:cubicBezTo>
                <a:cubicBezTo>
                  <a:pt x="1781" y="5651"/>
                  <a:pt x="1780" y="5651"/>
                  <a:pt x="1779" y="5651"/>
                </a:cubicBezTo>
                <a:cubicBezTo>
                  <a:pt x="1778" y="5651"/>
                  <a:pt x="1777" y="5650"/>
                  <a:pt x="1776" y="5651"/>
                </a:cubicBezTo>
                <a:cubicBezTo>
                  <a:pt x="1775" y="5651"/>
                  <a:pt x="1775" y="5652"/>
                  <a:pt x="1775" y="5653"/>
                </a:cubicBezTo>
                <a:cubicBezTo>
                  <a:pt x="1774" y="5654"/>
                  <a:pt x="1774" y="5655"/>
                  <a:pt x="1774" y="5656"/>
                </a:cubicBezTo>
                <a:cubicBezTo>
                  <a:pt x="1772" y="5678"/>
                  <a:pt x="1754" y="5829"/>
                  <a:pt x="1774" y="5886"/>
                </a:cubicBezTo>
                <a:lnTo>
                  <a:pt x="1772" y="5886"/>
                </a:lnTo>
                <a:cubicBezTo>
                  <a:pt x="1766" y="5885"/>
                  <a:pt x="1760" y="5884"/>
                  <a:pt x="1755" y="5882"/>
                </a:cubicBezTo>
                <a:cubicBezTo>
                  <a:pt x="1761" y="5871"/>
                  <a:pt x="1747" y="5843"/>
                  <a:pt x="1744" y="5835"/>
                </a:cubicBezTo>
                <a:cubicBezTo>
                  <a:pt x="1739" y="5817"/>
                  <a:pt x="1737" y="5799"/>
                  <a:pt x="1736" y="5780"/>
                </a:cubicBezTo>
                <a:cubicBezTo>
                  <a:pt x="1736" y="5779"/>
                  <a:pt x="1735" y="5779"/>
                  <a:pt x="1735" y="5778"/>
                </a:cubicBezTo>
                <a:cubicBezTo>
                  <a:pt x="1735" y="5777"/>
                  <a:pt x="1734" y="5776"/>
                  <a:pt x="1733" y="5776"/>
                </a:cubicBezTo>
                <a:cubicBezTo>
                  <a:pt x="1732" y="5775"/>
                  <a:pt x="1731" y="5775"/>
                  <a:pt x="1730" y="5775"/>
                </a:cubicBezTo>
                <a:cubicBezTo>
                  <a:pt x="1729" y="5775"/>
                  <a:pt x="1728" y="5775"/>
                  <a:pt x="1727" y="5776"/>
                </a:cubicBezTo>
                <a:cubicBezTo>
                  <a:pt x="1726" y="5776"/>
                  <a:pt x="1726" y="5776"/>
                  <a:pt x="1725" y="5778"/>
                </a:cubicBezTo>
                <a:cubicBezTo>
                  <a:pt x="1724" y="5779"/>
                  <a:pt x="1725" y="5779"/>
                  <a:pt x="1725" y="5780"/>
                </a:cubicBezTo>
                <a:cubicBezTo>
                  <a:pt x="1723" y="5793"/>
                  <a:pt x="1722" y="5806"/>
                  <a:pt x="1722" y="5819"/>
                </a:cubicBezTo>
                <a:cubicBezTo>
                  <a:pt x="1722" y="5832"/>
                  <a:pt x="1723" y="5846"/>
                  <a:pt x="1725" y="5859"/>
                </a:cubicBezTo>
                <a:cubicBezTo>
                  <a:pt x="1725" y="5863"/>
                  <a:pt x="1727" y="5870"/>
                  <a:pt x="1729" y="5877"/>
                </a:cubicBezTo>
                <a:lnTo>
                  <a:pt x="1714" y="5874"/>
                </a:lnTo>
                <a:cubicBezTo>
                  <a:pt x="1709" y="5857"/>
                  <a:pt x="1703" y="5839"/>
                  <a:pt x="1699" y="5823"/>
                </a:cubicBezTo>
                <a:cubicBezTo>
                  <a:pt x="1694" y="5806"/>
                  <a:pt x="1692" y="5790"/>
                  <a:pt x="1688" y="5774"/>
                </a:cubicBezTo>
                <a:cubicBezTo>
                  <a:pt x="1682" y="5758"/>
                  <a:pt x="1677" y="5741"/>
                  <a:pt x="1674" y="5724"/>
                </a:cubicBezTo>
                <a:cubicBezTo>
                  <a:pt x="1674" y="5721"/>
                  <a:pt x="1669" y="5721"/>
                  <a:pt x="1669" y="5724"/>
                </a:cubicBezTo>
                <a:cubicBezTo>
                  <a:pt x="1669" y="5725"/>
                  <a:pt x="1669" y="5727"/>
                  <a:pt x="1669" y="5728"/>
                </a:cubicBezTo>
                <a:cubicBezTo>
                  <a:pt x="1669" y="5744"/>
                  <a:pt x="1671" y="5761"/>
                  <a:pt x="1675" y="5776"/>
                </a:cubicBezTo>
                <a:cubicBezTo>
                  <a:pt x="1680" y="5796"/>
                  <a:pt x="1677" y="5821"/>
                  <a:pt x="1684" y="5839"/>
                </a:cubicBezTo>
                <a:cubicBezTo>
                  <a:pt x="1686" y="5845"/>
                  <a:pt x="1687" y="5853"/>
                  <a:pt x="1687" y="5860"/>
                </a:cubicBezTo>
                <a:cubicBezTo>
                  <a:pt x="1687" y="5863"/>
                  <a:pt x="1687" y="5866"/>
                  <a:pt x="1687" y="5868"/>
                </a:cubicBezTo>
                <a:cubicBezTo>
                  <a:pt x="1679" y="5867"/>
                  <a:pt x="1672" y="5865"/>
                  <a:pt x="1666" y="5863"/>
                </a:cubicBezTo>
                <a:cubicBezTo>
                  <a:pt x="1660" y="5861"/>
                  <a:pt x="1654" y="5859"/>
                  <a:pt x="1649" y="5857"/>
                </a:cubicBezTo>
                <a:cubicBezTo>
                  <a:pt x="1649" y="5855"/>
                  <a:pt x="1648" y="5854"/>
                  <a:pt x="1647" y="5852"/>
                </a:cubicBezTo>
                <a:cubicBezTo>
                  <a:pt x="1647" y="5851"/>
                  <a:pt x="1646" y="5850"/>
                  <a:pt x="1645" y="5849"/>
                </a:cubicBezTo>
                <a:cubicBezTo>
                  <a:pt x="1634" y="5839"/>
                  <a:pt x="1645" y="5817"/>
                  <a:pt x="1640" y="5803"/>
                </a:cubicBezTo>
                <a:cubicBezTo>
                  <a:pt x="1633" y="5780"/>
                  <a:pt x="1638" y="5756"/>
                  <a:pt x="1631" y="5733"/>
                </a:cubicBezTo>
                <a:cubicBezTo>
                  <a:pt x="1622" y="5705"/>
                  <a:pt x="1628" y="5665"/>
                  <a:pt x="1623" y="5635"/>
                </a:cubicBezTo>
                <a:cubicBezTo>
                  <a:pt x="1621" y="5628"/>
                  <a:pt x="1609" y="5630"/>
                  <a:pt x="1610" y="5637"/>
                </a:cubicBezTo>
                <a:cubicBezTo>
                  <a:pt x="1613" y="5688"/>
                  <a:pt x="1612" y="5742"/>
                  <a:pt x="1610" y="5793"/>
                </a:cubicBezTo>
                <a:cubicBezTo>
                  <a:pt x="1609" y="5800"/>
                  <a:pt x="1609" y="5808"/>
                  <a:pt x="1609" y="5815"/>
                </a:cubicBezTo>
                <a:cubicBezTo>
                  <a:pt x="1609" y="5826"/>
                  <a:pt x="1609" y="5837"/>
                  <a:pt x="1611" y="5848"/>
                </a:cubicBezTo>
                <a:lnTo>
                  <a:pt x="1598" y="5845"/>
                </a:lnTo>
                <a:cubicBezTo>
                  <a:pt x="1597" y="5835"/>
                  <a:pt x="1594" y="5824"/>
                  <a:pt x="1592" y="5814"/>
                </a:cubicBezTo>
                <a:cubicBezTo>
                  <a:pt x="1588" y="5794"/>
                  <a:pt x="1582" y="5775"/>
                  <a:pt x="1576" y="5754"/>
                </a:cubicBezTo>
                <a:cubicBezTo>
                  <a:pt x="1575" y="5750"/>
                  <a:pt x="1568" y="5747"/>
                  <a:pt x="1566" y="5753"/>
                </a:cubicBezTo>
                <a:cubicBezTo>
                  <a:pt x="1555" y="5782"/>
                  <a:pt x="1564" y="5810"/>
                  <a:pt x="1568" y="5839"/>
                </a:cubicBezTo>
                <a:lnTo>
                  <a:pt x="1556" y="5837"/>
                </a:lnTo>
                <a:cubicBezTo>
                  <a:pt x="1540" y="5802"/>
                  <a:pt x="1544" y="5758"/>
                  <a:pt x="1532" y="5723"/>
                </a:cubicBezTo>
                <a:cubicBezTo>
                  <a:pt x="1519" y="5680"/>
                  <a:pt x="1513" y="5637"/>
                  <a:pt x="1512" y="5593"/>
                </a:cubicBezTo>
                <a:cubicBezTo>
                  <a:pt x="1512" y="5592"/>
                  <a:pt x="1512" y="5591"/>
                  <a:pt x="1512" y="5591"/>
                </a:cubicBezTo>
                <a:cubicBezTo>
                  <a:pt x="1511" y="5590"/>
                  <a:pt x="1511" y="5589"/>
                  <a:pt x="1510" y="5589"/>
                </a:cubicBezTo>
                <a:cubicBezTo>
                  <a:pt x="1510" y="5589"/>
                  <a:pt x="1509" y="5589"/>
                  <a:pt x="1508" y="5589"/>
                </a:cubicBezTo>
                <a:cubicBezTo>
                  <a:pt x="1507" y="5589"/>
                  <a:pt x="1507" y="5589"/>
                  <a:pt x="1506" y="5589"/>
                </a:cubicBezTo>
                <a:cubicBezTo>
                  <a:pt x="1505" y="5589"/>
                  <a:pt x="1505" y="5590"/>
                  <a:pt x="1504" y="5591"/>
                </a:cubicBezTo>
                <a:cubicBezTo>
                  <a:pt x="1504" y="5591"/>
                  <a:pt x="1504" y="5592"/>
                  <a:pt x="1504" y="5593"/>
                </a:cubicBezTo>
                <a:cubicBezTo>
                  <a:pt x="1500" y="5616"/>
                  <a:pt x="1499" y="5638"/>
                  <a:pt x="1499" y="5661"/>
                </a:cubicBezTo>
                <a:cubicBezTo>
                  <a:pt x="1499" y="5680"/>
                  <a:pt x="1500" y="5699"/>
                  <a:pt x="1502" y="5717"/>
                </a:cubicBezTo>
                <a:cubicBezTo>
                  <a:pt x="1508" y="5750"/>
                  <a:pt x="1505" y="5793"/>
                  <a:pt x="1515" y="5828"/>
                </a:cubicBezTo>
                <a:lnTo>
                  <a:pt x="1500" y="5823"/>
                </a:lnTo>
                <a:cubicBezTo>
                  <a:pt x="1501" y="5822"/>
                  <a:pt x="1502" y="5821"/>
                  <a:pt x="1503" y="5820"/>
                </a:cubicBezTo>
                <a:cubicBezTo>
                  <a:pt x="1504" y="5817"/>
                  <a:pt x="1505" y="5815"/>
                  <a:pt x="1505" y="5813"/>
                </a:cubicBezTo>
                <a:cubicBezTo>
                  <a:pt x="1505" y="5812"/>
                  <a:pt x="1505" y="5811"/>
                  <a:pt x="1505" y="5810"/>
                </a:cubicBezTo>
                <a:cubicBezTo>
                  <a:pt x="1491" y="5745"/>
                  <a:pt x="1480" y="5679"/>
                  <a:pt x="1473" y="5613"/>
                </a:cubicBezTo>
                <a:cubicBezTo>
                  <a:pt x="1470" y="5576"/>
                  <a:pt x="1452" y="5538"/>
                  <a:pt x="1446" y="5500"/>
                </a:cubicBezTo>
                <a:cubicBezTo>
                  <a:pt x="1446" y="5500"/>
                  <a:pt x="1446" y="5499"/>
                  <a:pt x="1445" y="5498"/>
                </a:cubicBezTo>
                <a:cubicBezTo>
                  <a:pt x="1445" y="5498"/>
                  <a:pt x="1445" y="5497"/>
                  <a:pt x="1444" y="5497"/>
                </a:cubicBezTo>
                <a:cubicBezTo>
                  <a:pt x="1444" y="5497"/>
                  <a:pt x="1443" y="5496"/>
                  <a:pt x="1442" y="5496"/>
                </a:cubicBezTo>
                <a:cubicBezTo>
                  <a:pt x="1442" y="5496"/>
                  <a:pt x="1441" y="5497"/>
                  <a:pt x="1440" y="5497"/>
                </a:cubicBezTo>
                <a:lnTo>
                  <a:pt x="1439" y="5498"/>
                </a:lnTo>
                <a:cubicBezTo>
                  <a:pt x="1439" y="5499"/>
                  <a:pt x="1438" y="5500"/>
                  <a:pt x="1438" y="5500"/>
                </a:cubicBezTo>
                <a:cubicBezTo>
                  <a:pt x="1439" y="5537"/>
                  <a:pt x="1443" y="5574"/>
                  <a:pt x="1449" y="5610"/>
                </a:cubicBezTo>
                <a:cubicBezTo>
                  <a:pt x="1465" y="5676"/>
                  <a:pt x="1453" y="5748"/>
                  <a:pt x="1469" y="5814"/>
                </a:cubicBezTo>
                <a:lnTo>
                  <a:pt x="1446" y="5806"/>
                </a:lnTo>
                <a:cubicBezTo>
                  <a:pt x="1445" y="5784"/>
                  <a:pt x="1438" y="5762"/>
                  <a:pt x="1438" y="5740"/>
                </a:cubicBezTo>
                <a:cubicBezTo>
                  <a:pt x="1438" y="5693"/>
                  <a:pt x="1421" y="5645"/>
                  <a:pt x="1414" y="5598"/>
                </a:cubicBezTo>
                <a:cubicBezTo>
                  <a:pt x="1399" y="5497"/>
                  <a:pt x="1379" y="5396"/>
                  <a:pt x="1353" y="5298"/>
                </a:cubicBezTo>
                <a:cubicBezTo>
                  <a:pt x="1352" y="5293"/>
                  <a:pt x="1346" y="5295"/>
                  <a:pt x="1346" y="5299"/>
                </a:cubicBezTo>
                <a:cubicBezTo>
                  <a:pt x="1365" y="5383"/>
                  <a:pt x="1362" y="5470"/>
                  <a:pt x="1376" y="5555"/>
                </a:cubicBezTo>
                <a:cubicBezTo>
                  <a:pt x="1383" y="5599"/>
                  <a:pt x="1387" y="5647"/>
                  <a:pt x="1390" y="5693"/>
                </a:cubicBezTo>
                <a:cubicBezTo>
                  <a:pt x="1391" y="5728"/>
                  <a:pt x="1395" y="5763"/>
                  <a:pt x="1401" y="5797"/>
                </a:cubicBezTo>
                <a:cubicBezTo>
                  <a:pt x="1376" y="5789"/>
                  <a:pt x="1351" y="5781"/>
                  <a:pt x="1326" y="5772"/>
                </a:cubicBezTo>
                <a:cubicBezTo>
                  <a:pt x="1325" y="5768"/>
                  <a:pt x="1324" y="5764"/>
                  <a:pt x="1322" y="5761"/>
                </a:cubicBezTo>
                <a:cubicBezTo>
                  <a:pt x="1323" y="5758"/>
                  <a:pt x="1324" y="5756"/>
                  <a:pt x="1324" y="5753"/>
                </a:cubicBezTo>
                <a:cubicBezTo>
                  <a:pt x="1324" y="5750"/>
                  <a:pt x="1322" y="5747"/>
                  <a:pt x="1321" y="5745"/>
                </a:cubicBezTo>
                <a:cubicBezTo>
                  <a:pt x="1319" y="5742"/>
                  <a:pt x="1318" y="5741"/>
                  <a:pt x="1315" y="5739"/>
                </a:cubicBezTo>
                <a:cubicBezTo>
                  <a:pt x="1314" y="5738"/>
                  <a:pt x="1312" y="5738"/>
                  <a:pt x="1310" y="5737"/>
                </a:cubicBezTo>
                <a:cubicBezTo>
                  <a:pt x="1306" y="5737"/>
                  <a:pt x="1289" y="5610"/>
                  <a:pt x="1286" y="5600"/>
                </a:cubicBezTo>
                <a:cubicBezTo>
                  <a:pt x="1271" y="5545"/>
                  <a:pt x="1274" y="5485"/>
                  <a:pt x="1267" y="5429"/>
                </a:cubicBezTo>
                <a:cubicBezTo>
                  <a:pt x="1249" y="5307"/>
                  <a:pt x="1219" y="5184"/>
                  <a:pt x="1194" y="5062"/>
                </a:cubicBezTo>
                <a:cubicBezTo>
                  <a:pt x="1175" y="4958"/>
                  <a:pt x="1145" y="4855"/>
                  <a:pt x="1116" y="4753"/>
                </a:cubicBezTo>
                <a:cubicBezTo>
                  <a:pt x="1081" y="4629"/>
                  <a:pt x="1064" y="4496"/>
                  <a:pt x="1014" y="4377"/>
                </a:cubicBezTo>
                <a:cubicBezTo>
                  <a:pt x="1013" y="4374"/>
                  <a:pt x="1008" y="4375"/>
                  <a:pt x="1009" y="4378"/>
                </a:cubicBezTo>
                <a:cubicBezTo>
                  <a:pt x="1059" y="4616"/>
                  <a:pt x="1124" y="4850"/>
                  <a:pt x="1170" y="5090"/>
                </a:cubicBezTo>
                <a:cubicBezTo>
                  <a:pt x="1193" y="5215"/>
                  <a:pt x="1217" y="5339"/>
                  <a:pt x="1240" y="5464"/>
                </a:cubicBezTo>
                <a:cubicBezTo>
                  <a:pt x="1249" y="5508"/>
                  <a:pt x="1242" y="5556"/>
                  <a:pt x="1254" y="5600"/>
                </a:cubicBezTo>
                <a:cubicBezTo>
                  <a:pt x="1266" y="5644"/>
                  <a:pt x="1274" y="5689"/>
                  <a:pt x="1283" y="5733"/>
                </a:cubicBezTo>
                <a:cubicBezTo>
                  <a:pt x="1269" y="5728"/>
                  <a:pt x="1270" y="5730"/>
                  <a:pt x="1264" y="5708"/>
                </a:cubicBezTo>
                <a:cubicBezTo>
                  <a:pt x="1256" y="5677"/>
                  <a:pt x="1244" y="5644"/>
                  <a:pt x="1239" y="5613"/>
                </a:cubicBezTo>
                <a:cubicBezTo>
                  <a:pt x="1231" y="5562"/>
                  <a:pt x="1216" y="5512"/>
                  <a:pt x="1208" y="5462"/>
                </a:cubicBezTo>
                <a:cubicBezTo>
                  <a:pt x="1203" y="5422"/>
                  <a:pt x="1203" y="5374"/>
                  <a:pt x="1187" y="5337"/>
                </a:cubicBezTo>
                <a:cubicBezTo>
                  <a:pt x="1184" y="5331"/>
                  <a:pt x="1176" y="5336"/>
                  <a:pt x="1178" y="5341"/>
                </a:cubicBezTo>
                <a:cubicBezTo>
                  <a:pt x="1196" y="5385"/>
                  <a:pt x="1198" y="5462"/>
                  <a:pt x="1198" y="5509"/>
                </a:cubicBezTo>
                <a:cubicBezTo>
                  <a:pt x="1198" y="5550"/>
                  <a:pt x="1216" y="5598"/>
                  <a:pt x="1211" y="5636"/>
                </a:cubicBezTo>
                <a:cubicBezTo>
                  <a:pt x="1211" y="5639"/>
                  <a:pt x="1211" y="5642"/>
                  <a:pt x="1211" y="5646"/>
                </a:cubicBezTo>
                <a:cubicBezTo>
                  <a:pt x="1211" y="5672"/>
                  <a:pt x="1215" y="5698"/>
                  <a:pt x="1223" y="5724"/>
                </a:cubicBezTo>
                <a:lnTo>
                  <a:pt x="1216" y="5720"/>
                </a:lnTo>
                <a:cubicBezTo>
                  <a:pt x="1217" y="5719"/>
                  <a:pt x="1217" y="5717"/>
                  <a:pt x="1217" y="5716"/>
                </a:cubicBezTo>
                <a:cubicBezTo>
                  <a:pt x="1217" y="5714"/>
                  <a:pt x="1217" y="5712"/>
                  <a:pt x="1216" y="5711"/>
                </a:cubicBezTo>
                <a:cubicBezTo>
                  <a:pt x="1203" y="5684"/>
                  <a:pt x="1207" y="5650"/>
                  <a:pt x="1199" y="5623"/>
                </a:cubicBezTo>
                <a:cubicBezTo>
                  <a:pt x="1189" y="5591"/>
                  <a:pt x="1183" y="5558"/>
                  <a:pt x="1181" y="5526"/>
                </a:cubicBezTo>
                <a:cubicBezTo>
                  <a:pt x="1178" y="5464"/>
                  <a:pt x="1156" y="5398"/>
                  <a:pt x="1142" y="5338"/>
                </a:cubicBezTo>
                <a:cubicBezTo>
                  <a:pt x="1140" y="5333"/>
                  <a:pt x="1132" y="5334"/>
                  <a:pt x="1132" y="5339"/>
                </a:cubicBezTo>
                <a:cubicBezTo>
                  <a:pt x="1139" y="5407"/>
                  <a:pt x="1147" y="5474"/>
                  <a:pt x="1158" y="5542"/>
                </a:cubicBezTo>
                <a:cubicBezTo>
                  <a:pt x="1165" y="5592"/>
                  <a:pt x="1167" y="5657"/>
                  <a:pt x="1189" y="5705"/>
                </a:cubicBezTo>
                <a:lnTo>
                  <a:pt x="1176" y="5698"/>
                </a:lnTo>
                <a:cubicBezTo>
                  <a:pt x="1177" y="5697"/>
                  <a:pt x="1177" y="5696"/>
                  <a:pt x="1177" y="5695"/>
                </a:cubicBezTo>
                <a:cubicBezTo>
                  <a:pt x="1177" y="5693"/>
                  <a:pt x="1177" y="5692"/>
                  <a:pt x="1176" y="5691"/>
                </a:cubicBezTo>
                <a:cubicBezTo>
                  <a:pt x="1165" y="5655"/>
                  <a:pt x="1158" y="5619"/>
                  <a:pt x="1154" y="5582"/>
                </a:cubicBezTo>
                <a:cubicBezTo>
                  <a:pt x="1150" y="5549"/>
                  <a:pt x="1134" y="5517"/>
                  <a:pt x="1132" y="5484"/>
                </a:cubicBezTo>
                <a:lnTo>
                  <a:pt x="1131" y="5484"/>
                </a:lnTo>
                <a:cubicBezTo>
                  <a:pt x="1130" y="5483"/>
                  <a:pt x="1131" y="5483"/>
                  <a:pt x="1131" y="5483"/>
                </a:cubicBezTo>
                <a:cubicBezTo>
                  <a:pt x="1130" y="5483"/>
                  <a:pt x="1130" y="5483"/>
                  <a:pt x="1130" y="5483"/>
                </a:cubicBezTo>
                <a:cubicBezTo>
                  <a:pt x="1129" y="5483"/>
                  <a:pt x="1129" y="5483"/>
                  <a:pt x="1129" y="5483"/>
                </a:cubicBezTo>
                <a:cubicBezTo>
                  <a:pt x="1128" y="5483"/>
                  <a:pt x="1128" y="5483"/>
                  <a:pt x="1128" y="5484"/>
                </a:cubicBezTo>
                <a:cubicBezTo>
                  <a:pt x="1129" y="5524"/>
                  <a:pt x="1134" y="5563"/>
                  <a:pt x="1133" y="5601"/>
                </a:cubicBezTo>
                <a:cubicBezTo>
                  <a:pt x="1133" y="5627"/>
                  <a:pt x="1137" y="5654"/>
                  <a:pt x="1145" y="5679"/>
                </a:cubicBezTo>
                <a:lnTo>
                  <a:pt x="1124" y="5665"/>
                </a:lnTo>
                <a:cubicBezTo>
                  <a:pt x="1124" y="5664"/>
                  <a:pt x="1124" y="5664"/>
                  <a:pt x="1124" y="5664"/>
                </a:cubicBezTo>
                <a:cubicBezTo>
                  <a:pt x="1125" y="5662"/>
                  <a:pt x="1126" y="5660"/>
                  <a:pt x="1126" y="5658"/>
                </a:cubicBezTo>
                <a:cubicBezTo>
                  <a:pt x="1126" y="5658"/>
                  <a:pt x="1126" y="5657"/>
                  <a:pt x="1125" y="5656"/>
                </a:cubicBezTo>
                <a:cubicBezTo>
                  <a:pt x="1103" y="5536"/>
                  <a:pt x="1078" y="5417"/>
                  <a:pt x="1057" y="5297"/>
                </a:cubicBezTo>
                <a:lnTo>
                  <a:pt x="1057" y="5296"/>
                </a:lnTo>
                <a:cubicBezTo>
                  <a:pt x="1056" y="5295"/>
                  <a:pt x="1056" y="5295"/>
                  <a:pt x="1055" y="5294"/>
                </a:cubicBezTo>
                <a:lnTo>
                  <a:pt x="1054" y="5294"/>
                </a:lnTo>
                <a:cubicBezTo>
                  <a:pt x="1053" y="5294"/>
                  <a:pt x="1052" y="5294"/>
                  <a:pt x="1052" y="5294"/>
                </a:cubicBezTo>
                <a:cubicBezTo>
                  <a:pt x="1051" y="5295"/>
                  <a:pt x="1052" y="5295"/>
                  <a:pt x="1051" y="5296"/>
                </a:cubicBezTo>
                <a:cubicBezTo>
                  <a:pt x="1050" y="5296"/>
                  <a:pt x="1050" y="5297"/>
                  <a:pt x="1050" y="5297"/>
                </a:cubicBezTo>
                <a:cubicBezTo>
                  <a:pt x="1051" y="5401"/>
                  <a:pt x="1062" y="5505"/>
                  <a:pt x="1084" y="5606"/>
                </a:cubicBezTo>
                <a:cubicBezTo>
                  <a:pt x="1071" y="5597"/>
                  <a:pt x="1068" y="5551"/>
                  <a:pt x="1064" y="5538"/>
                </a:cubicBezTo>
                <a:cubicBezTo>
                  <a:pt x="1060" y="5505"/>
                  <a:pt x="1053" y="5473"/>
                  <a:pt x="1042" y="5441"/>
                </a:cubicBezTo>
                <a:cubicBezTo>
                  <a:pt x="1026" y="5408"/>
                  <a:pt x="1021" y="5355"/>
                  <a:pt x="1015" y="5318"/>
                </a:cubicBezTo>
                <a:cubicBezTo>
                  <a:pt x="1015" y="5314"/>
                  <a:pt x="1008" y="5313"/>
                  <a:pt x="1007" y="5318"/>
                </a:cubicBezTo>
                <a:cubicBezTo>
                  <a:pt x="1007" y="5326"/>
                  <a:pt x="1007" y="5333"/>
                  <a:pt x="1007" y="5341"/>
                </a:cubicBezTo>
                <a:cubicBezTo>
                  <a:pt x="1007" y="5376"/>
                  <a:pt x="1011" y="5410"/>
                  <a:pt x="1018" y="5443"/>
                </a:cubicBezTo>
                <a:cubicBezTo>
                  <a:pt x="1029" y="5486"/>
                  <a:pt x="1030" y="5530"/>
                  <a:pt x="1038" y="5572"/>
                </a:cubicBezTo>
                <a:cubicBezTo>
                  <a:pt x="1037" y="5572"/>
                  <a:pt x="1036" y="5573"/>
                  <a:pt x="1036" y="5573"/>
                </a:cubicBezTo>
                <a:cubicBezTo>
                  <a:pt x="1035" y="5573"/>
                  <a:pt x="1035" y="5574"/>
                  <a:pt x="1035" y="5574"/>
                </a:cubicBezTo>
                <a:cubicBezTo>
                  <a:pt x="1031" y="5546"/>
                  <a:pt x="1012" y="5519"/>
                  <a:pt x="1005" y="5491"/>
                </a:cubicBezTo>
                <a:cubicBezTo>
                  <a:pt x="995" y="5456"/>
                  <a:pt x="998" y="5417"/>
                  <a:pt x="988" y="5382"/>
                </a:cubicBezTo>
                <a:cubicBezTo>
                  <a:pt x="970" y="5323"/>
                  <a:pt x="972" y="5252"/>
                  <a:pt x="945" y="5195"/>
                </a:cubicBezTo>
                <a:cubicBezTo>
                  <a:pt x="945" y="5195"/>
                  <a:pt x="945" y="5194"/>
                  <a:pt x="944" y="5194"/>
                </a:cubicBezTo>
                <a:cubicBezTo>
                  <a:pt x="943" y="5193"/>
                  <a:pt x="943" y="5194"/>
                  <a:pt x="942" y="5194"/>
                </a:cubicBezTo>
                <a:cubicBezTo>
                  <a:pt x="941" y="5194"/>
                  <a:pt x="940" y="5194"/>
                  <a:pt x="940" y="5194"/>
                </a:cubicBezTo>
                <a:cubicBezTo>
                  <a:pt x="939" y="5195"/>
                  <a:pt x="939" y="5195"/>
                  <a:pt x="938" y="5196"/>
                </a:cubicBezTo>
                <a:cubicBezTo>
                  <a:pt x="938" y="5196"/>
                  <a:pt x="938" y="5197"/>
                  <a:pt x="938" y="5198"/>
                </a:cubicBezTo>
                <a:lnTo>
                  <a:pt x="938" y="5199"/>
                </a:lnTo>
                <a:cubicBezTo>
                  <a:pt x="958" y="5261"/>
                  <a:pt x="943" y="5336"/>
                  <a:pt x="958" y="5400"/>
                </a:cubicBezTo>
                <a:cubicBezTo>
                  <a:pt x="967" y="5442"/>
                  <a:pt x="965" y="5484"/>
                  <a:pt x="975" y="5523"/>
                </a:cubicBezTo>
                <a:lnTo>
                  <a:pt x="974" y="5522"/>
                </a:lnTo>
                <a:cubicBezTo>
                  <a:pt x="971" y="5507"/>
                  <a:pt x="963" y="5492"/>
                  <a:pt x="960" y="5477"/>
                </a:cubicBezTo>
                <a:cubicBezTo>
                  <a:pt x="944" y="5412"/>
                  <a:pt x="927" y="5348"/>
                  <a:pt x="917" y="5282"/>
                </a:cubicBezTo>
                <a:cubicBezTo>
                  <a:pt x="903" y="5197"/>
                  <a:pt x="879" y="5113"/>
                  <a:pt x="858" y="5030"/>
                </a:cubicBezTo>
                <a:cubicBezTo>
                  <a:pt x="858" y="5028"/>
                  <a:pt x="853" y="5029"/>
                  <a:pt x="854" y="5030"/>
                </a:cubicBezTo>
                <a:cubicBezTo>
                  <a:pt x="857" y="5063"/>
                  <a:pt x="866" y="5096"/>
                  <a:pt x="872" y="5129"/>
                </a:cubicBezTo>
                <a:cubicBezTo>
                  <a:pt x="878" y="5162"/>
                  <a:pt x="870" y="5229"/>
                  <a:pt x="889" y="5259"/>
                </a:cubicBezTo>
                <a:cubicBezTo>
                  <a:pt x="893" y="5273"/>
                  <a:pt x="894" y="5288"/>
                  <a:pt x="894" y="5302"/>
                </a:cubicBezTo>
                <a:cubicBezTo>
                  <a:pt x="894" y="5303"/>
                  <a:pt x="894" y="5304"/>
                  <a:pt x="894" y="5306"/>
                </a:cubicBezTo>
                <a:cubicBezTo>
                  <a:pt x="895" y="5315"/>
                  <a:pt x="897" y="5325"/>
                  <a:pt x="899" y="5335"/>
                </a:cubicBezTo>
                <a:cubicBezTo>
                  <a:pt x="893" y="5315"/>
                  <a:pt x="888" y="5297"/>
                  <a:pt x="883" y="5278"/>
                </a:cubicBezTo>
                <a:cubicBezTo>
                  <a:pt x="868" y="5216"/>
                  <a:pt x="867" y="5150"/>
                  <a:pt x="841" y="5091"/>
                </a:cubicBezTo>
                <a:cubicBezTo>
                  <a:pt x="808" y="5017"/>
                  <a:pt x="791" y="4937"/>
                  <a:pt x="757" y="4864"/>
                </a:cubicBezTo>
                <a:cubicBezTo>
                  <a:pt x="756" y="4862"/>
                  <a:pt x="752" y="4863"/>
                  <a:pt x="753" y="4865"/>
                </a:cubicBezTo>
                <a:cubicBezTo>
                  <a:pt x="784" y="4940"/>
                  <a:pt x="807" y="5018"/>
                  <a:pt x="824" y="5097"/>
                </a:cubicBezTo>
                <a:cubicBezTo>
                  <a:pt x="837" y="5181"/>
                  <a:pt x="852" y="5263"/>
                  <a:pt x="872" y="5344"/>
                </a:cubicBezTo>
                <a:cubicBezTo>
                  <a:pt x="863" y="5321"/>
                  <a:pt x="855" y="5298"/>
                  <a:pt x="847" y="5277"/>
                </a:cubicBezTo>
                <a:cubicBezTo>
                  <a:pt x="799" y="5151"/>
                  <a:pt x="768" y="5023"/>
                  <a:pt x="727" y="4895"/>
                </a:cubicBezTo>
                <a:cubicBezTo>
                  <a:pt x="650" y="4658"/>
                  <a:pt x="588" y="4417"/>
                  <a:pt x="523" y="4176"/>
                </a:cubicBezTo>
                <a:cubicBezTo>
                  <a:pt x="463" y="3949"/>
                  <a:pt x="405" y="3719"/>
                  <a:pt x="330" y="3497"/>
                </a:cubicBezTo>
                <a:cubicBezTo>
                  <a:pt x="290" y="3389"/>
                  <a:pt x="257" y="3279"/>
                  <a:pt x="230" y="3167"/>
                </a:cubicBezTo>
                <a:cubicBezTo>
                  <a:pt x="216" y="3108"/>
                  <a:pt x="196" y="3051"/>
                  <a:pt x="171" y="2996"/>
                </a:cubicBezTo>
                <a:cubicBezTo>
                  <a:pt x="157" y="2964"/>
                  <a:pt x="155" y="2927"/>
                  <a:pt x="145" y="2892"/>
                </a:cubicBezTo>
                <a:cubicBezTo>
                  <a:pt x="181" y="2937"/>
                  <a:pt x="225" y="2974"/>
                  <a:pt x="274" y="3002"/>
                </a:cubicBezTo>
                <a:cubicBezTo>
                  <a:pt x="279" y="3005"/>
                  <a:pt x="284" y="3008"/>
                  <a:pt x="289" y="3010"/>
                </a:cubicBezTo>
                <a:cubicBezTo>
                  <a:pt x="248" y="3016"/>
                  <a:pt x="226" y="3080"/>
                  <a:pt x="241" y="3114"/>
                </a:cubicBezTo>
                <a:cubicBezTo>
                  <a:pt x="253" y="3141"/>
                  <a:pt x="266" y="3166"/>
                  <a:pt x="280" y="3191"/>
                </a:cubicBezTo>
                <a:cubicBezTo>
                  <a:pt x="287" y="3204"/>
                  <a:pt x="294" y="3216"/>
                  <a:pt x="302" y="3227"/>
                </a:cubicBezTo>
                <a:cubicBezTo>
                  <a:pt x="302" y="3250"/>
                  <a:pt x="307" y="3273"/>
                  <a:pt x="316" y="3294"/>
                </a:cubicBezTo>
                <a:cubicBezTo>
                  <a:pt x="322" y="3310"/>
                  <a:pt x="328" y="3326"/>
                  <a:pt x="333" y="3343"/>
                </a:cubicBezTo>
                <a:cubicBezTo>
                  <a:pt x="335" y="3348"/>
                  <a:pt x="338" y="3354"/>
                  <a:pt x="341" y="3359"/>
                </a:cubicBezTo>
                <a:cubicBezTo>
                  <a:pt x="346" y="3368"/>
                  <a:pt x="352" y="3376"/>
                  <a:pt x="359" y="3384"/>
                </a:cubicBezTo>
                <a:lnTo>
                  <a:pt x="360" y="3385"/>
                </a:lnTo>
                <a:cubicBezTo>
                  <a:pt x="361" y="3385"/>
                  <a:pt x="362" y="3386"/>
                  <a:pt x="363" y="3386"/>
                </a:cubicBezTo>
                <a:cubicBezTo>
                  <a:pt x="364" y="3386"/>
                  <a:pt x="364" y="3385"/>
                  <a:pt x="365" y="3385"/>
                </a:cubicBezTo>
                <a:cubicBezTo>
                  <a:pt x="366" y="3385"/>
                  <a:pt x="366" y="3384"/>
                  <a:pt x="367" y="3383"/>
                </a:cubicBezTo>
                <a:cubicBezTo>
                  <a:pt x="367" y="3383"/>
                  <a:pt x="368" y="3382"/>
                  <a:pt x="368" y="3381"/>
                </a:cubicBezTo>
                <a:cubicBezTo>
                  <a:pt x="368" y="3381"/>
                  <a:pt x="368" y="3380"/>
                  <a:pt x="367" y="3380"/>
                </a:cubicBezTo>
                <a:cubicBezTo>
                  <a:pt x="361" y="3355"/>
                  <a:pt x="353" y="3331"/>
                  <a:pt x="346" y="3306"/>
                </a:cubicBezTo>
                <a:cubicBezTo>
                  <a:pt x="342" y="3293"/>
                  <a:pt x="337" y="3281"/>
                  <a:pt x="333" y="3269"/>
                </a:cubicBezTo>
                <a:cubicBezTo>
                  <a:pt x="339" y="3276"/>
                  <a:pt x="344" y="3281"/>
                  <a:pt x="351" y="3288"/>
                </a:cubicBezTo>
                <a:cubicBezTo>
                  <a:pt x="357" y="3294"/>
                  <a:pt x="361" y="3298"/>
                  <a:pt x="366" y="3303"/>
                </a:cubicBezTo>
                <a:cubicBezTo>
                  <a:pt x="367" y="3324"/>
                  <a:pt x="372" y="3345"/>
                  <a:pt x="380" y="3365"/>
                </a:cubicBezTo>
                <a:cubicBezTo>
                  <a:pt x="391" y="3394"/>
                  <a:pt x="398" y="3431"/>
                  <a:pt x="418" y="3456"/>
                </a:cubicBezTo>
                <a:cubicBezTo>
                  <a:pt x="422" y="3461"/>
                  <a:pt x="428" y="3455"/>
                  <a:pt x="425" y="3450"/>
                </a:cubicBezTo>
                <a:cubicBezTo>
                  <a:pt x="419" y="3439"/>
                  <a:pt x="415" y="3427"/>
                  <a:pt x="413" y="3414"/>
                </a:cubicBezTo>
                <a:cubicBezTo>
                  <a:pt x="409" y="3396"/>
                  <a:pt x="401" y="3379"/>
                  <a:pt x="398" y="3360"/>
                </a:cubicBezTo>
                <a:cubicBezTo>
                  <a:pt x="395" y="3349"/>
                  <a:pt x="394" y="3337"/>
                  <a:pt x="392" y="3325"/>
                </a:cubicBezTo>
                <a:cubicBezTo>
                  <a:pt x="401" y="3333"/>
                  <a:pt x="411" y="3340"/>
                  <a:pt x="420" y="3348"/>
                </a:cubicBezTo>
                <a:cubicBezTo>
                  <a:pt x="425" y="3354"/>
                  <a:pt x="422" y="3364"/>
                  <a:pt x="423" y="3371"/>
                </a:cubicBezTo>
                <a:cubicBezTo>
                  <a:pt x="424" y="3377"/>
                  <a:pt x="426" y="3383"/>
                  <a:pt x="429" y="3388"/>
                </a:cubicBezTo>
                <a:cubicBezTo>
                  <a:pt x="431" y="3397"/>
                  <a:pt x="433" y="3405"/>
                  <a:pt x="434" y="3414"/>
                </a:cubicBezTo>
                <a:cubicBezTo>
                  <a:pt x="438" y="3428"/>
                  <a:pt x="443" y="3441"/>
                  <a:pt x="449" y="3455"/>
                </a:cubicBezTo>
                <a:lnTo>
                  <a:pt x="449" y="3456"/>
                </a:lnTo>
                <a:cubicBezTo>
                  <a:pt x="450" y="3456"/>
                  <a:pt x="450" y="3456"/>
                  <a:pt x="451" y="3457"/>
                </a:cubicBezTo>
                <a:cubicBezTo>
                  <a:pt x="452" y="3457"/>
                  <a:pt x="452" y="3458"/>
                  <a:pt x="453" y="3458"/>
                </a:cubicBezTo>
                <a:cubicBezTo>
                  <a:pt x="453" y="3458"/>
                  <a:pt x="454" y="3458"/>
                  <a:pt x="455" y="3457"/>
                </a:cubicBezTo>
                <a:lnTo>
                  <a:pt x="456" y="3456"/>
                </a:lnTo>
                <a:lnTo>
                  <a:pt x="456" y="3455"/>
                </a:lnTo>
                <a:cubicBezTo>
                  <a:pt x="457" y="3452"/>
                  <a:pt x="457" y="3450"/>
                  <a:pt x="457" y="3447"/>
                </a:cubicBezTo>
                <a:cubicBezTo>
                  <a:pt x="457" y="3439"/>
                  <a:pt x="455" y="3431"/>
                  <a:pt x="452" y="3424"/>
                </a:cubicBezTo>
                <a:cubicBezTo>
                  <a:pt x="448" y="3412"/>
                  <a:pt x="448" y="3398"/>
                  <a:pt x="445" y="3385"/>
                </a:cubicBezTo>
                <a:cubicBezTo>
                  <a:pt x="444" y="3379"/>
                  <a:pt x="443" y="3373"/>
                  <a:pt x="442" y="3366"/>
                </a:cubicBezTo>
                <a:cubicBezTo>
                  <a:pt x="453" y="3375"/>
                  <a:pt x="464" y="3385"/>
                  <a:pt x="474" y="3394"/>
                </a:cubicBezTo>
                <a:cubicBezTo>
                  <a:pt x="474" y="3396"/>
                  <a:pt x="473" y="3398"/>
                  <a:pt x="473" y="3400"/>
                </a:cubicBezTo>
                <a:cubicBezTo>
                  <a:pt x="473" y="3466"/>
                  <a:pt x="507" y="3522"/>
                  <a:pt x="523" y="3583"/>
                </a:cubicBezTo>
                <a:cubicBezTo>
                  <a:pt x="523" y="3585"/>
                  <a:pt x="528" y="3584"/>
                  <a:pt x="528" y="3583"/>
                </a:cubicBezTo>
                <a:cubicBezTo>
                  <a:pt x="522" y="3534"/>
                  <a:pt x="519" y="3485"/>
                  <a:pt x="510" y="3437"/>
                </a:cubicBezTo>
                <a:cubicBezTo>
                  <a:pt x="512" y="3440"/>
                  <a:pt x="514" y="3443"/>
                  <a:pt x="516" y="3446"/>
                </a:cubicBezTo>
                <a:cubicBezTo>
                  <a:pt x="526" y="3462"/>
                  <a:pt x="537" y="3478"/>
                  <a:pt x="549" y="3493"/>
                </a:cubicBezTo>
                <a:cubicBezTo>
                  <a:pt x="548" y="3502"/>
                  <a:pt x="548" y="3511"/>
                  <a:pt x="548" y="3520"/>
                </a:cubicBezTo>
                <a:cubicBezTo>
                  <a:pt x="548" y="3538"/>
                  <a:pt x="549" y="3556"/>
                  <a:pt x="552" y="3573"/>
                </a:cubicBezTo>
                <a:cubicBezTo>
                  <a:pt x="552" y="3609"/>
                  <a:pt x="559" y="3645"/>
                  <a:pt x="572" y="3678"/>
                </a:cubicBezTo>
                <a:cubicBezTo>
                  <a:pt x="572" y="3678"/>
                  <a:pt x="572" y="3679"/>
                  <a:pt x="573" y="3679"/>
                </a:cubicBezTo>
                <a:cubicBezTo>
                  <a:pt x="573" y="3679"/>
                  <a:pt x="573" y="3680"/>
                  <a:pt x="574" y="3681"/>
                </a:cubicBezTo>
                <a:cubicBezTo>
                  <a:pt x="575" y="3681"/>
                  <a:pt x="576" y="3681"/>
                  <a:pt x="577" y="3681"/>
                </a:cubicBezTo>
                <a:cubicBezTo>
                  <a:pt x="578" y="3681"/>
                  <a:pt x="579" y="3681"/>
                  <a:pt x="580" y="3681"/>
                </a:cubicBezTo>
                <a:cubicBezTo>
                  <a:pt x="581" y="3680"/>
                  <a:pt x="581" y="3679"/>
                  <a:pt x="582" y="3679"/>
                </a:cubicBezTo>
                <a:cubicBezTo>
                  <a:pt x="583" y="3678"/>
                  <a:pt x="582" y="3677"/>
                  <a:pt x="582" y="3676"/>
                </a:cubicBezTo>
                <a:cubicBezTo>
                  <a:pt x="583" y="3670"/>
                  <a:pt x="583" y="3663"/>
                  <a:pt x="583" y="3657"/>
                </a:cubicBezTo>
                <a:cubicBezTo>
                  <a:pt x="583" y="3632"/>
                  <a:pt x="581" y="3607"/>
                  <a:pt x="578" y="3583"/>
                </a:cubicBezTo>
                <a:cubicBezTo>
                  <a:pt x="577" y="3566"/>
                  <a:pt x="577" y="3549"/>
                  <a:pt x="576" y="3531"/>
                </a:cubicBezTo>
                <a:cubicBezTo>
                  <a:pt x="581" y="3539"/>
                  <a:pt x="585" y="3547"/>
                  <a:pt x="590" y="3555"/>
                </a:cubicBezTo>
                <a:cubicBezTo>
                  <a:pt x="602" y="3576"/>
                  <a:pt x="614" y="3599"/>
                  <a:pt x="623" y="3621"/>
                </a:cubicBezTo>
                <a:cubicBezTo>
                  <a:pt x="623" y="3625"/>
                  <a:pt x="623" y="3629"/>
                  <a:pt x="623" y="3632"/>
                </a:cubicBezTo>
                <a:cubicBezTo>
                  <a:pt x="623" y="3659"/>
                  <a:pt x="628" y="3687"/>
                  <a:pt x="637" y="3712"/>
                </a:cubicBezTo>
                <a:cubicBezTo>
                  <a:pt x="647" y="3748"/>
                  <a:pt x="653" y="3784"/>
                  <a:pt x="663" y="3819"/>
                </a:cubicBezTo>
                <a:cubicBezTo>
                  <a:pt x="677" y="3868"/>
                  <a:pt x="680" y="3931"/>
                  <a:pt x="708" y="3974"/>
                </a:cubicBezTo>
                <a:cubicBezTo>
                  <a:pt x="711" y="3979"/>
                  <a:pt x="719" y="3975"/>
                  <a:pt x="717" y="3970"/>
                </a:cubicBezTo>
                <a:cubicBezTo>
                  <a:pt x="711" y="3946"/>
                  <a:pt x="707" y="3922"/>
                  <a:pt x="705" y="3898"/>
                </a:cubicBezTo>
                <a:cubicBezTo>
                  <a:pt x="698" y="3873"/>
                  <a:pt x="693" y="3848"/>
                  <a:pt x="689" y="3822"/>
                </a:cubicBezTo>
                <a:cubicBezTo>
                  <a:pt x="689" y="3789"/>
                  <a:pt x="684" y="3757"/>
                  <a:pt x="674" y="3726"/>
                </a:cubicBezTo>
                <a:cubicBezTo>
                  <a:pt x="674" y="3727"/>
                  <a:pt x="675" y="3728"/>
                  <a:pt x="675" y="3728"/>
                </a:cubicBezTo>
                <a:cubicBezTo>
                  <a:pt x="691" y="3756"/>
                  <a:pt x="711" y="3780"/>
                  <a:pt x="735" y="3800"/>
                </a:cubicBezTo>
                <a:cubicBezTo>
                  <a:pt x="729" y="3862"/>
                  <a:pt x="762" y="3925"/>
                  <a:pt x="772" y="3985"/>
                </a:cubicBezTo>
                <a:cubicBezTo>
                  <a:pt x="772" y="3987"/>
                  <a:pt x="775" y="3986"/>
                  <a:pt x="775" y="3985"/>
                </a:cubicBezTo>
                <a:cubicBezTo>
                  <a:pt x="775" y="3929"/>
                  <a:pt x="770" y="3873"/>
                  <a:pt x="761" y="3817"/>
                </a:cubicBezTo>
                <a:cubicBezTo>
                  <a:pt x="770" y="3822"/>
                  <a:pt x="779" y="3826"/>
                  <a:pt x="788" y="3829"/>
                </a:cubicBezTo>
                <a:cubicBezTo>
                  <a:pt x="783" y="3849"/>
                  <a:pt x="790" y="3870"/>
                  <a:pt x="790" y="3891"/>
                </a:cubicBezTo>
                <a:cubicBezTo>
                  <a:pt x="790" y="3892"/>
                  <a:pt x="790" y="3892"/>
                  <a:pt x="790" y="3892"/>
                </a:cubicBezTo>
                <a:cubicBezTo>
                  <a:pt x="790" y="3897"/>
                  <a:pt x="792" y="3901"/>
                  <a:pt x="794" y="3905"/>
                </a:cubicBezTo>
                <a:cubicBezTo>
                  <a:pt x="800" y="3913"/>
                  <a:pt x="797" y="3922"/>
                  <a:pt x="804" y="3930"/>
                </a:cubicBezTo>
                <a:cubicBezTo>
                  <a:pt x="808" y="3934"/>
                  <a:pt x="816" y="3930"/>
                  <a:pt x="814" y="3925"/>
                </a:cubicBezTo>
                <a:cubicBezTo>
                  <a:pt x="813" y="3922"/>
                  <a:pt x="812" y="3918"/>
                  <a:pt x="812" y="3915"/>
                </a:cubicBezTo>
                <a:cubicBezTo>
                  <a:pt x="812" y="3912"/>
                  <a:pt x="813" y="3908"/>
                  <a:pt x="814" y="3905"/>
                </a:cubicBezTo>
                <a:cubicBezTo>
                  <a:pt x="813" y="3903"/>
                  <a:pt x="813" y="3901"/>
                  <a:pt x="812" y="3899"/>
                </a:cubicBezTo>
                <a:cubicBezTo>
                  <a:pt x="811" y="3895"/>
                  <a:pt x="811" y="3892"/>
                  <a:pt x="811" y="3889"/>
                </a:cubicBezTo>
                <a:cubicBezTo>
                  <a:pt x="811" y="3885"/>
                  <a:pt x="811" y="3882"/>
                  <a:pt x="812" y="3879"/>
                </a:cubicBezTo>
                <a:cubicBezTo>
                  <a:pt x="811" y="3872"/>
                  <a:pt x="810" y="3866"/>
                  <a:pt x="809" y="3859"/>
                </a:cubicBezTo>
                <a:cubicBezTo>
                  <a:pt x="807" y="3850"/>
                  <a:pt x="809" y="3842"/>
                  <a:pt x="808" y="3833"/>
                </a:cubicBezTo>
                <a:cubicBezTo>
                  <a:pt x="817" y="3835"/>
                  <a:pt x="827" y="3837"/>
                  <a:pt x="836" y="3837"/>
                </a:cubicBezTo>
                <a:cubicBezTo>
                  <a:pt x="839" y="3921"/>
                  <a:pt x="854" y="4004"/>
                  <a:pt x="881" y="4083"/>
                </a:cubicBezTo>
                <a:cubicBezTo>
                  <a:pt x="882" y="4088"/>
                  <a:pt x="890" y="4086"/>
                  <a:pt x="889" y="4081"/>
                </a:cubicBezTo>
                <a:cubicBezTo>
                  <a:pt x="873" y="4002"/>
                  <a:pt x="881" y="3919"/>
                  <a:pt x="864" y="3839"/>
                </a:cubicBezTo>
                <a:lnTo>
                  <a:pt x="879" y="3842"/>
                </a:lnTo>
                <a:cubicBezTo>
                  <a:pt x="878" y="3849"/>
                  <a:pt x="877" y="3855"/>
                  <a:pt x="877" y="3862"/>
                </a:cubicBezTo>
                <a:cubicBezTo>
                  <a:pt x="877" y="3875"/>
                  <a:pt x="880" y="3889"/>
                  <a:pt x="886" y="3901"/>
                </a:cubicBezTo>
                <a:cubicBezTo>
                  <a:pt x="892" y="3925"/>
                  <a:pt x="901" y="3948"/>
                  <a:pt x="911" y="3971"/>
                </a:cubicBezTo>
                <a:cubicBezTo>
                  <a:pt x="912" y="3972"/>
                  <a:pt x="913" y="3973"/>
                  <a:pt x="914" y="3974"/>
                </a:cubicBezTo>
                <a:cubicBezTo>
                  <a:pt x="916" y="3975"/>
                  <a:pt x="918" y="3976"/>
                  <a:pt x="921" y="3976"/>
                </a:cubicBezTo>
                <a:cubicBezTo>
                  <a:pt x="923" y="3976"/>
                  <a:pt x="925" y="3975"/>
                  <a:pt x="927" y="3974"/>
                </a:cubicBezTo>
                <a:cubicBezTo>
                  <a:pt x="929" y="3973"/>
                  <a:pt x="930" y="3972"/>
                  <a:pt x="931" y="3970"/>
                </a:cubicBezTo>
                <a:cubicBezTo>
                  <a:pt x="931" y="3970"/>
                  <a:pt x="931" y="3969"/>
                  <a:pt x="932" y="3969"/>
                </a:cubicBezTo>
                <a:cubicBezTo>
                  <a:pt x="941" y="3949"/>
                  <a:pt x="923" y="3923"/>
                  <a:pt x="918" y="3906"/>
                </a:cubicBezTo>
                <a:cubicBezTo>
                  <a:pt x="912" y="3885"/>
                  <a:pt x="904" y="3864"/>
                  <a:pt x="893" y="3845"/>
                </a:cubicBezTo>
                <a:cubicBezTo>
                  <a:pt x="898" y="3845"/>
                  <a:pt x="903" y="3846"/>
                  <a:pt x="907" y="3846"/>
                </a:cubicBezTo>
                <a:cubicBezTo>
                  <a:pt x="933" y="3846"/>
                  <a:pt x="959" y="3840"/>
                  <a:pt x="982" y="3828"/>
                </a:cubicBezTo>
                <a:cubicBezTo>
                  <a:pt x="982" y="3828"/>
                  <a:pt x="981" y="3828"/>
                  <a:pt x="982" y="3829"/>
                </a:cubicBezTo>
                <a:cubicBezTo>
                  <a:pt x="983" y="3829"/>
                  <a:pt x="983" y="3830"/>
                  <a:pt x="984" y="3830"/>
                </a:cubicBezTo>
                <a:lnTo>
                  <a:pt x="984" y="3831"/>
                </a:lnTo>
                <a:cubicBezTo>
                  <a:pt x="986" y="3831"/>
                  <a:pt x="987" y="3832"/>
                  <a:pt x="988" y="3831"/>
                </a:cubicBezTo>
                <a:cubicBezTo>
                  <a:pt x="960" y="3850"/>
                  <a:pt x="1018" y="3985"/>
                  <a:pt x="1024" y="4015"/>
                </a:cubicBezTo>
                <a:cubicBezTo>
                  <a:pt x="1036" y="4079"/>
                  <a:pt x="1054" y="4142"/>
                  <a:pt x="1077" y="4203"/>
                </a:cubicBezTo>
                <a:cubicBezTo>
                  <a:pt x="1077" y="4204"/>
                  <a:pt x="1078" y="4204"/>
                  <a:pt x="1079" y="4205"/>
                </a:cubicBezTo>
                <a:cubicBezTo>
                  <a:pt x="1080" y="4205"/>
                  <a:pt x="1081" y="4206"/>
                  <a:pt x="1082" y="4206"/>
                </a:cubicBezTo>
                <a:cubicBezTo>
                  <a:pt x="1083" y="4206"/>
                  <a:pt x="1085" y="4206"/>
                  <a:pt x="1086" y="4205"/>
                </a:cubicBezTo>
                <a:cubicBezTo>
                  <a:pt x="1086" y="4205"/>
                  <a:pt x="1087" y="4204"/>
                  <a:pt x="1088" y="4203"/>
                </a:cubicBezTo>
                <a:lnTo>
                  <a:pt x="1088" y="4202"/>
                </a:lnTo>
                <a:cubicBezTo>
                  <a:pt x="1103" y="4137"/>
                  <a:pt x="1059" y="4054"/>
                  <a:pt x="1045" y="3989"/>
                </a:cubicBezTo>
                <a:cubicBezTo>
                  <a:pt x="1037" y="3950"/>
                  <a:pt x="1020" y="3913"/>
                  <a:pt x="1009" y="3874"/>
                </a:cubicBezTo>
                <a:cubicBezTo>
                  <a:pt x="1004" y="3855"/>
                  <a:pt x="1009" y="3837"/>
                  <a:pt x="992" y="3823"/>
                </a:cubicBezTo>
                <a:cubicBezTo>
                  <a:pt x="1013" y="3813"/>
                  <a:pt x="1034" y="3803"/>
                  <a:pt x="1053" y="3794"/>
                </a:cubicBezTo>
                <a:cubicBezTo>
                  <a:pt x="1054" y="3830"/>
                  <a:pt x="1071" y="3859"/>
                  <a:pt x="1075" y="3896"/>
                </a:cubicBezTo>
                <a:cubicBezTo>
                  <a:pt x="1080" y="3918"/>
                  <a:pt x="1088" y="3939"/>
                  <a:pt x="1098" y="3959"/>
                </a:cubicBezTo>
                <a:cubicBezTo>
                  <a:pt x="1099" y="3959"/>
                  <a:pt x="1099" y="3960"/>
                  <a:pt x="1100" y="3961"/>
                </a:cubicBezTo>
                <a:cubicBezTo>
                  <a:pt x="1101" y="3961"/>
                  <a:pt x="1102" y="3961"/>
                  <a:pt x="1103" y="3961"/>
                </a:cubicBezTo>
                <a:cubicBezTo>
                  <a:pt x="1104" y="3961"/>
                  <a:pt x="1105" y="3961"/>
                  <a:pt x="1106" y="3961"/>
                </a:cubicBezTo>
                <a:cubicBezTo>
                  <a:pt x="1107" y="3960"/>
                  <a:pt x="1107" y="3958"/>
                  <a:pt x="1108" y="3958"/>
                </a:cubicBezTo>
                <a:cubicBezTo>
                  <a:pt x="1109" y="3957"/>
                  <a:pt x="1109" y="3957"/>
                  <a:pt x="1109" y="3956"/>
                </a:cubicBezTo>
                <a:cubicBezTo>
                  <a:pt x="1109" y="3955"/>
                  <a:pt x="1109" y="3955"/>
                  <a:pt x="1109" y="3954"/>
                </a:cubicBezTo>
                <a:cubicBezTo>
                  <a:pt x="1102" y="3929"/>
                  <a:pt x="1098" y="3902"/>
                  <a:pt x="1098" y="3876"/>
                </a:cubicBezTo>
                <a:cubicBezTo>
                  <a:pt x="1092" y="3846"/>
                  <a:pt x="1088" y="3817"/>
                  <a:pt x="1085" y="3787"/>
                </a:cubicBezTo>
                <a:cubicBezTo>
                  <a:pt x="1085" y="3785"/>
                  <a:pt x="1084" y="3784"/>
                  <a:pt x="1084" y="3782"/>
                </a:cubicBezTo>
                <a:cubicBezTo>
                  <a:pt x="1091" y="3779"/>
                  <a:pt x="1098" y="3775"/>
                  <a:pt x="1105" y="3772"/>
                </a:cubicBezTo>
                <a:cubicBezTo>
                  <a:pt x="1107" y="3784"/>
                  <a:pt x="1109" y="3795"/>
                  <a:pt x="1111" y="3807"/>
                </a:cubicBezTo>
                <a:cubicBezTo>
                  <a:pt x="1113" y="3816"/>
                  <a:pt x="1115" y="3825"/>
                  <a:pt x="1117" y="3834"/>
                </a:cubicBezTo>
                <a:cubicBezTo>
                  <a:pt x="1121" y="3847"/>
                  <a:pt x="1132" y="3857"/>
                  <a:pt x="1133" y="3871"/>
                </a:cubicBezTo>
                <a:cubicBezTo>
                  <a:pt x="1133" y="3877"/>
                  <a:pt x="1143" y="3877"/>
                  <a:pt x="1143" y="3871"/>
                </a:cubicBezTo>
                <a:cubicBezTo>
                  <a:pt x="1143" y="3833"/>
                  <a:pt x="1134" y="3795"/>
                  <a:pt x="1131" y="3757"/>
                </a:cubicBezTo>
                <a:cubicBezTo>
                  <a:pt x="1140" y="3751"/>
                  <a:pt x="1149" y="3744"/>
                  <a:pt x="1157" y="3737"/>
                </a:cubicBezTo>
                <a:cubicBezTo>
                  <a:pt x="1157" y="3753"/>
                  <a:pt x="1160" y="3768"/>
                  <a:pt x="1164" y="3783"/>
                </a:cubicBezTo>
                <a:lnTo>
                  <a:pt x="1164" y="3784"/>
                </a:lnTo>
                <a:cubicBezTo>
                  <a:pt x="1165" y="3785"/>
                  <a:pt x="1166" y="3785"/>
                  <a:pt x="1167" y="3786"/>
                </a:cubicBezTo>
                <a:cubicBezTo>
                  <a:pt x="1168" y="3786"/>
                  <a:pt x="1169" y="3787"/>
                  <a:pt x="1170" y="3787"/>
                </a:cubicBezTo>
                <a:cubicBezTo>
                  <a:pt x="1171" y="3787"/>
                  <a:pt x="1172" y="3786"/>
                  <a:pt x="1173" y="3786"/>
                </a:cubicBezTo>
                <a:cubicBezTo>
                  <a:pt x="1174" y="3785"/>
                  <a:pt x="1174" y="3785"/>
                  <a:pt x="1175" y="3784"/>
                </a:cubicBezTo>
                <a:lnTo>
                  <a:pt x="1175" y="3783"/>
                </a:lnTo>
                <a:cubicBezTo>
                  <a:pt x="1180" y="3765"/>
                  <a:pt x="1183" y="3746"/>
                  <a:pt x="1183" y="3727"/>
                </a:cubicBezTo>
                <a:cubicBezTo>
                  <a:pt x="1183" y="3721"/>
                  <a:pt x="1183" y="3715"/>
                  <a:pt x="1182" y="3709"/>
                </a:cubicBezTo>
                <a:lnTo>
                  <a:pt x="1182" y="3708"/>
                </a:lnTo>
                <a:cubicBezTo>
                  <a:pt x="1185" y="3704"/>
                  <a:pt x="1187" y="3700"/>
                  <a:pt x="1189" y="3697"/>
                </a:cubicBezTo>
                <a:cubicBezTo>
                  <a:pt x="1192" y="3692"/>
                  <a:pt x="1195" y="3686"/>
                  <a:pt x="1197" y="3681"/>
                </a:cubicBezTo>
                <a:cubicBezTo>
                  <a:pt x="1197" y="3683"/>
                  <a:pt x="1198" y="3684"/>
                  <a:pt x="1199" y="3685"/>
                </a:cubicBezTo>
                <a:cubicBezTo>
                  <a:pt x="1200" y="3691"/>
                  <a:pt x="1209" y="3693"/>
                  <a:pt x="1210" y="3685"/>
                </a:cubicBezTo>
                <a:cubicBezTo>
                  <a:pt x="1215" y="3676"/>
                  <a:pt x="1217" y="3666"/>
                  <a:pt x="1217" y="3656"/>
                </a:cubicBezTo>
                <a:cubicBezTo>
                  <a:pt x="1217" y="3650"/>
                  <a:pt x="1216" y="3644"/>
                  <a:pt x="1215" y="3639"/>
                </a:cubicBezTo>
                <a:cubicBezTo>
                  <a:pt x="1214" y="3637"/>
                  <a:pt x="1213" y="3636"/>
                  <a:pt x="1211" y="3635"/>
                </a:cubicBezTo>
                <a:lnTo>
                  <a:pt x="1210" y="3635"/>
                </a:lnTo>
                <a:cubicBezTo>
                  <a:pt x="1211" y="3628"/>
                  <a:pt x="1212" y="3621"/>
                  <a:pt x="1212" y="3614"/>
                </a:cubicBezTo>
                <a:cubicBezTo>
                  <a:pt x="1212" y="3593"/>
                  <a:pt x="1206" y="3572"/>
                  <a:pt x="1195" y="3554"/>
                </a:cubicBezTo>
                <a:cubicBezTo>
                  <a:pt x="1189" y="3543"/>
                  <a:pt x="1181" y="3533"/>
                  <a:pt x="1172" y="3524"/>
                </a:cubicBezTo>
                <a:cubicBezTo>
                  <a:pt x="1171" y="3524"/>
                  <a:pt x="1171" y="3523"/>
                  <a:pt x="1170" y="3523"/>
                </a:cubicBezTo>
                <a:cubicBezTo>
                  <a:pt x="1169" y="3523"/>
                  <a:pt x="1168" y="3522"/>
                  <a:pt x="1167" y="3522"/>
                </a:cubicBezTo>
                <a:cubicBezTo>
                  <a:pt x="1157" y="3513"/>
                  <a:pt x="1146" y="3505"/>
                  <a:pt x="1135" y="3496"/>
                </a:cubicBezTo>
                <a:cubicBezTo>
                  <a:pt x="1122" y="3484"/>
                  <a:pt x="1108" y="3473"/>
                  <a:pt x="1094" y="3461"/>
                </a:cubicBezTo>
                <a:cubicBezTo>
                  <a:pt x="1121" y="3462"/>
                  <a:pt x="1149" y="3467"/>
                  <a:pt x="1175" y="3474"/>
                </a:cubicBezTo>
                <a:cubicBezTo>
                  <a:pt x="1196" y="3479"/>
                  <a:pt x="1217" y="3482"/>
                  <a:pt x="1238" y="3482"/>
                </a:cubicBezTo>
                <a:cubicBezTo>
                  <a:pt x="1239" y="3497"/>
                  <a:pt x="1242" y="3512"/>
                  <a:pt x="1248" y="3526"/>
                </a:cubicBezTo>
                <a:cubicBezTo>
                  <a:pt x="1259" y="3557"/>
                  <a:pt x="1265" y="3590"/>
                  <a:pt x="1268" y="3623"/>
                </a:cubicBezTo>
                <a:lnTo>
                  <a:pt x="1268" y="3624"/>
                </a:lnTo>
                <a:cubicBezTo>
                  <a:pt x="1268" y="3625"/>
                  <a:pt x="1269" y="3625"/>
                  <a:pt x="1270" y="3626"/>
                </a:cubicBezTo>
                <a:cubicBezTo>
                  <a:pt x="1270" y="3626"/>
                  <a:pt x="1271" y="3626"/>
                  <a:pt x="1272" y="3626"/>
                </a:cubicBezTo>
                <a:cubicBezTo>
                  <a:pt x="1272" y="3626"/>
                  <a:pt x="1273" y="3626"/>
                  <a:pt x="1274" y="3626"/>
                </a:cubicBezTo>
                <a:cubicBezTo>
                  <a:pt x="1275" y="3625"/>
                  <a:pt x="1275" y="3625"/>
                  <a:pt x="1275" y="3624"/>
                </a:cubicBezTo>
                <a:lnTo>
                  <a:pt x="1276" y="3623"/>
                </a:lnTo>
                <a:cubicBezTo>
                  <a:pt x="1277" y="3597"/>
                  <a:pt x="1276" y="3572"/>
                  <a:pt x="1276" y="3546"/>
                </a:cubicBezTo>
                <a:cubicBezTo>
                  <a:pt x="1276" y="3525"/>
                  <a:pt x="1267" y="3505"/>
                  <a:pt x="1266" y="3483"/>
                </a:cubicBezTo>
                <a:cubicBezTo>
                  <a:pt x="1277" y="3483"/>
                  <a:pt x="1288" y="3483"/>
                  <a:pt x="1300" y="3485"/>
                </a:cubicBezTo>
                <a:cubicBezTo>
                  <a:pt x="1300" y="3485"/>
                  <a:pt x="1299" y="3486"/>
                  <a:pt x="1299" y="3487"/>
                </a:cubicBezTo>
                <a:cubicBezTo>
                  <a:pt x="1299" y="3488"/>
                  <a:pt x="1300" y="3488"/>
                  <a:pt x="1300" y="3489"/>
                </a:cubicBezTo>
                <a:cubicBezTo>
                  <a:pt x="1326" y="3572"/>
                  <a:pt x="1328" y="3660"/>
                  <a:pt x="1330" y="3747"/>
                </a:cubicBezTo>
                <a:cubicBezTo>
                  <a:pt x="1330" y="3752"/>
                  <a:pt x="1338" y="3753"/>
                  <a:pt x="1339" y="3747"/>
                </a:cubicBezTo>
                <a:cubicBezTo>
                  <a:pt x="1340" y="3705"/>
                  <a:pt x="1342" y="3663"/>
                  <a:pt x="1343" y="3622"/>
                </a:cubicBezTo>
                <a:cubicBezTo>
                  <a:pt x="1344" y="3575"/>
                  <a:pt x="1332" y="3532"/>
                  <a:pt x="1326" y="3486"/>
                </a:cubicBezTo>
                <a:cubicBezTo>
                  <a:pt x="1333" y="3487"/>
                  <a:pt x="1340" y="3489"/>
                  <a:pt x="1347" y="3491"/>
                </a:cubicBezTo>
                <a:cubicBezTo>
                  <a:pt x="1360" y="3494"/>
                  <a:pt x="1373" y="3496"/>
                  <a:pt x="1386" y="3497"/>
                </a:cubicBezTo>
                <a:cubicBezTo>
                  <a:pt x="1388" y="3528"/>
                  <a:pt x="1389" y="3560"/>
                  <a:pt x="1394" y="3590"/>
                </a:cubicBezTo>
                <a:cubicBezTo>
                  <a:pt x="1398" y="3605"/>
                  <a:pt x="1400" y="3621"/>
                  <a:pt x="1400" y="3637"/>
                </a:cubicBezTo>
                <a:cubicBezTo>
                  <a:pt x="1400" y="3639"/>
                  <a:pt x="1400" y="3640"/>
                  <a:pt x="1400" y="3642"/>
                </a:cubicBezTo>
                <a:cubicBezTo>
                  <a:pt x="1398" y="3658"/>
                  <a:pt x="1414" y="3680"/>
                  <a:pt x="1420" y="3694"/>
                </a:cubicBezTo>
                <a:cubicBezTo>
                  <a:pt x="1420" y="3695"/>
                  <a:pt x="1421" y="3695"/>
                  <a:pt x="1422" y="3696"/>
                </a:cubicBezTo>
                <a:cubicBezTo>
                  <a:pt x="1423" y="3696"/>
                  <a:pt x="1424" y="3697"/>
                  <a:pt x="1425" y="3697"/>
                </a:cubicBezTo>
                <a:cubicBezTo>
                  <a:pt x="1426" y="3697"/>
                  <a:pt x="1427" y="3696"/>
                  <a:pt x="1428" y="3696"/>
                </a:cubicBezTo>
                <a:cubicBezTo>
                  <a:pt x="1429" y="3695"/>
                  <a:pt x="1429" y="3695"/>
                  <a:pt x="1430" y="3694"/>
                </a:cubicBezTo>
                <a:cubicBezTo>
                  <a:pt x="1430" y="3693"/>
                  <a:pt x="1431" y="3692"/>
                  <a:pt x="1431" y="3691"/>
                </a:cubicBezTo>
                <a:lnTo>
                  <a:pt x="1431" y="3690"/>
                </a:lnTo>
                <a:cubicBezTo>
                  <a:pt x="1417" y="3629"/>
                  <a:pt x="1409" y="3567"/>
                  <a:pt x="1409" y="3504"/>
                </a:cubicBezTo>
                <a:cubicBezTo>
                  <a:pt x="1409" y="3502"/>
                  <a:pt x="1409" y="3500"/>
                  <a:pt x="1409" y="3499"/>
                </a:cubicBezTo>
                <a:cubicBezTo>
                  <a:pt x="1434" y="3500"/>
                  <a:pt x="1460" y="3499"/>
                  <a:pt x="1485" y="3499"/>
                </a:cubicBezTo>
                <a:cubicBezTo>
                  <a:pt x="1485" y="3501"/>
                  <a:pt x="1485" y="3504"/>
                  <a:pt x="1486" y="3507"/>
                </a:cubicBezTo>
                <a:cubicBezTo>
                  <a:pt x="1488" y="3521"/>
                  <a:pt x="1495" y="3545"/>
                  <a:pt x="1484" y="3556"/>
                </a:cubicBezTo>
                <a:cubicBezTo>
                  <a:pt x="1478" y="3561"/>
                  <a:pt x="1486" y="3570"/>
                  <a:pt x="1491" y="3565"/>
                </a:cubicBezTo>
                <a:cubicBezTo>
                  <a:pt x="1493" y="3563"/>
                  <a:pt x="1495" y="3560"/>
                  <a:pt x="1497" y="3557"/>
                </a:cubicBezTo>
                <a:cubicBezTo>
                  <a:pt x="1502" y="3548"/>
                  <a:pt x="1505" y="3537"/>
                  <a:pt x="1505" y="3527"/>
                </a:cubicBezTo>
                <a:cubicBezTo>
                  <a:pt x="1505" y="3526"/>
                  <a:pt x="1505" y="3525"/>
                  <a:pt x="1505" y="3525"/>
                </a:cubicBezTo>
                <a:cubicBezTo>
                  <a:pt x="1505" y="3517"/>
                  <a:pt x="1507" y="3507"/>
                  <a:pt x="1507" y="3498"/>
                </a:cubicBezTo>
                <a:cubicBezTo>
                  <a:pt x="1522" y="3498"/>
                  <a:pt x="1536" y="3497"/>
                  <a:pt x="1550" y="3497"/>
                </a:cubicBezTo>
                <a:cubicBezTo>
                  <a:pt x="1621" y="3497"/>
                  <a:pt x="1691" y="3502"/>
                  <a:pt x="1762" y="3502"/>
                </a:cubicBezTo>
                <a:cubicBezTo>
                  <a:pt x="1916" y="3502"/>
                  <a:pt x="2066" y="3536"/>
                  <a:pt x="2221" y="3527"/>
                </a:cubicBezTo>
                <a:cubicBezTo>
                  <a:pt x="2275" y="3523"/>
                  <a:pt x="2326" y="3511"/>
                  <a:pt x="2378" y="3505"/>
                </a:cubicBezTo>
                <a:lnTo>
                  <a:pt x="2495" y="3502"/>
                </a:lnTo>
                <a:cubicBezTo>
                  <a:pt x="2495" y="3503"/>
                  <a:pt x="2495" y="3503"/>
                  <a:pt x="2495" y="3503"/>
                </a:cubicBezTo>
                <a:cubicBezTo>
                  <a:pt x="2496" y="3504"/>
                  <a:pt x="2496" y="3504"/>
                  <a:pt x="2497" y="3505"/>
                </a:cubicBezTo>
                <a:cubicBezTo>
                  <a:pt x="2533" y="3524"/>
                  <a:pt x="2579" y="3520"/>
                  <a:pt x="2619" y="3515"/>
                </a:cubicBezTo>
                <a:cubicBezTo>
                  <a:pt x="2653" y="3511"/>
                  <a:pt x="2687" y="3515"/>
                  <a:pt x="2720" y="3511"/>
                </a:cubicBezTo>
                <a:cubicBezTo>
                  <a:pt x="2860" y="3496"/>
                  <a:pt x="3003" y="3487"/>
                  <a:pt x="3141" y="3460"/>
                </a:cubicBezTo>
                <a:cubicBezTo>
                  <a:pt x="3321" y="3426"/>
                  <a:pt x="3502" y="3398"/>
                  <a:pt x="3678" y="3345"/>
                </a:cubicBezTo>
                <a:cubicBezTo>
                  <a:pt x="3678" y="3350"/>
                  <a:pt x="3679" y="3355"/>
                  <a:pt x="3678" y="3360"/>
                </a:cubicBezTo>
                <a:cubicBezTo>
                  <a:pt x="3677" y="3361"/>
                  <a:pt x="3677" y="3362"/>
                  <a:pt x="3677" y="3362"/>
                </a:cubicBezTo>
                <a:cubicBezTo>
                  <a:pt x="3677" y="3363"/>
                  <a:pt x="3677" y="3364"/>
                  <a:pt x="3678" y="3365"/>
                </a:cubicBezTo>
                <a:cubicBezTo>
                  <a:pt x="3678" y="3366"/>
                  <a:pt x="3679" y="3366"/>
                  <a:pt x="3680" y="3367"/>
                </a:cubicBezTo>
                <a:cubicBezTo>
                  <a:pt x="3681" y="3367"/>
                  <a:pt x="3682" y="3368"/>
                  <a:pt x="3683" y="3368"/>
                </a:cubicBezTo>
                <a:cubicBezTo>
                  <a:pt x="3684" y="3368"/>
                  <a:pt x="3685" y="3368"/>
                  <a:pt x="3686" y="3368"/>
                </a:cubicBezTo>
                <a:cubicBezTo>
                  <a:pt x="3691" y="3364"/>
                  <a:pt x="3694" y="3360"/>
                  <a:pt x="3697" y="3355"/>
                </a:cubicBezTo>
                <a:cubicBezTo>
                  <a:pt x="3698" y="3354"/>
                  <a:pt x="3698" y="3353"/>
                  <a:pt x="3699" y="3352"/>
                </a:cubicBezTo>
                <a:cubicBezTo>
                  <a:pt x="3699" y="3350"/>
                  <a:pt x="3701" y="3347"/>
                  <a:pt x="3701" y="3346"/>
                </a:cubicBezTo>
                <a:cubicBezTo>
                  <a:pt x="3703" y="3344"/>
                  <a:pt x="3704" y="3343"/>
                  <a:pt x="3705" y="3341"/>
                </a:cubicBezTo>
                <a:cubicBezTo>
                  <a:pt x="3705" y="3340"/>
                  <a:pt x="3706" y="3339"/>
                  <a:pt x="3706" y="3338"/>
                </a:cubicBezTo>
                <a:cubicBezTo>
                  <a:pt x="3706" y="3338"/>
                  <a:pt x="3705" y="3337"/>
                  <a:pt x="3705" y="3336"/>
                </a:cubicBezTo>
                <a:lnTo>
                  <a:pt x="3733" y="3327"/>
                </a:lnTo>
                <a:cubicBezTo>
                  <a:pt x="3731" y="3335"/>
                  <a:pt x="3731" y="3344"/>
                  <a:pt x="3729" y="3351"/>
                </a:cubicBezTo>
                <a:cubicBezTo>
                  <a:pt x="3725" y="3367"/>
                  <a:pt x="3723" y="3383"/>
                  <a:pt x="3723" y="3399"/>
                </a:cubicBezTo>
                <a:cubicBezTo>
                  <a:pt x="3723" y="3409"/>
                  <a:pt x="3724" y="3420"/>
                  <a:pt x="3726" y="3430"/>
                </a:cubicBezTo>
                <a:lnTo>
                  <a:pt x="3726" y="3431"/>
                </a:lnTo>
                <a:cubicBezTo>
                  <a:pt x="3726" y="3432"/>
                  <a:pt x="3726" y="3432"/>
                  <a:pt x="3727" y="3433"/>
                </a:cubicBezTo>
                <a:cubicBezTo>
                  <a:pt x="3727" y="3433"/>
                  <a:pt x="3729" y="3433"/>
                  <a:pt x="3730" y="3433"/>
                </a:cubicBezTo>
                <a:cubicBezTo>
                  <a:pt x="3730" y="3433"/>
                  <a:pt x="3731" y="3433"/>
                  <a:pt x="3732" y="3433"/>
                </a:cubicBezTo>
                <a:cubicBezTo>
                  <a:pt x="3732" y="3432"/>
                  <a:pt x="3733" y="3432"/>
                  <a:pt x="3733" y="3431"/>
                </a:cubicBezTo>
                <a:cubicBezTo>
                  <a:pt x="3733" y="3431"/>
                  <a:pt x="3733" y="3430"/>
                  <a:pt x="3734" y="3430"/>
                </a:cubicBezTo>
                <a:cubicBezTo>
                  <a:pt x="3735" y="3417"/>
                  <a:pt x="3738" y="3416"/>
                  <a:pt x="3741" y="3407"/>
                </a:cubicBezTo>
                <a:cubicBezTo>
                  <a:pt x="3744" y="3397"/>
                  <a:pt x="3744" y="3386"/>
                  <a:pt x="3746" y="3376"/>
                </a:cubicBezTo>
                <a:cubicBezTo>
                  <a:pt x="3748" y="3366"/>
                  <a:pt x="3749" y="3357"/>
                  <a:pt x="3751" y="3346"/>
                </a:cubicBezTo>
                <a:cubicBezTo>
                  <a:pt x="3753" y="3341"/>
                  <a:pt x="3751" y="3330"/>
                  <a:pt x="3756" y="3326"/>
                </a:cubicBezTo>
                <a:cubicBezTo>
                  <a:pt x="3757" y="3326"/>
                  <a:pt x="3757" y="3324"/>
                  <a:pt x="3758" y="3323"/>
                </a:cubicBezTo>
                <a:cubicBezTo>
                  <a:pt x="3758" y="3321"/>
                  <a:pt x="3760" y="3319"/>
                  <a:pt x="3760" y="3317"/>
                </a:cubicBezTo>
                <a:lnTo>
                  <a:pt x="3763" y="3316"/>
                </a:lnTo>
                <a:cubicBezTo>
                  <a:pt x="3763" y="3316"/>
                  <a:pt x="3765" y="3315"/>
                  <a:pt x="3765" y="3314"/>
                </a:cubicBezTo>
                <a:cubicBezTo>
                  <a:pt x="3773" y="3313"/>
                  <a:pt x="3781" y="3311"/>
                  <a:pt x="3788" y="3309"/>
                </a:cubicBezTo>
                <a:cubicBezTo>
                  <a:pt x="3788" y="3311"/>
                  <a:pt x="3788" y="3312"/>
                  <a:pt x="3788" y="3313"/>
                </a:cubicBezTo>
                <a:cubicBezTo>
                  <a:pt x="3788" y="3322"/>
                  <a:pt x="3786" y="3331"/>
                  <a:pt x="3785" y="3339"/>
                </a:cubicBezTo>
                <a:cubicBezTo>
                  <a:pt x="3785" y="3344"/>
                  <a:pt x="3784" y="3349"/>
                  <a:pt x="3784" y="3354"/>
                </a:cubicBezTo>
                <a:cubicBezTo>
                  <a:pt x="3784" y="3360"/>
                  <a:pt x="3786" y="3364"/>
                  <a:pt x="3787" y="3370"/>
                </a:cubicBezTo>
                <a:cubicBezTo>
                  <a:pt x="3787" y="3375"/>
                  <a:pt x="3796" y="3377"/>
                  <a:pt x="3797" y="3371"/>
                </a:cubicBezTo>
                <a:cubicBezTo>
                  <a:pt x="3799" y="3356"/>
                  <a:pt x="3803" y="3341"/>
                  <a:pt x="3808" y="3327"/>
                </a:cubicBezTo>
                <a:cubicBezTo>
                  <a:pt x="3809" y="3322"/>
                  <a:pt x="3810" y="3318"/>
                  <a:pt x="3811" y="3313"/>
                </a:cubicBezTo>
                <a:cubicBezTo>
                  <a:pt x="3811" y="3311"/>
                  <a:pt x="3811" y="3309"/>
                  <a:pt x="3811" y="3308"/>
                </a:cubicBezTo>
                <a:cubicBezTo>
                  <a:pt x="3811" y="3307"/>
                  <a:pt x="3811" y="3307"/>
                  <a:pt x="3811" y="3307"/>
                </a:cubicBezTo>
                <a:lnTo>
                  <a:pt x="3813" y="3306"/>
                </a:lnTo>
                <a:cubicBezTo>
                  <a:pt x="3814" y="3305"/>
                  <a:pt x="3815" y="3304"/>
                  <a:pt x="3816" y="3303"/>
                </a:cubicBezTo>
                <a:cubicBezTo>
                  <a:pt x="3816" y="3302"/>
                  <a:pt x="3816" y="3302"/>
                  <a:pt x="3816" y="3301"/>
                </a:cubicBezTo>
                <a:cubicBezTo>
                  <a:pt x="3826" y="3298"/>
                  <a:pt x="3835" y="3295"/>
                  <a:pt x="3844" y="3291"/>
                </a:cubicBezTo>
                <a:cubicBezTo>
                  <a:pt x="3843" y="3300"/>
                  <a:pt x="3842" y="3308"/>
                  <a:pt x="3842" y="3316"/>
                </a:cubicBezTo>
                <a:cubicBezTo>
                  <a:pt x="3842" y="3329"/>
                  <a:pt x="3844" y="3342"/>
                  <a:pt x="3848" y="3355"/>
                </a:cubicBezTo>
                <a:lnTo>
                  <a:pt x="3848" y="3356"/>
                </a:lnTo>
                <a:cubicBezTo>
                  <a:pt x="3849" y="3357"/>
                  <a:pt x="3850" y="3358"/>
                  <a:pt x="3851" y="3359"/>
                </a:cubicBezTo>
                <a:cubicBezTo>
                  <a:pt x="3852" y="3359"/>
                  <a:pt x="3853" y="3359"/>
                  <a:pt x="3854" y="3359"/>
                </a:cubicBezTo>
                <a:cubicBezTo>
                  <a:pt x="3855" y="3359"/>
                  <a:pt x="3856" y="3359"/>
                  <a:pt x="3857" y="3359"/>
                </a:cubicBezTo>
                <a:cubicBezTo>
                  <a:pt x="3858" y="3358"/>
                  <a:pt x="3859" y="3357"/>
                  <a:pt x="3860" y="3356"/>
                </a:cubicBezTo>
                <a:lnTo>
                  <a:pt x="3860" y="3355"/>
                </a:lnTo>
                <a:cubicBezTo>
                  <a:pt x="3864" y="3340"/>
                  <a:pt x="3866" y="3326"/>
                  <a:pt x="3869" y="3312"/>
                </a:cubicBezTo>
                <a:cubicBezTo>
                  <a:pt x="3871" y="3297"/>
                  <a:pt x="3878" y="3290"/>
                  <a:pt x="3881" y="3278"/>
                </a:cubicBezTo>
                <a:lnTo>
                  <a:pt x="3881" y="3277"/>
                </a:lnTo>
                <a:cubicBezTo>
                  <a:pt x="3895" y="3271"/>
                  <a:pt x="3909" y="3265"/>
                  <a:pt x="3923" y="3257"/>
                </a:cubicBezTo>
                <a:cubicBezTo>
                  <a:pt x="3912" y="3294"/>
                  <a:pt x="3905" y="3332"/>
                  <a:pt x="3901" y="3371"/>
                </a:cubicBezTo>
                <a:cubicBezTo>
                  <a:pt x="3898" y="3395"/>
                  <a:pt x="3897" y="3419"/>
                  <a:pt x="3897" y="3443"/>
                </a:cubicBezTo>
                <a:cubicBezTo>
                  <a:pt x="3897" y="3454"/>
                  <a:pt x="3897" y="3464"/>
                  <a:pt x="3898" y="3474"/>
                </a:cubicBezTo>
                <a:cubicBezTo>
                  <a:pt x="3898" y="3479"/>
                  <a:pt x="3907" y="3478"/>
                  <a:pt x="3907" y="3474"/>
                </a:cubicBezTo>
                <a:cubicBezTo>
                  <a:pt x="3909" y="3395"/>
                  <a:pt x="3949" y="3322"/>
                  <a:pt x="3954" y="3243"/>
                </a:cubicBezTo>
                <a:lnTo>
                  <a:pt x="3982" y="3230"/>
                </a:lnTo>
                <a:cubicBezTo>
                  <a:pt x="3976" y="3249"/>
                  <a:pt x="3975" y="3270"/>
                  <a:pt x="3971" y="3289"/>
                </a:cubicBezTo>
                <a:cubicBezTo>
                  <a:pt x="3962" y="3329"/>
                  <a:pt x="3966" y="3373"/>
                  <a:pt x="3959" y="3415"/>
                </a:cubicBezTo>
                <a:cubicBezTo>
                  <a:pt x="3959" y="3417"/>
                  <a:pt x="3963" y="3418"/>
                  <a:pt x="3963" y="3416"/>
                </a:cubicBezTo>
                <a:cubicBezTo>
                  <a:pt x="3975" y="3380"/>
                  <a:pt x="3985" y="3343"/>
                  <a:pt x="3991" y="3306"/>
                </a:cubicBezTo>
                <a:cubicBezTo>
                  <a:pt x="3993" y="3289"/>
                  <a:pt x="3997" y="3273"/>
                  <a:pt x="4003" y="3258"/>
                </a:cubicBezTo>
                <a:cubicBezTo>
                  <a:pt x="4006" y="3247"/>
                  <a:pt x="4003" y="3231"/>
                  <a:pt x="4009" y="3220"/>
                </a:cubicBezTo>
                <a:cubicBezTo>
                  <a:pt x="4009" y="3219"/>
                  <a:pt x="4009" y="3218"/>
                  <a:pt x="4010" y="3217"/>
                </a:cubicBezTo>
                <a:lnTo>
                  <a:pt x="4034" y="3206"/>
                </a:lnTo>
                <a:cubicBezTo>
                  <a:pt x="4024" y="3245"/>
                  <a:pt x="4019" y="3286"/>
                  <a:pt x="4019" y="3327"/>
                </a:cubicBezTo>
                <a:cubicBezTo>
                  <a:pt x="4019" y="3331"/>
                  <a:pt x="4019" y="3334"/>
                  <a:pt x="4019" y="3338"/>
                </a:cubicBezTo>
                <a:cubicBezTo>
                  <a:pt x="4019" y="3339"/>
                  <a:pt x="4018" y="3340"/>
                  <a:pt x="4019" y="3341"/>
                </a:cubicBezTo>
                <a:cubicBezTo>
                  <a:pt x="4019" y="3341"/>
                  <a:pt x="4020" y="3341"/>
                  <a:pt x="4021" y="3342"/>
                </a:cubicBezTo>
                <a:cubicBezTo>
                  <a:pt x="4022" y="3342"/>
                  <a:pt x="4022" y="3343"/>
                  <a:pt x="4023" y="3343"/>
                </a:cubicBezTo>
                <a:cubicBezTo>
                  <a:pt x="4024" y="3343"/>
                  <a:pt x="4024" y="3342"/>
                  <a:pt x="4025" y="3342"/>
                </a:cubicBezTo>
                <a:cubicBezTo>
                  <a:pt x="4025" y="3341"/>
                  <a:pt x="4027" y="3341"/>
                  <a:pt x="4027" y="3341"/>
                </a:cubicBezTo>
                <a:cubicBezTo>
                  <a:pt x="4028" y="3340"/>
                  <a:pt x="4028" y="3339"/>
                  <a:pt x="4028" y="3338"/>
                </a:cubicBezTo>
                <a:cubicBezTo>
                  <a:pt x="4030" y="3317"/>
                  <a:pt x="4039" y="3297"/>
                  <a:pt x="4041" y="3275"/>
                </a:cubicBezTo>
                <a:cubicBezTo>
                  <a:pt x="4043" y="3262"/>
                  <a:pt x="4049" y="3247"/>
                  <a:pt x="4052" y="3234"/>
                </a:cubicBezTo>
                <a:cubicBezTo>
                  <a:pt x="4052" y="3230"/>
                  <a:pt x="4056" y="3205"/>
                  <a:pt x="4057" y="3204"/>
                </a:cubicBezTo>
                <a:cubicBezTo>
                  <a:pt x="4058" y="3203"/>
                  <a:pt x="4058" y="3202"/>
                  <a:pt x="4059" y="3201"/>
                </a:cubicBezTo>
                <a:cubicBezTo>
                  <a:pt x="4060" y="3200"/>
                  <a:pt x="4060" y="3198"/>
                  <a:pt x="4060" y="3197"/>
                </a:cubicBezTo>
                <a:cubicBezTo>
                  <a:pt x="4060" y="3196"/>
                  <a:pt x="4060" y="3196"/>
                  <a:pt x="4060" y="3195"/>
                </a:cubicBezTo>
                <a:lnTo>
                  <a:pt x="4109" y="3176"/>
                </a:lnTo>
                <a:cubicBezTo>
                  <a:pt x="4107" y="3181"/>
                  <a:pt x="4105" y="3186"/>
                  <a:pt x="4104" y="3190"/>
                </a:cubicBezTo>
                <a:cubicBezTo>
                  <a:pt x="4098" y="3207"/>
                  <a:pt x="4097" y="3226"/>
                  <a:pt x="4093" y="3243"/>
                </a:cubicBezTo>
                <a:cubicBezTo>
                  <a:pt x="4087" y="3268"/>
                  <a:pt x="4083" y="3294"/>
                  <a:pt x="4081" y="3320"/>
                </a:cubicBezTo>
                <a:cubicBezTo>
                  <a:pt x="4081" y="3321"/>
                  <a:pt x="4081" y="3321"/>
                  <a:pt x="4082" y="3322"/>
                </a:cubicBezTo>
                <a:lnTo>
                  <a:pt x="4083" y="3324"/>
                </a:lnTo>
                <a:cubicBezTo>
                  <a:pt x="4084" y="3324"/>
                  <a:pt x="4085" y="3324"/>
                  <a:pt x="4085" y="3324"/>
                </a:cubicBezTo>
                <a:cubicBezTo>
                  <a:pt x="4086" y="3324"/>
                  <a:pt x="4087" y="3324"/>
                  <a:pt x="4087" y="3324"/>
                </a:cubicBezTo>
                <a:cubicBezTo>
                  <a:pt x="4088" y="3324"/>
                  <a:pt x="4089" y="3323"/>
                  <a:pt x="4089" y="3322"/>
                </a:cubicBezTo>
                <a:cubicBezTo>
                  <a:pt x="4089" y="3322"/>
                  <a:pt x="4090" y="3321"/>
                  <a:pt x="4090" y="3320"/>
                </a:cubicBezTo>
                <a:cubicBezTo>
                  <a:pt x="4096" y="3293"/>
                  <a:pt x="4105" y="3267"/>
                  <a:pt x="4115" y="3241"/>
                </a:cubicBezTo>
                <a:cubicBezTo>
                  <a:pt x="4123" y="3215"/>
                  <a:pt x="4133" y="3189"/>
                  <a:pt x="4141" y="3163"/>
                </a:cubicBezTo>
                <a:cubicBezTo>
                  <a:pt x="4153" y="3158"/>
                  <a:pt x="4165" y="3153"/>
                  <a:pt x="4176" y="3147"/>
                </a:cubicBezTo>
                <a:cubicBezTo>
                  <a:pt x="4175" y="3167"/>
                  <a:pt x="4170" y="3187"/>
                  <a:pt x="4162" y="3206"/>
                </a:cubicBezTo>
                <a:cubicBezTo>
                  <a:pt x="4161" y="3209"/>
                  <a:pt x="4165" y="3210"/>
                  <a:pt x="4167" y="3208"/>
                </a:cubicBezTo>
                <a:cubicBezTo>
                  <a:pt x="4171" y="3203"/>
                  <a:pt x="4175" y="3197"/>
                  <a:pt x="4179" y="3190"/>
                </a:cubicBezTo>
                <a:cubicBezTo>
                  <a:pt x="4183" y="3184"/>
                  <a:pt x="4186" y="3176"/>
                  <a:pt x="4189" y="3169"/>
                </a:cubicBezTo>
                <a:cubicBezTo>
                  <a:pt x="4194" y="3161"/>
                  <a:pt x="4197" y="3152"/>
                  <a:pt x="4200" y="3143"/>
                </a:cubicBezTo>
                <a:cubicBezTo>
                  <a:pt x="4201" y="3140"/>
                  <a:pt x="4203" y="3136"/>
                  <a:pt x="4204" y="3133"/>
                </a:cubicBezTo>
                <a:cubicBezTo>
                  <a:pt x="4211" y="3129"/>
                  <a:pt x="4217" y="3125"/>
                  <a:pt x="4224" y="3121"/>
                </a:cubicBezTo>
                <a:cubicBezTo>
                  <a:pt x="4217" y="3141"/>
                  <a:pt x="4211" y="3161"/>
                  <a:pt x="4207" y="3182"/>
                </a:cubicBezTo>
                <a:cubicBezTo>
                  <a:pt x="4198" y="3221"/>
                  <a:pt x="4181" y="3264"/>
                  <a:pt x="4182" y="3304"/>
                </a:cubicBezTo>
                <a:cubicBezTo>
                  <a:pt x="4182" y="3312"/>
                  <a:pt x="4195" y="3312"/>
                  <a:pt x="4196" y="3304"/>
                </a:cubicBezTo>
                <a:cubicBezTo>
                  <a:pt x="4204" y="3276"/>
                  <a:pt x="4214" y="3250"/>
                  <a:pt x="4226" y="3224"/>
                </a:cubicBezTo>
                <a:cubicBezTo>
                  <a:pt x="4242" y="3180"/>
                  <a:pt x="4252" y="3134"/>
                  <a:pt x="4267" y="3090"/>
                </a:cubicBezTo>
                <a:cubicBezTo>
                  <a:pt x="4269" y="3088"/>
                  <a:pt x="4272" y="3087"/>
                  <a:pt x="4274" y="3085"/>
                </a:cubicBezTo>
                <a:cubicBezTo>
                  <a:pt x="4284" y="3076"/>
                  <a:pt x="4294" y="3068"/>
                  <a:pt x="4305" y="3061"/>
                </a:cubicBezTo>
                <a:cubicBezTo>
                  <a:pt x="4304" y="3068"/>
                  <a:pt x="4302" y="3074"/>
                  <a:pt x="4301" y="3080"/>
                </a:cubicBezTo>
                <a:cubicBezTo>
                  <a:pt x="4293" y="3107"/>
                  <a:pt x="4288" y="3136"/>
                  <a:pt x="4288" y="3164"/>
                </a:cubicBezTo>
                <a:cubicBezTo>
                  <a:pt x="4288" y="3170"/>
                  <a:pt x="4297" y="3171"/>
                  <a:pt x="4298" y="3165"/>
                </a:cubicBezTo>
                <a:cubicBezTo>
                  <a:pt x="4304" y="3142"/>
                  <a:pt x="4313" y="3119"/>
                  <a:pt x="4325" y="3097"/>
                </a:cubicBezTo>
                <a:lnTo>
                  <a:pt x="4331" y="3084"/>
                </a:lnTo>
                <a:cubicBezTo>
                  <a:pt x="4316" y="3127"/>
                  <a:pt x="4306" y="3170"/>
                  <a:pt x="4301" y="3215"/>
                </a:cubicBezTo>
                <a:cubicBezTo>
                  <a:pt x="4301" y="3221"/>
                  <a:pt x="4310" y="3224"/>
                  <a:pt x="4312" y="3218"/>
                </a:cubicBezTo>
                <a:cubicBezTo>
                  <a:pt x="4321" y="3199"/>
                  <a:pt x="4328" y="3180"/>
                  <a:pt x="4334" y="3160"/>
                </a:cubicBezTo>
                <a:cubicBezTo>
                  <a:pt x="4345" y="3112"/>
                  <a:pt x="4361" y="3064"/>
                  <a:pt x="4380" y="3018"/>
                </a:cubicBezTo>
                <a:lnTo>
                  <a:pt x="4385" y="3015"/>
                </a:lnTo>
                <a:cubicBezTo>
                  <a:pt x="4390" y="3012"/>
                  <a:pt x="4395" y="3009"/>
                  <a:pt x="4400" y="3005"/>
                </a:cubicBezTo>
                <a:cubicBezTo>
                  <a:pt x="4379" y="3065"/>
                  <a:pt x="4366" y="3130"/>
                  <a:pt x="4345" y="3189"/>
                </a:cubicBezTo>
                <a:lnTo>
                  <a:pt x="4345" y="3188"/>
                </a:lnTo>
                <a:moveTo>
                  <a:pt x="4604" y="2594"/>
                </a:moveTo>
                <a:cubicBezTo>
                  <a:pt x="4597" y="2645"/>
                  <a:pt x="4583" y="2695"/>
                  <a:pt x="4562" y="2742"/>
                </a:cubicBezTo>
                <a:cubicBezTo>
                  <a:pt x="4530" y="2788"/>
                  <a:pt x="4508" y="2842"/>
                  <a:pt x="4471" y="2885"/>
                </a:cubicBezTo>
                <a:cubicBezTo>
                  <a:pt x="4425" y="2937"/>
                  <a:pt x="4371" y="2981"/>
                  <a:pt x="4311" y="3016"/>
                </a:cubicBezTo>
                <a:cubicBezTo>
                  <a:pt x="4299" y="3023"/>
                  <a:pt x="4287" y="3030"/>
                  <a:pt x="4275" y="3036"/>
                </a:cubicBezTo>
                <a:cubicBezTo>
                  <a:pt x="4238" y="3053"/>
                  <a:pt x="4205" y="3081"/>
                  <a:pt x="4170" y="3102"/>
                </a:cubicBezTo>
                <a:cubicBezTo>
                  <a:pt x="4117" y="3132"/>
                  <a:pt x="4061" y="3154"/>
                  <a:pt x="4006" y="3180"/>
                </a:cubicBezTo>
                <a:cubicBezTo>
                  <a:pt x="3940" y="3212"/>
                  <a:pt x="3866" y="3239"/>
                  <a:pt x="3798" y="3273"/>
                </a:cubicBezTo>
                <a:cubicBezTo>
                  <a:pt x="3788" y="3276"/>
                  <a:pt x="3777" y="3280"/>
                  <a:pt x="3766" y="3283"/>
                </a:cubicBezTo>
                <a:cubicBezTo>
                  <a:pt x="3747" y="3289"/>
                  <a:pt x="3729" y="3296"/>
                  <a:pt x="3711" y="3304"/>
                </a:cubicBezTo>
                <a:cubicBezTo>
                  <a:pt x="3663" y="3314"/>
                  <a:pt x="3616" y="3333"/>
                  <a:pt x="3566" y="3335"/>
                </a:cubicBezTo>
                <a:cubicBezTo>
                  <a:pt x="3518" y="3340"/>
                  <a:pt x="3471" y="3349"/>
                  <a:pt x="3424" y="3363"/>
                </a:cubicBezTo>
                <a:cubicBezTo>
                  <a:pt x="3334" y="3386"/>
                  <a:pt x="3236" y="3380"/>
                  <a:pt x="3145" y="3407"/>
                </a:cubicBezTo>
                <a:cubicBezTo>
                  <a:pt x="3077" y="3427"/>
                  <a:pt x="3006" y="3427"/>
                  <a:pt x="2936" y="3428"/>
                </a:cubicBezTo>
                <a:cubicBezTo>
                  <a:pt x="2875" y="3429"/>
                  <a:pt x="2816" y="3452"/>
                  <a:pt x="2756" y="3461"/>
                </a:cubicBezTo>
                <a:cubicBezTo>
                  <a:pt x="2734" y="3464"/>
                  <a:pt x="2712" y="3467"/>
                  <a:pt x="2689" y="3469"/>
                </a:cubicBezTo>
                <a:cubicBezTo>
                  <a:pt x="2549" y="3448"/>
                  <a:pt x="2409" y="3462"/>
                  <a:pt x="2269" y="3480"/>
                </a:cubicBezTo>
                <a:cubicBezTo>
                  <a:pt x="2119" y="3499"/>
                  <a:pt x="1973" y="3473"/>
                  <a:pt x="1823" y="3464"/>
                </a:cubicBezTo>
                <a:cubicBezTo>
                  <a:pt x="1682" y="3456"/>
                  <a:pt x="1538" y="3453"/>
                  <a:pt x="1395" y="3446"/>
                </a:cubicBezTo>
                <a:cubicBezTo>
                  <a:pt x="1283" y="3443"/>
                  <a:pt x="1172" y="3432"/>
                  <a:pt x="1062" y="3413"/>
                </a:cubicBezTo>
                <a:cubicBezTo>
                  <a:pt x="1058" y="3411"/>
                  <a:pt x="1028" y="3401"/>
                  <a:pt x="1011" y="3395"/>
                </a:cubicBezTo>
                <a:cubicBezTo>
                  <a:pt x="971" y="3366"/>
                  <a:pt x="936" y="3330"/>
                  <a:pt x="909" y="3289"/>
                </a:cubicBezTo>
                <a:cubicBezTo>
                  <a:pt x="907" y="3286"/>
                  <a:pt x="905" y="3283"/>
                  <a:pt x="903" y="3280"/>
                </a:cubicBezTo>
                <a:cubicBezTo>
                  <a:pt x="946" y="3313"/>
                  <a:pt x="1013" y="3326"/>
                  <a:pt x="1059" y="3344"/>
                </a:cubicBezTo>
                <a:cubicBezTo>
                  <a:pt x="1159" y="3382"/>
                  <a:pt x="1289" y="3370"/>
                  <a:pt x="1394" y="3367"/>
                </a:cubicBezTo>
                <a:cubicBezTo>
                  <a:pt x="1398" y="3367"/>
                  <a:pt x="1403" y="3367"/>
                  <a:pt x="1408" y="3367"/>
                </a:cubicBezTo>
                <a:cubicBezTo>
                  <a:pt x="1434" y="3367"/>
                  <a:pt x="1460" y="3368"/>
                  <a:pt x="1485" y="3371"/>
                </a:cubicBezTo>
                <a:cubicBezTo>
                  <a:pt x="1486" y="3371"/>
                  <a:pt x="1487" y="3372"/>
                  <a:pt x="1488" y="3373"/>
                </a:cubicBezTo>
                <a:cubicBezTo>
                  <a:pt x="1490" y="3374"/>
                  <a:pt x="1493" y="3375"/>
                  <a:pt x="1496" y="3375"/>
                </a:cubicBezTo>
                <a:cubicBezTo>
                  <a:pt x="1498" y="3375"/>
                  <a:pt x="1501" y="3374"/>
                  <a:pt x="1503" y="3373"/>
                </a:cubicBezTo>
                <a:lnTo>
                  <a:pt x="1504" y="3372"/>
                </a:lnTo>
                <a:cubicBezTo>
                  <a:pt x="1523" y="3374"/>
                  <a:pt x="1542" y="3376"/>
                  <a:pt x="1561" y="3379"/>
                </a:cubicBezTo>
                <a:cubicBezTo>
                  <a:pt x="1561" y="3379"/>
                  <a:pt x="1561" y="3378"/>
                  <a:pt x="1562" y="3379"/>
                </a:cubicBezTo>
                <a:cubicBezTo>
                  <a:pt x="1564" y="3379"/>
                  <a:pt x="1566" y="3381"/>
                  <a:pt x="1568" y="3381"/>
                </a:cubicBezTo>
                <a:cubicBezTo>
                  <a:pt x="1569" y="3381"/>
                  <a:pt x="1570" y="3381"/>
                  <a:pt x="1572" y="3380"/>
                </a:cubicBezTo>
                <a:lnTo>
                  <a:pt x="1618" y="3386"/>
                </a:lnTo>
                <a:cubicBezTo>
                  <a:pt x="1619" y="3386"/>
                  <a:pt x="1619" y="3387"/>
                  <a:pt x="1619" y="3387"/>
                </a:cubicBezTo>
                <a:cubicBezTo>
                  <a:pt x="1621" y="3388"/>
                  <a:pt x="1624" y="3388"/>
                  <a:pt x="1626" y="3388"/>
                </a:cubicBezTo>
                <a:cubicBezTo>
                  <a:pt x="1627" y="3388"/>
                  <a:pt x="1629" y="3388"/>
                  <a:pt x="1630" y="3388"/>
                </a:cubicBezTo>
                <a:lnTo>
                  <a:pt x="1657" y="3391"/>
                </a:lnTo>
                <a:cubicBezTo>
                  <a:pt x="1657" y="3392"/>
                  <a:pt x="1657" y="3392"/>
                  <a:pt x="1657" y="3392"/>
                </a:cubicBezTo>
                <a:cubicBezTo>
                  <a:pt x="1658" y="3394"/>
                  <a:pt x="1660" y="3395"/>
                  <a:pt x="1662" y="3396"/>
                </a:cubicBezTo>
                <a:cubicBezTo>
                  <a:pt x="1664" y="3397"/>
                  <a:pt x="1666" y="3398"/>
                  <a:pt x="1668" y="3398"/>
                </a:cubicBezTo>
                <a:cubicBezTo>
                  <a:pt x="1670" y="3398"/>
                  <a:pt x="1672" y="3396"/>
                  <a:pt x="1674" y="3396"/>
                </a:cubicBezTo>
                <a:cubicBezTo>
                  <a:pt x="1675" y="3395"/>
                  <a:pt x="1676" y="3395"/>
                  <a:pt x="1677" y="3394"/>
                </a:cubicBezTo>
                <a:lnTo>
                  <a:pt x="1684" y="3394"/>
                </a:lnTo>
                <a:cubicBezTo>
                  <a:pt x="1737" y="3400"/>
                  <a:pt x="1790" y="3399"/>
                  <a:pt x="1843" y="3407"/>
                </a:cubicBezTo>
                <a:cubicBezTo>
                  <a:pt x="1908" y="3417"/>
                  <a:pt x="1976" y="3403"/>
                  <a:pt x="2042" y="3407"/>
                </a:cubicBezTo>
                <a:cubicBezTo>
                  <a:pt x="2117" y="3419"/>
                  <a:pt x="2193" y="3425"/>
                  <a:pt x="2269" y="3426"/>
                </a:cubicBezTo>
                <a:cubicBezTo>
                  <a:pt x="2301" y="3426"/>
                  <a:pt x="2333" y="3424"/>
                  <a:pt x="2366" y="3422"/>
                </a:cubicBezTo>
                <a:cubicBezTo>
                  <a:pt x="2369" y="3425"/>
                  <a:pt x="2376" y="3426"/>
                  <a:pt x="2379" y="3422"/>
                </a:cubicBezTo>
                <a:lnTo>
                  <a:pt x="2380" y="3421"/>
                </a:lnTo>
                <a:lnTo>
                  <a:pt x="2436" y="3418"/>
                </a:lnTo>
                <a:cubicBezTo>
                  <a:pt x="2448" y="3418"/>
                  <a:pt x="2459" y="3419"/>
                  <a:pt x="2470" y="3419"/>
                </a:cubicBezTo>
                <a:cubicBezTo>
                  <a:pt x="2515" y="3419"/>
                  <a:pt x="2576" y="3428"/>
                  <a:pt x="2620" y="3415"/>
                </a:cubicBezTo>
                <a:cubicBezTo>
                  <a:pt x="2663" y="3402"/>
                  <a:pt x="2721" y="3403"/>
                  <a:pt x="2769" y="3402"/>
                </a:cubicBezTo>
                <a:cubicBezTo>
                  <a:pt x="2824" y="3400"/>
                  <a:pt x="2879" y="3391"/>
                  <a:pt x="2934" y="3385"/>
                </a:cubicBezTo>
                <a:cubicBezTo>
                  <a:pt x="2972" y="3382"/>
                  <a:pt x="3010" y="3376"/>
                  <a:pt x="3048" y="3370"/>
                </a:cubicBezTo>
                <a:cubicBezTo>
                  <a:pt x="3048" y="3371"/>
                  <a:pt x="3049" y="3371"/>
                  <a:pt x="3050" y="3371"/>
                </a:cubicBezTo>
                <a:cubicBezTo>
                  <a:pt x="3050" y="3371"/>
                  <a:pt x="3051" y="3371"/>
                  <a:pt x="3051" y="3370"/>
                </a:cubicBezTo>
                <a:cubicBezTo>
                  <a:pt x="3104" y="3362"/>
                  <a:pt x="3156" y="3353"/>
                  <a:pt x="3209" y="3343"/>
                </a:cubicBezTo>
                <a:cubicBezTo>
                  <a:pt x="3273" y="3332"/>
                  <a:pt x="3335" y="3316"/>
                  <a:pt x="3398" y="3300"/>
                </a:cubicBezTo>
                <a:cubicBezTo>
                  <a:pt x="3427" y="3296"/>
                  <a:pt x="3456" y="3289"/>
                  <a:pt x="3484" y="3280"/>
                </a:cubicBezTo>
                <a:cubicBezTo>
                  <a:pt x="3514" y="3276"/>
                  <a:pt x="3545" y="3269"/>
                  <a:pt x="3574" y="3259"/>
                </a:cubicBezTo>
                <a:lnTo>
                  <a:pt x="3575" y="3259"/>
                </a:lnTo>
                <a:cubicBezTo>
                  <a:pt x="3614" y="3251"/>
                  <a:pt x="3668" y="3239"/>
                  <a:pt x="3700" y="3215"/>
                </a:cubicBezTo>
                <a:lnTo>
                  <a:pt x="3714" y="3210"/>
                </a:lnTo>
                <a:cubicBezTo>
                  <a:pt x="3715" y="3211"/>
                  <a:pt x="3714" y="3212"/>
                  <a:pt x="3715" y="3213"/>
                </a:cubicBezTo>
                <a:cubicBezTo>
                  <a:pt x="3716" y="3215"/>
                  <a:pt x="3719" y="3216"/>
                  <a:pt x="3721" y="3218"/>
                </a:cubicBezTo>
                <a:cubicBezTo>
                  <a:pt x="3723" y="3219"/>
                  <a:pt x="3726" y="3220"/>
                  <a:pt x="3728" y="3220"/>
                </a:cubicBezTo>
                <a:cubicBezTo>
                  <a:pt x="3730" y="3220"/>
                  <a:pt x="3731" y="3220"/>
                  <a:pt x="3733" y="3220"/>
                </a:cubicBezTo>
                <a:cubicBezTo>
                  <a:pt x="3747" y="3216"/>
                  <a:pt x="3761" y="3210"/>
                  <a:pt x="3774" y="3202"/>
                </a:cubicBezTo>
                <a:cubicBezTo>
                  <a:pt x="3776" y="3201"/>
                  <a:pt x="3778" y="3200"/>
                  <a:pt x="3780" y="3199"/>
                </a:cubicBezTo>
                <a:lnTo>
                  <a:pt x="3783" y="3197"/>
                </a:lnTo>
                <a:cubicBezTo>
                  <a:pt x="3784" y="3197"/>
                  <a:pt x="3784" y="3197"/>
                  <a:pt x="3784" y="3197"/>
                </a:cubicBezTo>
                <a:cubicBezTo>
                  <a:pt x="3794" y="3191"/>
                  <a:pt x="3805" y="3186"/>
                  <a:pt x="3816" y="3182"/>
                </a:cubicBezTo>
                <a:lnTo>
                  <a:pt x="3820" y="3182"/>
                </a:lnTo>
                <a:lnTo>
                  <a:pt x="3827" y="3180"/>
                </a:lnTo>
                <a:cubicBezTo>
                  <a:pt x="3832" y="3179"/>
                  <a:pt x="3836" y="3178"/>
                  <a:pt x="3841" y="3178"/>
                </a:cubicBezTo>
                <a:cubicBezTo>
                  <a:pt x="3847" y="3177"/>
                  <a:pt x="3853" y="3175"/>
                  <a:pt x="3859" y="3171"/>
                </a:cubicBezTo>
                <a:cubicBezTo>
                  <a:pt x="3861" y="3170"/>
                  <a:pt x="3864" y="3168"/>
                  <a:pt x="3866" y="3167"/>
                </a:cubicBezTo>
                <a:cubicBezTo>
                  <a:pt x="3908" y="3150"/>
                  <a:pt x="3950" y="3127"/>
                  <a:pt x="3990" y="3108"/>
                </a:cubicBezTo>
                <a:cubicBezTo>
                  <a:pt x="4020" y="3093"/>
                  <a:pt x="4050" y="3077"/>
                  <a:pt x="4080" y="3061"/>
                </a:cubicBezTo>
                <a:cubicBezTo>
                  <a:pt x="4082" y="3061"/>
                  <a:pt x="4083" y="3060"/>
                  <a:pt x="4085" y="3059"/>
                </a:cubicBezTo>
                <a:cubicBezTo>
                  <a:pt x="4086" y="3058"/>
                  <a:pt x="4087" y="3057"/>
                  <a:pt x="4088" y="3056"/>
                </a:cubicBezTo>
                <a:lnTo>
                  <a:pt x="4140" y="3027"/>
                </a:lnTo>
                <a:cubicBezTo>
                  <a:pt x="4141" y="3028"/>
                  <a:pt x="4141" y="3029"/>
                  <a:pt x="4143" y="3030"/>
                </a:cubicBezTo>
                <a:cubicBezTo>
                  <a:pt x="4146" y="3031"/>
                  <a:pt x="4149" y="3032"/>
                  <a:pt x="4152" y="3032"/>
                </a:cubicBezTo>
                <a:cubicBezTo>
                  <a:pt x="4155" y="3032"/>
                  <a:pt x="4158" y="3031"/>
                  <a:pt x="4160" y="3030"/>
                </a:cubicBezTo>
                <a:lnTo>
                  <a:pt x="4161" y="3030"/>
                </a:lnTo>
                <a:cubicBezTo>
                  <a:pt x="4169" y="3023"/>
                  <a:pt x="4175" y="3016"/>
                  <a:pt x="4180" y="3007"/>
                </a:cubicBezTo>
                <a:cubicBezTo>
                  <a:pt x="4181" y="3006"/>
                  <a:pt x="4181" y="3005"/>
                  <a:pt x="4182" y="3004"/>
                </a:cubicBezTo>
                <a:cubicBezTo>
                  <a:pt x="4191" y="3000"/>
                  <a:pt x="4200" y="2995"/>
                  <a:pt x="4209" y="2990"/>
                </a:cubicBezTo>
                <a:cubicBezTo>
                  <a:pt x="4216" y="2986"/>
                  <a:pt x="4222" y="2982"/>
                  <a:pt x="4229" y="2978"/>
                </a:cubicBezTo>
                <a:cubicBezTo>
                  <a:pt x="4259" y="2958"/>
                  <a:pt x="4294" y="2916"/>
                  <a:pt x="4326" y="2902"/>
                </a:cubicBezTo>
                <a:cubicBezTo>
                  <a:pt x="4343" y="2894"/>
                  <a:pt x="4359" y="2870"/>
                  <a:pt x="4372" y="2857"/>
                </a:cubicBezTo>
                <a:lnTo>
                  <a:pt x="4393" y="2835"/>
                </a:lnTo>
                <a:cubicBezTo>
                  <a:pt x="4395" y="2834"/>
                  <a:pt x="4396" y="2832"/>
                  <a:pt x="4397" y="2831"/>
                </a:cubicBezTo>
                <a:cubicBezTo>
                  <a:pt x="4408" y="2820"/>
                  <a:pt x="4420" y="2808"/>
                  <a:pt x="4431" y="2796"/>
                </a:cubicBezTo>
                <a:cubicBezTo>
                  <a:pt x="4432" y="2796"/>
                  <a:pt x="4433" y="2795"/>
                  <a:pt x="4434" y="2795"/>
                </a:cubicBezTo>
                <a:cubicBezTo>
                  <a:pt x="4436" y="2794"/>
                  <a:pt x="4437" y="2793"/>
                  <a:pt x="4438" y="2791"/>
                </a:cubicBezTo>
                <a:cubicBezTo>
                  <a:pt x="4438" y="2791"/>
                  <a:pt x="4438" y="2790"/>
                  <a:pt x="4439" y="2789"/>
                </a:cubicBezTo>
                <a:cubicBezTo>
                  <a:pt x="4439" y="2788"/>
                  <a:pt x="4441" y="2786"/>
                  <a:pt x="4442" y="2784"/>
                </a:cubicBezTo>
                <a:cubicBezTo>
                  <a:pt x="4458" y="2767"/>
                  <a:pt x="4473" y="2748"/>
                  <a:pt x="4486" y="2729"/>
                </a:cubicBezTo>
                <a:cubicBezTo>
                  <a:pt x="4492" y="2721"/>
                  <a:pt x="4498" y="2712"/>
                  <a:pt x="4503" y="2703"/>
                </a:cubicBezTo>
                <a:cubicBezTo>
                  <a:pt x="4523" y="2668"/>
                  <a:pt x="4537" y="2630"/>
                  <a:pt x="4545" y="2590"/>
                </a:cubicBezTo>
                <a:cubicBezTo>
                  <a:pt x="4548" y="2586"/>
                  <a:pt x="4551" y="2582"/>
                  <a:pt x="4553" y="2578"/>
                </a:cubicBezTo>
                <a:cubicBezTo>
                  <a:pt x="4553" y="2578"/>
                  <a:pt x="4554" y="2577"/>
                  <a:pt x="4554" y="2576"/>
                </a:cubicBezTo>
                <a:cubicBezTo>
                  <a:pt x="4574" y="2539"/>
                  <a:pt x="4552" y="2470"/>
                  <a:pt x="4546" y="2431"/>
                </a:cubicBezTo>
                <a:cubicBezTo>
                  <a:pt x="4539" y="2391"/>
                  <a:pt x="4503" y="2364"/>
                  <a:pt x="4479" y="2334"/>
                </a:cubicBezTo>
                <a:cubicBezTo>
                  <a:pt x="4439" y="2290"/>
                  <a:pt x="4394" y="2251"/>
                  <a:pt x="4344" y="2218"/>
                </a:cubicBezTo>
                <a:cubicBezTo>
                  <a:pt x="4300" y="2186"/>
                  <a:pt x="4254" y="2157"/>
                  <a:pt x="4211" y="2124"/>
                </a:cubicBezTo>
                <a:cubicBezTo>
                  <a:pt x="4206" y="2121"/>
                  <a:pt x="4201" y="2118"/>
                  <a:pt x="4196" y="2115"/>
                </a:cubicBezTo>
                <a:cubicBezTo>
                  <a:pt x="4164" y="2097"/>
                  <a:pt x="4130" y="2082"/>
                  <a:pt x="4094" y="2071"/>
                </a:cubicBezTo>
                <a:lnTo>
                  <a:pt x="4093" y="2071"/>
                </a:lnTo>
                <a:cubicBezTo>
                  <a:pt x="4079" y="2065"/>
                  <a:pt x="4066" y="2059"/>
                  <a:pt x="4052" y="2052"/>
                </a:cubicBezTo>
                <a:lnTo>
                  <a:pt x="4052" y="2051"/>
                </a:lnTo>
                <a:cubicBezTo>
                  <a:pt x="4050" y="2049"/>
                  <a:pt x="4049" y="2047"/>
                  <a:pt x="4047" y="2046"/>
                </a:cubicBezTo>
                <a:cubicBezTo>
                  <a:pt x="4046" y="2045"/>
                  <a:pt x="4044" y="2045"/>
                  <a:pt x="4043" y="2045"/>
                </a:cubicBezTo>
                <a:lnTo>
                  <a:pt x="4038" y="2045"/>
                </a:lnTo>
                <a:cubicBezTo>
                  <a:pt x="3979" y="2014"/>
                  <a:pt x="3916" y="1993"/>
                  <a:pt x="3850" y="1984"/>
                </a:cubicBezTo>
                <a:cubicBezTo>
                  <a:pt x="3834" y="1982"/>
                  <a:pt x="3819" y="1980"/>
                  <a:pt x="3803" y="1978"/>
                </a:cubicBezTo>
                <a:cubicBezTo>
                  <a:pt x="3758" y="1963"/>
                  <a:pt x="3712" y="1949"/>
                  <a:pt x="3666" y="1939"/>
                </a:cubicBezTo>
                <a:cubicBezTo>
                  <a:pt x="3619" y="1928"/>
                  <a:pt x="3575" y="1929"/>
                  <a:pt x="3531" y="1917"/>
                </a:cubicBezTo>
                <a:cubicBezTo>
                  <a:pt x="3478" y="1903"/>
                  <a:pt x="3426" y="1896"/>
                  <a:pt x="3373" y="1884"/>
                </a:cubicBezTo>
                <a:cubicBezTo>
                  <a:pt x="3311" y="1870"/>
                  <a:pt x="3248" y="1844"/>
                  <a:pt x="3185" y="1835"/>
                </a:cubicBezTo>
                <a:cubicBezTo>
                  <a:pt x="3084" y="1821"/>
                  <a:pt x="2975" y="1800"/>
                  <a:pt x="2872" y="1799"/>
                </a:cubicBezTo>
                <a:cubicBezTo>
                  <a:pt x="2837" y="1799"/>
                  <a:pt x="2801" y="1791"/>
                  <a:pt x="2766" y="1788"/>
                </a:cubicBezTo>
                <a:cubicBezTo>
                  <a:pt x="2721" y="1783"/>
                  <a:pt x="2667" y="1795"/>
                  <a:pt x="2621" y="1788"/>
                </a:cubicBezTo>
                <a:cubicBezTo>
                  <a:pt x="2611" y="1779"/>
                  <a:pt x="2600" y="1770"/>
                  <a:pt x="2589" y="1764"/>
                </a:cubicBezTo>
                <a:cubicBezTo>
                  <a:pt x="2586" y="1762"/>
                  <a:pt x="2583" y="1761"/>
                  <a:pt x="2580" y="1760"/>
                </a:cubicBezTo>
                <a:cubicBezTo>
                  <a:pt x="2569" y="1754"/>
                  <a:pt x="2557" y="1749"/>
                  <a:pt x="2547" y="1745"/>
                </a:cubicBezTo>
                <a:cubicBezTo>
                  <a:pt x="2575" y="1751"/>
                  <a:pt x="2604" y="1755"/>
                  <a:pt x="2633" y="1755"/>
                </a:cubicBezTo>
                <a:cubicBezTo>
                  <a:pt x="2706" y="1751"/>
                  <a:pt x="2785" y="1762"/>
                  <a:pt x="2858" y="1766"/>
                </a:cubicBezTo>
                <a:cubicBezTo>
                  <a:pt x="2915" y="1768"/>
                  <a:pt x="2973" y="1773"/>
                  <a:pt x="3030" y="1781"/>
                </a:cubicBezTo>
                <a:cubicBezTo>
                  <a:pt x="3079" y="1790"/>
                  <a:pt x="3133" y="1813"/>
                  <a:pt x="3184" y="1810"/>
                </a:cubicBezTo>
                <a:cubicBezTo>
                  <a:pt x="3214" y="1809"/>
                  <a:pt x="3246" y="1822"/>
                  <a:pt x="3276" y="1824"/>
                </a:cubicBezTo>
                <a:cubicBezTo>
                  <a:pt x="3313" y="1826"/>
                  <a:pt x="3350" y="1827"/>
                  <a:pt x="3387" y="1830"/>
                </a:cubicBezTo>
                <a:cubicBezTo>
                  <a:pt x="3445" y="1838"/>
                  <a:pt x="3502" y="1851"/>
                  <a:pt x="3558" y="1868"/>
                </a:cubicBezTo>
                <a:cubicBezTo>
                  <a:pt x="3622" y="1884"/>
                  <a:pt x="3698" y="1890"/>
                  <a:pt x="3757" y="1919"/>
                </a:cubicBezTo>
                <a:cubicBezTo>
                  <a:pt x="3781" y="1931"/>
                  <a:pt x="3812" y="1932"/>
                  <a:pt x="3837" y="1941"/>
                </a:cubicBezTo>
                <a:cubicBezTo>
                  <a:pt x="3839" y="1941"/>
                  <a:pt x="3883" y="1955"/>
                  <a:pt x="3912" y="1963"/>
                </a:cubicBezTo>
                <a:cubicBezTo>
                  <a:pt x="3912" y="1964"/>
                  <a:pt x="3912" y="1965"/>
                  <a:pt x="3913" y="1967"/>
                </a:cubicBezTo>
                <a:cubicBezTo>
                  <a:pt x="3914" y="1967"/>
                  <a:pt x="3914" y="1968"/>
                  <a:pt x="3914" y="1968"/>
                </a:cubicBezTo>
                <a:cubicBezTo>
                  <a:pt x="3916" y="1971"/>
                  <a:pt x="3918" y="1973"/>
                  <a:pt x="3920" y="1974"/>
                </a:cubicBezTo>
                <a:cubicBezTo>
                  <a:pt x="3922" y="1975"/>
                  <a:pt x="3924" y="1976"/>
                  <a:pt x="3927" y="1976"/>
                </a:cubicBezTo>
                <a:cubicBezTo>
                  <a:pt x="3929" y="1976"/>
                  <a:pt x="3933" y="1975"/>
                  <a:pt x="3935" y="1974"/>
                </a:cubicBezTo>
                <a:cubicBezTo>
                  <a:pt x="3937" y="1973"/>
                  <a:pt x="3939" y="1971"/>
                  <a:pt x="3940" y="1970"/>
                </a:cubicBezTo>
                <a:cubicBezTo>
                  <a:pt x="3940" y="1970"/>
                  <a:pt x="3940" y="1971"/>
                  <a:pt x="3941" y="1972"/>
                </a:cubicBezTo>
                <a:cubicBezTo>
                  <a:pt x="3942" y="1973"/>
                  <a:pt x="3942" y="1974"/>
                  <a:pt x="3944" y="1975"/>
                </a:cubicBezTo>
                <a:cubicBezTo>
                  <a:pt x="3945" y="1975"/>
                  <a:pt x="3947" y="1977"/>
                  <a:pt x="3949" y="1977"/>
                </a:cubicBezTo>
                <a:cubicBezTo>
                  <a:pt x="3951" y="1977"/>
                  <a:pt x="3952" y="1975"/>
                  <a:pt x="3954" y="1975"/>
                </a:cubicBezTo>
                <a:cubicBezTo>
                  <a:pt x="3955" y="1974"/>
                  <a:pt x="3956" y="1973"/>
                  <a:pt x="3957" y="1972"/>
                </a:cubicBezTo>
                <a:cubicBezTo>
                  <a:pt x="3958" y="1971"/>
                  <a:pt x="3958" y="1970"/>
                  <a:pt x="3958" y="1970"/>
                </a:cubicBezTo>
                <a:cubicBezTo>
                  <a:pt x="3993" y="1986"/>
                  <a:pt x="4028" y="2007"/>
                  <a:pt x="4061" y="2024"/>
                </a:cubicBezTo>
                <a:cubicBezTo>
                  <a:pt x="4118" y="2052"/>
                  <a:pt x="4180" y="2073"/>
                  <a:pt x="4239" y="2098"/>
                </a:cubicBezTo>
                <a:cubicBezTo>
                  <a:pt x="4262" y="2109"/>
                  <a:pt x="4284" y="2120"/>
                  <a:pt x="4306" y="2133"/>
                </a:cubicBezTo>
                <a:cubicBezTo>
                  <a:pt x="4340" y="2153"/>
                  <a:pt x="4374" y="2175"/>
                  <a:pt x="4405" y="2199"/>
                </a:cubicBezTo>
                <a:cubicBezTo>
                  <a:pt x="4412" y="2205"/>
                  <a:pt x="4419" y="2210"/>
                  <a:pt x="4426" y="2216"/>
                </a:cubicBezTo>
                <a:cubicBezTo>
                  <a:pt x="4452" y="2244"/>
                  <a:pt x="4475" y="2275"/>
                  <a:pt x="4499" y="2304"/>
                </a:cubicBezTo>
                <a:cubicBezTo>
                  <a:pt x="4517" y="2327"/>
                  <a:pt x="4533" y="2350"/>
                  <a:pt x="4548" y="2375"/>
                </a:cubicBezTo>
                <a:cubicBezTo>
                  <a:pt x="4559" y="2391"/>
                  <a:pt x="4575" y="2407"/>
                  <a:pt x="4585" y="2425"/>
                </a:cubicBezTo>
                <a:cubicBezTo>
                  <a:pt x="4599" y="2469"/>
                  <a:pt x="4606" y="2514"/>
                  <a:pt x="4606" y="2559"/>
                </a:cubicBezTo>
                <a:cubicBezTo>
                  <a:pt x="4606" y="2571"/>
                  <a:pt x="4605" y="2583"/>
                  <a:pt x="4604" y="2595"/>
                </a:cubicBezTo>
                <a:lnTo>
                  <a:pt x="4604" y="2594"/>
                </a:lnTo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contexte</a:t>
            </a:r>
            <a:endParaRPr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0" name="Google Shape;3780;p37"/>
          <p:cNvSpPr txBox="1">
            <a:spLocks noGrp="1"/>
          </p:cNvSpPr>
          <p:nvPr>
            <p:ph type="subTitle" idx="1"/>
          </p:nvPr>
        </p:nvSpPr>
        <p:spPr>
          <a:xfrm>
            <a:off x="4572000" y="1843913"/>
            <a:ext cx="3492600" cy="768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Il faut environ 1,6 kg d'aliment pour produire 1 kg de poulet, contre près de 8kg pour le bœuf). Cela rend le poulet extrêmement compétitif.</a:t>
            </a:r>
            <a:endParaRPr dirty="0"/>
          </a:p>
        </p:txBody>
      </p:sp>
      <p:sp>
        <p:nvSpPr>
          <p:cNvPr id="3781" name="Google Shape;3781;p37"/>
          <p:cNvSpPr txBox="1">
            <a:spLocks noGrp="1"/>
          </p:cNvSpPr>
          <p:nvPr>
            <p:ph type="title"/>
          </p:nvPr>
        </p:nvSpPr>
        <p:spPr>
          <a:xfrm>
            <a:off x="713213" y="1843914"/>
            <a:ext cx="34926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/>
              <a:t>Le meilleur rapport qualité/prix en protéines</a:t>
            </a:r>
            <a:endParaRPr sz="1800" dirty="0"/>
          </a:p>
        </p:txBody>
      </p:sp>
      <p:sp>
        <p:nvSpPr>
          <p:cNvPr id="3782" name="Google Shape;3782;p37"/>
          <p:cNvSpPr txBox="1">
            <a:spLocks noGrp="1"/>
          </p:cNvSpPr>
          <p:nvPr>
            <p:ph type="title" idx="2"/>
          </p:nvPr>
        </p:nvSpPr>
        <p:spPr>
          <a:xfrm>
            <a:off x="713213" y="897395"/>
            <a:ext cx="34926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/>
              <a:t>Universel et sans tabou religieux</a:t>
            </a:r>
            <a:endParaRPr sz="2000" dirty="0"/>
          </a:p>
        </p:txBody>
      </p:sp>
      <p:sp>
        <p:nvSpPr>
          <p:cNvPr id="3783" name="Google Shape;3783;p37"/>
          <p:cNvSpPr txBox="1">
            <a:spLocks noGrp="1"/>
          </p:cNvSpPr>
          <p:nvPr>
            <p:ph type="subTitle" idx="3"/>
          </p:nvPr>
        </p:nvSpPr>
        <p:spPr>
          <a:xfrm>
            <a:off x="4572000" y="897394"/>
            <a:ext cx="3492600" cy="768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Contrairement au porc ou au bœuf, le poulet n'est soumis à presque aucun interdit religieux.</a:t>
            </a:r>
            <a:endParaRPr dirty="0"/>
          </a:p>
        </p:txBody>
      </p:sp>
      <p:sp>
        <p:nvSpPr>
          <p:cNvPr id="3784" name="Google Shape;3784;p37"/>
          <p:cNvSpPr txBox="1">
            <a:spLocks noGrp="1"/>
          </p:cNvSpPr>
          <p:nvPr>
            <p:ph type="title" idx="4"/>
          </p:nvPr>
        </p:nvSpPr>
        <p:spPr>
          <a:xfrm>
            <a:off x="713213" y="2749501"/>
            <a:ext cx="34926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/>
              <a:t>Une image positive.</a:t>
            </a:r>
            <a:endParaRPr sz="2000" dirty="0"/>
          </a:p>
        </p:txBody>
      </p:sp>
      <p:grpSp>
        <p:nvGrpSpPr>
          <p:cNvPr id="3786" name="Google Shape;3786;p37"/>
          <p:cNvGrpSpPr/>
          <p:nvPr/>
        </p:nvGrpSpPr>
        <p:grpSpPr>
          <a:xfrm>
            <a:off x="6143018" y="3518401"/>
            <a:ext cx="1309337" cy="1938454"/>
            <a:chOff x="19286235" y="1778760"/>
            <a:chExt cx="1137960" cy="1684440"/>
          </a:xfrm>
        </p:grpSpPr>
        <p:sp>
          <p:nvSpPr>
            <p:cNvPr id="3787" name="Google Shape;3787;p37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8" name="Google Shape;3788;p37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9" name="Google Shape;3789;p37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3790;p37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3791;p37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2" name="Google Shape;3792;p37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3" name="Google Shape;3793;p37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3794;p37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3795;p37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3796;p37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3797;p37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3798;p37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9" name="Google Shape;3799;p37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0" name="Google Shape;3800;p37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3801;p37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3802;p37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3" name="Google Shape;3803;p37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37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37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37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37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37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37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37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37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37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37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37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37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37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37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37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37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37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37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37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37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4" name="Google Shape;3824;p37"/>
          <p:cNvGrpSpPr/>
          <p:nvPr/>
        </p:nvGrpSpPr>
        <p:grpSpPr>
          <a:xfrm>
            <a:off x="7746910" y="3160683"/>
            <a:ext cx="3560731" cy="3376801"/>
            <a:chOff x="7855920" y="2772000"/>
            <a:chExt cx="2108880" cy="2503800"/>
          </a:xfrm>
        </p:grpSpPr>
        <p:sp>
          <p:nvSpPr>
            <p:cNvPr id="3825" name="Google Shape;3825;p37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37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37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37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37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37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37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37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37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37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37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37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37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37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37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37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37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37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37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37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37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37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37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37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37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37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37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37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37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37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37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37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37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37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37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37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37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37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37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37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37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37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37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37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37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37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37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37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37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37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37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37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37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37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37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37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37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37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37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37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37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37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37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37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37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37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37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37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37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37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37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37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37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37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37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37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37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37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37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37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37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37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37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37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37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37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37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37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37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37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37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37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37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37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37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37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37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37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37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37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37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37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37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37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37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37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37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37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37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37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37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37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37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37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37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37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37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37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37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37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37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37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37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37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37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37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37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37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37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37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3955;p37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3956;p37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3957;p37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3958;p37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3959;p37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3960;p37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3961;p37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37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37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37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37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3966;p37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3967;p37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37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37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37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37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37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37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37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37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37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37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37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37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37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37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37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37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37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37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37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37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37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37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37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37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37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37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37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37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37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37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37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37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37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37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37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37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37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37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37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37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37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Sous-titre 4">
            <a:extLst>
              <a:ext uri="{FF2B5EF4-FFF2-40B4-BE49-F238E27FC236}">
                <a16:creationId xmlns:a16="http://schemas.microsoft.com/office/drawing/2014/main" id="{0F776D83-219C-D36B-B9AA-D0D71542B599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4572000" y="2749500"/>
            <a:ext cx="3492600" cy="768900"/>
          </a:xfrm>
        </p:spPr>
        <p:txBody>
          <a:bodyPr/>
          <a:lstStyle/>
          <a:p>
            <a:pPr marL="0" indent="0"/>
            <a:r>
              <a:rPr lang="fr-FR" dirty="0"/>
              <a:t>C’est une viande blanche appréciée des consommateurs attentifs à leur alimentation mais aussi de ceux qui se soucient de la planète.</a:t>
            </a:r>
          </a:p>
        </p:txBody>
      </p:sp>
    </p:spTree>
    <p:extLst>
      <p:ext uri="{BB962C8B-B14F-4D97-AF65-F5344CB8AC3E}">
        <p14:creationId xmlns:p14="http://schemas.microsoft.com/office/powerpoint/2010/main" val="4225042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p31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3292800" cy="102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400" dirty="0"/>
              <a:t>Qui est La poule qui chante ? </a:t>
            </a:r>
            <a:endParaRPr sz="2400" dirty="0"/>
          </a:p>
        </p:txBody>
      </p:sp>
      <p:sp>
        <p:nvSpPr>
          <p:cNvPr id="2139" name="Google Shape;2139;p31"/>
          <p:cNvSpPr txBox="1">
            <a:spLocks noGrp="1"/>
          </p:cNvSpPr>
          <p:nvPr>
            <p:ph type="subTitle" idx="1"/>
          </p:nvPr>
        </p:nvSpPr>
        <p:spPr>
          <a:xfrm>
            <a:off x="713325" y="1765100"/>
            <a:ext cx="3292800" cy="28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-FR" dirty="0"/>
              <a:t>La poule qui chante, une entreprise française d’agroalimentaire. Son activité principale est l’élevage et la vente de poulets sous le label “Poulet Agriculture Biologique”. 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-FR" b="0" dirty="0">
                <a:effectLst/>
              </a:rPr>
              <a:t>Son activité actuelle est franco-française l’entreprise souhaite évaluer la possibilité de se développer à l'international.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fr-FR" dirty="0"/>
          </a:p>
        </p:txBody>
      </p:sp>
      <p:pic>
        <p:nvPicPr>
          <p:cNvPr id="2140" name="Google Shape;2140;p3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75" t="10381" r="8534" b="11150"/>
          <a:stretch/>
        </p:blipFill>
        <p:spPr>
          <a:xfrm flipH="1">
            <a:off x="6244174" y="539500"/>
            <a:ext cx="2899826" cy="4064502"/>
          </a:xfrm>
          <a:prstGeom prst="rect">
            <a:avLst/>
          </a:prstGeom>
        </p:spPr>
      </p:pic>
      <p:sp>
        <p:nvSpPr>
          <p:cNvPr id="2141" name="Google Shape;2141;p31"/>
          <p:cNvSpPr/>
          <p:nvPr/>
        </p:nvSpPr>
        <p:spPr>
          <a:xfrm flipH="1">
            <a:off x="4341026" y="3205276"/>
            <a:ext cx="1568245" cy="2155078"/>
          </a:xfrm>
          <a:custGeom>
            <a:avLst/>
            <a:gdLst/>
            <a:ahLst/>
            <a:cxnLst/>
            <a:rect l="l" t="t" r="r" b="b"/>
            <a:pathLst>
              <a:path w="4632" h="6365" extrusionOk="0">
                <a:moveTo>
                  <a:pt x="4619" y="2457"/>
                </a:moveTo>
                <a:cubicBezTo>
                  <a:pt x="4617" y="2442"/>
                  <a:pt x="4613" y="2428"/>
                  <a:pt x="4606" y="2416"/>
                </a:cubicBezTo>
                <a:cubicBezTo>
                  <a:pt x="4602" y="2409"/>
                  <a:pt x="4597" y="2402"/>
                  <a:pt x="4591" y="2396"/>
                </a:cubicBezTo>
                <a:cubicBezTo>
                  <a:pt x="4585" y="2382"/>
                  <a:pt x="4577" y="2369"/>
                  <a:pt x="4570" y="2356"/>
                </a:cubicBezTo>
                <a:cubicBezTo>
                  <a:pt x="4550" y="2322"/>
                  <a:pt x="4527" y="2291"/>
                  <a:pt x="4499" y="2263"/>
                </a:cubicBezTo>
                <a:cubicBezTo>
                  <a:pt x="4460" y="2220"/>
                  <a:pt x="4412" y="2162"/>
                  <a:pt x="4356" y="2143"/>
                </a:cubicBezTo>
                <a:cubicBezTo>
                  <a:pt x="4355" y="2143"/>
                  <a:pt x="4355" y="2143"/>
                  <a:pt x="4354" y="2143"/>
                </a:cubicBezTo>
                <a:cubicBezTo>
                  <a:pt x="4353" y="2143"/>
                  <a:pt x="4353" y="2143"/>
                  <a:pt x="4352" y="2143"/>
                </a:cubicBezTo>
                <a:lnTo>
                  <a:pt x="4327" y="2124"/>
                </a:lnTo>
                <a:cubicBezTo>
                  <a:pt x="4259" y="2070"/>
                  <a:pt x="4170" y="2041"/>
                  <a:pt x="4091" y="2009"/>
                </a:cubicBezTo>
                <a:cubicBezTo>
                  <a:pt x="4045" y="1991"/>
                  <a:pt x="3996" y="1950"/>
                  <a:pt x="3945" y="1946"/>
                </a:cubicBezTo>
                <a:cubicBezTo>
                  <a:pt x="3944" y="1939"/>
                  <a:pt x="3943" y="1931"/>
                  <a:pt x="3943" y="1924"/>
                </a:cubicBezTo>
                <a:cubicBezTo>
                  <a:pt x="3943" y="1916"/>
                  <a:pt x="3944" y="1909"/>
                  <a:pt x="3945" y="1901"/>
                </a:cubicBezTo>
                <a:cubicBezTo>
                  <a:pt x="3943" y="1877"/>
                  <a:pt x="3939" y="1852"/>
                  <a:pt x="3933" y="1828"/>
                </a:cubicBezTo>
                <a:cubicBezTo>
                  <a:pt x="3924" y="1785"/>
                  <a:pt x="3909" y="1744"/>
                  <a:pt x="3889" y="1706"/>
                </a:cubicBezTo>
                <a:cubicBezTo>
                  <a:pt x="3887" y="1701"/>
                  <a:pt x="3884" y="1697"/>
                  <a:pt x="3882" y="1693"/>
                </a:cubicBezTo>
                <a:cubicBezTo>
                  <a:pt x="3872" y="1677"/>
                  <a:pt x="3862" y="1661"/>
                  <a:pt x="3850" y="1647"/>
                </a:cubicBezTo>
                <a:cubicBezTo>
                  <a:pt x="3851" y="1645"/>
                  <a:pt x="3853" y="1642"/>
                  <a:pt x="3854" y="1640"/>
                </a:cubicBezTo>
                <a:cubicBezTo>
                  <a:pt x="3857" y="1635"/>
                  <a:pt x="3859" y="1629"/>
                  <a:pt x="3861" y="1624"/>
                </a:cubicBezTo>
                <a:cubicBezTo>
                  <a:pt x="3868" y="1617"/>
                  <a:pt x="3873" y="1610"/>
                  <a:pt x="3878" y="1602"/>
                </a:cubicBezTo>
                <a:cubicBezTo>
                  <a:pt x="3893" y="1576"/>
                  <a:pt x="3883" y="1531"/>
                  <a:pt x="3876" y="1498"/>
                </a:cubicBezTo>
                <a:cubicBezTo>
                  <a:pt x="3875" y="1460"/>
                  <a:pt x="3866" y="1423"/>
                  <a:pt x="3848" y="1390"/>
                </a:cubicBezTo>
                <a:cubicBezTo>
                  <a:pt x="3834" y="1360"/>
                  <a:pt x="3815" y="1313"/>
                  <a:pt x="3792" y="1289"/>
                </a:cubicBezTo>
                <a:cubicBezTo>
                  <a:pt x="3765" y="1261"/>
                  <a:pt x="3728" y="1220"/>
                  <a:pt x="3683" y="1241"/>
                </a:cubicBezTo>
                <a:cubicBezTo>
                  <a:pt x="3683" y="1242"/>
                  <a:pt x="3683" y="1242"/>
                  <a:pt x="3682" y="1242"/>
                </a:cubicBezTo>
                <a:cubicBezTo>
                  <a:pt x="3680" y="1243"/>
                  <a:pt x="3678" y="1245"/>
                  <a:pt x="3676" y="1247"/>
                </a:cubicBezTo>
                <a:cubicBezTo>
                  <a:pt x="3676" y="1242"/>
                  <a:pt x="3676" y="1236"/>
                  <a:pt x="3676" y="1231"/>
                </a:cubicBezTo>
                <a:cubicBezTo>
                  <a:pt x="3676" y="1177"/>
                  <a:pt x="3669" y="1123"/>
                  <a:pt x="3656" y="1070"/>
                </a:cubicBezTo>
                <a:cubicBezTo>
                  <a:pt x="3608" y="902"/>
                  <a:pt x="3594" y="710"/>
                  <a:pt x="3499" y="559"/>
                </a:cubicBezTo>
                <a:cubicBezTo>
                  <a:pt x="3491" y="542"/>
                  <a:pt x="3484" y="524"/>
                  <a:pt x="3478" y="506"/>
                </a:cubicBezTo>
                <a:cubicBezTo>
                  <a:pt x="3468" y="468"/>
                  <a:pt x="3425" y="424"/>
                  <a:pt x="3404" y="391"/>
                </a:cubicBezTo>
                <a:cubicBezTo>
                  <a:pt x="3358" y="321"/>
                  <a:pt x="3303" y="258"/>
                  <a:pt x="3240" y="204"/>
                </a:cubicBezTo>
                <a:cubicBezTo>
                  <a:pt x="3183" y="152"/>
                  <a:pt x="3108" y="126"/>
                  <a:pt x="3043" y="89"/>
                </a:cubicBezTo>
                <a:cubicBezTo>
                  <a:pt x="3040" y="87"/>
                  <a:pt x="3037" y="85"/>
                  <a:pt x="3034" y="84"/>
                </a:cubicBezTo>
                <a:cubicBezTo>
                  <a:pt x="3007" y="68"/>
                  <a:pt x="2978" y="55"/>
                  <a:pt x="2948" y="45"/>
                </a:cubicBezTo>
                <a:cubicBezTo>
                  <a:pt x="2933" y="40"/>
                  <a:pt x="2917" y="36"/>
                  <a:pt x="2901" y="31"/>
                </a:cubicBezTo>
                <a:lnTo>
                  <a:pt x="2895" y="30"/>
                </a:lnTo>
                <a:cubicBezTo>
                  <a:pt x="2818" y="10"/>
                  <a:pt x="2739" y="0"/>
                  <a:pt x="2660" y="0"/>
                </a:cubicBezTo>
                <a:cubicBezTo>
                  <a:pt x="2650" y="0"/>
                  <a:pt x="2641" y="0"/>
                  <a:pt x="2631" y="0"/>
                </a:cubicBezTo>
                <a:cubicBezTo>
                  <a:pt x="2552" y="2"/>
                  <a:pt x="2471" y="23"/>
                  <a:pt x="2395" y="39"/>
                </a:cubicBezTo>
                <a:cubicBezTo>
                  <a:pt x="2295" y="59"/>
                  <a:pt x="2203" y="111"/>
                  <a:pt x="2103" y="135"/>
                </a:cubicBezTo>
                <a:cubicBezTo>
                  <a:pt x="2055" y="148"/>
                  <a:pt x="2008" y="168"/>
                  <a:pt x="1964" y="193"/>
                </a:cubicBezTo>
                <a:cubicBezTo>
                  <a:pt x="1940" y="207"/>
                  <a:pt x="1917" y="222"/>
                  <a:pt x="1895" y="240"/>
                </a:cubicBezTo>
                <a:lnTo>
                  <a:pt x="1890" y="242"/>
                </a:lnTo>
                <a:cubicBezTo>
                  <a:pt x="1890" y="242"/>
                  <a:pt x="1890" y="243"/>
                  <a:pt x="1890" y="244"/>
                </a:cubicBezTo>
                <a:cubicBezTo>
                  <a:pt x="1844" y="277"/>
                  <a:pt x="1801" y="312"/>
                  <a:pt x="1755" y="345"/>
                </a:cubicBezTo>
                <a:lnTo>
                  <a:pt x="1746" y="352"/>
                </a:lnTo>
                <a:cubicBezTo>
                  <a:pt x="1751" y="347"/>
                  <a:pt x="1756" y="342"/>
                  <a:pt x="1761" y="337"/>
                </a:cubicBezTo>
                <a:cubicBezTo>
                  <a:pt x="1761" y="337"/>
                  <a:pt x="1761" y="335"/>
                  <a:pt x="1761" y="336"/>
                </a:cubicBezTo>
                <a:lnTo>
                  <a:pt x="1724" y="368"/>
                </a:lnTo>
                <a:cubicBezTo>
                  <a:pt x="1686" y="396"/>
                  <a:pt x="1649" y="425"/>
                  <a:pt x="1615" y="456"/>
                </a:cubicBezTo>
                <a:cubicBezTo>
                  <a:pt x="1594" y="475"/>
                  <a:pt x="1575" y="495"/>
                  <a:pt x="1558" y="516"/>
                </a:cubicBezTo>
                <a:cubicBezTo>
                  <a:pt x="1544" y="528"/>
                  <a:pt x="1531" y="540"/>
                  <a:pt x="1518" y="553"/>
                </a:cubicBezTo>
                <a:cubicBezTo>
                  <a:pt x="1476" y="595"/>
                  <a:pt x="1440" y="642"/>
                  <a:pt x="1410" y="693"/>
                </a:cubicBezTo>
                <a:cubicBezTo>
                  <a:pt x="1379" y="730"/>
                  <a:pt x="1350" y="767"/>
                  <a:pt x="1323" y="807"/>
                </a:cubicBezTo>
                <a:cubicBezTo>
                  <a:pt x="1287" y="858"/>
                  <a:pt x="1253" y="913"/>
                  <a:pt x="1214" y="963"/>
                </a:cubicBezTo>
                <a:cubicBezTo>
                  <a:pt x="1206" y="973"/>
                  <a:pt x="1199" y="984"/>
                  <a:pt x="1192" y="995"/>
                </a:cubicBezTo>
                <a:cubicBezTo>
                  <a:pt x="1186" y="1005"/>
                  <a:pt x="1181" y="1016"/>
                  <a:pt x="1176" y="1026"/>
                </a:cubicBezTo>
                <a:cubicBezTo>
                  <a:pt x="1170" y="1035"/>
                  <a:pt x="1165" y="1044"/>
                  <a:pt x="1159" y="1053"/>
                </a:cubicBezTo>
                <a:cubicBezTo>
                  <a:pt x="1138" y="1085"/>
                  <a:pt x="1118" y="1118"/>
                  <a:pt x="1099" y="1151"/>
                </a:cubicBezTo>
                <a:cubicBezTo>
                  <a:pt x="1061" y="1216"/>
                  <a:pt x="1028" y="1283"/>
                  <a:pt x="999" y="1353"/>
                </a:cubicBezTo>
                <a:cubicBezTo>
                  <a:pt x="958" y="1434"/>
                  <a:pt x="918" y="1516"/>
                  <a:pt x="876" y="1598"/>
                </a:cubicBezTo>
                <a:cubicBezTo>
                  <a:pt x="827" y="1694"/>
                  <a:pt x="801" y="1797"/>
                  <a:pt x="776" y="1900"/>
                </a:cubicBezTo>
                <a:cubicBezTo>
                  <a:pt x="769" y="1902"/>
                  <a:pt x="763" y="1904"/>
                  <a:pt x="756" y="1907"/>
                </a:cubicBezTo>
                <a:cubicBezTo>
                  <a:pt x="608" y="1955"/>
                  <a:pt x="464" y="2018"/>
                  <a:pt x="329" y="2096"/>
                </a:cubicBezTo>
                <a:cubicBezTo>
                  <a:pt x="323" y="2100"/>
                  <a:pt x="317" y="2103"/>
                  <a:pt x="311" y="2107"/>
                </a:cubicBezTo>
                <a:cubicBezTo>
                  <a:pt x="229" y="2157"/>
                  <a:pt x="155" y="2217"/>
                  <a:pt x="89" y="2286"/>
                </a:cubicBezTo>
                <a:cubicBezTo>
                  <a:pt x="50" y="2326"/>
                  <a:pt x="14" y="2415"/>
                  <a:pt x="12" y="2484"/>
                </a:cubicBezTo>
                <a:cubicBezTo>
                  <a:pt x="4" y="2512"/>
                  <a:pt x="0" y="2540"/>
                  <a:pt x="0" y="2569"/>
                </a:cubicBezTo>
                <a:cubicBezTo>
                  <a:pt x="0" y="2580"/>
                  <a:pt x="0" y="2591"/>
                  <a:pt x="1" y="2602"/>
                </a:cubicBezTo>
                <a:cubicBezTo>
                  <a:pt x="13" y="2662"/>
                  <a:pt x="49" y="2715"/>
                  <a:pt x="71" y="2771"/>
                </a:cubicBezTo>
                <a:cubicBezTo>
                  <a:pt x="78" y="2790"/>
                  <a:pt x="87" y="2808"/>
                  <a:pt x="97" y="2825"/>
                </a:cubicBezTo>
                <a:cubicBezTo>
                  <a:pt x="106" y="2840"/>
                  <a:pt x="116" y="2855"/>
                  <a:pt x="127" y="2869"/>
                </a:cubicBezTo>
                <a:cubicBezTo>
                  <a:pt x="126" y="2870"/>
                  <a:pt x="125" y="2871"/>
                  <a:pt x="124" y="2872"/>
                </a:cubicBezTo>
                <a:cubicBezTo>
                  <a:pt x="123" y="2873"/>
                  <a:pt x="123" y="2875"/>
                  <a:pt x="123" y="2876"/>
                </a:cubicBezTo>
                <a:cubicBezTo>
                  <a:pt x="123" y="2877"/>
                  <a:pt x="123" y="2878"/>
                  <a:pt x="124" y="2879"/>
                </a:cubicBezTo>
                <a:cubicBezTo>
                  <a:pt x="143" y="2925"/>
                  <a:pt x="143" y="2974"/>
                  <a:pt x="164" y="3019"/>
                </a:cubicBezTo>
                <a:cubicBezTo>
                  <a:pt x="192" y="3076"/>
                  <a:pt x="204" y="3141"/>
                  <a:pt x="218" y="3203"/>
                </a:cubicBezTo>
                <a:cubicBezTo>
                  <a:pt x="239" y="3298"/>
                  <a:pt x="265" y="3393"/>
                  <a:pt x="295" y="3485"/>
                </a:cubicBezTo>
                <a:cubicBezTo>
                  <a:pt x="372" y="3708"/>
                  <a:pt x="426" y="3938"/>
                  <a:pt x="489" y="4165"/>
                </a:cubicBezTo>
                <a:cubicBezTo>
                  <a:pt x="520" y="4276"/>
                  <a:pt x="544" y="4389"/>
                  <a:pt x="579" y="4499"/>
                </a:cubicBezTo>
                <a:cubicBezTo>
                  <a:pt x="613" y="4609"/>
                  <a:pt x="648" y="4723"/>
                  <a:pt x="679" y="4836"/>
                </a:cubicBezTo>
                <a:cubicBezTo>
                  <a:pt x="696" y="4898"/>
                  <a:pt x="720" y="4957"/>
                  <a:pt x="734" y="5019"/>
                </a:cubicBezTo>
                <a:cubicBezTo>
                  <a:pt x="746" y="5078"/>
                  <a:pt x="763" y="5136"/>
                  <a:pt x="784" y="5192"/>
                </a:cubicBezTo>
                <a:cubicBezTo>
                  <a:pt x="789" y="5205"/>
                  <a:pt x="795" y="5218"/>
                  <a:pt x="801" y="5232"/>
                </a:cubicBezTo>
                <a:cubicBezTo>
                  <a:pt x="800" y="5233"/>
                  <a:pt x="799" y="5233"/>
                  <a:pt x="799" y="5234"/>
                </a:cubicBezTo>
                <a:cubicBezTo>
                  <a:pt x="749" y="5320"/>
                  <a:pt x="772" y="5440"/>
                  <a:pt x="770" y="5538"/>
                </a:cubicBezTo>
                <a:cubicBezTo>
                  <a:pt x="768" y="5623"/>
                  <a:pt x="782" y="5739"/>
                  <a:pt x="822" y="5815"/>
                </a:cubicBezTo>
                <a:cubicBezTo>
                  <a:pt x="842" y="5854"/>
                  <a:pt x="865" y="5908"/>
                  <a:pt x="899" y="5937"/>
                </a:cubicBezTo>
                <a:cubicBezTo>
                  <a:pt x="938" y="5968"/>
                  <a:pt x="978" y="5998"/>
                  <a:pt x="1020" y="6025"/>
                </a:cubicBezTo>
                <a:cubicBezTo>
                  <a:pt x="1066" y="6053"/>
                  <a:pt x="1112" y="6080"/>
                  <a:pt x="1159" y="6105"/>
                </a:cubicBezTo>
                <a:cubicBezTo>
                  <a:pt x="1177" y="6114"/>
                  <a:pt x="1193" y="6126"/>
                  <a:pt x="1212" y="6135"/>
                </a:cubicBezTo>
                <a:cubicBezTo>
                  <a:pt x="1243" y="6148"/>
                  <a:pt x="1277" y="6150"/>
                  <a:pt x="1307" y="6164"/>
                </a:cubicBezTo>
                <a:cubicBezTo>
                  <a:pt x="1316" y="6175"/>
                  <a:pt x="1327" y="6184"/>
                  <a:pt x="1340" y="6192"/>
                </a:cubicBezTo>
                <a:cubicBezTo>
                  <a:pt x="1356" y="6200"/>
                  <a:pt x="1375" y="6207"/>
                  <a:pt x="1394" y="6208"/>
                </a:cubicBezTo>
                <a:cubicBezTo>
                  <a:pt x="1397" y="6208"/>
                  <a:pt x="1399" y="6208"/>
                  <a:pt x="1402" y="6208"/>
                </a:cubicBezTo>
                <a:cubicBezTo>
                  <a:pt x="1411" y="6208"/>
                  <a:pt x="1419" y="6206"/>
                  <a:pt x="1427" y="6203"/>
                </a:cubicBezTo>
                <a:cubicBezTo>
                  <a:pt x="1428" y="6204"/>
                  <a:pt x="1430" y="6206"/>
                  <a:pt x="1431" y="6207"/>
                </a:cubicBezTo>
                <a:cubicBezTo>
                  <a:pt x="1433" y="6208"/>
                  <a:pt x="1435" y="6209"/>
                  <a:pt x="1438" y="6209"/>
                </a:cubicBezTo>
                <a:cubicBezTo>
                  <a:pt x="1440" y="6209"/>
                  <a:pt x="1443" y="6208"/>
                  <a:pt x="1445" y="6207"/>
                </a:cubicBezTo>
                <a:cubicBezTo>
                  <a:pt x="1447" y="6205"/>
                  <a:pt x="1449" y="6203"/>
                  <a:pt x="1450" y="6202"/>
                </a:cubicBezTo>
                <a:cubicBezTo>
                  <a:pt x="1451" y="6200"/>
                  <a:pt x="1451" y="6200"/>
                  <a:pt x="1451" y="6199"/>
                </a:cubicBezTo>
                <a:cubicBezTo>
                  <a:pt x="1466" y="6207"/>
                  <a:pt x="1480" y="6214"/>
                  <a:pt x="1496" y="6219"/>
                </a:cubicBezTo>
                <a:lnTo>
                  <a:pt x="1503" y="6219"/>
                </a:lnTo>
                <a:cubicBezTo>
                  <a:pt x="1537" y="6233"/>
                  <a:pt x="1573" y="6244"/>
                  <a:pt x="1608" y="6259"/>
                </a:cubicBezTo>
                <a:cubicBezTo>
                  <a:pt x="1657" y="6280"/>
                  <a:pt x="1709" y="6295"/>
                  <a:pt x="1762" y="6306"/>
                </a:cubicBezTo>
                <a:cubicBezTo>
                  <a:pt x="1830" y="6319"/>
                  <a:pt x="1900" y="6328"/>
                  <a:pt x="1970" y="6331"/>
                </a:cubicBezTo>
                <a:cubicBezTo>
                  <a:pt x="1988" y="6338"/>
                  <a:pt x="2005" y="6342"/>
                  <a:pt x="2024" y="6345"/>
                </a:cubicBezTo>
                <a:cubicBezTo>
                  <a:pt x="2053" y="6346"/>
                  <a:pt x="2084" y="6346"/>
                  <a:pt x="2113" y="6350"/>
                </a:cubicBezTo>
                <a:cubicBezTo>
                  <a:pt x="2136" y="6353"/>
                  <a:pt x="2160" y="6354"/>
                  <a:pt x="2183" y="6354"/>
                </a:cubicBezTo>
                <a:cubicBezTo>
                  <a:pt x="2206" y="6354"/>
                  <a:pt x="2230" y="6353"/>
                  <a:pt x="2253" y="6350"/>
                </a:cubicBezTo>
                <a:cubicBezTo>
                  <a:pt x="2318" y="6356"/>
                  <a:pt x="2384" y="6361"/>
                  <a:pt x="2449" y="6363"/>
                </a:cubicBezTo>
                <a:cubicBezTo>
                  <a:pt x="2493" y="6364"/>
                  <a:pt x="2535" y="6364"/>
                  <a:pt x="2576" y="6363"/>
                </a:cubicBezTo>
                <a:cubicBezTo>
                  <a:pt x="2772" y="6364"/>
                  <a:pt x="2966" y="6287"/>
                  <a:pt x="3143" y="6214"/>
                </a:cubicBezTo>
                <a:cubicBezTo>
                  <a:pt x="3342" y="6132"/>
                  <a:pt x="3553" y="6034"/>
                  <a:pt x="3678" y="5853"/>
                </a:cubicBezTo>
                <a:lnTo>
                  <a:pt x="3679" y="5851"/>
                </a:lnTo>
                <a:cubicBezTo>
                  <a:pt x="3703" y="5832"/>
                  <a:pt x="3735" y="5769"/>
                  <a:pt x="3734" y="5736"/>
                </a:cubicBezTo>
                <a:cubicBezTo>
                  <a:pt x="3732" y="5680"/>
                  <a:pt x="3742" y="5619"/>
                  <a:pt x="3741" y="5562"/>
                </a:cubicBezTo>
                <a:cubicBezTo>
                  <a:pt x="3740" y="5485"/>
                  <a:pt x="3736" y="5409"/>
                  <a:pt x="3728" y="5332"/>
                </a:cubicBezTo>
                <a:cubicBezTo>
                  <a:pt x="3728" y="5330"/>
                  <a:pt x="3727" y="5329"/>
                  <a:pt x="3726" y="5327"/>
                </a:cubicBezTo>
                <a:cubicBezTo>
                  <a:pt x="3725" y="5325"/>
                  <a:pt x="3723" y="5323"/>
                  <a:pt x="3720" y="5321"/>
                </a:cubicBezTo>
                <a:cubicBezTo>
                  <a:pt x="3718" y="5320"/>
                  <a:pt x="3716" y="5319"/>
                  <a:pt x="3713" y="5319"/>
                </a:cubicBezTo>
                <a:lnTo>
                  <a:pt x="3709" y="5319"/>
                </a:lnTo>
                <a:cubicBezTo>
                  <a:pt x="3711" y="5311"/>
                  <a:pt x="3713" y="5303"/>
                  <a:pt x="3715" y="5296"/>
                </a:cubicBezTo>
                <a:cubicBezTo>
                  <a:pt x="3731" y="5259"/>
                  <a:pt x="3745" y="5209"/>
                  <a:pt x="3766" y="5178"/>
                </a:cubicBezTo>
                <a:cubicBezTo>
                  <a:pt x="3831" y="5074"/>
                  <a:pt x="3835" y="4937"/>
                  <a:pt x="3878" y="4824"/>
                </a:cubicBezTo>
                <a:cubicBezTo>
                  <a:pt x="3925" y="4699"/>
                  <a:pt x="3949" y="4564"/>
                  <a:pt x="3998" y="4439"/>
                </a:cubicBezTo>
                <a:cubicBezTo>
                  <a:pt x="4035" y="4341"/>
                  <a:pt x="4067" y="4241"/>
                  <a:pt x="4093" y="4140"/>
                </a:cubicBezTo>
                <a:cubicBezTo>
                  <a:pt x="4125" y="4026"/>
                  <a:pt x="4156" y="3912"/>
                  <a:pt x="4182" y="3797"/>
                </a:cubicBezTo>
                <a:cubicBezTo>
                  <a:pt x="4207" y="3690"/>
                  <a:pt x="4249" y="3590"/>
                  <a:pt x="4276" y="3484"/>
                </a:cubicBezTo>
                <a:cubicBezTo>
                  <a:pt x="4299" y="3392"/>
                  <a:pt x="4328" y="3302"/>
                  <a:pt x="4361" y="3213"/>
                </a:cubicBezTo>
                <a:cubicBezTo>
                  <a:pt x="4391" y="3131"/>
                  <a:pt x="4416" y="3047"/>
                  <a:pt x="4448" y="2966"/>
                </a:cubicBezTo>
                <a:cubicBezTo>
                  <a:pt x="4466" y="2948"/>
                  <a:pt x="4482" y="2929"/>
                  <a:pt x="4499" y="2911"/>
                </a:cubicBezTo>
                <a:cubicBezTo>
                  <a:pt x="4505" y="2904"/>
                  <a:pt x="4510" y="2897"/>
                  <a:pt x="4515" y="2889"/>
                </a:cubicBezTo>
                <a:cubicBezTo>
                  <a:pt x="4518" y="2882"/>
                  <a:pt x="4521" y="2876"/>
                  <a:pt x="4524" y="2869"/>
                </a:cubicBezTo>
                <a:cubicBezTo>
                  <a:pt x="4526" y="2867"/>
                  <a:pt x="4528" y="2864"/>
                  <a:pt x="4530" y="2861"/>
                </a:cubicBezTo>
                <a:cubicBezTo>
                  <a:pt x="4533" y="2856"/>
                  <a:pt x="4535" y="2851"/>
                  <a:pt x="4537" y="2846"/>
                </a:cubicBezTo>
                <a:cubicBezTo>
                  <a:pt x="4540" y="2838"/>
                  <a:pt x="4543" y="2830"/>
                  <a:pt x="4547" y="2822"/>
                </a:cubicBezTo>
                <a:lnTo>
                  <a:pt x="4550" y="2817"/>
                </a:lnTo>
                <a:cubicBezTo>
                  <a:pt x="4564" y="2795"/>
                  <a:pt x="4586" y="2762"/>
                  <a:pt x="4584" y="2734"/>
                </a:cubicBezTo>
                <a:cubicBezTo>
                  <a:pt x="4596" y="2695"/>
                  <a:pt x="4612" y="2658"/>
                  <a:pt x="4620" y="2618"/>
                </a:cubicBezTo>
                <a:cubicBezTo>
                  <a:pt x="4631" y="2560"/>
                  <a:pt x="4621" y="2514"/>
                  <a:pt x="4619" y="2457"/>
                </a:cubicBezTo>
                <a:moveTo>
                  <a:pt x="3911" y="1902"/>
                </a:moveTo>
                <a:cubicBezTo>
                  <a:pt x="3911" y="1913"/>
                  <a:pt x="3911" y="1925"/>
                  <a:pt x="3911" y="1936"/>
                </a:cubicBezTo>
                <a:cubicBezTo>
                  <a:pt x="3883" y="1928"/>
                  <a:pt x="3853" y="1922"/>
                  <a:pt x="3844" y="1919"/>
                </a:cubicBezTo>
                <a:cubicBezTo>
                  <a:pt x="3774" y="1896"/>
                  <a:pt x="3702" y="1884"/>
                  <a:pt x="3631" y="1863"/>
                </a:cubicBezTo>
                <a:cubicBezTo>
                  <a:pt x="3611" y="1856"/>
                  <a:pt x="3591" y="1852"/>
                  <a:pt x="3570" y="1851"/>
                </a:cubicBezTo>
                <a:cubicBezTo>
                  <a:pt x="3543" y="1849"/>
                  <a:pt x="3518" y="1843"/>
                  <a:pt x="3493" y="1834"/>
                </a:cubicBezTo>
                <a:cubicBezTo>
                  <a:pt x="3494" y="1833"/>
                  <a:pt x="3494" y="1833"/>
                  <a:pt x="3494" y="1833"/>
                </a:cubicBezTo>
                <a:cubicBezTo>
                  <a:pt x="3494" y="1832"/>
                  <a:pt x="3494" y="1832"/>
                  <a:pt x="3494" y="1831"/>
                </a:cubicBezTo>
                <a:cubicBezTo>
                  <a:pt x="3495" y="1830"/>
                  <a:pt x="3495" y="1828"/>
                  <a:pt x="3495" y="1827"/>
                </a:cubicBezTo>
                <a:cubicBezTo>
                  <a:pt x="3495" y="1820"/>
                  <a:pt x="3493" y="1813"/>
                  <a:pt x="3490" y="1807"/>
                </a:cubicBezTo>
                <a:cubicBezTo>
                  <a:pt x="3483" y="1785"/>
                  <a:pt x="3482" y="1762"/>
                  <a:pt x="3476" y="1740"/>
                </a:cubicBezTo>
                <a:cubicBezTo>
                  <a:pt x="3472" y="1723"/>
                  <a:pt x="3470" y="1705"/>
                  <a:pt x="3470" y="1688"/>
                </a:cubicBezTo>
                <a:cubicBezTo>
                  <a:pt x="3470" y="1658"/>
                  <a:pt x="3475" y="1629"/>
                  <a:pt x="3486" y="1602"/>
                </a:cubicBezTo>
                <a:cubicBezTo>
                  <a:pt x="3494" y="1589"/>
                  <a:pt x="3505" y="1578"/>
                  <a:pt x="3518" y="1571"/>
                </a:cubicBezTo>
                <a:cubicBezTo>
                  <a:pt x="3521" y="1569"/>
                  <a:pt x="3524" y="1568"/>
                  <a:pt x="3527" y="1567"/>
                </a:cubicBezTo>
                <a:cubicBezTo>
                  <a:pt x="3530" y="1565"/>
                  <a:pt x="3527" y="1568"/>
                  <a:pt x="3527" y="1569"/>
                </a:cubicBezTo>
                <a:cubicBezTo>
                  <a:pt x="3529" y="1649"/>
                  <a:pt x="3535" y="1780"/>
                  <a:pt x="3604" y="1835"/>
                </a:cubicBezTo>
                <a:cubicBezTo>
                  <a:pt x="3632" y="1857"/>
                  <a:pt x="3675" y="1884"/>
                  <a:pt x="3713" y="1878"/>
                </a:cubicBezTo>
                <a:cubicBezTo>
                  <a:pt x="3740" y="1874"/>
                  <a:pt x="3778" y="1878"/>
                  <a:pt x="3792" y="1855"/>
                </a:cubicBezTo>
                <a:lnTo>
                  <a:pt x="3794" y="1854"/>
                </a:lnTo>
                <a:cubicBezTo>
                  <a:pt x="3822" y="1844"/>
                  <a:pt x="3825" y="1802"/>
                  <a:pt x="3816" y="1776"/>
                </a:cubicBezTo>
                <a:cubicBezTo>
                  <a:pt x="3801" y="1729"/>
                  <a:pt x="3770" y="1663"/>
                  <a:pt x="3711" y="1661"/>
                </a:cubicBezTo>
                <a:cubicBezTo>
                  <a:pt x="3707" y="1661"/>
                  <a:pt x="3704" y="1662"/>
                  <a:pt x="3702" y="1664"/>
                </a:cubicBezTo>
                <a:cubicBezTo>
                  <a:pt x="3699" y="1665"/>
                  <a:pt x="3696" y="1668"/>
                  <a:pt x="3695" y="1670"/>
                </a:cubicBezTo>
                <a:cubicBezTo>
                  <a:pt x="3694" y="1671"/>
                  <a:pt x="3695" y="1671"/>
                  <a:pt x="3694" y="1672"/>
                </a:cubicBezTo>
                <a:cubicBezTo>
                  <a:pt x="3691" y="1634"/>
                  <a:pt x="3690" y="1595"/>
                  <a:pt x="3690" y="1557"/>
                </a:cubicBezTo>
                <a:cubicBezTo>
                  <a:pt x="3697" y="1560"/>
                  <a:pt x="3704" y="1564"/>
                  <a:pt x="3711" y="1568"/>
                </a:cubicBezTo>
                <a:cubicBezTo>
                  <a:pt x="3770" y="1602"/>
                  <a:pt x="3819" y="1651"/>
                  <a:pt x="3853" y="1710"/>
                </a:cubicBezTo>
                <a:cubicBezTo>
                  <a:pt x="3861" y="1724"/>
                  <a:pt x="3868" y="1739"/>
                  <a:pt x="3874" y="1753"/>
                </a:cubicBezTo>
                <a:cubicBezTo>
                  <a:pt x="3893" y="1801"/>
                  <a:pt x="3905" y="1851"/>
                  <a:pt x="3910" y="1902"/>
                </a:cubicBezTo>
                <a:lnTo>
                  <a:pt x="3911" y="1902"/>
                </a:lnTo>
                <a:moveTo>
                  <a:pt x="3700" y="1975"/>
                </a:moveTo>
                <a:cubicBezTo>
                  <a:pt x="3700" y="1978"/>
                  <a:pt x="3702" y="1981"/>
                  <a:pt x="3703" y="1986"/>
                </a:cubicBezTo>
                <a:cubicBezTo>
                  <a:pt x="3705" y="1992"/>
                  <a:pt x="3707" y="1998"/>
                  <a:pt x="3709" y="2005"/>
                </a:cubicBezTo>
                <a:lnTo>
                  <a:pt x="3710" y="2006"/>
                </a:lnTo>
                <a:cubicBezTo>
                  <a:pt x="3710" y="2007"/>
                  <a:pt x="3711" y="2008"/>
                  <a:pt x="3711" y="2008"/>
                </a:cubicBezTo>
                <a:cubicBezTo>
                  <a:pt x="3712" y="2008"/>
                  <a:pt x="3713" y="2009"/>
                  <a:pt x="3714" y="2009"/>
                </a:cubicBezTo>
                <a:cubicBezTo>
                  <a:pt x="3715" y="2009"/>
                  <a:pt x="3716" y="2008"/>
                  <a:pt x="3717" y="2008"/>
                </a:cubicBezTo>
                <a:cubicBezTo>
                  <a:pt x="3717" y="2008"/>
                  <a:pt x="3717" y="2007"/>
                  <a:pt x="3718" y="2006"/>
                </a:cubicBezTo>
                <a:cubicBezTo>
                  <a:pt x="3718" y="2005"/>
                  <a:pt x="3719" y="2005"/>
                  <a:pt x="3719" y="2005"/>
                </a:cubicBezTo>
                <a:cubicBezTo>
                  <a:pt x="3719" y="2000"/>
                  <a:pt x="3723" y="1997"/>
                  <a:pt x="3724" y="1994"/>
                </a:cubicBezTo>
                <a:cubicBezTo>
                  <a:pt x="3725" y="1990"/>
                  <a:pt x="3726" y="1985"/>
                  <a:pt x="3726" y="1981"/>
                </a:cubicBezTo>
                <a:lnTo>
                  <a:pt x="3727" y="1981"/>
                </a:lnTo>
                <a:cubicBezTo>
                  <a:pt x="3727" y="1982"/>
                  <a:pt x="3728" y="1982"/>
                  <a:pt x="3728" y="1982"/>
                </a:cubicBezTo>
                <a:cubicBezTo>
                  <a:pt x="3729" y="1983"/>
                  <a:pt x="3729" y="1983"/>
                  <a:pt x="3730" y="1983"/>
                </a:cubicBezTo>
                <a:cubicBezTo>
                  <a:pt x="3731" y="1983"/>
                  <a:pt x="3731" y="1983"/>
                  <a:pt x="3732" y="1983"/>
                </a:cubicBezTo>
                <a:lnTo>
                  <a:pt x="3734" y="1983"/>
                </a:lnTo>
                <a:cubicBezTo>
                  <a:pt x="3734" y="1984"/>
                  <a:pt x="3734" y="1985"/>
                  <a:pt x="3734" y="1986"/>
                </a:cubicBezTo>
                <a:cubicBezTo>
                  <a:pt x="3735" y="1989"/>
                  <a:pt x="3736" y="1991"/>
                  <a:pt x="3737" y="1993"/>
                </a:cubicBezTo>
                <a:cubicBezTo>
                  <a:pt x="3737" y="1994"/>
                  <a:pt x="3738" y="1995"/>
                  <a:pt x="3739" y="1997"/>
                </a:cubicBezTo>
                <a:cubicBezTo>
                  <a:pt x="3742" y="2003"/>
                  <a:pt x="3744" y="2010"/>
                  <a:pt x="3744" y="2018"/>
                </a:cubicBezTo>
                <a:cubicBezTo>
                  <a:pt x="3744" y="2024"/>
                  <a:pt x="3753" y="2024"/>
                  <a:pt x="3753" y="2018"/>
                </a:cubicBezTo>
                <a:cubicBezTo>
                  <a:pt x="3753" y="2011"/>
                  <a:pt x="3756" y="2005"/>
                  <a:pt x="3757" y="1999"/>
                </a:cubicBezTo>
                <a:cubicBezTo>
                  <a:pt x="3757" y="1997"/>
                  <a:pt x="3757" y="1996"/>
                  <a:pt x="3757" y="1995"/>
                </a:cubicBezTo>
                <a:cubicBezTo>
                  <a:pt x="3757" y="1993"/>
                  <a:pt x="3757" y="1992"/>
                  <a:pt x="3757" y="1991"/>
                </a:cubicBezTo>
                <a:lnTo>
                  <a:pt x="3764" y="1993"/>
                </a:lnTo>
                <a:lnTo>
                  <a:pt x="3772" y="1995"/>
                </a:lnTo>
                <a:cubicBezTo>
                  <a:pt x="3773" y="1998"/>
                  <a:pt x="3776" y="2011"/>
                  <a:pt x="3777" y="2014"/>
                </a:cubicBezTo>
                <a:cubicBezTo>
                  <a:pt x="3778" y="2020"/>
                  <a:pt x="3779" y="2026"/>
                  <a:pt x="3779" y="2032"/>
                </a:cubicBezTo>
                <a:cubicBezTo>
                  <a:pt x="3779" y="2033"/>
                  <a:pt x="3779" y="2033"/>
                  <a:pt x="3779" y="2034"/>
                </a:cubicBezTo>
                <a:cubicBezTo>
                  <a:pt x="3779" y="2039"/>
                  <a:pt x="3781" y="2045"/>
                  <a:pt x="3781" y="2051"/>
                </a:cubicBezTo>
                <a:cubicBezTo>
                  <a:pt x="3781" y="2056"/>
                  <a:pt x="3791" y="2056"/>
                  <a:pt x="3791" y="2051"/>
                </a:cubicBezTo>
                <a:cubicBezTo>
                  <a:pt x="3793" y="2039"/>
                  <a:pt x="3794" y="2028"/>
                  <a:pt x="3794" y="2017"/>
                </a:cubicBezTo>
                <a:cubicBezTo>
                  <a:pt x="3793" y="2011"/>
                  <a:pt x="3792" y="2005"/>
                  <a:pt x="3790" y="1998"/>
                </a:cubicBezTo>
                <a:cubicBezTo>
                  <a:pt x="3804" y="2000"/>
                  <a:pt x="3818" y="2001"/>
                  <a:pt x="3831" y="2003"/>
                </a:cubicBezTo>
                <a:lnTo>
                  <a:pt x="3835" y="2003"/>
                </a:lnTo>
                <a:cubicBezTo>
                  <a:pt x="3833" y="2015"/>
                  <a:pt x="3832" y="2027"/>
                  <a:pt x="3832" y="2039"/>
                </a:cubicBezTo>
                <a:cubicBezTo>
                  <a:pt x="3832" y="2051"/>
                  <a:pt x="3833" y="2063"/>
                  <a:pt x="3835" y="2075"/>
                </a:cubicBezTo>
                <a:cubicBezTo>
                  <a:pt x="3836" y="2110"/>
                  <a:pt x="3839" y="2144"/>
                  <a:pt x="3841" y="2178"/>
                </a:cubicBezTo>
                <a:cubicBezTo>
                  <a:pt x="3841" y="2179"/>
                  <a:pt x="3841" y="2180"/>
                  <a:pt x="3842" y="2181"/>
                </a:cubicBezTo>
                <a:lnTo>
                  <a:pt x="3843" y="2182"/>
                </a:lnTo>
                <a:cubicBezTo>
                  <a:pt x="3844" y="2183"/>
                  <a:pt x="3845" y="2183"/>
                  <a:pt x="3846" y="2183"/>
                </a:cubicBezTo>
                <a:cubicBezTo>
                  <a:pt x="3846" y="2183"/>
                  <a:pt x="3847" y="2182"/>
                  <a:pt x="3848" y="2182"/>
                </a:cubicBezTo>
                <a:cubicBezTo>
                  <a:pt x="3849" y="2181"/>
                  <a:pt x="3849" y="2182"/>
                  <a:pt x="3850" y="2181"/>
                </a:cubicBezTo>
                <a:cubicBezTo>
                  <a:pt x="3850" y="2180"/>
                  <a:pt x="3850" y="2179"/>
                  <a:pt x="3850" y="2178"/>
                </a:cubicBezTo>
                <a:cubicBezTo>
                  <a:pt x="3853" y="2144"/>
                  <a:pt x="3855" y="2109"/>
                  <a:pt x="3856" y="2075"/>
                </a:cubicBezTo>
                <a:cubicBezTo>
                  <a:pt x="3857" y="2056"/>
                  <a:pt x="3859" y="2036"/>
                  <a:pt x="3863" y="2018"/>
                </a:cubicBezTo>
                <a:cubicBezTo>
                  <a:pt x="3864" y="2015"/>
                  <a:pt x="3864" y="2012"/>
                  <a:pt x="3865" y="2009"/>
                </a:cubicBezTo>
                <a:lnTo>
                  <a:pt x="3874" y="2012"/>
                </a:lnTo>
                <a:cubicBezTo>
                  <a:pt x="3874" y="2028"/>
                  <a:pt x="3880" y="2044"/>
                  <a:pt x="3881" y="2060"/>
                </a:cubicBezTo>
                <a:cubicBezTo>
                  <a:pt x="3882" y="2081"/>
                  <a:pt x="3885" y="2102"/>
                  <a:pt x="3886" y="2123"/>
                </a:cubicBezTo>
                <a:cubicBezTo>
                  <a:pt x="3886" y="2124"/>
                  <a:pt x="3885" y="2124"/>
                  <a:pt x="3886" y="2125"/>
                </a:cubicBezTo>
                <a:cubicBezTo>
                  <a:pt x="3886" y="2126"/>
                  <a:pt x="3887" y="2126"/>
                  <a:pt x="3888" y="2127"/>
                </a:cubicBezTo>
                <a:cubicBezTo>
                  <a:pt x="3889" y="2127"/>
                  <a:pt x="3890" y="2127"/>
                  <a:pt x="3891" y="2127"/>
                </a:cubicBezTo>
                <a:cubicBezTo>
                  <a:pt x="3891" y="2127"/>
                  <a:pt x="3892" y="2127"/>
                  <a:pt x="3893" y="2127"/>
                </a:cubicBezTo>
                <a:cubicBezTo>
                  <a:pt x="3894" y="2126"/>
                  <a:pt x="3895" y="2125"/>
                  <a:pt x="3895" y="2125"/>
                </a:cubicBezTo>
                <a:cubicBezTo>
                  <a:pt x="3895" y="2124"/>
                  <a:pt x="3895" y="2124"/>
                  <a:pt x="3896" y="2123"/>
                </a:cubicBezTo>
                <a:cubicBezTo>
                  <a:pt x="3896" y="2089"/>
                  <a:pt x="3900" y="2055"/>
                  <a:pt x="3901" y="2021"/>
                </a:cubicBezTo>
                <a:lnTo>
                  <a:pt x="3932" y="2033"/>
                </a:lnTo>
                <a:cubicBezTo>
                  <a:pt x="3932" y="2034"/>
                  <a:pt x="3932" y="2035"/>
                  <a:pt x="3932" y="2037"/>
                </a:cubicBezTo>
                <a:cubicBezTo>
                  <a:pt x="3932" y="2038"/>
                  <a:pt x="3932" y="2039"/>
                  <a:pt x="3932" y="2041"/>
                </a:cubicBezTo>
                <a:cubicBezTo>
                  <a:pt x="3935" y="2051"/>
                  <a:pt x="3936" y="2061"/>
                  <a:pt x="3937" y="2072"/>
                </a:cubicBezTo>
                <a:cubicBezTo>
                  <a:pt x="3938" y="2088"/>
                  <a:pt x="3942" y="2104"/>
                  <a:pt x="3942" y="2120"/>
                </a:cubicBezTo>
                <a:cubicBezTo>
                  <a:pt x="3942" y="2125"/>
                  <a:pt x="3949" y="2124"/>
                  <a:pt x="3949" y="2120"/>
                </a:cubicBezTo>
                <a:cubicBezTo>
                  <a:pt x="3949" y="2101"/>
                  <a:pt x="3952" y="2082"/>
                  <a:pt x="3956" y="2064"/>
                </a:cubicBezTo>
                <a:cubicBezTo>
                  <a:pt x="3958" y="2057"/>
                  <a:pt x="3959" y="2051"/>
                  <a:pt x="3960" y="2044"/>
                </a:cubicBezTo>
                <a:cubicBezTo>
                  <a:pt x="3967" y="2047"/>
                  <a:pt x="3975" y="2049"/>
                  <a:pt x="3983" y="2051"/>
                </a:cubicBezTo>
                <a:cubicBezTo>
                  <a:pt x="3986" y="2061"/>
                  <a:pt x="3987" y="2071"/>
                  <a:pt x="3987" y="2081"/>
                </a:cubicBezTo>
                <a:cubicBezTo>
                  <a:pt x="3987" y="2088"/>
                  <a:pt x="3987" y="2095"/>
                  <a:pt x="3985" y="2102"/>
                </a:cubicBezTo>
                <a:cubicBezTo>
                  <a:pt x="3986" y="2120"/>
                  <a:pt x="3987" y="2138"/>
                  <a:pt x="3990" y="2157"/>
                </a:cubicBezTo>
                <a:cubicBezTo>
                  <a:pt x="3990" y="2162"/>
                  <a:pt x="3998" y="2161"/>
                  <a:pt x="3998" y="2157"/>
                </a:cubicBezTo>
                <a:cubicBezTo>
                  <a:pt x="4002" y="2124"/>
                  <a:pt x="4003" y="2091"/>
                  <a:pt x="4005" y="2058"/>
                </a:cubicBezTo>
                <a:cubicBezTo>
                  <a:pt x="4014" y="2061"/>
                  <a:pt x="4023" y="2064"/>
                  <a:pt x="4032" y="2068"/>
                </a:cubicBezTo>
                <a:cubicBezTo>
                  <a:pt x="4034" y="2077"/>
                  <a:pt x="4035" y="2086"/>
                  <a:pt x="4035" y="2095"/>
                </a:cubicBezTo>
                <a:cubicBezTo>
                  <a:pt x="4036" y="2098"/>
                  <a:pt x="4036" y="2100"/>
                  <a:pt x="4036" y="2104"/>
                </a:cubicBezTo>
                <a:cubicBezTo>
                  <a:pt x="4036" y="2107"/>
                  <a:pt x="4036" y="2111"/>
                  <a:pt x="4035" y="2114"/>
                </a:cubicBezTo>
                <a:cubicBezTo>
                  <a:pt x="4035" y="2115"/>
                  <a:pt x="4035" y="2115"/>
                  <a:pt x="4035" y="2116"/>
                </a:cubicBezTo>
                <a:cubicBezTo>
                  <a:pt x="4035" y="2128"/>
                  <a:pt x="4037" y="2141"/>
                  <a:pt x="4040" y="2154"/>
                </a:cubicBezTo>
                <a:lnTo>
                  <a:pt x="4040" y="2155"/>
                </a:lnTo>
                <a:lnTo>
                  <a:pt x="4041" y="2156"/>
                </a:lnTo>
                <a:cubicBezTo>
                  <a:pt x="4042" y="2157"/>
                  <a:pt x="4043" y="2157"/>
                  <a:pt x="4044" y="2157"/>
                </a:cubicBezTo>
                <a:cubicBezTo>
                  <a:pt x="4044" y="2157"/>
                  <a:pt x="4045" y="2157"/>
                  <a:pt x="4046" y="2156"/>
                </a:cubicBezTo>
                <a:lnTo>
                  <a:pt x="4047" y="2155"/>
                </a:lnTo>
                <a:cubicBezTo>
                  <a:pt x="4047" y="2154"/>
                  <a:pt x="4047" y="2154"/>
                  <a:pt x="4048" y="2154"/>
                </a:cubicBezTo>
                <a:cubicBezTo>
                  <a:pt x="4050" y="2132"/>
                  <a:pt x="4061" y="2104"/>
                  <a:pt x="4061" y="2079"/>
                </a:cubicBezTo>
                <a:lnTo>
                  <a:pt x="4081" y="2088"/>
                </a:lnTo>
                <a:cubicBezTo>
                  <a:pt x="4068" y="2147"/>
                  <a:pt x="4082" y="2211"/>
                  <a:pt x="4078" y="2271"/>
                </a:cubicBezTo>
                <a:cubicBezTo>
                  <a:pt x="4078" y="2275"/>
                  <a:pt x="4084" y="2275"/>
                  <a:pt x="4084" y="2271"/>
                </a:cubicBezTo>
                <a:cubicBezTo>
                  <a:pt x="4089" y="2228"/>
                  <a:pt x="4102" y="2186"/>
                  <a:pt x="4106" y="2143"/>
                </a:cubicBezTo>
                <a:cubicBezTo>
                  <a:pt x="4106" y="2131"/>
                  <a:pt x="4111" y="2116"/>
                  <a:pt x="4111" y="2102"/>
                </a:cubicBezTo>
                <a:lnTo>
                  <a:pt x="4131" y="2111"/>
                </a:lnTo>
                <a:cubicBezTo>
                  <a:pt x="4131" y="2112"/>
                  <a:pt x="4131" y="2112"/>
                  <a:pt x="4131" y="2112"/>
                </a:cubicBezTo>
                <a:cubicBezTo>
                  <a:pt x="4131" y="2114"/>
                  <a:pt x="4131" y="2117"/>
                  <a:pt x="4132" y="2118"/>
                </a:cubicBezTo>
                <a:lnTo>
                  <a:pt x="4133" y="2120"/>
                </a:lnTo>
                <a:cubicBezTo>
                  <a:pt x="4133" y="2128"/>
                  <a:pt x="4133" y="2137"/>
                  <a:pt x="4133" y="2145"/>
                </a:cubicBezTo>
                <a:cubicBezTo>
                  <a:pt x="4132" y="2155"/>
                  <a:pt x="4131" y="2165"/>
                  <a:pt x="4131" y="2175"/>
                </a:cubicBezTo>
                <a:cubicBezTo>
                  <a:pt x="4131" y="2180"/>
                  <a:pt x="4131" y="2186"/>
                  <a:pt x="4132" y="2192"/>
                </a:cubicBezTo>
                <a:cubicBezTo>
                  <a:pt x="4132" y="2193"/>
                  <a:pt x="4132" y="2194"/>
                  <a:pt x="4132" y="2194"/>
                </a:cubicBezTo>
                <a:cubicBezTo>
                  <a:pt x="4133" y="2195"/>
                  <a:pt x="4134" y="2195"/>
                  <a:pt x="4135" y="2196"/>
                </a:cubicBezTo>
                <a:cubicBezTo>
                  <a:pt x="4135" y="2197"/>
                  <a:pt x="4136" y="2197"/>
                  <a:pt x="4138" y="2197"/>
                </a:cubicBezTo>
                <a:cubicBezTo>
                  <a:pt x="4139" y="2197"/>
                  <a:pt x="4139" y="2197"/>
                  <a:pt x="4140" y="2196"/>
                </a:cubicBezTo>
                <a:cubicBezTo>
                  <a:pt x="4140" y="2195"/>
                  <a:pt x="4142" y="2195"/>
                  <a:pt x="4143" y="2194"/>
                </a:cubicBezTo>
                <a:cubicBezTo>
                  <a:pt x="4143" y="2194"/>
                  <a:pt x="4143" y="2193"/>
                  <a:pt x="4143" y="2192"/>
                </a:cubicBezTo>
                <a:cubicBezTo>
                  <a:pt x="4144" y="2187"/>
                  <a:pt x="4144" y="2181"/>
                  <a:pt x="4144" y="2176"/>
                </a:cubicBezTo>
                <a:cubicBezTo>
                  <a:pt x="4144" y="2171"/>
                  <a:pt x="4144" y="2165"/>
                  <a:pt x="4143" y="2160"/>
                </a:cubicBezTo>
                <a:lnTo>
                  <a:pt x="4143" y="2159"/>
                </a:lnTo>
                <a:cubicBezTo>
                  <a:pt x="4143" y="2147"/>
                  <a:pt x="4147" y="2135"/>
                  <a:pt x="4153" y="2125"/>
                </a:cubicBezTo>
                <a:cubicBezTo>
                  <a:pt x="4153" y="2124"/>
                  <a:pt x="4154" y="2123"/>
                  <a:pt x="4154" y="2122"/>
                </a:cubicBezTo>
                <a:lnTo>
                  <a:pt x="4170" y="2130"/>
                </a:lnTo>
                <a:cubicBezTo>
                  <a:pt x="4168" y="2135"/>
                  <a:pt x="4167" y="2140"/>
                  <a:pt x="4167" y="2146"/>
                </a:cubicBezTo>
                <a:cubicBezTo>
                  <a:pt x="4167" y="2147"/>
                  <a:pt x="4167" y="2147"/>
                  <a:pt x="4167" y="2148"/>
                </a:cubicBezTo>
                <a:cubicBezTo>
                  <a:pt x="4167" y="2153"/>
                  <a:pt x="4168" y="2158"/>
                  <a:pt x="4170" y="2163"/>
                </a:cubicBezTo>
                <a:cubicBezTo>
                  <a:pt x="4172" y="2169"/>
                  <a:pt x="4172" y="2176"/>
                  <a:pt x="4172" y="2183"/>
                </a:cubicBezTo>
                <a:cubicBezTo>
                  <a:pt x="4172" y="2184"/>
                  <a:pt x="4172" y="2184"/>
                  <a:pt x="4172" y="2185"/>
                </a:cubicBezTo>
                <a:cubicBezTo>
                  <a:pt x="4172" y="2190"/>
                  <a:pt x="4180" y="2190"/>
                  <a:pt x="4180" y="2185"/>
                </a:cubicBezTo>
                <a:cubicBezTo>
                  <a:pt x="4183" y="2175"/>
                  <a:pt x="4187" y="2166"/>
                  <a:pt x="4191" y="2156"/>
                </a:cubicBezTo>
                <a:cubicBezTo>
                  <a:pt x="4191" y="2154"/>
                  <a:pt x="4191" y="2145"/>
                  <a:pt x="4192" y="2144"/>
                </a:cubicBezTo>
                <a:cubicBezTo>
                  <a:pt x="4193" y="2143"/>
                  <a:pt x="4194" y="2142"/>
                  <a:pt x="4194" y="2142"/>
                </a:cubicBezTo>
                <a:lnTo>
                  <a:pt x="4208" y="2148"/>
                </a:lnTo>
                <a:cubicBezTo>
                  <a:pt x="4207" y="2149"/>
                  <a:pt x="4206" y="2151"/>
                  <a:pt x="4205" y="2152"/>
                </a:cubicBezTo>
                <a:cubicBezTo>
                  <a:pt x="4203" y="2154"/>
                  <a:pt x="4203" y="2156"/>
                  <a:pt x="4203" y="2157"/>
                </a:cubicBezTo>
                <a:cubicBezTo>
                  <a:pt x="4203" y="2158"/>
                  <a:pt x="4203" y="2158"/>
                  <a:pt x="4203" y="2158"/>
                </a:cubicBezTo>
                <a:cubicBezTo>
                  <a:pt x="4206" y="2196"/>
                  <a:pt x="4200" y="2234"/>
                  <a:pt x="4201" y="2272"/>
                </a:cubicBezTo>
                <a:cubicBezTo>
                  <a:pt x="4201" y="2276"/>
                  <a:pt x="4208" y="2276"/>
                  <a:pt x="4208" y="2272"/>
                </a:cubicBezTo>
                <a:cubicBezTo>
                  <a:pt x="4210" y="2253"/>
                  <a:pt x="4214" y="2234"/>
                  <a:pt x="4219" y="2216"/>
                </a:cubicBezTo>
                <a:cubicBezTo>
                  <a:pt x="4222" y="2200"/>
                  <a:pt x="4223" y="2184"/>
                  <a:pt x="4223" y="2168"/>
                </a:cubicBezTo>
                <a:lnTo>
                  <a:pt x="4224" y="2167"/>
                </a:lnTo>
                <a:cubicBezTo>
                  <a:pt x="4225" y="2165"/>
                  <a:pt x="4227" y="2165"/>
                  <a:pt x="4228" y="2164"/>
                </a:cubicBezTo>
                <a:cubicBezTo>
                  <a:pt x="4229" y="2162"/>
                  <a:pt x="4229" y="2161"/>
                  <a:pt x="4229" y="2159"/>
                </a:cubicBezTo>
                <a:lnTo>
                  <a:pt x="4240" y="2164"/>
                </a:lnTo>
                <a:cubicBezTo>
                  <a:pt x="4245" y="2166"/>
                  <a:pt x="4249" y="2169"/>
                  <a:pt x="4254" y="2172"/>
                </a:cubicBezTo>
                <a:cubicBezTo>
                  <a:pt x="4253" y="2172"/>
                  <a:pt x="4252" y="2172"/>
                  <a:pt x="4252" y="2172"/>
                </a:cubicBezTo>
                <a:cubicBezTo>
                  <a:pt x="4250" y="2173"/>
                  <a:pt x="4248" y="2175"/>
                  <a:pt x="4248" y="2176"/>
                </a:cubicBezTo>
                <a:cubicBezTo>
                  <a:pt x="4247" y="2177"/>
                  <a:pt x="4247" y="2177"/>
                  <a:pt x="4247" y="2178"/>
                </a:cubicBezTo>
                <a:cubicBezTo>
                  <a:pt x="4244" y="2191"/>
                  <a:pt x="4249" y="2206"/>
                  <a:pt x="4244" y="2219"/>
                </a:cubicBezTo>
                <a:cubicBezTo>
                  <a:pt x="4242" y="2225"/>
                  <a:pt x="4246" y="2234"/>
                  <a:pt x="4244" y="2241"/>
                </a:cubicBezTo>
                <a:cubicBezTo>
                  <a:pt x="4243" y="2245"/>
                  <a:pt x="4242" y="2249"/>
                  <a:pt x="4242" y="2253"/>
                </a:cubicBezTo>
                <a:cubicBezTo>
                  <a:pt x="4242" y="2254"/>
                  <a:pt x="4242" y="2254"/>
                  <a:pt x="4242" y="2255"/>
                </a:cubicBezTo>
                <a:lnTo>
                  <a:pt x="4243" y="2255"/>
                </a:lnTo>
                <a:cubicBezTo>
                  <a:pt x="4243" y="2256"/>
                  <a:pt x="4243" y="2256"/>
                  <a:pt x="4244" y="2257"/>
                </a:cubicBezTo>
                <a:lnTo>
                  <a:pt x="4245" y="2257"/>
                </a:lnTo>
                <a:cubicBezTo>
                  <a:pt x="4246" y="2257"/>
                  <a:pt x="4247" y="2257"/>
                  <a:pt x="4247" y="2257"/>
                </a:cubicBezTo>
                <a:cubicBezTo>
                  <a:pt x="4248" y="2256"/>
                  <a:pt x="4248" y="2256"/>
                  <a:pt x="4248" y="2255"/>
                </a:cubicBezTo>
                <a:lnTo>
                  <a:pt x="4249" y="2255"/>
                </a:lnTo>
                <a:cubicBezTo>
                  <a:pt x="4249" y="2247"/>
                  <a:pt x="4253" y="2240"/>
                  <a:pt x="4253" y="2233"/>
                </a:cubicBezTo>
                <a:cubicBezTo>
                  <a:pt x="4253" y="2232"/>
                  <a:pt x="4253" y="2231"/>
                  <a:pt x="4253" y="2231"/>
                </a:cubicBezTo>
                <a:cubicBezTo>
                  <a:pt x="4253" y="2227"/>
                  <a:pt x="4253" y="2223"/>
                  <a:pt x="4255" y="2220"/>
                </a:cubicBezTo>
                <a:cubicBezTo>
                  <a:pt x="4256" y="2219"/>
                  <a:pt x="4256" y="2218"/>
                  <a:pt x="4257" y="2217"/>
                </a:cubicBezTo>
                <a:cubicBezTo>
                  <a:pt x="4257" y="2216"/>
                  <a:pt x="4258" y="2215"/>
                  <a:pt x="4259" y="2214"/>
                </a:cubicBezTo>
                <a:cubicBezTo>
                  <a:pt x="4260" y="2200"/>
                  <a:pt x="4268" y="2191"/>
                  <a:pt x="4264" y="2177"/>
                </a:cubicBezTo>
                <a:cubicBezTo>
                  <a:pt x="4274" y="2183"/>
                  <a:pt x="4284" y="2190"/>
                  <a:pt x="4292" y="2197"/>
                </a:cubicBezTo>
                <a:cubicBezTo>
                  <a:pt x="4291" y="2197"/>
                  <a:pt x="4290" y="2197"/>
                  <a:pt x="4289" y="2198"/>
                </a:cubicBezTo>
                <a:cubicBezTo>
                  <a:pt x="4287" y="2198"/>
                  <a:pt x="4286" y="2200"/>
                  <a:pt x="4286" y="2202"/>
                </a:cubicBezTo>
                <a:cubicBezTo>
                  <a:pt x="4285" y="2203"/>
                  <a:pt x="4284" y="2205"/>
                  <a:pt x="4284" y="2206"/>
                </a:cubicBezTo>
                <a:cubicBezTo>
                  <a:pt x="4284" y="2219"/>
                  <a:pt x="4283" y="2232"/>
                  <a:pt x="4283" y="2244"/>
                </a:cubicBezTo>
                <a:cubicBezTo>
                  <a:pt x="4283" y="2257"/>
                  <a:pt x="4284" y="2270"/>
                  <a:pt x="4284" y="2283"/>
                </a:cubicBezTo>
                <a:cubicBezTo>
                  <a:pt x="4284" y="2287"/>
                  <a:pt x="4291" y="2287"/>
                  <a:pt x="4291" y="2283"/>
                </a:cubicBezTo>
                <a:cubicBezTo>
                  <a:pt x="4292" y="2270"/>
                  <a:pt x="4295" y="2258"/>
                  <a:pt x="4298" y="2246"/>
                </a:cubicBezTo>
                <a:cubicBezTo>
                  <a:pt x="4300" y="2234"/>
                  <a:pt x="4301" y="2222"/>
                  <a:pt x="4304" y="2210"/>
                </a:cubicBezTo>
                <a:cubicBezTo>
                  <a:pt x="4304" y="2209"/>
                  <a:pt x="4304" y="2209"/>
                  <a:pt x="4304" y="2208"/>
                </a:cubicBezTo>
                <a:lnTo>
                  <a:pt x="4304" y="2207"/>
                </a:lnTo>
                <a:lnTo>
                  <a:pt x="4324" y="2222"/>
                </a:lnTo>
                <a:cubicBezTo>
                  <a:pt x="4304" y="2239"/>
                  <a:pt x="4317" y="2282"/>
                  <a:pt x="4315" y="2305"/>
                </a:cubicBezTo>
                <a:cubicBezTo>
                  <a:pt x="4315" y="2323"/>
                  <a:pt x="4322" y="2364"/>
                  <a:pt x="4312" y="2378"/>
                </a:cubicBezTo>
                <a:cubicBezTo>
                  <a:pt x="4309" y="2382"/>
                  <a:pt x="4316" y="2386"/>
                  <a:pt x="4319" y="2382"/>
                </a:cubicBezTo>
                <a:cubicBezTo>
                  <a:pt x="4333" y="2363"/>
                  <a:pt x="4321" y="2330"/>
                  <a:pt x="4327" y="2308"/>
                </a:cubicBezTo>
                <a:cubicBezTo>
                  <a:pt x="4333" y="2286"/>
                  <a:pt x="4334" y="2265"/>
                  <a:pt x="4339" y="2244"/>
                </a:cubicBezTo>
                <a:cubicBezTo>
                  <a:pt x="4340" y="2241"/>
                  <a:pt x="4341" y="2238"/>
                  <a:pt x="4341" y="2235"/>
                </a:cubicBezTo>
                <a:cubicBezTo>
                  <a:pt x="4345" y="2238"/>
                  <a:pt x="4350" y="2241"/>
                  <a:pt x="4354" y="2245"/>
                </a:cubicBezTo>
                <a:lnTo>
                  <a:pt x="4353" y="2245"/>
                </a:lnTo>
                <a:cubicBezTo>
                  <a:pt x="4352" y="2246"/>
                  <a:pt x="4350" y="2247"/>
                  <a:pt x="4349" y="2249"/>
                </a:cubicBezTo>
                <a:cubicBezTo>
                  <a:pt x="4348" y="2250"/>
                  <a:pt x="4348" y="2253"/>
                  <a:pt x="4348" y="2255"/>
                </a:cubicBezTo>
                <a:cubicBezTo>
                  <a:pt x="4350" y="2295"/>
                  <a:pt x="4354" y="2334"/>
                  <a:pt x="4356" y="2373"/>
                </a:cubicBezTo>
                <a:cubicBezTo>
                  <a:pt x="4356" y="2378"/>
                  <a:pt x="4364" y="2378"/>
                  <a:pt x="4364" y="2373"/>
                </a:cubicBezTo>
                <a:cubicBezTo>
                  <a:pt x="4366" y="2335"/>
                  <a:pt x="4370" y="2297"/>
                  <a:pt x="4372" y="2259"/>
                </a:cubicBezTo>
                <a:lnTo>
                  <a:pt x="4402" y="2285"/>
                </a:lnTo>
                <a:cubicBezTo>
                  <a:pt x="4404" y="2288"/>
                  <a:pt x="4406" y="2290"/>
                  <a:pt x="4409" y="2292"/>
                </a:cubicBezTo>
                <a:cubicBezTo>
                  <a:pt x="4408" y="2292"/>
                  <a:pt x="4408" y="2293"/>
                  <a:pt x="4407" y="2294"/>
                </a:cubicBezTo>
                <a:cubicBezTo>
                  <a:pt x="4400" y="2314"/>
                  <a:pt x="4407" y="2333"/>
                  <a:pt x="4404" y="2353"/>
                </a:cubicBezTo>
                <a:cubicBezTo>
                  <a:pt x="4401" y="2372"/>
                  <a:pt x="4396" y="2393"/>
                  <a:pt x="4395" y="2414"/>
                </a:cubicBezTo>
                <a:cubicBezTo>
                  <a:pt x="4395" y="2418"/>
                  <a:pt x="4401" y="2418"/>
                  <a:pt x="4402" y="2414"/>
                </a:cubicBezTo>
                <a:cubicBezTo>
                  <a:pt x="4403" y="2403"/>
                  <a:pt x="4405" y="2393"/>
                  <a:pt x="4408" y="2382"/>
                </a:cubicBezTo>
                <a:cubicBezTo>
                  <a:pt x="4411" y="2373"/>
                  <a:pt x="4409" y="2363"/>
                  <a:pt x="4412" y="2354"/>
                </a:cubicBezTo>
                <a:cubicBezTo>
                  <a:pt x="4416" y="2340"/>
                  <a:pt x="4414" y="2325"/>
                  <a:pt x="4419" y="2311"/>
                </a:cubicBezTo>
                <a:cubicBezTo>
                  <a:pt x="4420" y="2309"/>
                  <a:pt x="4420" y="2306"/>
                  <a:pt x="4420" y="2304"/>
                </a:cubicBezTo>
                <a:lnTo>
                  <a:pt x="4420" y="2303"/>
                </a:lnTo>
                <a:cubicBezTo>
                  <a:pt x="4426" y="2310"/>
                  <a:pt x="4431" y="2317"/>
                  <a:pt x="4437" y="2324"/>
                </a:cubicBezTo>
                <a:cubicBezTo>
                  <a:pt x="4434" y="2330"/>
                  <a:pt x="4432" y="2336"/>
                  <a:pt x="4432" y="2342"/>
                </a:cubicBezTo>
                <a:cubicBezTo>
                  <a:pt x="4432" y="2344"/>
                  <a:pt x="4432" y="2346"/>
                  <a:pt x="4433" y="2348"/>
                </a:cubicBezTo>
                <a:cubicBezTo>
                  <a:pt x="4437" y="2387"/>
                  <a:pt x="4440" y="2427"/>
                  <a:pt x="4440" y="2467"/>
                </a:cubicBezTo>
                <a:cubicBezTo>
                  <a:pt x="4440" y="2472"/>
                  <a:pt x="4440" y="2477"/>
                  <a:pt x="4440" y="2483"/>
                </a:cubicBezTo>
                <a:cubicBezTo>
                  <a:pt x="4440" y="2488"/>
                  <a:pt x="4447" y="2487"/>
                  <a:pt x="4447" y="2483"/>
                </a:cubicBezTo>
                <a:cubicBezTo>
                  <a:pt x="4447" y="2455"/>
                  <a:pt x="4450" y="2427"/>
                  <a:pt x="4451" y="2400"/>
                </a:cubicBezTo>
                <a:cubicBezTo>
                  <a:pt x="4451" y="2395"/>
                  <a:pt x="4451" y="2390"/>
                  <a:pt x="4451" y="2386"/>
                </a:cubicBezTo>
                <a:cubicBezTo>
                  <a:pt x="4451" y="2373"/>
                  <a:pt x="4452" y="2360"/>
                  <a:pt x="4455" y="2347"/>
                </a:cubicBezTo>
                <a:cubicBezTo>
                  <a:pt x="4461" y="2353"/>
                  <a:pt x="4467" y="2359"/>
                  <a:pt x="4475" y="2364"/>
                </a:cubicBezTo>
                <a:cubicBezTo>
                  <a:pt x="4477" y="2365"/>
                  <a:pt x="4478" y="2367"/>
                  <a:pt x="4480" y="2369"/>
                </a:cubicBezTo>
                <a:cubicBezTo>
                  <a:pt x="4458" y="2394"/>
                  <a:pt x="4469" y="2445"/>
                  <a:pt x="4473" y="2475"/>
                </a:cubicBezTo>
                <a:cubicBezTo>
                  <a:pt x="4476" y="2501"/>
                  <a:pt x="4478" y="2527"/>
                  <a:pt x="4478" y="2552"/>
                </a:cubicBezTo>
                <a:cubicBezTo>
                  <a:pt x="4478" y="2572"/>
                  <a:pt x="4477" y="2591"/>
                  <a:pt x="4475" y="2611"/>
                </a:cubicBezTo>
                <a:cubicBezTo>
                  <a:pt x="4475" y="2615"/>
                  <a:pt x="4482" y="2617"/>
                  <a:pt x="4482" y="2612"/>
                </a:cubicBezTo>
                <a:cubicBezTo>
                  <a:pt x="4487" y="2570"/>
                  <a:pt x="4491" y="2528"/>
                  <a:pt x="4497" y="2487"/>
                </a:cubicBezTo>
                <a:cubicBezTo>
                  <a:pt x="4503" y="2459"/>
                  <a:pt x="4507" y="2431"/>
                  <a:pt x="4509" y="2403"/>
                </a:cubicBezTo>
                <a:cubicBezTo>
                  <a:pt x="4525" y="2432"/>
                  <a:pt x="4534" y="2465"/>
                  <a:pt x="4534" y="2498"/>
                </a:cubicBezTo>
                <a:cubicBezTo>
                  <a:pt x="4534" y="2532"/>
                  <a:pt x="4534" y="2514"/>
                  <a:pt x="4535" y="2534"/>
                </a:cubicBezTo>
                <a:cubicBezTo>
                  <a:pt x="4527" y="2557"/>
                  <a:pt x="4520" y="2580"/>
                  <a:pt x="4516" y="2604"/>
                </a:cubicBezTo>
                <a:cubicBezTo>
                  <a:pt x="4511" y="2631"/>
                  <a:pt x="4505" y="2658"/>
                  <a:pt x="4498" y="2684"/>
                </a:cubicBezTo>
                <a:cubicBezTo>
                  <a:pt x="4496" y="2692"/>
                  <a:pt x="4492" y="2698"/>
                  <a:pt x="4489" y="2705"/>
                </a:cubicBezTo>
                <a:cubicBezTo>
                  <a:pt x="4487" y="2708"/>
                  <a:pt x="4485" y="2711"/>
                  <a:pt x="4482" y="2714"/>
                </a:cubicBezTo>
                <a:cubicBezTo>
                  <a:pt x="4473" y="2727"/>
                  <a:pt x="4463" y="2740"/>
                  <a:pt x="4452" y="2752"/>
                </a:cubicBezTo>
                <a:cubicBezTo>
                  <a:pt x="4451" y="2748"/>
                  <a:pt x="4451" y="2744"/>
                  <a:pt x="4451" y="2740"/>
                </a:cubicBezTo>
                <a:cubicBezTo>
                  <a:pt x="4451" y="2736"/>
                  <a:pt x="4451" y="2732"/>
                  <a:pt x="4452" y="2728"/>
                </a:cubicBezTo>
                <a:cubicBezTo>
                  <a:pt x="4453" y="2719"/>
                  <a:pt x="4453" y="2710"/>
                  <a:pt x="4453" y="2701"/>
                </a:cubicBezTo>
                <a:cubicBezTo>
                  <a:pt x="4453" y="2679"/>
                  <a:pt x="4450" y="2658"/>
                  <a:pt x="4445" y="2637"/>
                </a:cubicBezTo>
                <a:cubicBezTo>
                  <a:pt x="4444" y="2633"/>
                  <a:pt x="4438" y="2635"/>
                  <a:pt x="4438" y="2637"/>
                </a:cubicBezTo>
                <a:cubicBezTo>
                  <a:pt x="4425" y="2685"/>
                  <a:pt x="4419" y="2735"/>
                  <a:pt x="4418" y="2784"/>
                </a:cubicBezTo>
                <a:cubicBezTo>
                  <a:pt x="4418" y="2785"/>
                  <a:pt x="4418" y="2786"/>
                  <a:pt x="4418" y="2786"/>
                </a:cubicBezTo>
                <a:cubicBezTo>
                  <a:pt x="4418" y="2787"/>
                  <a:pt x="4418" y="2787"/>
                  <a:pt x="4418" y="2788"/>
                </a:cubicBezTo>
                <a:lnTo>
                  <a:pt x="4410" y="2797"/>
                </a:lnTo>
                <a:cubicBezTo>
                  <a:pt x="4412" y="2766"/>
                  <a:pt x="4413" y="2735"/>
                  <a:pt x="4413" y="2704"/>
                </a:cubicBezTo>
                <a:cubicBezTo>
                  <a:pt x="4413" y="2652"/>
                  <a:pt x="4410" y="2599"/>
                  <a:pt x="4403" y="2547"/>
                </a:cubicBezTo>
                <a:cubicBezTo>
                  <a:pt x="4403" y="2543"/>
                  <a:pt x="4396" y="2543"/>
                  <a:pt x="4396" y="2547"/>
                </a:cubicBezTo>
                <a:cubicBezTo>
                  <a:pt x="4391" y="2605"/>
                  <a:pt x="4392" y="2665"/>
                  <a:pt x="4385" y="2722"/>
                </a:cubicBezTo>
                <a:cubicBezTo>
                  <a:pt x="4381" y="2756"/>
                  <a:pt x="4372" y="2794"/>
                  <a:pt x="4380" y="2828"/>
                </a:cubicBezTo>
                <a:lnTo>
                  <a:pt x="4363" y="2846"/>
                </a:lnTo>
                <a:lnTo>
                  <a:pt x="4351" y="2857"/>
                </a:lnTo>
                <a:cubicBezTo>
                  <a:pt x="4356" y="2811"/>
                  <a:pt x="4359" y="2765"/>
                  <a:pt x="4359" y="2718"/>
                </a:cubicBezTo>
                <a:cubicBezTo>
                  <a:pt x="4359" y="2708"/>
                  <a:pt x="4359" y="2698"/>
                  <a:pt x="4359" y="2688"/>
                </a:cubicBezTo>
                <a:cubicBezTo>
                  <a:pt x="4359" y="2619"/>
                  <a:pt x="4360" y="2544"/>
                  <a:pt x="4366" y="2475"/>
                </a:cubicBezTo>
                <a:cubicBezTo>
                  <a:pt x="4366" y="2470"/>
                  <a:pt x="4358" y="2469"/>
                  <a:pt x="4357" y="2475"/>
                </a:cubicBezTo>
                <a:cubicBezTo>
                  <a:pt x="4342" y="2612"/>
                  <a:pt x="4318" y="2747"/>
                  <a:pt x="4314" y="2885"/>
                </a:cubicBezTo>
                <a:lnTo>
                  <a:pt x="4314" y="2886"/>
                </a:lnTo>
                <a:cubicBezTo>
                  <a:pt x="4314" y="2888"/>
                  <a:pt x="4314" y="2890"/>
                  <a:pt x="4315" y="2892"/>
                </a:cubicBezTo>
                <a:lnTo>
                  <a:pt x="4302" y="2895"/>
                </a:lnTo>
                <a:cubicBezTo>
                  <a:pt x="4303" y="2894"/>
                  <a:pt x="4303" y="2893"/>
                  <a:pt x="4304" y="2892"/>
                </a:cubicBezTo>
                <a:cubicBezTo>
                  <a:pt x="4306" y="2890"/>
                  <a:pt x="4306" y="2887"/>
                  <a:pt x="4307" y="2884"/>
                </a:cubicBezTo>
                <a:cubicBezTo>
                  <a:pt x="4310" y="2730"/>
                  <a:pt x="4308" y="2577"/>
                  <a:pt x="4307" y="2424"/>
                </a:cubicBezTo>
                <a:cubicBezTo>
                  <a:pt x="4307" y="2418"/>
                  <a:pt x="4298" y="2417"/>
                  <a:pt x="4298" y="2424"/>
                </a:cubicBezTo>
                <a:cubicBezTo>
                  <a:pt x="4297" y="2506"/>
                  <a:pt x="4282" y="2585"/>
                  <a:pt x="4275" y="2667"/>
                </a:cubicBezTo>
                <a:cubicBezTo>
                  <a:pt x="4275" y="2673"/>
                  <a:pt x="4275" y="2679"/>
                  <a:pt x="4273" y="2685"/>
                </a:cubicBezTo>
                <a:cubicBezTo>
                  <a:pt x="4272" y="2682"/>
                  <a:pt x="4271" y="2678"/>
                  <a:pt x="4269" y="2674"/>
                </a:cubicBezTo>
                <a:cubicBezTo>
                  <a:pt x="4270" y="2673"/>
                  <a:pt x="4270" y="2672"/>
                  <a:pt x="4271" y="2670"/>
                </a:cubicBezTo>
                <a:cubicBezTo>
                  <a:pt x="4280" y="2579"/>
                  <a:pt x="4267" y="2482"/>
                  <a:pt x="4265" y="2390"/>
                </a:cubicBezTo>
                <a:cubicBezTo>
                  <a:pt x="4265" y="2384"/>
                  <a:pt x="4256" y="2383"/>
                  <a:pt x="4256" y="2390"/>
                </a:cubicBezTo>
                <a:cubicBezTo>
                  <a:pt x="4256" y="2431"/>
                  <a:pt x="4254" y="2473"/>
                  <a:pt x="4252" y="2514"/>
                </a:cubicBezTo>
                <a:cubicBezTo>
                  <a:pt x="4250" y="2553"/>
                  <a:pt x="4244" y="2589"/>
                  <a:pt x="4243" y="2627"/>
                </a:cubicBezTo>
                <a:cubicBezTo>
                  <a:pt x="4234" y="2614"/>
                  <a:pt x="4224" y="2602"/>
                  <a:pt x="4213" y="2590"/>
                </a:cubicBezTo>
                <a:cubicBezTo>
                  <a:pt x="4214" y="2590"/>
                  <a:pt x="4214" y="2589"/>
                  <a:pt x="4215" y="2588"/>
                </a:cubicBezTo>
                <a:cubicBezTo>
                  <a:pt x="4215" y="2588"/>
                  <a:pt x="4215" y="2587"/>
                  <a:pt x="4215" y="2586"/>
                </a:cubicBezTo>
                <a:lnTo>
                  <a:pt x="4215" y="2585"/>
                </a:lnTo>
                <a:cubicBezTo>
                  <a:pt x="4215" y="2501"/>
                  <a:pt x="4211" y="2417"/>
                  <a:pt x="4209" y="2334"/>
                </a:cubicBezTo>
                <a:cubicBezTo>
                  <a:pt x="4209" y="2330"/>
                  <a:pt x="4202" y="2329"/>
                  <a:pt x="4202" y="2334"/>
                </a:cubicBezTo>
                <a:cubicBezTo>
                  <a:pt x="4199" y="2375"/>
                  <a:pt x="4198" y="2415"/>
                  <a:pt x="4198" y="2456"/>
                </a:cubicBezTo>
                <a:cubicBezTo>
                  <a:pt x="4198" y="2496"/>
                  <a:pt x="4199" y="2537"/>
                  <a:pt x="4202" y="2578"/>
                </a:cubicBezTo>
                <a:cubicBezTo>
                  <a:pt x="4189" y="2565"/>
                  <a:pt x="4176" y="2553"/>
                  <a:pt x="4162" y="2541"/>
                </a:cubicBezTo>
                <a:lnTo>
                  <a:pt x="4162" y="2539"/>
                </a:lnTo>
                <a:cubicBezTo>
                  <a:pt x="4165" y="2539"/>
                  <a:pt x="4168" y="2540"/>
                  <a:pt x="4167" y="2534"/>
                </a:cubicBezTo>
                <a:cubicBezTo>
                  <a:pt x="4166" y="2523"/>
                  <a:pt x="4166" y="2512"/>
                  <a:pt x="4166" y="2501"/>
                </a:cubicBezTo>
                <a:cubicBezTo>
                  <a:pt x="4166" y="2490"/>
                  <a:pt x="4166" y="2479"/>
                  <a:pt x="4167" y="2468"/>
                </a:cubicBezTo>
                <a:cubicBezTo>
                  <a:pt x="4167" y="2419"/>
                  <a:pt x="4167" y="2370"/>
                  <a:pt x="4165" y="2321"/>
                </a:cubicBezTo>
                <a:cubicBezTo>
                  <a:pt x="4165" y="2315"/>
                  <a:pt x="4156" y="2315"/>
                  <a:pt x="4156" y="2321"/>
                </a:cubicBezTo>
                <a:cubicBezTo>
                  <a:pt x="4155" y="2370"/>
                  <a:pt x="4147" y="2419"/>
                  <a:pt x="4147" y="2469"/>
                </a:cubicBezTo>
                <a:cubicBezTo>
                  <a:pt x="4145" y="2479"/>
                  <a:pt x="4145" y="2488"/>
                  <a:pt x="4145" y="2498"/>
                </a:cubicBezTo>
                <a:cubicBezTo>
                  <a:pt x="4145" y="2507"/>
                  <a:pt x="4145" y="2518"/>
                  <a:pt x="4147" y="2528"/>
                </a:cubicBezTo>
                <a:lnTo>
                  <a:pt x="4127" y="2512"/>
                </a:lnTo>
                <a:cubicBezTo>
                  <a:pt x="4116" y="2470"/>
                  <a:pt x="4126" y="2416"/>
                  <a:pt x="4123" y="2372"/>
                </a:cubicBezTo>
                <a:cubicBezTo>
                  <a:pt x="4121" y="2336"/>
                  <a:pt x="4128" y="2299"/>
                  <a:pt x="4126" y="2262"/>
                </a:cubicBezTo>
                <a:cubicBezTo>
                  <a:pt x="4126" y="2256"/>
                  <a:pt x="4116" y="2255"/>
                  <a:pt x="4117" y="2262"/>
                </a:cubicBezTo>
                <a:cubicBezTo>
                  <a:pt x="4118" y="2299"/>
                  <a:pt x="4107" y="2337"/>
                  <a:pt x="4105" y="2374"/>
                </a:cubicBezTo>
                <a:cubicBezTo>
                  <a:pt x="4104" y="2404"/>
                  <a:pt x="4104" y="2436"/>
                  <a:pt x="4104" y="2466"/>
                </a:cubicBezTo>
                <a:cubicBezTo>
                  <a:pt x="4104" y="2476"/>
                  <a:pt x="4102" y="2486"/>
                  <a:pt x="4102" y="2495"/>
                </a:cubicBezTo>
                <a:cubicBezTo>
                  <a:pt x="4092" y="2488"/>
                  <a:pt x="4082" y="2481"/>
                  <a:pt x="4071" y="2475"/>
                </a:cubicBezTo>
                <a:cubicBezTo>
                  <a:pt x="4069" y="2458"/>
                  <a:pt x="4067" y="2440"/>
                  <a:pt x="4067" y="2423"/>
                </a:cubicBezTo>
                <a:cubicBezTo>
                  <a:pt x="4067" y="2421"/>
                  <a:pt x="4067" y="2419"/>
                  <a:pt x="4067" y="2417"/>
                </a:cubicBezTo>
                <a:cubicBezTo>
                  <a:pt x="4067" y="2386"/>
                  <a:pt x="4061" y="2355"/>
                  <a:pt x="4059" y="2324"/>
                </a:cubicBezTo>
                <a:cubicBezTo>
                  <a:pt x="4059" y="2320"/>
                  <a:pt x="4052" y="2319"/>
                  <a:pt x="4052" y="2324"/>
                </a:cubicBezTo>
                <a:cubicBezTo>
                  <a:pt x="4050" y="2359"/>
                  <a:pt x="4044" y="2393"/>
                  <a:pt x="4043" y="2429"/>
                </a:cubicBezTo>
                <a:cubicBezTo>
                  <a:pt x="4043" y="2439"/>
                  <a:pt x="4042" y="2450"/>
                  <a:pt x="4043" y="2460"/>
                </a:cubicBezTo>
                <a:cubicBezTo>
                  <a:pt x="4033" y="2455"/>
                  <a:pt x="4023" y="2450"/>
                  <a:pt x="4012" y="2446"/>
                </a:cubicBezTo>
                <a:cubicBezTo>
                  <a:pt x="4017" y="2419"/>
                  <a:pt x="4012" y="2383"/>
                  <a:pt x="4016" y="2359"/>
                </a:cubicBezTo>
                <a:cubicBezTo>
                  <a:pt x="4023" y="2326"/>
                  <a:pt x="4026" y="2291"/>
                  <a:pt x="4026" y="2257"/>
                </a:cubicBezTo>
                <a:cubicBezTo>
                  <a:pt x="4026" y="2241"/>
                  <a:pt x="4025" y="2225"/>
                  <a:pt x="4024" y="2210"/>
                </a:cubicBezTo>
                <a:cubicBezTo>
                  <a:pt x="4024" y="2204"/>
                  <a:pt x="4014" y="2203"/>
                  <a:pt x="4013" y="2210"/>
                </a:cubicBezTo>
                <a:cubicBezTo>
                  <a:pt x="4008" y="2282"/>
                  <a:pt x="3985" y="2353"/>
                  <a:pt x="3985" y="2426"/>
                </a:cubicBezTo>
                <a:cubicBezTo>
                  <a:pt x="3985" y="2428"/>
                  <a:pt x="3985" y="2430"/>
                  <a:pt x="3985" y="2432"/>
                </a:cubicBezTo>
                <a:cubicBezTo>
                  <a:pt x="3985" y="2433"/>
                  <a:pt x="3985" y="2435"/>
                  <a:pt x="3985" y="2437"/>
                </a:cubicBezTo>
                <a:lnTo>
                  <a:pt x="3968" y="2432"/>
                </a:lnTo>
                <a:cubicBezTo>
                  <a:pt x="3969" y="2411"/>
                  <a:pt x="3970" y="2389"/>
                  <a:pt x="3970" y="2368"/>
                </a:cubicBezTo>
                <a:cubicBezTo>
                  <a:pt x="3970" y="2356"/>
                  <a:pt x="3970" y="2343"/>
                  <a:pt x="3969" y="2331"/>
                </a:cubicBezTo>
                <a:cubicBezTo>
                  <a:pt x="3969" y="2298"/>
                  <a:pt x="3973" y="2265"/>
                  <a:pt x="3972" y="2233"/>
                </a:cubicBezTo>
                <a:cubicBezTo>
                  <a:pt x="3972" y="2227"/>
                  <a:pt x="3963" y="2226"/>
                  <a:pt x="3963" y="2233"/>
                </a:cubicBezTo>
                <a:cubicBezTo>
                  <a:pt x="3962" y="2297"/>
                  <a:pt x="3940" y="2364"/>
                  <a:pt x="3946" y="2429"/>
                </a:cubicBezTo>
                <a:cubicBezTo>
                  <a:pt x="3939" y="2428"/>
                  <a:pt x="3931" y="2426"/>
                  <a:pt x="3924" y="2425"/>
                </a:cubicBezTo>
                <a:cubicBezTo>
                  <a:pt x="3924" y="2421"/>
                  <a:pt x="3924" y="2415"/>
                  <a:pt x="3924" y="2405"/>
                </a:cubicBezTo>
                <a:cubicBezTo>
                  <a:pt x="3924" y="2405"/>
                  <a:pt x="3924" y="2404"/>
                  <a:pt x="3924" y="2403"/>
                </a:cubicBezTo>
                <a:cubicBezTo>
                  <a:pt x="3924" y="2379"/>
                  <a:pt x="3925" y="2355"/>
                  <a:pt x="3927" y="2331"/>
                </a:cubicBezTo>
                <a:cubicBezTo>
                  <a:pt x="3928" y="2313"/>
                  <a:pt x="3929" y="2295"/>
                  <a:pt x="3929" y="2277"/>
                </a:cubicBezTo>
                <a:cubicBezTo>
                  <a:pt x="3929" y="2239"/>
                  <a:pt x="3927" y="2202"/>
                  <a:pt x="3923" y="2165"/>
                </a:cubicBezTo>
                <a:cubicBezTo>
                  <a:pt x="3923" y="2160"/>
                  <a:pt x="3915" y="2160"/>
                  <a:pt x="3915" y="2165"/>
                </a:cubicBezTo>
                <a:cubicBezTo>
                  <a:pt x="3912" y="2220"/>
                  <a:pt x="3911" y="2275"/>
                  <a:pt x="3911" y="2331"/>
                </a:cubicBezTo>
                <a:cubicBezTo>
                  <a:pt x="3911" y="2362"/>
                  <a:pt x="3906" y="2393"/>
                  <a:pt x="3908" y="2424"/>
                </a:cubicBezTo>
                <a:cubicBezTo>
                  <a:pt x="3900" y="2424"/>
                  <a:pt x="3892" y="2423"/>
                  <a:pt x="3884" y="2423"/>
                </a:cubicBezTo>
                <a:cubicBezTo>
                  <a:pt x="3876" y="2423"/>
                  <a:pt x="3867" y="2424"/>
                  <a:pt x="3859" y="2424"/>
                </a:cubicBezTo>
                <a:lnTo>
                  <a:pt x="3859" y="2423"/>
                </a:lnTo>
                <a:cubicBezTo>
                  <a:pt x="3861" y="2413"/>
                  <a:pt x="3861" y="2403"/>
                  <a:pt x="3861" y="2393"/>
                </a:cubicBezTo>
                <a:cubicBezTo>
                  <a:pt x="3861" y="2382"/>
                  <a:pt x="3861" y="2372"/>
                  <a:pt x="3859" y="2362"/>
                </a:cubicBezTo>
                <a:cubicBezTo>
                  <a:pt x="3859" y="2330"/>
                  <a:pt x="3854" y="2299"/>
                  <a:pt x="3853" y="2266"/>
                </a:cubicBezTo>
                <a:cubicBezTo>
                  <a:pt x="3853" y="2266"/>
                  <a:pt x="3852" y="2265"/>
                  <a:pt x="3852" y="2264"/>
                </a:cubicBezTo>
                <a:cubicBezTo>
                  <a:pt x="3851" y="2263"/>
                  <a:pt x="3851" y="2263"/>
                  <a:pt x="3851" y="2262"/>
                </a:cubicBezTo>
                <a:cubicBezTo>
                  <a:pt x="3850" y="2261"/>
                  <a:pt x="3849" y="2262"/>
                  <a:pt x="3848" y="2262"/>
                </a:cubicBezTo>
                <a:cubicBezTo>
                  <a:pt x="3847" y="2262"/>
                  <a:pt x="3847" y="2261"/>
                  <a:pt x="3846" y="2262"/>
                </a:cubicBezTo>
                <a:cubicBezTo>
                  <a:pt x="3845" y="2262"/>
                  <a:pt x="3844" y="2263"/>
                  <a:pt x="3844" y="2264"/>
                </a:cubicBezTo>
                <a:cubicBezTo>
                  <a:pt x="3843" y="2265"/>
                  <a:pt x="3843" y="2266"/>
                  <a:pt x="3843" y="2266"/>
                </a:cubicBezTo>
                <a:cubicBezTo>
                  <a:pt x="3843" y="2303"/>
                  <a:pt x="3838" y="2339"/>
                  <a:pt x="3837" y="2376"/>
                </a:cubicBezTo>
                <a:cubicBezTo>
                  <a:pt x="3837" y="2395"/>
                  <a:pt x="3830" y="2413"/>
                  <a:pt x="3845" y="2425"/>
                </a:cubicBezTo>
                <a:cubicBezTo>
                  <a:pt x="3829" y="2427"/>
                  <a:pt x="3812" y="2430"/>
                  <a:pt x="3796" y="2433"/>
                </a:cubicBezTo>
                <a:cubicBezTo>
                  <a:pt x="3790" y="2417"/>
                  <a:pt x="3796" y="2357"/>
                  <a:pt x="3796" y="2341"/>
                </a:cubicBezTo>
                <a:cubicBezTo>
                  <a:pt x="3796" y="2272"/>
                  <a:pt x="3789" y="2206"/>
                  <a:pt x="3785" y="2138"/>
                </a:cubicBezTo>
                <a:cubicBezTo>
                  <a:pt x="3785" y="2136"/>
                  <a:pt x="3780" y="2136"/>
                  <a:pt x="3780" y="2138"/>
                </a:cubicBezTo>
                <a:cubicBezTo>
                  <a:pt x="3776" y="2185"/>
                  <a:pt x="3774" y="2232"/>
                  <a:pt x="3774" y="2279"/>
                </a:cubicBezTo>
                <a:cubicBezTo>
                  <a:pt x="3774" y="2300"/>
                  <a:pt x="3774" y="2321"/>
                  <a:pt x="3775" y="2342"/>
                </a:cubicBezTo>
                <a:cubicBezTo>
                  <a:pt x="3775" y="2363"/>
                  <a:pt x="3765" y="2411"/>
                  <a:pt x="3775" y="2439"/>
                </a:cubicBezTo>
                <a:cubicBezTo>
                  <a:pt x="3766" y="2441"/>
                  <a:pt x="3756" y="2444"/>
                  <a:pt x="3747" y="2448"/>
                </a:cubicBezTo>
                <a:cubicBezTo>
                  <a:pt x="3748" y="2428"/>
                  <a:pt x="3745" y="2406"/>
                  <a:pt x="3745" y="2388"/>
                </a:cubicBezTo>
                <a:cubicBezTo>
                  <a:pt x="3745" y="2338"/>
                  <a:pt x="3748" y="2289"/>
                  <a:pt x="3746" y="2239"/>
                </a:cubicBezTo>
                <a:cubicBezTo>
                  <a:pt x="3746" y="2234"/>
                  <a:pt x="3737" y="2233"/>
                  <a:pt x="3737" y="2239"/>
                </a:cubicBezTo>
                <a:cubicBezTo>
                  <a:pt x="3737" y="2277"/>
                  <a:pt x="3727" y="2314"/>
                  <a:pt x="3725" y="2353"/>
                </a:cubicBezTo>
                <a:cubicBezTo>
                  <a:pt x="3724" y="2376"/>
                  <a:pt x="3725" y="2400"/>
                  <a:pt x="3724" y="2424"/>
                </a:cubicBezTo>
                <a:cubicBezTo>
                  <a:pt x="3724" y="2431"/>
                  <a:pt x="3727" y="2445"/>
                  <a:pt x="3728" y="2456"/>
                </a:cubicBezTo>
                <a:cubicBezTo>
                  <a:pt x="3719" y="2459"/>
                  <a:pt x="3710" y="2463"/>
                  <a:pt x="3701" y="2467"/>
                </a:cubicBezTo>
                <a:cubicBezTo>
                  <a:pt x="3707" y="2346"/>
                  <a:pt x="3706" y="2225"/>
                  <a:pt x="3705" y="2104"/>
                </a:cubicBezTo>
                <a:cubicBezTo>
                  <a:pt x="3705" y="2104"/>
                  <a:pt x="3704" y="2103"/>
                  <a:pt x="3704" y="2102"/>
                </a:cubicBezTo>
                <a:cubicBezTo>
                  <a:pt x="3703" y="2101"/>
                  <a:pt x="3703" y="2101"/>
                  <a:pt x="3703" y="2100"/>
                </a:cubicBezTo>
                <a:cubicBezTo>
                  <a:pt x="3702" y="2099"/>
                  <a:pt x="3701" y="2100"/>
                  <a:pt x="3700" y="2100"/>
                </a:cubicBezTo>
                <a:cubicBezTo>
                  <a:pt x="3699" y="2100"/>
                  <a:pt x="3699" y="2099"/>
                  <a:pt x="3698" y="2100"/>
                </a:cubicBezTo>
                <a:cubicBezTo>
                  <a:pt x="3697" y="2100"/>
                  <a:pt x="3696" y="2101"/>
                  <a:pt x="3696" y="2102"/>
                </a:cubicBezTo>
                <a:cubicBezTo>
                  <a:pt x="3696" y="2103"/>
                  <a:pt x="3695" y="2104"/>
                  <a:pt x="3695" y="2104"/>
                </a:cubicBezTo>
                <a:cubicBezTo>
                  <a:pt x="3695" y="2160"/>
                  <a:pt x="3681" y="2215"/>
                  <a:pt x="3681" y="2271"/>
                </a:cubicBezTo>
                <a:cubicBezTo>
                  <a:pt x="3681" y="2339"/>
                  <a:pt x="3671" y="2409"/>
                  <a:pt x="3679" y="2475"/>
                </a:cubicBezTo>
                <a:cubicBezTo>
                  <a:pt x="3679" y="2476"/>
                  <a:pt x="3679" y="2476"/>
                  <a:pt x="3679" y="2477"/>
                </a:cubicBezTo>
                <a:lnTo>
                  <a:pt x="3679" y="2478"/>
                </a:lnTo>
                <a:cubicBezTo>
                  <a:pt x="3678" y="2479"/>
                  <a:pt x="3677" y="2479"/>
                  <a:pt x="3676" y="2480"/>
                </a:cubicBezTo>
                <a:cubicBezTo>
                  <a:pt x="3663" y="2488"/>
                  <a:pt x="3650" y="2496"/>
                  <a:pt x="3639" y="2506"/>
                </a:cubicBezTo>
                <a:cubicBezTo>
                  <a:pt x="3636" y="2396"/>
                  <a:pt x="3631" y="2287"/>
                  <a:pt x="3627" y="2178"/>
                </a:cubicBezTo>
                <a:cubicBezTo>
                  <a:pt x="3627" y="2172"/>
                  <a:pt x="3619" y="2171"/>
                  <a:pt x="3619" y="2178"/>
                </a:cubicBezTo>
                <a:cubicBezTo>
                  <a:pt x="3615" y="2290"/>
                  <a:pt x="3610" y="2403"/>
                  <a:pt x="3607" y="2515"/>
                </a:cubicBezTo>
                <a:lnTo>
                  <a:pt x="3607" y="2516"/>
                </a:lnTo>
                <a:cubicBezTo>
                  <a:pt x="3607" y="2518"/>
                  <a:pt x="3608" y="2520"/>
                  <a:pt x="3609" y="2522"/>
                </a:cubicBezTo>
                <a:cubicBezTo>
                  <a:pt x="3610" y="2524"/>
                  <a:pt x="3612" y="2526"/>
                  <a:pt x="3614" y="2527"/>
                </a:cubicBezTo>
                <a:cubicBezTo>
                  <a:pt x="3614" y="2527"/>
                  <a:pt x="3615" y="2528"/>
                  <a:pt x="3616" y="2528"/>
                </a:cubicBezTo>
                <a:cubicBezTo>
                  <a:pt x="3611" y="2534"/>
                  <a:pt x="3606" y="2541"/>
                  <a:pt x="3602" y="2549"/>
                </a:cubicBezTo>
                <a:cubicBezTo>
                  <a:pt x="3601" y="2551"/>
                  <a:pt x="3599" y="2553"/>
                  <a:pt x="3598" y="2555"/>
                </a:cubicBezTo>
                <a:cubicBezTo>
                  <a:pt x="3595" y="2551"/>
                  <a:pt x="3591" y="2547"/>
                  <a:pt x="3587" y="2543"/>
                </a:cubicBezTo>
                <a:cubicBezTo>
                  <a:pt x="3599" y="2480"/>
                  <a:pt x="3587" y="2408"/>
                  <a:pt x="3589" y="2344"/>
                </a:cubicBezTo>
                <a:cubicBezTo>
                  <a:pt x="3591" y="2258"/>
                  <a:pt x="3587" y="2170"/>
                  <a:pt x="3582" y="2084"/>
                </a:cubicBezTo>
                <a:cubicBezTo>
                  <a:pt x="3582" y="2079"/>
                  <a:pt x="3574" y="2079"/>
                  <a:pt x="3574" y="2084"/>
                </a:cubicBezTo>
                <a:cubicBezTo>
                  <a:pt x="3569" y="2172"/>
                  <a:pt x="3572" y="2261"/>
                  <a:pt x="3566" y="2349"/>
                </a:cubicBezTo>
                <a:cubicBezTo>
                  <a:pt x="3561" y="2332"/>
                  <a:pt x="3555" y="2315"/>
                  <a:pt x="3548" y="2299"/>
                </a:cubicBezTo>
                <a:cubicBezTo>
                  <a:pt x="3545" y="2280"/>
                  <a:pt x="3544" y="2261"/>
                  <a:pt x="3544" y="2242"/>
                </a:cubicBezTo>
                <a:cubicBezTo>
                  <a:pt x="3544" y="2238"/>
                  <a:pt x="3544" y="2233"/>
                  <a:pt x="3544" y="2229"/>
                </a:cubicBezTo>
                <a:cubicBezTo>
                  <a:pt x="3542" y="2180"/>
                  <a:pt x="3541" y="2131"/>
                  <a:pt x="3540" y="2080"/>
                </a:cubicBezTo>
                <a:cubicBezTo>
                  <a:pt x="3540" y="2076"/>
                  <a:pt x="3533" y="2077"/>
                  <a:pt x="3533" y="2080"/>
                </a:cubicBezTo>
                <a:cubicBezTo>
                  <a:pt x="3532" y="2130"/>
                  <a:pt x="3530" y="2179"/>
                  <a:pt x="3529" y="2229"/>
                </a:cubicBezTo>
                <a:cubicBezTo>
                  <a:pt x="3529" y="2239"/>
                  <a:pt x="3528" y="2250"/>
                  <a:pt x="3527" y="2261"/>
                </a:cubicBezTo>
                <a:cubicBezTo>
                  <a:pt x="3520" y="2250"/>
                  <a:pt x="3513" y="2239"/>
                  <a:pt x="3505" y="2229"/>
                </a:cubicBezTo>
                <a:cubicBezTo>
                  <a:pt x="3506" y="2229"/>
                  <a:pt x="3507" y="2228"/>
                  <a:pt x="3508" y="2228"/>
                </a:cubicBezTo>
                <a:cubicBezTo>
                  <a:pt x="3509" y="2227"/>
                  <a:pt x="3509" y="2226"/>
                  <a:pt x="3510" y="2225"/>
                </a:cubicBezTo>
                <a:cubicBezTo>
                  <a:pt x="3510" y="2224"/>
                  <a:pt x="3511" y="2223"/>
                  <a:pt x="3511" y="2222"/>
                </a:cubicBezTo>
                <a:cubicBezTo>
                  <a:pt x="3511" y="2221"/>
                  <a:pt x="3511" y="2220"/>
                  <a:pt x="3511" y="2219"/>
                </a:cubicBezTo>
                <a:cubicBezTo>
                  <a:pt x="3508" y="2208"/>
                  <a:pt x="3506" y="2196"/>
                  <a:pt x="3506" y="2184"/>
                </a:cubicBezTo>
                <a:cubicBezTo>
                  <a:pt x="3506" y="2183"/>
                  <a:pt x="3506" y="2181"/>
                  <a:pt x="3506" y="2180"/>
                </a:cubicBezTo>
                <a:cubicBezTo>
                  <a:pt x="3504" y="2158"/>
                  <a:pt x="3503" y="2135"/>
                  <a:pt x="3503" y="2112"/>
                </a:cubicBezTo>
                <a:cubicBezTo>
                  <a:pt x="3503" y="2108"/>
                  <a:pt x="3503" y="2104"/>
                  <a:pt x="3503" y="2100"/>
                </a:cubicBezTo>
                <a:cubicBezTo>
                  <a:pt x="3503" y="2078"/>
                  <a:pt x="3502" y="2056"/>
                  <a:pt x="3499" y="2035"/>
                </a:cubicBezTo>
                <a:cubicBezTo>
                  <a:pt x="3499" y="2029"/>
                  <a:pt x="3490" y="2031"/>
                  <a:pt x="3490" y="2036"/>
                </a:cubicBezTo>
                <a:cubicBezTo>
                  <a:pt x="3489" y="2062"/>
                  <a:pt x="3480" y="2085"/>
                  <a:pt x="3480" y="2112"/>
                </a:cubicBezTo>
                <a:cubicBezTo>
                  <a:pt x="3480" y="2144"/>
                  <a:pt x="3483" y="2176"/>
                  <a:pt x="3487" y="2208"/>
                </a:cubicBezTo>
                <a:cubicBezTo>
                  <a:pt x="3476" y="2196"/>
                  <a:pt x="3463" y="2184"/>
                  <a:pt x="3450" y="2174"/>
                </a:cubicBezTo>
                <a:cubicBezTo>
                  <a:pt x="3437" y="2164"/>
                  <a:pt x="3450" y="2174"/>
                  <a:pt x="3450" y="2173"/>
                </a:cubicBezTo>
                <a:cubicBezTo>
                  <a:pt x="3465" y="2125"/>
                  <a:pt x="3450" y="2064"/>
                  <a:pt x="3450" y="2016"/>
                </a:cubicBezTo>
                <a:cubicBezTo>
                  <a:pt x="3450" y="2010"/>
                  <a:pt x="3441" y="2009"/>
                  <a:pt x="3441" y="2016"/>
                </a:cubicBezTo>
                <a:cubicBezTo>
                  <a:pt x="3441" y="2044"/>
                  <a:pt x="3439" y="2072"/>
                  <a:pt x="3437" y="2100"/>
                </a:cubicBezTo>
                <a:cubicBezTo>
                  <a:pt x="3436" y="2109"/>
                  <a:pt x="3436" y="2118"/>
                  <a:pt x="3436" y="2127"/>
                </a:cubicBezTo>
                <a:cubicBezTo>
                  <a:pt x="3436" y="2141"/>
                  <a:pt x="3437" y="2154"/>
                  <a:pt x="3439" y="2167"/>
                </a:cubicBezTo>
                <a:cubicBezTo>
                  <a:pt x="3430" y="2160"/>
                  <a:pt x="3419" y="2153"/>
                  <a:pt x="3409" y="2147"/>
                </a:cubicBezTo>
                <a:cubicBezTo>
                  <a:pt x="3404" y="2144"/>
                  <a:pt x="3398" y="2141"/>
                  <a:pt x="3392" y="2138"/>
                </a:cubicBezTo>
                <a:cubicBezTo>
                  <a:pt x="3394" y="2127"/>
                  <a:pt x="3394" y="2116"/>
                  <a:pt x="3394" y="2105"/>
                </a:cubicBezTo>
                <a:cubicBezTo>
                  <a:pt x="3394" y="2099"/>
                  <a:pt x="3394" y="2093"/>
                  <a:pt x="3394" y="2086"/>
                </a:cubicBezTo>
                <a:cubicBezTo>
                  <a:pt x="3394" y="2053"/>
                  <a:pt x="3392" y="2021"/>
                  <a:pt x="3390" y="1988"/>
                </a:cubicBezTo>
                <a:cubicBezTo>
                  <a:pt x="3390" y="1987"/>
                  <a:pt x="3390" y="1987"/>
                  <a:pt x="3390" y="1986"/>
                </a:cubicBezTo>
                <a:lnTo>
                  <a:pt x="3389" y="1985"/>
                </a:lnTo>
                <a:cubicBezTo>
                  <a:pt x="3388" y="1985"/>
                  <a:pt x="3388" y="1984"/>
                  <a:pt x="3387" y="1984"/>
                </a:cubicBezTo>
                <a:cubicBezTo>
                  <a:pt x="3386" y="1984"/>
                  <a:pt x="3386" y="1985"/>
                  <a:pt x="3385" y="1985"/>
                </a:cubicBezTo>
                <a:lnTo>
                  <a:pt x="3384" y="1986"/>
                </a:lnTo>
                <a:cubicBezTo>
                  <a:pt x="3384" y="1987"/>
                  <a:pt x="3384" y="1987"/>
                  <a:pt x="3384" y="1988"/>
                </a:cubicBezTo>
                <a:cubicBezTo>
                  <a:pt x="3382" y="2016"/>
                  <a:pt x="3381" y="2045"/>
                  <a:pt x="3381" y="2073"/>
                </a:cubicBezTo>
                <a:cubicBezTo>
                  <a:pt x="3380" y="2083"/>
                  <a:pt x="3380" y="2093"/>
                  <a:pt x="3380" y="2103"/>
                </a:cubicBezTo>
                <a:cubicBezTo>
                  <a:pt x="3380" y="2113"/>
                  <a:pt x="3380" y="2122"/>
                  <a:pt x="3381" y="2132"/>
                </a:cubicBezTo>
                <a:cubicBezTo>
                  <a:pt x="3369" y="2127"/>
                  <a:pt x="3357" y="2123"/>
                  <a:pt x="3345" y="2119"/>
                </a:cubicBezTo>
                <a:cubicBezTo>
                  <a:pt x="3345" y="2114"/>
                  <a:pt x="3346" y="2108"/>
                  <a:pt x="3346" y="2104"/>
                </a:cubicBezTo>
                <a:cubicBezTo>
                  <a:pt x="3346" y="2099"/>
                  <a:pt x="3345" y="2095"/>
                  <a:pt x="3345" y="2090"/>
                </a:cubicBezTo>
                <a:cubicBezTo>
                  <a:pt x="3345" y="2067"/>
                  <a:pt x="3341" y="2044"/>
                  <a:pt x="3340" y="2021"/>
                </a:cubicBezTo>
                <a:cubicBezTo>
                  <a:pt x="3340" y="2021"/>
                  <a:pt x="3339" y="2020"/>
                  <a:pt x="3339" y="2019"/>
                </a:cubicBezTo>
                <a:cubicBezTo>
                  <a:pt x="3338" y="2018"/>
                  <a:pt x="3338" y="2018"/>
                  <a:pt x="3338" y="2017"/>
                </a:cubicBezTo>
                <a:cubicBezTo>
                  <a:pt x="3337" y="2016"/>
                  <a:pt x="3336" y="2017"/>
                  <a:pt x="3335" y="2017"/>
                </a:cubicBezTo>
                <a:cubicBezTo>
                  <a:pt x="3334" y="2017"/>
                  <a:pt x="3334" y="2016"/>
                  <a:pt x="3333" y="2017"/>
                </a:cubicBezTo>
                <a:cubicBezTo>
                  <a:pt x="3332" y="2017"/>
                  <a:pt x="3331" y="2018"/>
                  <a:pt x="3331" y="2019"/>
                </a:cubicBezTo>
                <a:cubicBezTo>
                  <a:pt x="3331" y="2020"/>
                  <a:pt x="3330" y="2021"/>
                  <a:pt x="3330" y="2021"/>
                </a:cubicBezTo>
                <a:cubicBezTo>
                  <a:pt x="3330" y="2044"/>
                  <a:pt x="3327" y="2067"/>
                  <a:pt x="3325" y="2089"/>
                </a:cubicBezTo>
                <a:cubicBezTo>
                  <a:pt x="3324" y="2097"/>
                  <a:pt x="3324" y="2104"/>
                  <a:pt x="3324" y="2112"/>
                </a:cubicBezTo>
                <a:lnTo>
                  <a:pt x="3324" y="2113"/>
                </a:lnTo>
                <a:cubicBezTo>
                  <a:pt x="3316" y="2111"/>
                  <a:pt x="3307" y="2110"/>
                  <a:pt x="3298" y="2108"/>
                </a:cubicBezTo>
                <a:cubicBezTo>
                  <a:pt x="3300" y="2054"/>
                  <a:pt x="3296" y="1999"/>
                  <a:pt x="3295" y="1945"/>
                </a:cubicBezTo>
                <a:cubicBezTo>
                  <a:pt x="3295" y="1945"/>
                  <a:pt x="3294" y="1944"/>
                  <a:pt x="3294" y="1943"/>
                </a:cubicBezTo>
                <a:cubicBezTo>
                  <a:pt x="3293" y="1942"/>
                  <a:pt x="3293" y="1942"/>
                  <a:pt x="3293" y="1941"/>
                </a:cubicBezTo>
                <a:cubicBezTo>
                  <a:pt x="3292" y="1940"/>
                  <a:pt x="3291" y="1940"/>
                  <a:pt x="3290" y="1940"/>
                </a:cubicBezTo>
                <a:cubicBezTo>
                  <a:pt x="3289" y="1940"/>
                  <a:pt x="3288" y="1941"/>
                  <a:pt x="3288" y="1941"/>
                </a:cubicBezTo>
                <a:cubicBezTo>
                  <a:pt x="3287" y="1942"/>
                  <a:pt x="3286" y="1942"/>
                  <a:pt x="3286" y="1943"/>
                </a:cubicBezTo>
                <a:cubicBezTo>
                  <a:pt x="3286" y="1944"/>
                  <a:pt x="3285" y="1945"/>
                  <a:pt x="3285" y="1945"/>
                </a:cubicBezTo>
                <a:cubicBezTo>
                  <a:pt x="3285" y="1972"/>
                  <a:pt x="3275" y="1995"/>
                  <a:pt x="3276" y="2022"/>
                </a:cubicBezTo>
                <a:cubicBezTo>
                  <a:pt x="3276" y="2048"/>
                  <a:pt x="3274" y="2077"/>
                  <a:pt x="3275" y="2105"/>
                </a:cubicBezTo>
                <a:cubicBezTo>
                  <a:pt x="3266" y="2105"/>
                  <a:pt x="3256" y="2103"/>
                  <a:pt x="3247" y="2103"/>
                </a:cubicBezTo>
                <a:cubicBezTo>
                  <a:pt x="3247" y="2077"/>
                  <a:pt x="3243" y="2051"/>
                  <a:pt x="3242" y="2024"/>
                </a:cubicBezTo>
                <a:cubicBezTo>
                  <a:pt x="3242" y="2020"/>
                  <a:pt x="3235" y="2020"/>
                  <a:pt x="3235" y="2024"/>
                </a:cubicBezTo>
                <a:cubicBezTo>
                  <a:pt x="3234" y="2040"/>
                  <a:pt x="3233" y="2055"/>
                  <a:pt x="3231" y="2070"/>
                </a:cubicBezTo>
                <a:cubicBezTo>
                  <a:pt x="3230" y="2075"/>
                  <a:pt x="3229" y="2080"/>
                  <a:pt x="3229" y="2086"/>
                </a:cubicBezTo>
                <a:cubicBezTo>
                  <a:pt x="3229" y="2091"/>
                  <a:pt x="3230" y="2097"/>
                  <a:pt x="3231" y="2102"/>
                </a:cubicBezTo>
                <a:cubicBezTo>
                  <a:pt x="3221" y="2102"/>
                  <a:pt x="3211" y="2102"/>
                  <a:pt x="3202" y="2102"/>
                </a:cubicBezTo>
                <a:cubicBezTo>
                  <a:pt x="3200" y="2093"/>
                  <a:pt x="3200" y="2084"/>
                  <a:pt x="3200" y="2074"/>
                </a:cubicBezTo>
                <a:cubicBezTo>
                  <a:pt x="3200" y="2062"/>
                  <a:pt x="3201" y="2050"/>
                  <a:pt x="3203" y="2038"/>
                </a:cubicBezTo>
                <a:cubicBezTo>
                  <a:pt x="3203" y="2032"/>
                  <a:pt x="3204" y="2027"/>
                  <a:pt x="3204" y="2021"/>
                </a:cubicBezTo>
                <a:cubicBezTo>
                  <a:pt x="3204" y="2012"/>
                  <a:pt x="3203" y="2003"/>
                  <a:pt x="3201" y="1993"/>
                </a:cubicBezTo>
                <a:lnTo>
                  <a:pt x="3200" y="1992"/>
                </a:lnTo>
                <a:cubicBezTo>
                  <a:pt x="3199" y="1991"/>
                  <a:pt x="3200" y="1991"/>
                  <a:pt x="3199" y="1990"/>
                </a:cubicBezTo>
                <a:lnTo>
                  <a:pt x="3198" y="1990"/>
                </a:lnTo>
                <a:cubicBezTo>
                  <a:pt x="3197" y="1990"/>
                  <a:pt x="3196" y="1990"/>
                  <a:pt x="3196" y="1990"/>
                </a:cubicBezTo>
                <a:cubicBezTo>
                  <a:pt x="3195" y="1991"/>
                  <a:pt x="3196" y="1991"/>
                  <a:pt x="3195" y="1992"/>
                </a:cubicBezTo>
                <a:cubicBezTo>
                  <a:pt x="3194" y="1993"/>
                  <a:pt x="3194" y="1993"/>
                  <a:pt x="3194" y="1993"/>
                </a:cubicBezTo>
                <a:cubicBezTo>
                  <a:pt x="3192" y="2029"/>
                  <a:pt x="3180" y="2067"/>
                  <a:pt x="3185" y="2103"/>
                </a:cubicBezTo>
                <a:cubicBezTo>
                  <a:pt x="3175" y="2103"/>
                  <a:pt x="3164" y="2104"/>
                  <a:pt x="3154" y="2105"/>
                </a:cubicBezTo>
                <a:cubicBezTo>
                  <a:pt x="3154" y="2103"/>
                  <a:pt x="3154" y="2101"/>
                  <a:pt x="3154" y="2099"/>
                </a:cubicBezTo>
                <a:cubicBezTo>
                  <a:pt x="3154" y="2093"/>
                  <a:pt x="3153" y="2086"/>
                  <a:pt x="3151" y="2081"/>
                </a:cubicBezTo>
                <a:cubicBezTo>
                  <a:pt x="3147" y="2070"/>
                  <a:pt x="3145" y="2058"/>
                  <a:pt x="3145" y="2046"/>
                </a:cubicBezTo>
                <a:cubicBezTo>
                  <a:pt x="3145" y="2044"/>
                  <a:pt x="3145" y="2041"/>
                  <a:pt x="3145" y="2038"/>
                </a:cubicBezTo>
                <a:lnTo>
                  <a:pt x="3145" y="2037"/>
                </a:lnTo>
                <a:cubicBezTo>
                  <a:pt x="3144" y="2037"/>
                  <a:pt x="3144" y="2036"/>
                  <a:pt x="3144" y="2036"/>
                </a:cubicBezTo>
                <a:cubicBezTo>
                  <a:pt x="3143" y="2036"/>
                  <a:pt x="3143" y="2036"/>
                  <a:pt x="3142" y="2036"/>
                </a:cubicBezTo>
                <a:lnTo>
                  <a:pt x="3141" y="2036"/>
                </a:lnTo>
                <a:cubicBezTo>
                  <a:pt x="3140" y="2036"/>
                  <a:pt x="3140" y="2037"/>
                  <a:pt x="3140" y="2037"/>
                </a:cubicBezTo>
                <a:lnTo>
                  <a:pt x="3139" y="2038"/>
                </a:lnTo>
                <a:cubicBezTo>
                  <a:pt x="3138" y="2048"/>
                  <a:pt x="3137" y="2058"/>
                  <a:pt x="3137" y="2068"/>
                </a:cubicBezTo>
                <a:cubicBezTo>
                  <a:pt x="3137" y="2072"/>
                  <a:pt x="3137" y="2076"/>
                  <a:pt x="3138" y="2080"/>
                </a:cubicBezTo>
                <a:cubicBezTo>
                  <a:pt x="3138" y="2084"/>
                  <a:pt x="3141" y="2082"/>
                  <a:pt x="3139" y="2089"/>
                </a:cubicBezTo>
                <a:cubicBezTo>
                  <a:pt x="3138" y="2095"/>
                  <a:pt x="3137" y="2100"/>
                  <a:pt x="3137" y="2106"/>
                </a:cubicBezTo>
                <a:cubicBezTo>
                  <a:pt x="3137" y="2107"/>
                  <a:pt x="3137" y="2107"/>
                  <a:pt x="3137" y="2107"/>
                </a:cubicBezTo>
                <a:cubicBezTo>
                  <a:pt x="3127" y="2108"/>
                  <a:pt x="3118" y="2110"/>
                  <a:pt x="3107" y="2112"/>
                </a:cubicBezTo>
                <a:cubicBezTo>
                  <a:pt x="3107" y="2109"/>
                  <a:pt x="3107" y="2105"/>
                  <a:pt x="3107" y="2102"/>
                </a:cubicBezTo>
                <a:cubicBezTo>
                  <a:pt x="3107" y="2092"/>
                  <a:pt x="3108" y="2082"/>
                  <a:pt x="3110" y="2072"/>
                </a:cubicBezTo>
                <a:cubicBezTo>
                  <a:pt x="3110" y="2053"/>
                  <a:pt x="3106" y="2033"/>
                  <a:pt x="3106" y="2014"/>
                </a:cubicBezTo>
                <a:cubicBezTo>
                  <a:pt x="3106" y="2008"/>
                  <a:pt x="3097" y="2008"/>
                  <a:pt x="3097" y="2014"/>
                </a:cubicBezTo>
                <a:cubicBezTo>
                  <a:pt x="3097" y="2033"/>
                  <a:pt x="3095" y="2052"/>
                  <a:pt x="3093" y="2071"/>
                </a:cubicBezTo>
                <a:cubicBezTo>
                  <a:pt x="3089" y="2085"/>
                  <a:pt x="3088" y="2099"/>
                  <a:pt x="3088" y="2113"/>
                </a:cubicBezTo>
                <a:cubicBezTo>
                  <a:pt x="3088" y="2114"/>
                  <a:pt x="3088" y="2115"/>
                  <a:pt x="3088" y="2116"/>
                </a:cubicBezTo>
                <a:lnTo>
                  <a:pt x="3069" y="2120"/>
                </a:lnTo>
                <a:cubicBezTo>
                  <a:pt x="3069" y="2063"/>
                  <a:pt x="3073" y="2006"/>
                  <a:pt x="3071" y="1949"/>
                </a:cubicBezTo>
                <a:cubicBezTo>
                  <a:pt x="3071" y="1943"/>
                  <a:pt x="3063" y="1943"/>
                  <a:pt x="3063" y="1949"/>
                </a:cubicBezTo>
                <a:cubicBezTo>
                  <a:pt x="3061" y="2008"/>
                  <a:pt x="3050" y="2065"/>
                  <a:pt x="3050" y="2124"/>
                </a:cubicBezTo>
                <a:cubicBezTo>
                  <a:pt x="3042" y="2126"/>
                  <a:pt x="3034" y="2128"/>
                  <a:pt x="3026" y="2131"/>
                </a:cubicBezTo>
                <a:cubicBezTo>
                  <a:pt x="3027" y="2108"/>
                  <a:pt x="3028" y="2084"/>
                  <a:pt x="3028" y="2061"/>
                </a:cubicBezTo>
                <a:cubicBezTo>
                  <a:pt x="3028" y="2045"/>
                  <a:pt x="3027" y="2029"/>
                  <a:pt x="3027" y="2013"/>
                </a:cubicBezTo>
                <a:cubicBezTo>
                  <a:pt x="3027" y="2006"/>
                  <a:pt x="3017" y="2007"/>
                  <a:pt x="3016" y="2013"/>
                </a:cubicBezTo>
                <a:cubicBezTo>
                  <a:pt x="3017" y="2020"/>
                  <a:pt x="3017" y="2027"/>
                  <a:pt x="3017" y="2034"/>
                </a:cubicBezTo>
                <a:cubicBezTo>
                  <a:pt x="3017" y="2047"/>
                  <a:pt x="3016" y="2061"/>
                  <a:pt x="3013" y="2074"/>
                </a:cubicBezTo>
                <a:cubicBezTo>
                  <a:pt x="3010" y="2085"/>
                  <a:pt x="3009" y="2097"/>
                  <a:pt x="3009" y="2109"/>
                </a:cubicBezTo>
                <a:cubicBezTo>
                  <a:pt x="3009" y="2117"/>
                  <a:pt x="3009" y="2126"/>
                  <a:pt x="3011" y="2134"/>
                </a:cubicBezTo>
                <a:lnTo>
                  <a:pt x="2996" y="2139"/>
                </a:lnTo>
                <a:cubicBezTo>
                  <a:pt x="2990" y="2141"/>
                  <a:pt x="2984" y="2144"/>
                  <a:pt x="2977" y="2147"/>
                </a:cubicBezTo>
                <a:cubicBezTo>
                  <a:pt x="2979" y="2084"/>
                  <a:pt x="2985" y="2022"/>
                  <a:pt x="2985" y="1960"/>
                </a:cubicBezTo>
                <a:cubicBezTo>
                  <a:pt x="2985" y="1954"/>
                  <a:pt x="2974" y="1954"/>
                  <a:pt x="2974" y="1960"/>
                </a:cubicBezTo>
                <a:cubicBezTo>
                  <a:pt x="2974" y="2024"/>
                  <a:pt x="2961" y="2088"/>
                  <a:pt x="2962" y="2152"/>
                </a:cubicBezTo>
                <a:cubicBezTo>
                  <a:pt x="2954" y="2155"/>
                  <a:pt x="2946" y="2159"/>
                  <a:pt x="2939" y="2162"/>
                </a:cubicBezTo>
                <a:cubicBezTo>
                  <a:pt x="2941" y="2142"/>
                  <a:pt x="2939" y="2123"/>
                  <a:pt x="2939" y="2105"/>
                </a:cubicBezTo>
                <a:cubicBezTo>
                  <a:pt x="2939" y="2087"/>
                  <a:pt x="2942" y="2054"/>
                  <a:pt x="2930" y="2040"/>
                </a:cubicBezTo>
                <a:cubicBezTo>
                  <a:pt x="2926" y="2035"/>
                  <a:pt x="2919" y="2041"/>
                  <a:pt x="2922" y="2046"/>
                </a:cubicBezTo>
                <a:cubicBezTo>
                  <a:pt x="2931" y="2058"/>
                  <a:pt x="2921" y="2110"/>
                  <a:pt x="2920" y="2121"/>
                </a:cubicBezTo>
                <a:cubicBezTo>
                  <a:pt x="2917" y="2133"/>
                  <a:pt x="2916" y="2145"/>
                  <a:pt x="2916" y="2157"/>
                </a:cubicBezTo>
                <a:cubicBezTo>
                  <a:pt x="2916" y="2162"/>
                  <a:pt x="2916" y="2167"/>
                  <a:pt x="2917" y="2172"/>
                </a:cubicBezTo>
                <a:cubicBezTo>
                  <a:pt x="2913" y="2174"/>
                  <a:pt x="2909" y="2177"/>
                  <a:pt x="2904" y="2179"/>
                </a:cubicBezTo>
                <a:cubicBezTo>
                  <a:pt x="2904" y="2089"/>
                  <a:pt x="2905" y="1998"/>
                  <a:pt x="2903" y="1907"/>
                </a:cubicBezTo>
                <a:cubicBezTo>
                  <a:pt x="2903" y="1903"/>
                  <a:pt x="2895" y="1903"/>
                  <a:pt x="2895" y="1907"/>
                </a:cubicBezTo>
                <a:cubicBezTo>
                  <a:pt x="2892" y="2002"/>
                  <a:pt x="2888" y="2096"/>
                  <a:pt x="2887" y="2190"/>
                </a:cubicBezTo>
                <a:cubicBezTo>
                  <a:pt x="2880" y="2194"/>
                  <a:pt x="2873" y="2199"/>
                  <a:pt x="2867" y="2204"/>
                </a:cubicBezTo>
                <a:cubicBezTo>
                  <a:pt x="2865" y="2180"/>
                  <a:pt x="2867" y="2156"/>
                  <a:pt x="2864" y="2133"/>
                </a:cubicBezTo>
                <a:cubicBezTo>
                  <a:pt x="2858" y="2084"/>
                  <a:pt x="2860" y="2033"/>
                  <a:pt x="2858" y="1984"/>
                </a:cubicBezTo>
                <a:cubicBezTo>
                  <a:pt x="2858" y="1980"/>
                  <a:pt x="2850" y="1979"/>
                  <a:pt x="2850" y="1984"/>
                </a:cubicBezTo>
                <a:cubicBezTo>
                  <a:pt x="2848" y="2034"/>
                  <a:pt x="2844" y="2084"/>
                  <a:pt x="2846" y="2134"/>
                </a:cubicBezTo>
                <a:cubicBezTo>
                  <a:pt x="2846" y="2160"/>
                  <a:pt x="2841" y="2193"/>
                  <a:pt x="2848" y="2218"/>
                </a:cubicBezTo>
                <a:cubicBezTo>
                  <a:pt x="2841" y="2225"/>
                  <a:pt x="2833" y="2231"/>
                  <a:pt x="2826" y="2238"/>
                </a:cubicBezTo>
                <a:cubicBezTo>
                  <a:pt x="2840" y="2125"/>
                  <a:pt x="2829" y="2002"/>
                  <a:pt x="2823" y="1890"/>
                </a:cubicBezTo>
                <a:cubicBezTo>
                  <a:pt x="2823" y="1890"/>
                  <a:pt x="2822" y="1889"/>
                  <a:pt x="2822" y="1888"/>
                </a:cubicBezTo>
                <a:lnTo>
                  <a:pt x="2821" y="1887"/>
                </a:lnTo>
                <a:cubicBezTo>
                  <a:pt x="2820" y="1887"/>
                  <a:pt x="2820" y="1887"/>
                  <a:pt x="2819" y="1887"/>
                </a:cubicBezTo>
                <a:cubicBezTo>
                  <a:pt x="2819" y="1887"/>
                  <a:pt x="2818" y="1887"/>
                  <a:pt x="2817" y="1887"/>
                </a:cubicBezTo>
                <a:lnTo>
                  <a:pt x="2816" y="1888"/>
                </a:lnTo>
                <a:cubicBezTo>
                  <a:pt x="2815" y="1889"/>
                  <a:pt x="2816" y="1890"/>
                  <a:pt x="2816" y="1890"/>
                </a:cubicBezTo>
                <a:cubicBezTo>
                  <a:pt x="2812" y="1951"/>
                  <a:pt x="2806" y="2011"/>
                  <a:pt x="2805" y="2072"/>
                </a:cubicBezTo>
                <a:cubicBezTo>
                  <a:pt x="2805" y="2072"/>
                  <a:pt x="2805" y="2073"/>
                  <a:pt x="2805" y="2074"/>
                </a:cubicBezTo>
                <a:cubicBezTo>
                  <a:pt x="2801" y="2052"/>
                  <a:pt x="2795" y="2029"/>
                  <a:pt x="2788" y="2008"/>
                </a:cubicBezTo>
                <a:cubicBezTo>
                  <a:pt x="2790" y="1999"/>
                  <a:pt x="2791" y="1989"/>
                  <a:pt x="2791" y="1980"/>
                </a:cubicBezTo>
                <a:cubicBezTo>
                  <a:pt x="2791" y="1973"/>
                  <a:pt x="2790" y="1967"/>
                  <a:pt x="2789" y="1960"/>
                </a:cubicBezTo>
                <a:cubicBezTo>
                  <a:pt x="2788" y="1934"/>
                  <a:pt x="2785" y="1909"/>
                  <a:pt x="2784" y="1883"/>
                </a:cubicBezTo>
                <a:lnTo>
                  <a:pt x="2784" y="1882"/>
                </a:lnTo>
                <a:cubicBezTo>
                  <a:pt x="2783" y="1881"/>
                  <a:pt x="2783" y="1881"/>
                  <a:pt x="2783" y="1881"/>
                </a:cubicBezTo>
                <a:cubicBezTo>
                  <a:pt x="2782" y="1880"/>
                  <a:pt x="2782" y="1880"/>
                  <a:pt x="2781" y="1880"/>
                </a:cubicBezTo>
                <a:lnTo>
                  <a:pt x="2780" y="1881"/>
                </a:lnTo>
                <a:cubicBezTo>
                  <a:pt x="2779" y="1882"/>
                  <a:pt x="2780" y="1881"/>
                  <a:pt x="2779" y="1882"/>
                </a:cubicBezTo>
                <a:cubicBezTo>
                  <a:pt x="2778" y="1883"/>
                  <a:pt x="2778" y="1883"/>
                  <a:pt x="2778" y="1883"/>
                </a:cubicBezTo>
                <a:cubicBezTo>
                  <a:pt x="2777" y="1905"/>
                  <a:pt x="2776" y="1927"/>
                  <a:pt x="2774" y="1949"/>
                </a:cubicBezTo>
                <a:cubicBezTo>
                  <a:pt x="2774" y="1955"/>
                  <a:pt x="2773" y="1961"/>
                  <a:pt x="2772" y="1967"/>
                </a:cubicBezTo>
                <a:cubicBezTo>
                  <a:pt x="2767" y="1955"/>
                  <a:pt x="2761" y="1944"/>
                  <a:pt x="2755" y="1933"/>
                </a:cubicBezTo>
                <a:cubicBezTo>
                  <a:pt x="2755" y="1926"/>
                  <a:pt x="2755" y="1919"/>
                  <a:pt x="2755" y="1912"/>
                </a:cubicBezTo>
                <a:cubicBezTo>
                  <a:pt x="2755" y="1889"/>
                  <a:pt x="2752" y="1867"/>
                  <a:pt x="2751" y="1845"/>
                </a:cubicBezTo>
                <a:cubicBezTo>
                  <a:pt x="2751" y="1840"/>
                  <a:pt x="2743" y="1840"/>
                  <a:pt x="2743" y="1845"/>
                </a:cubicBezTo>
                <a:cubicBezTo>
                  <a:pt x="2743" y="1864"/>
                  <a:pt x="2739" y="1883"/>
                  <a:pt x="2739" y="1902"/>
                </a:cubicBezTo>
                <a:cubicBezTo>
                  <a:pt x="2739" y="1904"/>
                  <a:pt x="2739" y="1905"/>
                  <a:pt x="2739" y="1906"/>
                </a:cubicBezTo>
                <a:cubicBezTo>
                  <a:pt x="2733" y="1897"/>
                  <a:pt x="2726" y="1889"/>
                  <a:pt x="2719" y="1880"/>
                </a:cubicBezTo>
                <a:cubicBezTo>
                  <a:pt x="2721" y="1879"/>
                  <a:pt x="2722" y="1878"/>
                  <a:pt x="2723" y="1876"/>
                </a:cubicBezTo>
                <a:cubicBezTo>
                  <a:pt x="2724" y="1873"/>
                  <a:pt x="2725" y="1871"/>
                  <a:pt x="2725" y="1868"/>
                </a:cubicBezTo>
                <a:cubicBezTo>
                  <a:pt x="2725" y="1867"/>
                  <a:pt x="2725" y="1867"/>
                  <a:pt x="2725" y="1866"/>
                </a:cubicBezTo>
                <a:cubicBezTo>
                  <a:pt x="2725" y="1864"/>
                  <a:pt x="2725" y="1862"/>
                  <a:pt x="2725" y="1860"/>
                </a:cubicBezTo>
                <a:cubicBezTo>
                  <a:pt x="2725" y="1851"/>
                  <a:pt x="2724" y="1841"/>
                  <a:pt x="2722" y="1832"/>
                </a:cubicBezTo>
                <a:lnTo>
                  <a:pt x="2722" y="1831"/>
                </a:lnTo>
                <a:cubicBezTo>
                  <a:pt x="2721" y="1830"/>
                  <a:pt x="2720" y="1828"/>
                  <a:pt x="2719" y="1828"/>
                </a:cubicBezTo>
                <a:cubicBezTo>
                  <a:pt x="2718" y="1827"/>
                  <a:pt x="2717" y="1827"/>
                  <a:pt x="2716" y="1827"/>
                </a:cubicBezTo>
                <a:cubicBezTo>
                  <a:pt x="2714" y="1827"/>
                  <a:pt x="2713" y="1827"/>
                  <a:pt x="2712" y="1828"/>
                </a:cubicBezTo>
                <a:cubicBezTo>
                  <a:pt x="2711" y="1828"/>
                  <a:pt x="2711" y="1830"/>
                  <a:pt x="2710" y="1831"/>
                </a:cubicBezTo>
                <a:cubicBezTo>
                  <a:pt x="2709" y="1832"/>
                  <a:pt x="2709" y="1832"/>
                  <a:pt x="2709" y="1832"/>
                </a:cubicBezTo>
                <a:cubicBezTo>
                  <a:pt x="2707" y="1839"/>
                  <a:pt x="2706" y="1846"/>
                  <a:pt x="2706" y="1853"/>
                </a:cubicBezTo>
                <a:cubicBezTo>
                  <a:pt x="2706" y="1854"/>
                  <a:pt x="2706" y="1856"/>
                  <a:pt x="2706" y="1857"/>
                </a:cubicBezTo>
                <a:cubicBezTo>
                  <a:pt x="2706" y="1860"/>
                  <a:pt x="2706" y="1863"/>
                  <a:pt x="2706" y="1866"/>
                </a:cubicBezTo>
                <a:cubicBezTo>
                  <a:pt x="2698" y="1858"/>
                  <a:pt x="2690" y="1850"/>
                  <a:pt x="2681" y="1843"/>
                </a:cubicBezTo>
                <a:cubicBezTo>
                  <a:pt x="2667" y="1832"/>
                  <a:pt x="2655" y="1821"/>
                  <a:pt x="2643" y="1808"/>
                </a:cubicBezTo>
                <a:cubicBezTo>
                  <a:pt x="2704" y="1819"/>
                  <a:pt x="2778" y="1805"/>
                  <a:pt x="2836" y="1822"/>
                </a:cubicBezTo>
                <a:cubicBezTo>
                  <a:pt x="2889" y="1836"/>
                  <a:pt x="2959" y="1831"/>
                  <a:pt x="3014" y="1838"/>
                </a:cubicBezTo>
                <a:cubicBezTo>
                  <a:pt x="3077" y="1846"/>
                  <a:pt x="3153" y="1845"/>
                  <a:pt x="3213" y="1866"/>
                </a:cubicBezTo>
                <a:cubicBezTo>
                  <a:pt x="3259" y="1881"/>
                  <a:pt x="3306" y="1893"/>
                  <a:pt x="3354" y="1900"/>
                </a:cubicBezTo>
                <a:cubicBezTo>
                  <a:pt x="3413" y="1909"/>
                  <a:pt x="3472" y="1929"/>
                  <a:pt x="3529" y="1936"/>
                </a:cubicBezTo>
                <a:cubicBezTo>
                  <a:pt x="3585" y="1942"/>
                  <a:pt x="3643" y="1962"/>
                  <a:pt x="3699" y="1975"/>
                </a:cubicBezTo>
                <a:lnTo>
                  <a:pt x="3700" y="1975"/>
                </a:lnTo>
                <a:moveTo>
                  <a:pt x="4221" y="2897"/>
                </a:moveTo>
                <a:cubicBezTo>
                  <a:pt x="4217" y="2921"/>
                  <a:pt x="4195" y="2943"/>
                  <a:pt x="4181" y="2960"/>
                </a:cubicBezTo>
                <a:cubicBezTo>
                  <a:pt x="4169" y="2974"/>
                  <a:pt x="4157" y="2989"/>
                  <a:pt x="4146" y="3004"/>
                </a:cubicBezTo>
                <a:lnTo>
                  <a:pt x="4131" y="3013"/>
                </a:lnTo>
                <a:lnTo>
                  <a:pt x="4121" y="3019"/>
                </a:lnTo>
                <a:cubicBezTo>
                  <a:pt x="4123" y="3017"/>
                  <a:pt x="4125" y="3014"/>
                  <a:pt x="4126" y="3012"/>
                </a:cubicBezTo>
                <a:cubicBezTo>
                  <a:pt x="4130" y="3007"/>
                  <a:pt x="4133" y="3001"/>
                  <a:pt x="4137" y="2995"/>
                </a:cubicBezTo>
                <a:cubicBezTo>
                  <a:pt x="4140" y="2989"/>
                  <a:pt x="4144" y="2983"/>
                  <a:pt x="4147" y="2976"/>
                </a:cubicBezTo>
                <a:cubicBezTo>
                  <a:pt x="4155" y="2957"/>
                  <a:pt x="4168" y="2940"/>
                  <a:pt x="4174" y="2920"/>
                </a:cubicBezTo>
                <a:cubicBezTo>
                  <a:pt x="4180" y="2898"/>
                  <a:pt x="4188" y="2877"/>
                  <a:pt x="4198" y="2856"/>
                </a:cubicBezTo>
                <a:cubicBezTo>
                  <a:pt x="4199" y="2854"/>
                  <a:pt x="4196" y="2853"/>
                  <a:pt x="4195" y="2855"/>
                </a:cubicBezTo>
                <a:cubicBezTo>
                  <a:pt x="4186" y="2869"/>
                  <a:pt x="4179" y="2883"/>
                  <a:pt x="4171" y="2898"/>
                </a:cubicBezTo>
                <a:cubicBezTo>
                  <a:pt x="4158" y="2922"/>
                  <a:pt x="4144" y="2944"/>
                  <a:pt x="4129" y="2968"/>
                </a:cubicBezTo>
                <a:cubicBezTo>
                  <a:pt x="4114" y="2991"/>
                  <a:pt x="4095" y="3005"/>
                  <a:pt x="4080" y="3024"/>
                </a:cubicBezTo>
                <a:cubicBezTo>
                  <a:pt x="4075" y="3018"/>
                  <a:pt x="4071" y="3012"/>
                  <a:pt x="4067" y="3007"/>
                </a:cubicBezTo>
                <a:cubicBezTo>
                  <a:pt x="4079" y="2994"/>
                  <a:pt x="4090" y="2980"/>
                  <a:pt x="4099" y="2964"/>
                </a:cubicBezTo>
                <a:cubicBezTo>
                  <a:pt x="4100" y="2963"/>
                  <a:pt x="4101" y="2962"/>
                  <a:pt x="4101" y="2961"/>
                </a:cubicBezTo>
                <a:cubicBezTo>
                  <a:pt x="4112" y="2942"/>
                  <a:pt x="4114" y="2919"/>
                  <a:pt x="4127" y="2901"/>
                </a:cubicBezTo>
                <a:cubicBezTo>
                  <a:pt x="4131" y="2895"/>
                  <a:pt x="4124" y="2888"/>
                  <a:pt x="4120" y="2893"/>
                </a:cubicBezTo>
                <a:cubicBezTo>
                  <a:pt x="4106" y="2911"/>
                  <a:pt x="4094" y="2931"/>
                  <a:pt x="4082" y="2949"/>
                </a:cubicBezTo>
                <a:cubicBezTo>
                  <a:pt x="4072" y="2962"/>
                  <a:pt x="4061" y="2975"/>
                  <a:pt x="4050" y="2986"/>
                </a:cubicBezTo>
                <a:cubicBezTo>
                  <a:pt x="4045" y="2981"/>
                  <a:pt x="4040" y="2976"/>
                  <a:pt x="4035" y="2971"/>
                </a:cubicBezTo>
                <a:cubicBezTo>
                  <a:pt x="4039" y="2965"/>
                  <a:pt x="4043" y="2959"/>
                  <a:pt x="4047" y="2953"/>
                </a:cubicBezTo>
                <a:cubicBezTo>
                  <a:pt x="4049" y="2949"/>
                  <a:pt x="4051" y="2945"/>
                  <a:pt x="4053" y="2940"/>
                </a:cubicBezTo>
                <a:cubicBezTo>
                  <a:pt x="4060" y="2929"/>
                  <a:pt x="4069" y="2918"/>
                  <a:pt x="4076" y="2906"/>
                </a:cubicBezTo>
                <a:cubicBezTo>
                  <a:pt x="4080" y="2899"/>
                  <a:pt x="4084" y="2891"/>
                  <a:pt x="4088" y="2884"/>
                </a:cubicBezTo>
                <a:cubicBezTo>
                  <a:pt x="4091" y="2878"/>
                  <a:pt x="4095" y="2873"/>
                  <a:pt x="4098" y="2867"/>
                </a:cubicBezTo>
                <a:cubicBezTo>
                  <a:pt x="4101" y="2864"/>
                  <a:pt x="4097" y="2859"/>
                  <a:pt x="4094" y="2863"/>
                </a:cubicBezTo>
                <a:cubicBezTo>
                  <a:pt x="4068" y="2890"/>
                  <a:pt x="4053" y="2936"/>
                  <a:pt x="4020" y="2957"/>
                </a:cubicBezTo>
                <a:cubicBezTo>
                  <a:pt x="4012" y="2949"/>
                  <a:pt x="4003" y="2941"/>
                  <a:pt x="3993" y="2934"/>
                </a:cubicBezTo>
                <a:cubicBezTo>
                  <a:pt x="4001" y="2928"/>
                  <a:pt x="4008" y="2922"/>
                  <a:pt x="4016" y="2916"/>
                </a:cubicBezTo>
                <a:cubicBezTo>
                  <a:pt x="4026" y="2906"/>
                  <a:pt x="4034" y="2895"/>
                  <a:pt x="4042" y="2884"/>
                </a:cubicBezTo>
                <a:cubicBezTo>
                  <a:pt x="4045" y="2881"/>
                  <a:pt x="4047" y="2877"/>
                  <a:pt x="4050" y="2873"/>
                </a:cubicBezTo>
                <a:cubicBezTo>
                  <a:pt x="4053" y="2867"/>
                  <a:pt x="4056" y="2861"/>
                  <a:pt x="4057" y="2855"/>
                </a:cubicBezTo>
                <a:cubicBezTo>
                  <a:pt x="4057" y="2854"/>
                  <a:pt x="4057" y="2854"/>
                  <a:pt x="4057" y="2854"/>
                </a:cubicBezTo>
                <a:cubicBezTo>
                  <a:pt x="4057" y="2853"/>
                  <a:pt x="4056" y="2853"/>
                  <a:pt x="4056" y="2853"/>
                </a:cubicBezTo>
                <a:cubicBezTo>
                  <a:pt x="4056" y="2852"/>
                  <a:pt x="4055" y="2852"/>
                  <a:pt x="4055" y="2852"/>
                </a:cubicBezTo>
                <a:cubicBezTo>
                  <a:pt x="4054" y="2852"/>
                  <a:pt x="4054" y="2852"/>
                  <a:pt x="4053" y="2853"/>
                </a:cubicBezTo>
                <a:cubicBezTo>
                  <a:pt x="4053" y="2853"/>
                  <a:pt x="4052" y="2853"/>
                  <a:pt x="4052" y="2854"/>
                </a:cubicBezTo>
                <a:lnTo>
                  <a:pt x="4052" y="2855"/>
                </a:lnTo>
                <a:cubicBezTo>
                  <a:pt x="4048" y="2865"/>
                  <a:pt x="4027" y="2878"/>
                  <a:pt x="4019" y="2883"/>
                </a:cubicBezTo>
                <a:cubicBezTo>
                  <a:pt x="4010" y="2887"/>
                  <a:pt x="4002" y="2894"/>
                  <a:pt x="3993" y="2899"/>
                </a:cubicBezTo>
                <a:cubicBezTo>
                  <a:pt x="3990" y="2902"/>
                  <a:pt x="3986" y="2904"/>
                  <a:pt x="3983" y="2906"/>
                </a:cubicBezTo>
                <a:cubicBezTo>
                  <a:pt x="3979" y="2908"/>
                  <a:pt x="3974" y="2910"/>
                  <a:pt x="3970" y="2912"/>
                </a:cubicBezTo>
                <a:cubicBezTo>
                  <a:pt x="3968" y="2912"/>
                  <a:pt x="3967" y="2913"/>
                  <a:pt x="3965" y="2914"/>
                </a:cubicBezTo>
                <a:cubicBezTo>
                  <a:pt x="3959" y="2910"/>
                  <a:pt x="3954" y="2907"/>
                  <a:pt x="3948" y="2903"/>
                </a:cubicBezTo>
                <a:lnTo>
                  <a:pt x="3953" y="2898"/>
                </a:lnTo>
                <a:cubicBezTo>
                  <a:pt x="3967" y="2881"/>
                  <a:pt x="3982" y="2864"/>
                  <a:pt x="3997" y="2846"/>
                </a:cubicBezTo>
                <a:cubicBezTo>
                  <a:pt x="4005" y="2838"/>
                  <a:pt x="4012" y="2829"/>
                  <a:pt x="4019" y="2820"/>
                </a:cubicBezTo>
                <a:cubicBezTo>
                  <a:pt x="4022" y="2814"/>
                  <a:pt x="4025" y="2807"/>
                  <a:pt x="4029" y="2801"/>
                </a:cubicBezTo>
                <a:cubicBezTo>
                  <a:pt x="4033" y="2793"/>
                  <a:pt x="4039" y="2785"/>
                  <a:pt x="4044" y="2778"/>
                </a:cubicBezTo>
                <a:cubicBezTo>
                  <a:pt x="4048" y="2774"/>
                  <a:pt x="4041" y="2769"/>
                  <a:pt x="4038" y="2773"/>
                </a:cubicBezTo>
                <a:cubicBezTo>
                  <a:pt x="4032" y="2779"/>
                  <a:pt x="4027" y="2786"/>
                  <a:pt x="4022" y="2794"/>
                </a:cubicBezTo>
                <a:cubicBezTo>
                  <a:pt x="4022" y="2795"/>
                  <a:pt x="4021" y="2796"/>
                  <a:pt x="4021" y="2797"/>
                </a:cubicBezTo>
                <a:cubicBezTo>
                  <a:pt x="4012" y="2809"/>
                  <a:pt x="4002" y="2821"/>
                  <a:pt x="3991" y="2833"/>
                </a:cubicBezTo>
                <a:cubicBezTo>
                  <a:pt x="3981" y="2844"/>
                  <a:pt x="3970" y="2853"/>
                  <a:pt x="3959" y="2862"/>
                </a:cubicBezTo>
                <a:cubicBezTo>
                  <a:pt x="3949" y="2872"/>
                  <a:pt x="3938" y="2881"/>
                  <a:pt x="3926" y="2890"/>
                </a:cubicBezTo>
                <a:cubicBezTo>
                  <a:pt x="3918" y="2885"/>
                  <a:pt x="3909" y="2881"/>
                  <a:pt x="3900" y="2876"/>
                </a:cubicBezTo>
                <a:cubicBezTo>
                  <a:pt x="3915" y="2867"/>
                  <a:pt x="3930" y="2857"/>
                  <a:pt x="3944" y="2846"/>
                </a:cubicBezTo>
                <a:cubicBezTo>
                  <a:pt x="3956" y="2834"/>
                  <a:pt x="3968" y="2822"/>
                  <a:pt x="3979" y="2809"/>
                </a:cubicBezTo>
                <a:cubicBezTo>
                  <a:pt x="3983" y="2806"/>
                  <a:pt x="3987" y="2802"/>
                  <a:pt x="3990" y="2797"/>
                </a:cubicBezTo>
                <a:cubicBezTo>
                  <a:pt x="3991" y="2794"/>
                  <a:pt x="3993" y="2791"/>
                  <a:pt x="3994" y="2787"/>
                </a:cubicBezTo>
                <a:lnTo>
                  <a:pt x="3994" y="2786"/>
                </a:lnTo>
                <a:cubicBezTo>
                  <a:pt x="3994" y="2786"/>
                  <a:pt x="3993" y="2785"/>
                  <a:pt x="3993" y="2784"/>
                </a:cubicBezTo>
                <a:cubicBezTo>
                  <a:pt x="3992" y="2783"/>
                  <a:pt x="3992" y="2782"/>
                  <a:pt x="3991" y="2782"/>
                </a:cubicBezTo>
                <a:cubicBezTo>
                  <a:pt x="3991" y="2782"/>
                  <a:pt x="3990" y="2781"/>
                  <a:pt x="3989" y="2781"/>
                </a:cubicBezTo>
                <a:cubicBezTo>
                  <a:pt x="3988" y="2781"/>
                  <a:pt x="3987" y="2782"/>
                  <a:pt x="3986" y="2782"/>
                </a:cubicBezTo>
                <a:cubicBezTo>
                  <a:pt x="3985" y="2782"/>
                  <a:pt x="3985" y="2783"/>
                  <a:pt x="3984" y="2784"/>
                </a:cubicBezTo>
                <a:lnTo>
                  <a:pt x="3984" y="2785"/>
                </a:lnTo>
                <a:cubicBezTo>
                  <a:pt x="3981" y="2793"/>
                  <a:pt x="3964" y="2797"/>
                  <a:pt x="3958" y="2804"/>
                </a:cubicBezTo>
                <a:cubicBezTo>
                  <a:pt x="3952" y="2811"/>
                  <a:pt x="3940" y="2821"/>
                  <a:pt x="3930" y="2829"/>
                </a:cubicBezTo>
                <a:cubicBezTo>
                  <a:pt x="3921" y="2837"/>
                  <a:pt x="3910" y="2845"/>
                  <a:pt x="3900" y="2851"/>
                </a:cubicBezTo>
                <a:cubicBezTo>
                  <a:pt x="3898" y="2852"/>
                  <a:pt x="3897" y="2852"/>
                  <a:pt x="3896" y="2853"/>
                </a:cubicBezTo>
                <a:cubicBezTo>
                  <a:pt x="3890" y="2856"/>
                  <a:pt x="3883" y="2862"/>
                  <a:pt x="3875" y="2865"/>
                </a:cubicBezTo>
                <a:cubicBezTo>
                  <a:pt x="3867" y="2862"/>
                  <a:pt x="3859" y="2859"/>
                  <a:pt x="3851" y="2856"/>
                </a:cubicBezTo>
                <a:cubicBezTo>
                  <a:pt x="3902" y="2830"/>
                  <a:pt x="3938" y="2775"/>
                  <a:pt x="3975" y="2735"/>
                </a:cubicBezTo>
                <a:cubicBezTo>
                  <a:pt x="3979" y="2730"/>
                  <a:pt x="3973" y="2723"/>
                  <a:pt x="3968" y="2728"/>
                </a:cubicBezTo>
                <a:cubicBezTo>
                  <a:pt x="3950" y="2749"/>
                  <a:pt x="3930" y="2768"/>
                  <a:pt x="3909" y="2787"/>
                </a:cubicBezTo>
                <a:cubicBezTo>
                  <a:pt x="3885" y="2806"/>
                  <a:pt x="3857" y="2846"/>
                  <a:pt x="3821" y="2843"/>
                </a:cubicBezTo>
                <a:lnTo>
                  <a:pt x="3820" y="2843"/>
                </a:lnTo>
                <a:cubicBezTo>
                  <a:pt x="3811" y="2841"/>
                  <a:pt x="3803" y="2838"/>
                  <a:pt x="3795" y="2836"/>
                </a:cubicBezTo>
                <a:lnTo>
                  <a:pt x="3796" y="2835"/>
                </a:lnTo>
                <a:cubicBezTo>
                  <a:pt x="3801" y="2831"/>
                  <a:pt x="3807" y="2827"/>
                  <a:pt x="3814" y="2823"/>
                </a:cubicBezTo>
                <a:cubicBezTo>
                  <a:pt x="3815" y="2822"/>
                  <a:pt x="3816" y="2821"/>
                  <a:pt x="3818" y="2821"/>
                </a:cubicBezTo>
                <a:cubicBezTo>
                  <a:pt x="3829" y="2812"/>
                  <a:pt x="3840" y="2802"/>
                  <a:pt x="3851" y="2792"/>
                </a:cubicBezTo>
                <a:cubicBezTo>
                  <a:pt x="3866" y="2781"/>
                  <a:pt x="3879" y="2766"/>
                  <a:pt x="3889" y="2750"/>
                </a:cubicBezTo>
                <a:cubicBezTo>
                  <a:pt x="3891" y="2746"/>
                  <a:pt x="3893" y="2742"/>
                  <a:pt x="3894" y="2738"/>
                </a:cubicBezTo>
                <a:cubicBezTo>
                  <a:pt x="3896" y="2732"/>
                  <a:pt x="3888" y="2730"/>
                  <a:pt x="3885" y="2736"/>
                </a:cubicBezTo>
                <a:cubicBezTo>
                  <a:pt x="3880" y="2747"/>
                  <a:pt x="3866" y="2752"/>
                  <a:pt x="3855" y="2758"/>
                </a:cubicBezTo>
                <a:cubicBezTo>
                  <a:pt x="3840" y="2768"/>
                  <a:pt x="3826" y="2779"/>
                  <a:pt x="3811" y="2790"/>
                </a:cubicBezTo>
                <a:cubicBezTo>
                  <a:pt x="3796" y="2800"/>
                  <a:pt x="3779" y="2805"/>
                  <a:pt x="3770" y="2820"/>
                </a:cubicBezTo>
                <a:lnTo>
                  <a:pt x="3770" y="2821"/>
                </a:lnTo>
                <a:cubicBezTo>
                  <a:pt x="3768" y="2823"/>
                  <a:pt x="3768" y="2825"/>
                  <a:pt x="3768" y="2828"/>
                </a:cubicBezTo>
                <a:cubicBezTo>
                  <a:pt x="3768" y="2829"/>
                  <a:pt x="3768" y="2830"/>
                  <a:pt x="3768" y="2831"/>
                </a:cubicBezTo>
                <a:cubicBezTo>
                  <a:pt x="3754" y="2828"/>
                  <a:pt x="3740" y="2826"/>
                  <a:pt x="3726" y="2824"/>
                </a:cubicBezTo>
                <a:cubicBezTo>
                  <a:pt x="3750" y="2799"/>
                  <a:pt x="3777" y="2777"/>
                  <a:pt x="3805" y="2757"/>
                </a:cubicBezTo>
                <a:cubicBezTo>
                  <a:pt x="3822" y="2746"/>
                  <a:pt x="3835" y="2731"/>
                  <a:pt x="3852" y="2720"/>
                </a:cubicBezTo>
                <a:cubicBezTo>
                  <a:pt x="3864" y="2712"/>
                  <a:pt x="3876" y="2703"/>
                  <a:pt x="3887" y="2692"/>
                </a:cubicBezTo>
                <a:cubicBezTo>
                  <a:pt x="3891" y="2688"/>
                  <a:pt x="3885" y="2681"/>
                  <a:pt x="3880" y="2685"/>
                </a:cubicBezTo>
                <a:cubicBezTo>
                  <a:pt x="3864" y="2697"/>
                  <a:pt x="3848" y="2708"/>
                  <a:pt x="3831" y="2718"/>
                </a:cubicBezTo>
                <a:cubicBezTo>
                  <a:pt x="3829" y="2719"/>
                  <a:pt x="3826" y="2721"/>
                  <a:pt x="3824" y="2722"/>
                </a:cubicBezTo>
                <a:cubicBezTo>
                  <a:pt x="3809" y="2732"/>
                  <a:pt x="3795" y="2744"/>
                  <a:pt x="3780" y="2754"/>
                </a:cubicBezTo>
                <a:cubicBezTo>
                  <a:pt x="3749" y="2772"/>
                  <a:pt x="3720" y="2793"/>
                  <a:pt x="3693" y="2816"/>
                </a:cubicBezTo>
                <a:lnTo>
                  <a:pt x="3693" y="2817"/>
                </a:lnTo>
                <a:lnTo>
                  <a:pt x="3693" y="2818"/>
                </a:lnTo>
                <a:cubicBezTo>
                  <a:pt x="3693" y="2814"/>
                  <a:pt x="3692" y="2811"/>
                  <a:pt x="3692" y="2808"/>
                </a:cubicBezTo>
                <a:cubicBezTo>
                  <a:pt x="3693" y="2808"/>
                  <a:pt x="3694" y="2808"/>
                  <a:pt x="3695" y="2807"/>
                </a:cubicBezTo>
                <a:cubicBezTo>
                  <a:pt x="3696" y="2806"/>
                  <a:pt x="3697" y="2806"/>
                  <a:pt x="3698" y="2805"/>
                </a:cubicBezTo>
                <a:cubicBezTo>
                  <a:pt x="3724" y="2779"/>
                  <a:pt x="3748" y="2752"/>
                  <a:pt x="3771" y="2725"/>
                </a:cubicBezTo>
                <a:cubicBezTo>
                  <a:pt x="3801" y="2696"/>
                  <a:pt x="3834" y="2671"/>
                  <a:pt x="3869" y="2650"/>
                </a:cubicBezTo>
                <a:cubicBezTo>
                  <a:pt x="3870" y="2650"/>
                  <a:pt x="3870" y="2650"/>
                  <a:pt x="3870" y="2649"/>
                </a:cubicBezTo>
                <a:lnTo>
                  <a:pt x="3870" y="2648"/>
                </a:lnTo>
                <a:cubicBezTo>
                  <a:pt x="3870" y="2647"/>
                  <a:pt x="3870" y="2647"/>
                  <a:pt x="3870" y="2646"/>
                </a:cubicBezTo>
                <a:lnTo>
                  <a:pt x="3869" y="2645"/>
                </a:lnTo>
                <a:cubicBezTo>
                  <a:pt x="3868" y="2645"/>
                  <a:pt x="3868" y="2644"/>
                  <a:pt x="3867" y="2644"/>
                </a:cubicBezTo>
                <a:cubicBezTo>
                  <a:pt x="3867" y="2644"/>
                  <a:pt x="3866" y="2644"/>
                  <a:pt x="3866" y="2645"/>
                </a:cubicBezTo>
                <a:cubicBezTo>
                  <a:pt x="3832" y="2664"/>
                  <a:pt x="3796" y="2681"/>
                  <a:pt x="3763" y="2702"/>
                </a:cubicBezTo>
                <a:cubicBezTo>
                  <a:pt x="3737" y="2722"/>
                  <a:pt x="3712" y="2745"/>
                  <a:pt x="3689" y="2769"/>
                </a:cubicBezTo>
                <a:lnTo>
                  <a:pt x="3689" y="2767"/>
                </a:lnTo>
                <a:lnTo>
                  <a:pt x="3690" y="2767"/>
                </a:lnTo>
                <a:cubicBezTo>
                  <a:pt x="3690" y="2767"/>
                  <a:pt x="3691" y="2766"/>
                  <a:pt x="3692" y="2765"/>
                </a:cubicBezTo>
                <a:cubicBezTo>
                  <a:pt x="3693" y="2764"/>
                  <a:pt x="3695" y="2762"/>
                  <a:pt x="3696" y="2761"/>
                </a:cubicBezTo>
                <a:cubicBezTo>
                  <a:pt x="3697" y="2758"/>
                  <a:pt x="3698" y="2754"/>
                  <a:pt x="3698" y="2751"/>
                </a:cubicBezTo>
                <a:cubicBezTo>
                  <a:pt x="3698" y="2750"/>
                  <a:pt x="3698" y="2749"/>
                  <a:pt x="3698" y="2748"/>
                </a:cubicBezTo>
                <a:cubicBezTo>
                  <a:pt x="3699" y="2746"/>
                  <a:pt x="3700" y="2744"/>
                  <a:pt x="3701" y="2742"/>
                </a:cubicBezTo>
                <a:cubicBezTo>
                  <a:pt x="3711" y="2726"/>
                  <a:pt x="3723" y="2711"/>
                  <a:pt x="3737" y="2700"/>
                </a:cubicBezTo>
                <a:cubicBezTo>
                  <a:pt x="3755" y="2683"/>
                  <a:pt x="3777" y="2671"/>
                  <a:pt x="3794" y="2655"/>
                </a:cubicBezTo>
                <a:cubicBezTo>
                  <a:pt x="3798" y="2651"/>
                  <a:pt x="3793" y="2644"/>
                  <a:pt x="3789" y="2647"/>
                </a:cubicBezTo>
                <a:cubicBezTo>
                  <a:pt x="3762" y="2667"/>
                  <a:pt x="3728" y="2673"/>
                  <a:pt x="3704" y="2697"/>
                </a:cubicBezTo>
                <a:cubicBezTo>
                  <a:pt x="3697" y="2704"/>
                  <a:pt x="3690" y="2711"/>
                  <a:pt x="3683" y="2718"/>
                </a:cubicBezTo>
                <a:lnTo>
                  <a:pt x="3683" y="2713"/>
                </a:lnTo>
                <a:cubicBezTo>
                  <a:pt x="3685" y="2712"/>
                  <a:pt x="3687" y="2711"/>
                  <a:pt x="3688" y="2709"/>
                </a:cubicBezTo>
                <a:cubicBezTo>
                  <a:pt x="3689" y="2707"/>
                  <a:pt x="3689" y="2705"/>
                  <a:pt x="3690" y="2703"/>
                </a:cubicBezTo>
                <a:cubicBezTo>
                  <a:pt x="3692" y="2670"/>
                  <a:pt x="3747" y="2637"/>
                  <a:pt x="3768" y="2622"/>
                </a:cubicBezTo>
                <a:cubicBezTo>
                  <a:pt x="3797" y="2602"/>
                  <a:pt x="3832" y="2592"/>
                  <a:pt x="3859" y="2570"/>
                </a:cubicBezTo>
                <a:cubicBezTo>
                  <a:pt x="3861" y="2568"/>
                  <a:pt x="3859" y="2564"/>
                  <a:pt x="3856" y="2566"/>
                </a:cubicBezTo>
                <a:cubicBezTo>
                  <a:pt x="3841" y="2576"/>
                  <a:pt x="3822" y="2576"/>
                  <a:pt x="3806" y="2585"/>
                </a:cubicBezTo>
                <a:cubicBezTo>
                  <a:pt x="3783" y="2597"/>
                  <a:pt x="3759" y="2609"/>
                  <a:pt x="3736" y="2621"/>
                </a:cubicBezTo>
                <a:cubicBezTo>
                  <a:pt x="3730" y="2623"/>
                  <a:pt x="3726" y="2626"/>
                  <a:pt x="3721" y="2629"/>
                </a:cubicBezTo>
                <a:cubicBezTo>
                  <a:pt x="3704" y="2639"/>
                  <a:pt x="3688" y="2651"/>
                  <a:pt x="3674" y="2665"/>
                </a:cubicBezTo>
                <a:lnTo>
                  <a:pt x="3674" y="2664"/>
                </a:lnTo>
                <a:cubicBezTo>
                  <a:pt x="3674" y="2663"/>
                  <a:pt x="3674" y="2663"/>
                  <a:pt x="3674" y="2662"/>
                </a:cubicBezTo>
                <a:cubicBezTo>
                  <a:pt x="3675" y="2652"/>
                  <a:pt x="3694" y="2639"/>
                  <a:pt x="3700" y="2632"/>
                </a:cubicBezTo>
                <a:cubicBezTo>
                  <a:pt x="3705" y="2626"/>
                  <a:pt x="3710" y="2619"/>
                  <a:pt x="3715" y="2612"/>
                </a:cubicBezTo>
                <a:cubicBezTo>
                  <a:pt x="3719" y="2605"/>
                  <a:pt x="3725" y="2598"/>
                  <a:pt x="3729" y="2592"/>
                </a:cubicBezTo>
                <a:cubicBezTo>
                  <a:pt x="3733" y="2585"/>
                  <a:pt x="3724" y="2582"/>
                  <a:pt x="3721" y="2588"/>
                </a:cubicBezTo>
                <a:cubicBezTo>
                  <a:pt x="3712" y="2605"/>
                  <a:pt x="3686" y="2610"/>
                  <a:pt x="3671" y="2623"/>
                </a:cubicBezTo>
                <a:cubicBezTo>
                  <a:pt x="3667" y="2627"/>
                  <a:pt x="3662" y="2631"/>
                  <a:pt x="3658" y="2636"/>
                </a:cubicBezTo>
                <a:lnTo>
                  <a:pt x="3655" y="2629"/>
                </a:lnTo>
                <a:cubicBezTo>
                  <a:pt x="3674" y="2597"/>
                  <a:pt x="3700" y="2570"/>
                  <a:pt x="3732" y="2552"/>
                </a:cubicBezTo>
                <a:cubicBezTo>
                  <a:pt x="3752" y="2540"/>
                  <a:pt x="3773" y="2533"/>
                  <a:pt x="3795" y="2528"/>
                </a:cubicBezTo>
                <a:cubicBezTo>
                  <a:pt x="3800" y="2528"/>
                  <a:pt x="3800" y="2520"/>
                  <a:pt x="3795" y="2520"/>
                </a:cubicBezTo>
                <a:cubicBezTo>
                  <a:pt x="3773" y="2522"/>
                  <a:pt x="3751" y="2529"/>
                  <a:pt x="3731" y="2540"/>
                </a:cubicBezTo>
                <a:cubicBezTo>
                  <a:pt x="3730" y="2541"/>
                  <a:pt x="3728" y="2542"/>
                  <a:pt x="3727" y="2543"/>
                </a:cubicBezTo>
                <a:cubicBezTo>
                  <a:pt x="3720" y="2546"/>
                  <a:pt x="3714" y="2549"/>
                  <a:pt x="3707" y="2553"/>
                </a:cubicBezTo>
                <a:cubicBezTo>
                  <a:pt x="3683" y="2567"/>
                  <a:pt x="3661" y="2585"/>
                  <a:pt x="3643" y="2607"/>
                </a:cubicBezTo>
                <a:lnTo>
                  <a:pt x="3637" y="2596"/>
                </a:lnTo>
                <a:cubicBezTo>
                  <a:pt x="3635" y="2592"/>
                  <a:pt x="3633" y="2589"/>
                  <a:pt x="3630" y="2585"/>
                </a:cubicBezTo>
                <a:cubicBezTo>
                  <a:pt x="3648" y="2568"/>
                  <a:pt x="3667" y="2551"/>
                  <a:pt x="3687" y="2536"/>
                </a:cubicBezTo>
                <a:cubicBezTo>
                  <a:pt x="3707" y="2524"/>
                  <a:pt x="3724" y="2511"/>
                  <a:pt x="3744" y="2499"/>
                </a:cubicBezTo>
                <a:cubicBezTo>
                  <a:pt x="3744" y="2498"/>
                  <a:pt x="3745" y="2498"/>
                  <a:pt x="3745" y="2498"/>
                </a:cubicBezTo>
                <a:cubicBezTo>
                  <a:pt x="3745" y="2497"/>
                  <a:pt x="3745" y="2497"/>
                  <a:pt x="3745" y="2496"/>
                </a:cubicBezTo>
                <a:lnTo>
                  <a:pt x="3745" y="2495"/>
                </a:lnTo>
                <a:lnTo>
                  <a:pt x="3744" y="2494"/>
                </a:lnTo>
                <a:lnTo>
                  <a:pt x="3743" y="2494"/>
                </a:lnTo>
                <a:lnTo>
                  <a:pt x="3742" y="2494"/>
                </a:lnTo>
                <a:cubicBezTo>
                  <a:pt x="3742" y="2494"/>
                  <a:pt x="3741" y="2494"/>
                  <a:pt x="3740" y="2494"/>
                </a:cubicBezTo>
                <a:cubicBezTo>
                  <a:pt x="3714" y="2494"/>
                  <a:pt x="3687" y="2501"/>
                  <a:pt x="3664" y="2514"/>
                </a:cubicBezTo>
                <a:cubicBezTo>
                  <a:pt x="3661" y="2516"/>
                  <a:pt x="3659" y="2517"/>
                  <a:pt x="3656" y="2519"/>
                </a:cubicBezTo>
                <a:cubicBezTo>
                  <a:pt x="3667" y="2510"/>
                  <a:pt x="3679" y="2502"/>
                  <a:pt x="3691" y="2495"/>
                </a:cubicBezTo>
                <a:cubicBezTo>
                  <a:pt x="3707" y="2486"/>
                  <a:pt x="3723" y="2479"/>
                  <a:pt x="3740" y="2473"/>
                </a:cubicBezTo>
                <a:lnTo>
                  <a:pt x="3742" y="2473"/>
                </a:lnTo>
                <a:cubicBezTo>
                  <a:pt x="3785" y="2456"/>
                  <a:pt x="3831" y="2447"/>
                  <a:pt x="3877" y="2447"/>
                </a:cubicBezTo>
                <a:cubicBezTo>
                  <a:pt x="3893" y="2447"/>
                  <a:pt x="3909" y="2448"/>
                  <a:pt x="3925" y="2450"/>
                </a:cubicBezTo>
                <a:cubicBezTo>
                  <a:pt x="3993" y="2465"/>
                  <a:pt x="4050" y="2500"/>
                  <a:pt x="4109" y="2535"/>
                </a:cubicBezTo>
                <a:cubicBezTo>
                  <a:pt x="4168" y="2570"/>
                  <a:pt x="4246" y="2659"/>
                  <a:pt x="4255" y="2730"/>
                </a:cubicBezTo>
                <a:cubicBezTo>
                  <a:pt x="4264" y="2798"/>
                  <a:pt x="4275" y="2907"/>
                  <a:pt x="4219" y="2960"/>
                </a:cubicBezTo>
                <a:cubicBezTo>
                  <a:pt x="4218" y="2960"/>
                  <a:pt x="4217" y="2961"/>
                  <a:pt x="4217" y="2962"/>
                </a:cubicBezTo>
                <a:cubicBezTo>
                  <a:pt x="4216" y="2963"/>
                  <a:pt x="4217" y="2964"/>
                  <a:pt x="4216" y="2964"/>
                </a:cubicBezTo>
                <a:lnTo>
                  <a:pt x="4204" y="2973"/>
                </a:lnTo>
                <a:lnTo>
                  <a:pt x="4207" y="2965"/>
                </a:lnTo>
                <a:cubicBezTo>
                  <a:pt x="4216" y="2945"/>
                  <a:pt x="4230" y="2921"/>
                  <a:pt x="4229" y="2898"/>
                </a:cubicBezTo>
                <a:cubicBezTo>
                  <a:pt x="4225" y="2895"/>
                  <a:pt x="4221" y="2895"/>
                  <a:pt x="4220" y="2897"/>
                </a:cubicBezTo>
                <a:lnTo>
                  <a:pt x="4221" y="2897"/>
                </a:lnTo>
                <a:moveTo>
                  <a:pt x="3698" y="3202"/>
                </a:moveTo>
                <a:cubicBezTo>
                  <a:pt x="3656" y="3213"/>
                  <a:pt x="3614" y="3227"/>
                  <a:pt x="3574" y="3243"/>
                </a:cubicBezTo>
                <a:cubicBezTo>
                  <a:pt x="3530" y="3254"/>
                  <a:pt x="3486" y="3261"/>
                  <a:pt x="3443" y="3274"/>
                </a:cubicBezTo>
                <a:lnTo>
                  <a:pt x="3442" y="3274"/>
                </a:lnTo>
                <a:cubicBezTo>
                  <a:pt x="3442" y="3275"/>
                  <a:pt x="3441" y="3275"/>
                  <a:pt x="3441" y="3276"/>
                </a:cubicBezTo>
                <a:cubicBezTo>
                  <a:pt x="3440" y="3276"/>
                  <a:pt x="3440" y="3277"/>
                  <a:pt x="3440" y="3277"/>
                </a:cubicBezTo>
                <a:cubicBezTo>
                  <a:pt x="3396" y="3286"/>
                  <a:pt x="3352" y="3295"/>
                  <a:pt x="3308" y="3303"/>
                </a:cubicBezTo>
                <a:cubicBezTo>
                  <a:pt x="3306" y="3301"/>
                  <a:pt x="3303" y="3299"/>
                  <a:pt x="3300" y="3297"/>
                </a:cubicBezTo>
                <a:cubicBezTo>
                  <a:pt x="3296" y="3295"/>
                  <a:pt x="3291" y="3293"/>
                  <a:pt x="3287" y="3292"/>
                </a:cubicBezTo>
                <a:cubicBezTo>
                  <a:pt x="3287" y="3291"/>
                  <a:pt x="3287" y="3290"/>
                  <a:pt x="3287" y="3288"/>
                </a:cubicBezTo>
                <a:cubicBezTo>
                  <a:pt x="3287" y="3285"/>
                  <a:pt x="3286" y="3282"/>
                  <a:pt x="3285" y="3279"/>
                </a:cubicBezTo>
                <a:cubicBezTo>
                  <a:pt x="3283" y="3276"/>
                  <a:pt x="3280" y="3272"/>
                  <a:pt x="3277" y="3271"/>
                </a:cubicBezTo>
                <a:cubicBezTo>
                  <a:pt x="3274" y="3269"/>
                  <a:pt x="3271" y="3269"/>
                  <a:pt x="3268" y="3269"/>
                </a:cubicBezTo>
                <a:cubicBezTo>
                  <a:pt x="3267" y="3269"/>
                  <a:pt x="3267" y="3269"/>
                  <a:pt x="3267" y="3269"/>
                </a:cubicBezTo>
                <a:lnTo>
                  <a:pt x="3266" y="3269"/>
                </a:lnTo>
                <a:cubicBezTo>
                  <a:pt x="3262" y="3269"/>
                  <a:pt x="3259" y="3269"/>
                  <a:pt x="3256" y="3271"/>
                </a:cubicBezTo>
                <a:cubicBezTo>
                  <a:pt x="3253" y="3272"/>
                  <a:pt x="3249" y="3276"/>
                  <a:pt x="3248" y="3279"/>
                </a:cubicBezTo>
                <a:cubicBezTo>
                  <a:pt x="3246" y="3282"/>
                  <a:pt x="3246" y="3284"/>
                  <a:pt x="3246" y="3288"/>
                </a:cubicBezTo>
                <a:cubicBezTo>
                  <a:pt x="3246" y="3291"/>
                  <a:pt x="3246" y="3295"/>
                  <a:pt x="3248" y="3298"/>
                </a:cubicBezTo>
                <a:cubicBezTo>
                  <a:pt x="3249" y="3301"/>
                  <a:pt x="3253" y="3304"/>
                  <a:pt x="3256" y="3305"/>
                </a:cubicBezTo>
                <a:cubicBezTo>
                  <a:pt x="3255" y="3306"/>
                  <a:pt x="3255" y="3306"/>
                  <a:pt x="3255" y="3307"/>
                </a:cubicBezTo>
                <a:cubicBezTo>
                  <a:pt x="3253" y="3309"/>
                  <a:pt x="3253" y="3312"/>
                  <a:pt x="3252" y="3315"/>
                </a:cubicBezTo>
                <a:lnTo>
                  <a:pt x="3226" y="3320"/>
                </a:lnTo>
                <a:cubicBezTo>
                  <a:pt x="3227" y="3314"/>
                  <a:pt x="3228" y="3308"/>
                  <a:pt x="3230" y="3302"/>
                </a:cubicBezTo>
                <a:cubicBezTo>
                  <a:pt x="3231" y="3292"/>
                  <a:pt x="3235" y="3282"/>
                  <a:pt x="3240" y="3273"/>
                </a:cubicBezTo>
                <a:cubicBezTo>
                  <a:pt x="3241" y="3272"/>
                  <a:pt x="3242" y="3270"/>
                  <a:pt x="3243" y="3268"/>
                </a:cubicBezTo>
                <a:cubicBezTo>
                  <a:pt x="3243" y="3268"/>
                  <a:pt x="3244" y="3268"/>
                  <a:pt x="3244" y="3267"/>
                </a:cubicBezTo>
                <a:cubicBezTo>
                  <a:pt x="3244" y="3267"/>
                  <a:pt x="3244" y="3266"/>
                  <a:pt x="3244" y="3265"/>
                </a:cubicBezTo>
                <a:cubicBezTo>
                  <a:pt x="3244" y="3264"/>
                  <a:pt x="3244" y="3264"/>
                  <a:pt x="3244" y="3263"/>
                </a:cubicBezTo>
                <a:cubicBezTo>
                  <a:pt x="3243" y="3262"/>
                  <a:pt x="3243" y="3262"/>
                  <a:pt x="3242" y="3261"/>
                </a:cubicBezTo>
                <a:cubicBezTo>
                  <a:pt x="3242" y="3261"/>
                  <a:pt x="3241" y="3261"/>
                  <a:pt x="3240" y="3261"/>
                </a:cubicBezTo>
                <a:cubicBezTo>
                  <a:pt x="3239" y="3261"/>
                  <a:pt x="3238" y="3261"/>
                  <a:pt x="3238" y="3261"/>
                </a:cubicBezTo>
                <a:cubicBezTo>
                  <a:pt x="3237" y="3261"/>
                  <a:pt x="3237" y="3262"/>
                  <a:pt x="3237" y="3262"/>
                </a:cubicBezTo>
                <a:cubicBezTo>
                  <a:pt x="3234" y="3264"/>
                  <a:pt x="3232" y="3267"/>
                  <a:pt x="3230" y="3270"/>
                </a:cubicBezTo>
                <a:lnTo>
                  <a:pt x="3229" y="3271"/>
                </a:lnTo>
                <a:cubicBezTo>
                  <a:pt x="3226" y="3276"/>
                  <a:pt x="3222" y="3282"/>
                  <a:pt x="3217" y="3286"/>
                </a:cubicBezTo>
                <a:cubicBezTo>
                  <a:pt x="3214" y="3289"/>
                  <a:pt x="3212" y="3292"/>
                  <a:pt x="3210" y="3296"/>
                </a:cubicBezTo>
                <a:cubicBezTo>
                  <a:pt x="3205" y="3304"/>
                  <a:pt x="3202" y="3314"/>
                  <a:pt x="3201" y="3324"/>
                </a:cubicBezTo>
                <a:lnTo>
                  <a:pt x="3173" y="3329"/>
                </a:lnTo>
                <a:cubicBezTo>
                  <a:pt x="3175" y="3319"/>
                  <a:pt x="3185" y="3308"/>
                  <a:pt x="3180" y="3298"/>
                </a:cubicBezTo>
                <a:cubicBezTo>
                  <a:pt x="3179" y="3297"/>
                  <a:pt x="3179" y="3297"/>
                  <a:pt x="3179" y="3297"/>
                </a:cubicBezTo>
                <a:cubicBezTo>
                  <a:pt x="3179" y="3296"/>
                  <a:pt x="3178" y="3295"/>
                  <a:pt x="3177" y="3295"/>
                </a:cubicBezTo>
                <a:cubicBezTo>
                  <a:pt x="3176" y="3294"/>
                  <a:pt x="3175" y="3294"/>
                  <a:pt x="3174" y="3294"/>
                </a:cubicBezTo>
                <a:cubicBezTo>
                  <a:pt x="3173" y="3294"/>
                  <a:pt x="3172" y="3294"/>
                  <a:pt x="3171" y="3295"/>
                </a:cubicBezTo>
                <a:cubicBezTo>
                  <a:pt x="3170" y="3295"/>
                  <a:pt x="3169" y="3296"/>
                  <a:pt x="3169" y="3297"/>
                </a:cubicBezTo>
                <a:cubicBezTo>
                  <a:pt x="3168" y="3298"/>
                  <a:pt x="3168" y="3299"/>
                  <a:pt x="3168" y="3299"/>
                </a:cubicBezTo>
                <a:cubicBezTo>
                  <a:pt x="3168" y="3301"/>
                  <a:pt x="3165" y="3302"/>
                  <a:pt x="3164" y="3303"/>
                </a:cubicBezTo>
                <a:cubicBezTo>
                  <a:pt x="3161" y="3305"/>
                  <a:pt x="3159" y="3308"/>
                  <a:pt x="3157" y="3311"/>
                </a:cubicBezTo>
                <a:cubicBezTo>
                  <a:pt x="3155" y="3313"/>
                  <a:pt x="3153" y="3314"/>
                  <a:pt x="3152" y="3317"/>
                </a:cubicBezTo>
                <a:cubicBezTo>
                  <a:pt x="3149" y="3321"/>
                  <a:pt x="3148" y="3326"/>
                  <a:pt x="3148" y="3331"/>
                </a:cubicBezTo>
                <a:lnTo>
                  <a:pt x="3148" y="3332"/>
                </a:lnTo>
                <a:lnTo>
                  <a:pt x="3148" y="3333"/>
                </a:lnTo>
                <a:lnTo>
                  <a:pt x="3100" y="3341"/>
                </a:lnTo>
                <a:cubicBezTo>
                  <a:pt x="3105" y="3320"/>
                  <a:pt x="3137" y="3279"/>
                  <a:pt x="3146" y="3266"/>
                </a:cubicBezTo>
                <a:cubicBezTo>
                  <a:pt x="3165" y="3240"/>
                  <a:pt x="3188" y="3216"/>
                  <a:pt x="3214" y="3196"/>
                </a:cubicBezTo>
                <a:cubicBezTo>
                  <a:pt x="3239" y="3175"/>
                  <a:pt x="3266" y="3157"/>
                  <a:pt x="3294" y="3141"/>
                </a:cubicBezTo>
                <a:cubicBezTo>
                  <a:pt x="3315" y="3129"/>
                  <a:pt x="3336" y="3118"/>
                  <a:pt x="3357" y="3109"/>
                </a:cubicBezTo>
                <a:cubicBezTo>
                  <a:pt x="3406" y="3087"/>
                  <a:pt x="3458" y="3076"/>
                  <a:pt x="3512" y="3076"/>
                </a:cubicBezTo>
                <a:cubicBezTo>
                  <a:pt x="3549" y="3076"/>
                  <a:pt x="3586" y="3082"/>
                  <a:pt x="3622" y="3093"/>
                </a:cubicBezTo>
                <a:cubicBezTo>
                  <a:pt x="3636" y="3097"/>
                  <a:pt x="3649" y="3101"/>
                  <a:pt x="3662" y="3109"/>
                </a:cubicBezTo>
                <a:cubicBezTo>
                  <a:pt x="3677" y="3117"/>
                  <a:pt x="3691" y="3129"/>
                  <a:pt x="3703" y="3142"/>
                </a:cubicBezTo>
                <a:cubicBezTo>
                  <a:pt x="3702" y="3143"/>
                  <a:pt x="3702" y="3144"/>
                  <a:pt x="3702" y="3146"/>
                </a:cubicBezTo>
                <a:cubicBezTo>
                  <a:pt x="3702" y="3148"/>
                  <a:pt x="3703" y="3150"/>
                  <a:pt x="3704" y="3152"/>
                </a:cubicBezTo>
                <a:cubicBezTo>
                  <a:pt x="3705" y="3154"/>
                  <a:pt x="3707" y="3156"/>
                  <a:pt x="3709" y="3157"/>
                </a:cubicBezTo>
                <a:cubicBezTo>
                  <a:pt x="3710" y="3158"/>
                  <a:pt x="3712" y="3159"/>
                  <a:pt x="3714" y="3159"/>
                </a:cubicBezTo>
                <a:cubicBezTo>
                  <a:pt x="3717" y="3165"/>
                  <a:pt x="3720" y="3171"/>
                  <a:pt x="3721" y="3178"/>
                </a:cubicBezTo>
                <a:cubicBezTo>
                  <a:pt x="3722" y="3184"/>
                  <a:pt x="3721" y="3179"/>
                  <a:pt x="3721" y="3180"/>
                </a:cubicBezTo>
                <a:cubicBezTo>
                  <a:pt x="3721" y="3182"/>
                  <a:pt x="3722" y="3185"/>
                  <a:pt x="3723" y="3187"/>
                </a:cubicBezTo>
                <a:lnTo>
                  <a:pt x="3723" y="3188"/>
                </a:lnTo>
                <a:cubicBezTo>
                  <a:pt x="3721" y="3189"/>
                  <a:pt x="3720" y="3191"/>
                  <a:pt x="3718" y="3194"/>
                </a:cubicBezTo>
                <a:cubicBezTo>
                  <a:pt x="3717" y="3195"/>
                  <a:pt x="3717" y="3195"/>
                  <a:pt x="3716" y="3196"/>
                </a:cubicBezTo>
                <a:lnTo>
                  <a:pt x="3698" y="3202"/>
                </a:lnTo>
                <a:moveTo>
                  <a:pt x="3277" y="3307"/>
                </a:moveTo>
                <a:cubicBezTo>
                  <a:pt x="3280" y="3306"/>
                  <a:pt x="3282" y="3303"/>
                  <a:pt x="3283" y="3301"/>
                </a:cubicBezTo>
                <a:cubicBezTo>
                  <a:pt x="3287" y="3303"/>
                  <a:pt x="3291" y="3304"/>
                  <a:pt x="3295" y="3306"/>
                </a:cubicBezTo>
                <a:lnTo>
                  <a:pt x="3277" y="3310"/>
                </a:lnTo>
                <a:cubicBezTo>
                  <a:pt x="3277" y="3309"/>
                  <a:pt x="3277" y="3308"/>
                  <a:pt x="3277" y="3307"/>
                </a:cubicBezTo>
                <a:moveTo>
                  <a:pt x="2351" y="3402"/>
                </a:moveTo>
                <a:cubicBezTo>
                  <a:pt x="2353" y="3402"/>
                  <a:pt x="2355" y="3400"/>
                  <a:pt x="2357" y="3400"/>
                </a:cubicBezTo>
                <a:cubicBezTo>
                  <a:pt x="2358" y="3399"/>
                  <a:pt x="2359" y="3399"/>
                  <a:pt x="2359" y="3398"/>
                </a:cubicBezTo>
                <a:lnTo>
                  <a:pt x="2359" y="3401"/>
                </a:lnTo>
                <a:cubicBezTo>
                  <a:pt x="2359" y="3401"/>
                  <a:pt x="2359" y="3402"/>
                  <a:pt x="2359" y="3403"/>
                </a:cubicBezTo>
                <a:lnTo>
                  <a:pt x="2352" y="3403"/>
                </a:lnTo>
                <a:lnTo>
                  <a:pt x="2351" y="3402"/>
                </a:lnTo>
                <a:moveTo>
                  <a:pt x="2367" y="3385"/>
                </a:moveTo>
                <a:lnTo>
                  <a:pt x="2366" y="3387"/>
                </a:lnTo>
                <a:lnTo>
                  <a:pt x="2366" y="3386"/>
                </a:lnTo>
                <a:lnTo>
                  <a:pt x="2367" y="3385"/>
                </a:lnTo>
                <a:moveTo>
                  <a:pt x="2573" y="3385"/>
                </a:moveTo>
                <a:cubicBezTo>
                  <a:pt x="2573" y="3374"/>
                  <a:pt x="2555" y="3375"/>
                  <a:pt x="2555" y="3387"/>
                </a:cubicBezTo>
                <a:cubicBezTo>
                  <a:pt x="2555" y="3389"/>
                  <a:pt x="2555" y="3391"/>
                  <a:pt x="2555" y="3392"/>
                </a:cubicBezTo>
                <a:cubicBezTo>
                  <a:pt x="2555" y="3394"/>
                  <a:pt x="2555" y="3396"/>
                  <a:pt x="2555" y="3398"/>
                </a:cubicBezTo>
                <a:lnTo>
                  <a:pt x="2512" y="3401"/>
                </a:lnTo>
                <a:cubicBezTo>
                  <a:pt x="2512" y="3397"/>
                  <a:pt x="2513" y="3393"/>
                  <a:pt x="2514" y="3389"/>
                </a:cubicBezTo>
                <a:cubicBezTo>
                  <a:pt x="2514" y="3386"/>
                  <a:pt x="2515" y="3383"/>
                  <a:pt x="2515" y="3381"/>
                </a:cubicBezTo>
                <a:cubicBezTo>
                  <a:pt x="2515" y="3377"/>
                  <a:pt x="2514" y="3372"/>
                  <a:pt x="2512" y="3369"/>
                </a:cubicBezTo>
                <a:cubicBezTo>
                  <a:pt x="2511" y="3368"/>
                  <a:pt x="2510" y="3367"/>
                  <a:pt x="2509" y="3366"/>
                </a:cubicBezTo>
                <a:cubicBezTo>
                  <a:pt x="2508" y="3365"/>
                  <a:pt x="2506" y="3365"/>
                  <a:pt x="2505" y="3365"/>
                </a:cubicBezTo>
                <a:cubicBezTo>
                  <a:pt x="2504" y="3365"/>
                  <a:pt x="2502" y="3365"/>
                  <a:pt x="2501" y="3366"/>
                </a:cubicBezTo>
                <a:cubicBezTo>
                  <a:pt x="2500" y="3367"/>
                  <a:pt x="2499" y="3368"/>
                  <a:pt x="2498" y="3369"/>
                </a:cubicBezTo>
                <a:cubicBezTo>
                  <a:pt x="2497" y="3370"/>
                  <a:pt x="2497" y="3371"/>
                  <a:pt x="2496" y="3372"/>
                </a:cubicBezTo>
                <a:cubicBezTo>
                  <a:pt x="2491" y="3380"/>
                  <a:pt x="2489" y="3389"/>
                  <a:pt x="2489" y="3398"/>
                </a:cubicBezTo>
                <a:cubicBezTo>
                  <a:pt x="2489" y="3400"/>
                  <a:pt x="2489" y="3402"/>
                  <a:pt x="2490" y="3404"/>
                </a:cubicBezTo>
                <a:cubicBezTo>
                  <a:pt x="2477" y="3404"/>
                  <a:pt x="2465" y="3404"/>
                  <a:pt x="2453" y="3404"/>
                </a:cubicBezTo>
                <a:cubicBezTo>
                  <a:pt x="2455" y="3399"/>
                  <a:pt x="2456" y="3394"/>
                  <a:pt x="2456" y="3389"/>
                </a:cubicBezTo>
                <a:cubicBezTo>
                  <a:pt x="2456" y="3385"/>
                  <a:pt x="2456" y="3381"/>
                  <a:pt x="2454" y="3377"/>
                </a:cubicBezTo>
                <a:cubicBezTo>
                  <a:pt x="2454" y="3377"/>
                  <a:pt x="2453" y="3376"/>
                  <a:pt x="2453" y="3375"/>
                </a:cubicBezTo>
                <a:cubicBezTo>
                  <a:pt x="2452" y="3374"/>
                  <a:pt x="2451" y="3372"/>
                  <a:pt x="2450" y="3372"/>
                </a:cubicBezTo>
                <a:cubicBezTo>
                  <a:pt x="2448" y="3371"/>
                  <a:pt x="2447" y="3371"/>
                  <a:pt x="2446" y="3371"/>
                </a:cubicBezTo>
                <a:cubicBezTo>
                  <a:pt x="2444" y="3371"/>
                  <a:pt x="2443" y="3371"/>
                  <a:pt x="2442" y="3372"/>
                </a:cubicBezTo>
                <a:cubicBezTo>
                  <a:pt x="2440" y="3372"/>
                  <a:pt x="2438" y="3374"/>
                  <a:pt x="2438" y="3375"/>
                </a:cubicBezTo>
                <a:cubicBezTo>
                  <a:pt x="2437" y="3376"/>
                  <a:pt x="2438" y="3376"/>
                  <a:pt x="2438" y="3376"/>
                </a:cubicBezTo>
                <a:cubicBezTo>
                  <a:pt x="2438" y="3376"/>
                  <a:pt x="2438" y="3377"/>
                  <a:pt x="2437" y="3378"/>
                </a:cubicBezTo>
                <a:cubicBezTo>
                  <a:pt x="2433" y="3385"/>
                  <a:pt x="2430" y="3394"/>
                  <a:pt x="2429" y="3403"/>
                </a:cubicBezTo>
                <a:cubicBezTo>
                  <a:pt x="2415" y="3403"/>
                  <a:pt x="2402" y="3403"/>
                  <a:pt x="2388" y="3403"/>
                </a:cubicBezTo>
                <a:cubicBezTo>
                  <a:pt x="2388" y="3402"/>
                  <a:pt x="2390" y="3400"/>
                  <a:pt x="2391" y="3397"/>
                </a:cubicBezTo>
                <a:cubicBezTo>
                  <a:pt x="2391" y="3395"/>
                  <a:pt x="2392" y="3393"/>
                  <a:pt x="2392" y="3391"/>
                </a:cubicBezTo>
                <a:cubicBezTo>
                  <a:pt x="2392" y="3387"/>
                  <a:pt x="2391" y="3384"/>
                  <a:pt x="2389" y="3381"/>
                </a:cubicBezTo>
                <a:cubicBezTo>
                  <a:pt x="2388" y="3379"/>
                  <a:pt x="2387" y="3378"/>
                  <a:pt x="2386" y="3376"/>
                </a:cubicBezTo>
                <a:cubicBezTo>
                  <a:pt x="2385" y="3376"/>
                  <a:pt x="2385" y="3376"/>
                  <a:pt x="2385" y="3376"/>
                </a:cubicBezTo>
                <a:cubicBezTo>
                  <a:pt x="2383" y="3375"/>
                  <a:pt x="2382" y="3374"/>
                  <a:pt x="2380" y="3374"/>
                </a:cubicBezTo>
                <a:cubicBezTo>
                  <a:pt x="2378" y="3374"/>
                  <a:pt x="2377" y="3375"/>
                  <a:pt x="2375" y="3375"/>
                </a:cubicBezTo>
                <a:cubicBezTo>
                  <a:pt x="2372" y="3376"/>
                  <a:pt x="2368" y="3376"/>
                  <a:pt x="2364" y="3377"/>
                </a:cubicBezTo>
                <a:cubicBezTo>
                  <a:pt x="2364" y="3376"/>
                  <a:pt x="2362" y="3375"/>
                  <a:pt x="2362" y="3374"/>
                </a:cubicBezTo>
                <a:cubicBezTo>
                  <a:pt x="2360" y="3371"/>
                  <a:pt x="2358" y="3367"/>
                  <a:pt x="2355" y="3366"/>
                </a:cubicBezTo>
                <a:cubicBezTo>
                  <a:pt x="2352" y="3364"/>
                  <a:pt x="2349" y="3364"/>
                  <a:pt x="2345" y="3364"/>
                </a:cubicBezTo>
                <a:lnTo>
                  <a:pt x="2344" y="3364"/>
                </a:lnTo>
                <a:lnTo>
                  <a:pt x="2343" y="3364"/>
                </a:lnTo>
                <a:cubicBezTo>
                  <a:pt x="2339" y="3364"/>
                  <a:pt x="2336" y="3364"/>
                  <a:pt x="2333" y="3366"/>
                </a:cubicBezTo>
                <a:cubicBezTo>
                  <a:pt x="2330" y="3367"/>
                  <a:pt x="2327" y="3371"/>
                  <a:pt x="2326" y="3374"/>
                </a:cubicBezTo>
                <a:cubicBezTo>
                  <a:pt x="2324" y="3377"/>
                  <a:pt x="2323" y="3379"/>
                  <a:pt x="2323" y="3383"/>
                </a:cubicBezTo>
                <a:cubicBezTo>
                  <a:pt x="2323" y="3386"/>
                  <a:pt x="2324" y="3390"/>
                  <a:pt x="2326" y="3393"/>
                </a:cubicBezTo>
                <a:cubicBezTo>
                  <a:pt x="2327" y="3396"/>
                  <a:pt x="2329" y="3398"/>
                  <a:pt x="2332" y="3400"/>
                </a:cubicBezTo>
                <a:cubicBezTo>
                  <a:pt x="2330" y="3401"/>
                  <a:pt x="2329" y="3403"/>
                  <a:pt x="2328" y="3404"/>
                </a:cubicBezTo>
                <a:cubicBezTo>
                  <a:pt x="2322" y="3404"/>
                  <a:pt x="2316" y="3404"/>
                  <a:pt x="2310" y="3404"/>
                </a:cubicBezTo>
                <a:cubicBezTo>
                  <a:pt x="2313" y="3398"/>
                  <a:pt x="2316" y="3392"/>
                  <a:pt x="2317" y="3386"/>
                </a:cubicBezTo>
                <a:cubicBezTo>
                  <a:pt x="2318" y="3385"/>
                  <a:pt x="2319" y="3383"/>
                  <a:pt x="2320" y="3381"/>
                </a:cubicBezTo>
                <a:cubicBezTo>
                  <a:pt x="2322" y="3377"/>
                  <a:pt x="2325" y="3373"/>
                  <a:pt x="2329" y="3369"/>
                </a:cubicBezTo>
                <a:cubicBezTo>
                  <a:pt x="2332" y="3366"/>
                  <a:pt x="2336" y="3364"/>
                  <a:pt x="2338" y="3359"/>
                </a:cubicBezTo>
                <a:lnTo>
                  <a:pt x="2338" y="3358"/>
                </a:lnTo>
                <a:cubicBezTo>
                  <a:pt x="2338" y="3357"/>
                  <a:pt x="2338" y="3357"/>
                  <a:pt x="2338" y="3356"/>
                </a:cubicBezTo>
                <a:cubicBezTo>
                  <a:pt x="2337" y="3355"/>
                  <a:pt x="2337" y="3355"/>
                  <a:pt x="2336" y="3355"/>
                </a:cubicBezTo>
                <a:cubicBezTo>
                  <a:pt x="2335" y="3354"/>
                  <a:pt x="2335" y="3354"/>
                  <a:pt x="2334" y="3354"/>
                </a:cubicBezTo>
                <a:lnTo>
                  <a:pt x="2333" y="3355"/>
                </a:lnTo>
                <a:cubicBezTo>
                  <a:pt x="2332" y="3355"/>
                  <a:pt x="2332" y="3355"/>
                  <a:pt x="2331" y="3356"/>
                </a:cubicBezTo>
                <a:cubicBezTo>
                  <a:pt x="2329" y="3359"/>
                  <a:pt x="2324" y="3361"/>
                  <a:pt x="2321" y="3364"/>
                </a:cubicBezTo>
                <a:cubicBezTo>
                  <a:pt x="2316" y="3368"/>
                  <a:pt x="2311" y="3371"/>
                  <a:pt x="2307" y="3375"/>
                </a:cubicBezTo>
                <a:cubicBezTo>
                  <a:pt x="2304" y="3378"/>
                  <a:pt x="2302" y="3382"/>
                  <a:pt x="2300" y="3386"/>
                </a:cubicBezTo>
                <a:cubicBezTo>
                  <a:pt x="2299" y="3387"/>
                  <a:pt x="2298" y="3388"/>
                  <a:pt x="2297" y="3390"/>
                </a:cubicBezTo>
                <a:cubicBezTo>
                  <a:pt x="2297" y="3390"/>
                  <a:pt x="2296" y="3391"/>
                  <a:pt x="2296" y="3392"/>
                </a:cubicBezTo>
                <a:cubicBezTo>
                  <a:pt x="2294" y="3395"/>
                  <a:pt x="2293" y="3398"/>
                  <a:pt x="2292" y="3402"/>
                </a:cubicBezTo>
                <a:lnTo>
                  <a:pt x="2292" y="3403"/>
                </a:lnTo>
                <a:lnTo>
                  <a:pt x="2292" y="3404"/>
                </a:lnTo>
                <a:lnTo>
                  <a:pt x="2257" y="3404"/>
                </a:lnTo>
                <a:cubicBezTo>
                  <a:pt x="2274" y="3383"/>
                  <a:pt x="2292" y="3364"/>
                  <a:pt x="2311" y="3347"/>
                </a:cubicBezTo>
                <a:cubicBezTo>
                  <a:pt x="2342" y="3318"/>
                  <a:pt x="2375" y="3293"/>
                  <a:pt x="2411" y="3271"/>
                </a:cubicBezTo>
                <a:cubicBezTo>
                  <a:pt x="2484" y="3232"/>
                  <a:pt x="2563" y="3208"/>
                  <a:pt x="2645" y="3199"/>
                </a:cubicBezTo>
                <a:cubicBezTo>
                  <a:pt x="2762" y="3186"/>
                  <a:pt x="2856" y="3194"/>
                  <a:pt x="2952" y="3265"/>
                </a:cubicBezTo>
                <a:cubicBezTo>
                  <a:pt x="2976" y="3282"/>
                  <a:pt x="3019" y="3322"/>
                  <a:pt x="3024" y="3353"/>
                </a:cubicBezTo>
                <a:cubicBezTo>
                  <a:pt x="2983" y="3358"/>
                  <a:pt x="2941" y="3363"/>
                  <a:pt x="2900" y="3367"/>
                </a:cubicBezTo>
                <a:cubicBezTo>
                  <a:pt x="2810" y="3375"/>
                  <a:pt x="2716" y="3396"/>
                  <a:pt x="2626" y="3396"/>
                </a:cubicBezTo>
                <a:cubicBezTo>
                  <a:pt x="2608" y="3396"/>
                  <a:pt x="2590" y="3397"/>
                  <a:pt x="2571" y="3398"/>
                </a:cubicBezTo>
                <a:cubicBezTo>
                  <a:pt x="2573" y="3393"/>
                  <a:pt x="2573" y="3389"/>
                  <a:pt x="2573" y="3385"/>
                </a:cubicBezTo>
                <a:moveTo>
                  <a:pt x="2180" y="3400"/>
                </a:moveTo>
                <a:cubicBezTo>
                  <a:pt x="2180" y="3399"/>
                  <a:pt x="2180" y="3399"/>
                  <a:pt x="2180" y="3398"/>
                </a:cubicBezTo>
                <a:cubicBezTo>
                  <a:pt x="2180" y="3397"/>
                  <a:pt x="2180" y="3396"/>
                  <a:pt x="2180" y="3395"/>
                </a:cubicBezTo>
                <a:cubicBezTo>
                  <a:pt x="2175" y="3381"/>
                  <a:pt x="2162" y="3376"/>
                  <a:pt x="2150" y="3368"/>
                </a:cubicBezTo>
                <a:cubicBezTo>
                  <a:pt x="2130" y="3352"/>
                  <a:pt x="2113" y="3331"/>
                  <a:pt x="2100" y="3309"/>
                </a:cubicBezTo>
                <a:lnTo>
                  <a:pt x="2100" y="3308"/>
                </a:lnTo>
                <a:lnTo>
                  <a:pt x="2099" y="3307"/>
                </a:lnTo>
                <a:cubicBezTo>
                  <a:pt x="2098" y="3307"/>
                  <a:pt x="2098" y="3307"/>
                  <a:pt x="2097" y="3307"/>
                </a:cubicBezTo>
                <a:cubicBezTo>
                  <a:pt x="2096" y="3307"/>
                  <a:pt x="2096" y="3307"/>
                  <a:pt x="2095" y="3307"/>
                </a:cubicBezTo>
                <a:lnTo>
                  <a:pt x="2094" y="3308"/>
                </a:lnTo>
                <a:cubicBezTo>
                  <a:pt x="2094" y="3309"/>
                  <a:pt x="2094" y="3309"/>
                  <a:pt x="2094" y="3310"/>
                </a:cubicBezTo>
                <a:cubicBezTo>
                  <a:pt x="2094" y="3311"/>
                  <a:pt x="2094" y="3311"/>
                  <a:pt x="2094" y="3312"/>
                </a:cubicBezTo>
                <a:cubicBezTo>
                  <a:pt x="2095" y="3312"/>
                  <a:pt x="2095" y="3313"/>
                  <a:pt x="2096" y="3314"/>
                </a:cubicBezTo>
                <a:cubicBezTo>
                  <a:pt x="2100" y="3322"/>
                  <a:pt x="2104" y="3331"/>
                  <a:pt x="2108" y="3340"/>
                </a:cubicBezTo>
                <a:cubicBezTo>
                  <a:pt x="2109" y="3349"/>
                  <a:pt x="2113" y="3359"/>
                  <a:pt x="2118" y="3367"/>
                </a:cubicBezTo>
                <a:cubicBezTo>
                  <a:pt x="2119" y="3369"/>
                  <a:pt x="2120" y="3370"/>
                  <a:pt x="2120" y="3371"/>
                </a:cubicBezTo>
                <a:cubicBezTo>
                  <a:pt x="2126" y="3377"/>
                  <a:pt x="2130" y="3384"/>
                  <a:pt x="2136" y="3390"/>
                </a:cubicBezTo>
                <a:cubicBezTo>
                  <a:pt x="2140" y="3393"/>
                  <a:pt x="2144" y="3396"/>
                  <a:pt x="2148" y="3399"/>
                </a:cubicBezTo>
                <a:lnTo>
                  <a:pt x="2119" y="3397"/>
                </a:lnTo>
                <a:cubicBezTo>
                  <a:pt x="2119" y="3396"/>
                  <a:pt x="2119" y="3394"/>
                  <a:pt x="2119" y="3393"/>
                </a:cubicBezTo>
                <a:cubicBezTo>
                  <a:pt x="2119" y="3391"/>
                  <a:pt x="2119" y="3391"/>
                  <a:pt x="2119" y="3390"/>
                </a:cubicBezTo>
                <a:cubicBezTo>
                  <a:pt x="2109" y="3370"/>
                  <a:pt x="2079" y="3370"/>
                  <a:pt x="2070" y="3347"/>
                </a:cubicBezTo>
                <a:cubicBezTo>
                  <a:pt x="2062" y="3328"/>
                  <a:pt x="2047" y="3313"/>
                  <a:pt x="2042" y="3291"/>
                </a:cubicBezTo>
                <a:cubicBezTo>
                  <a:pt x="2042" y="3288"/>
                  <a:pt x="2035" y="3289"/>
                  <a:pt x="2035" y="3293"/>
                </a:cubicBezTo>
                <a:cubicBezTo>
                  <a:pt x="2039" y="3317"/>
                  <a:pt x="2054" y="3337"/>
                  <a:pt x="2056" y="3361"/>
                </a:cubicBezTo>
                <a:cubicBezTo>
                  <a:pt x="2057" y="3365"/>
                  <a:pt x="2058" y="3368"/>
                  <a:pt x="2060" y="3371"/>
                </a:cubicBezTo>
                <a:cubicBezTo>
                  <a:pt x="2062" y="3375"/>
                  <a:pt x="2065" y="3378"/>
                  <a:pt x="2068" y="3381"/>
                </a:cubicBezTo>
                <a:cubicBezTo>
                  <a:pt x="2072" y="3385"/>
                  <a:pt x="2076" y="3389"/>
                  <a:pt x="2081" y="3392"/>
                </a:cubicBezTo>
                <a:cubicBezTo>
                  <a:pt x="2082" y="3393"/>
                  <a:pt x="2082" y="3393"/>
                  <a:pt x="2083" y="3394"/>
                </a:cubicBezTo>
                <a:cubicBezTo>
                  <a:pt x="2085" y="3395"/>
                  <a:pt x="2087" y="3396"/>
                  <a:pt x="2089" y="3397"/>
                </a:cubicBezTo>
                <a:lnTo>
                  <a:pt x="2080" y="3397"/>
                </a:lnTo>
                <a:cubicBezTo>
                  <a:pt x="2070" y="3391"/>
                  <a:pt x="2058" y="3388"/>
                  <a:pt x="2046" y="3387"/>
                </a:cubicBezTo>
                <a:cubicBezTo>
                  <a:pt x="2046" y="3386"/>
                  <a:pt x="2045" y="3385"/>
                  <a:pt x="2044" y="3385"/>
                </a:cubicBezTo>
                <a:cubicBezTo>
                  <a:pt x="2036" y="3379"/>
                  <a:pt x="2029" y="3372"/>
                  <a:pt x="2022" y="3365"/>
                </a:cubicBezTo>
                <a:cubicBezTo>
                  <a:pt x="2016" y="3359"/>
                  <a:pt x="2013" y="3350"/>
                  <a:pt x="2007" y="3344"/>
                </a:cubicBezTo>
                <a:cubicBezTo>
                  <a:pt x="2003" y="3340"/>
                  <a:pt x="1997" y="3344"/>
                  <a:pt x="2000" y="3348"/>
                </a:cubicBezTo>
                <a:cubicBezTo>
                  <a:pt x="2007" y="3357"/>
                  <a:pt x="2010" y="3367"/>
                  <a:pt x="2017" y="3375"/>
                </a:cubicBezTo>
                <a:cubicBezTo>
                  <a:pt x="2020" y="3379"/>
                  <a:pt x="2023" y="3383"/>
                  <a:pt x="2026" y="3387"/>
                </a:cubicBezTo>
                <a:lnTo>
                  <a:pt x="2006" y="3387"/>
                </a:lnTo>
                <a:cubicBezTo>
                  <a:pt x="1994" y="3378"/>
                  <a:pt x="1983" y="3368"/>
                  <a:pt x="1974" y="3357"/>
                </a:cubicBezTo>
                <a:cubicBezTo>
                  <a:pt x="1973" y="3355"/>
                  <a:pt x="1972" y="3353"/>
                  <a:pt x="1971" y="3352"/>
                </a:cubicBezTo>
                <a:cubicBezTo>
                  <a:pt x="1963" y="3338"/>
                  <a:pt x="1959" y="3323"/>
                  <a:pt x="1958" y="3307"/>
                </a:cubicBezTo>
                <a:cubicBezTo>
                  <a:pt x="1958" y="3306"/>
                  <a:pt x="1958" y="3306"/>
                  <a:pt x="1957" y="3305"/>
                </a:cubicBezTo>
                <a:lnTo>
                  <a:pt x="1956" y="3304"/>
                </a:lnTo>
                <a:lnTo>
                  <a:pt x="1955" y="3304"/>
                </a:lnTo>
                <a:cubicBezTo>
                  <a:pt x="1954" y="3304"/>
                  <a:pt x="1954" y="3303"/>
                  <a:pt x="1953" y="3304"/>
                </a:cubicBezTo>
                <a:cubicBezTo>
                  <a:pt x="1952" y="3304"/>
                  <a:pt x="1952" y="3305"/>
                  <a:pt x="1952" y="3305"/>
                </a:cubicBezTo>
                <a:cubicBezTo>
                  <a:pt x="1952" y="3306"/>
                  <a:pt x="1952" y="3306"/>
                  <a:pt x="1952" y="3307"/>
                </a:cubicBezTo>
                <a:cubicBezTo>
                  <a:pt x="1951" y="3311"/>
                  <a:pt x="1951" y="3315"/>
                  <a:pt x="1951" y="3319"/>
                </a:cubicBezTo>
                <a:cubicBezTo>
                  <a:pt x="1951" y="3323"/>
                  <a:pt x="1951" y="3327"/>
                  <a:pt x="1952" y="3331"/>
                </a:cubicBezTo>
                <a:cubicBezTo>
                  <a:pt x="1952" y="3334"/>
                  <a:pt x="1952" y="3337"/>
                  <a:pt x="1952" y="3340"/>
                </a:cubicBezTo>
                <a:cubicBezTo>
                  <a:pt x="1952" y="3342"/>
                  <a:pt x="1952" y="3345"/>
                  <a:pt x="1952" y="3348"/>
                </a:cubicBezTo>
                <a:cubicBezTo>
                  <a:pt x="1953" y="3355"/>
                  <a:pt x="1955" y="3362"/>
                  <a:pt x="1959" y="3368"/>
                </a:cubicBezTo>
                <a:cubicBezTo>
                  <a:pt x="1959" y="3369"/>
                  <a:pt x="1960" y="3369"/>
                  <a:pt x="1960" y="3370"/>
                </a:cubicBezTo>
                <a:cubicBezTo>
                  <a:pt x="1961" y="3372"/>
                  <a:pt x="1962" y="3374"/>
                  <a:pt x="1963" y="3376"/>
                </a:cubicBezTo>
                <a:cubicBezTo>
                  <a:pt x="1966" y="3380"/>
                  <a:pt x="1969" y="3384"/>
                  <a:pt x="1973" y="3388"/>
                </a:cubicBezTo>
                <a:lnTo>
                  <a:pt x="1965" y="3388"/>
                </a:lnTo>
                <a:cubicBezTo>
                  <a:pt x="1965" y="3388"/>
                  <a:pt x="1965" y="3387"/>
                  <a:pt x="1964" y="3387"/>
                </a:cubicBezTo>
                <a:cubicBezTo>
                  <a:pt x="1962" y="3385"/>
                  <a:pt x="1962" y="3384"/>
                  <a:pt x="1961" y="3383"/>
                </a:cubicBezTo>
                <a:lnTo>
                  <a:pt x="1960" y="3383"/>
                </a:lnTo>
                <a:cubicBezTo>
                  <a:pt x="1957" y="3381"/>
                  <a:pt x="1954" y="3379"/>
                  <a:pt x="1953" y="3376"/>
                </a:cubicBezTo>
                <a:cubicBezTo>
                  <a:pt x="1952" y="3374"/>
                  <a:pt x="1951" y="3373"/>
                  <a:pt x="1951" y="3371"/>
                </a:cubicBezTo>
                <a:cubicBezTo>
                  <a:pt x="1950" y="3369"/>
                  <a:pt x="1949" y="3367"/>
                  <a:pt x="1948" y="3365"/>
                </a:cubicBezTo>
                <a:cubicBezTo>
                  <a:pt x="1946" y="3362"/>
                  <a:pt x="1944" y="3360"/>
                  <a:pt x="1942" y="3357"/>
                </a:cubicBezTo>
                <a:cubicBezTo>
                  <a:pt x="1940" y="3356"/>
                  <a:pt x="1938" y="3354"/>
                  <a:pt x="1937" y="3352"/>
                </a:cubicBezTo>
                <a:cubicBezTo>
                  <a:pt x="1935" y="3349"/>
                  <a:pt x="1935" y="3345"/>
                  <a:pt x="1935" y="3342"/>
                </a:cubicBezTo>
                <a:lnTo>
                  <a:pt x="1935" y="3341"/>
                </a:lnTo>
                <a:cubicBezTo>
                  <a:pt x="1935" y="3341"/>
                  <a:pt x="1934" y="3340"/>
                  <a:pt x="1934" y="3339"/>
                </a:cubicBezTo>
                <a:cubicBezTo>
                  <a:pt x="1934" y="3339"/>
                  <a:pt x="1933" y="3338"/>
                  <a:pt x="1932" y="3338"/>
                </a:cubicBezTo>
                <a:cubicBezTo>
                  <a:pt x="1931" y="3337"/>
                  <a:pt x="1931" y="3337"/>
                  <a:pt x="1930" y="3337"/>
                </a:cubicBezTo>
                <a:cubicBezTo>
                  <a:pt x="1929" y="3337"/>
                  <a:pt x="1929" y="3337"/>
                  <a:pt x="1928" y="3338"/>
                </a:cubicBezTo>
                <a:cubicBezTo>
                  <a:pt x="1927" y="3338"/>
                  <a:pt x="1927" y="3338"/>
                  <a:pt x="1926" y="3339"/>
                </a:cubicBezTo>
                <a:cubicBezTo>
                  <a:pt x="1925" y="3339"/>
                  <a:pt x="1926" y="3341"/>
                  <a:pt x="1926" y="3341"/>
                </a:cubicBezTo>
                <a:cubicBezTo>
                  <a:pt x="1927" y="3353"/>
                  <a:pt x="1928" y="3364"/>
                  <a:pt x="1931" y="3375"/>
                </a:cubicBezTo>
                <a:cubicBezTo>
                  <a:pt x="1931" y="3380"/>
                  <a:pt x="1932" y="3385"/>
                  <a:pt x="1935" y="3390"/>
                </a:cubicBezTo>
                <a:lnTo>
                  <a:pt x="1925" y="3390"/>
                </a:lnTo>
                <a:cubicBezTo>
                  <a:pt x="1925" y="3389"/>
                  <a:pt x="1926" y="3389"/>
                  <a:pt x="1926" y="3389"/>
                </a:cubicBezTo>
                <a:cubicBezTo>
                  <a:pt x="1926" y="3389"/>
                  <a:pt x="1925" y="3389"/>
                  <a:pt x="1925" y="3388"/>
                </a:cubicBezTo>
                <a:cubicBezTo>
                  <a:pt x="1923" y="3376"/>
                  <a:pt x="1914" y="3369"/>
                  <a:pt x="1908" y="3358"/>
                </a:cubicBezTo>
                <a:cubicBezTo>
                  <a:pt x="1900" y="3342"/>
                  <a:pt x="1894" y="3325"/>
                  <a:pt x="1892" y="3307"/>
                </a:cubicBezTo>
                <a:cubicBezTo>
                  <a:pt x="1892" y="3303"/>
                  <a:pt x="1886" y="3302"/>
                  <a:pt x="1886" y="3307"/>
                </a:cubicBezTo>
                <a:cubicBezTo>
                  <a:pt x="1883" y="3318"/>
                  <a:pt x="1881" y="3329"/>
                  <a:pt x="1881" y="3340"/>
                </a:cubicBezTo>
                <a:cubicBezTo>
                  <a:pt x="1881" y="3345"/>
                  <a:pt x="1881" y="3350"/>
                  <a:pt x="1882" y="3355"/>
                </a:cubicBezTo>
                <a:cubicBezTo>
                  <a:pt x="1885" y="3365"/>
                  <a:pt x="1889" y="3373"/>
                  <a:pt x="1895" y="3383"/>
                </a:cubicBezTo>
                <a:cubicBezTo>
                  <a:pt x="1896" y="3386"/>
                  <a:pt x="1898" y="3388"/>
                  <a:pt x="1899" y="3391"/>
                </a:cubicBezTo>
                <a:cubicBezTo>
                  <a:pt x="1883" y="3391"/>
                  <a:pt x="1866" y="3391"/>
                  <a:pt x="1849" y="3391"/>
                </a:cubicBezTo>
                <a:cubicBezTo>
                  <a:pt x="1850" y="3390"/>
                  <a:pt x="1850" y="3389"/>
                  <a:pt x="1850" y="3389"/>
                </a:cubicBezTo>
                <a:cubicBezTo>
                  <a:pt x="1850" y="3388"/>
                  <a:pt x="1850" y="3387"/>
                  <a:pt x="1849" y="3387"/>
                </a:cubicBezTo>
                <a:cubicBezTo>
                  <a:pt x="1830" y="3333"/>
                  <a:pt x="1877" y="3232"/>
                  <a:pt x="1902" y="3183"/>
                </a:cubicBezTo>
                <a:lnTo>
                  <a:pt x="1919" y="3150"/>
                </a:lnTo>
                <a:cubicBezTo>
                  <a:pt x="1925" y="3144"/>
                  <a:pt x="1930" y="3137"/>
                  <a:pt x="1935" y="3129"/>
                </a:cubicBezTo>
                <a:cubicBezTo>
                  <a:pt x="1941" y="3118"/>
                  <a:pt x="1946" y="3105"/>
                  <a:pt x="1948" y="3092"/>
                </a:cubicBezTo>
                <a:cubicBezTo>
                  <a:pt x="1958" y="3075"/>
                  <a:pt x="1967" y="3059"/>
                  <a:pt x="1977" y="3043"/>
                </a:cubicBezTo>
                <a:cubicBezTo>
                  <a:pt x="2030" y="2959"/>
                  <a:pt x="2103" y="2889"/>
                  <a:pt x="2189" y="2840"/>
                </a:cubicBezTo>
                <a:cubicBezTo>
                  <a:pt x="2205" y="2830"/>
                  <a:pt x="2222" y="2821"/>
                  <a:pt x="2240" y="2813"/>
                </a:cubicBezTo>
                <a:cubicBezTo>
                  <a:pt x="2350" y="2765"/>
                  <a:pt x="2476" y="2782"/>
                  <a:pt x="2578" y="2834"/>
                </a:cubicBezTo>
                <a:cubicBezTo>
                  <a:pt x="2716" y="2904"/>
                  <a:pt x="2743" y="3027"/>
                  <a:pt x="2745" y="3168"/>
                </a:cubicBezTo>
                <a:lnTo>
                  <a:pt x="2725" y="3168"/>
                </a:lnTo>
                <a:cubicBezTo>
                  <a:pt x="2725" y="3167"/>
                  <a:pt x="2726" y="3167"/>
                  <a:pt x="2726" y="3166"/>
                </a:cubicBezTo>
                <a:cubicBezTo>
                  <a:pt x="2726" y="3165"/>
                  <a:pt x="2725" y="3165"/>
                  <a:pt x="2725" y="3164"/>
                </a:cubicBezTo>
                <a:cubicBezTo>
                  <a:pt x="2720" y="3140"/>
                  <a:pt x="2723" y="3109"/>
                  <a:pt x="2703" y="3091"/>
                </a:cubicBezTo>
                <a:cubicBezTo>
                  <a:pt x="2702" y="3091"/>
                  <a:pt x="2702" y="3090"/>
                  <a:pt x="2702" y="3090"/>
                </a:cubicBezTo>
                <a:cubicBezTo>
                  <a:pt x="2701" y="3090"/>
                  <a:pt x="2700" y="3090"/>
                  <a:pt x="2699" y="3090"/>
                </a:cubicBezTo>
                <a:cubicBezTo>
                  <a:pt x="2698" y="3090"/>
                  <a:pt x="2697" y="3090"/>
                  <a:pt x="2697" y="3090"/>
                </a:cubicBezTo>
                <a:cubicBezTo>
                  <a:pt x="2696" y="3091"/>
                  <a:pt x="2695" y="3091"/>
                  <a:pt x="2695" y="3092"/>
                </a:cubicBezTo>
                <a:cubicBezTo>
                  <a:pt x="2694" y="3093"/>
                  <a:pt x="2694" y="3094"/>
                  <a:pt x="2694" y="3095"/>
                </a:cubicBezTo>
                <a:cubicBezTo>
                  <a:pt x="2694" y="3096"/>
                  <a:pt x="2694" y="3096"/>
                  <a:pt x="2695" y="3097"/>
                </a:cubicBezTo>
                <a:cubicBezTo>
                  <a:pt x="2695" y="3100"/>
                  <a:pt x="2696" y="3104"/>
                  <a:pt x="2696" y="3107"/>
                </a:cubicBezTo>
                <a:cubicBezTo>
                  <a:pt x="2696" y="3112"/>
                  <a:pt x="2695" y="3117"/>
                  <a:pt x="2693" y="3122"/>
                </a:cubicBezTo>
                <a:cubicBezTo>
                  <a:pt x="2693" y="3124"/>
                  <a:pt x="2693" y="3126"/>
                  <a:pt x="2693" y="3128"/>
                </a:cubicBezTo>
                <a:cubicBezTo>
                  <a:pt x="2693" y="3132"/>
                  <a:pt x="2694" y="3136"/>
                  <a:pt x="2695" y="3140"/>
                </a:cubicBezTo>
                <a:cubicBezTo>
                  <a:pt x="2697" y="3150"/>
                  <a:pt x="2695" y="3160"/>
                  <a:pt x="2697" y="3169"/>
                </a:cubicBezTo>
                <a:lnTo>
                  <a:pt x="2687" y="3169"/>
                </a:lnTo>
                <a:lnTo>
                  <a:pt x="2687" y="3168"/>
                </a:lnTo>
                <a:cubicBezTo>
                  <a:pt x="2687" y="3167"/>
                  <a:pt x="2687" y="3167"/>
                  <a:pt x="2687" y="3167"/>
                </a:cubicBezTo>
                <a:cubicBezTo>
                  <a:pt x="2687" y="3149"/>
                  <a:pt x="2682" y="3130"/>
                  <a:pt x="2672" y="3114"/>
                </a:cubicBezTo>
                <a:cubicBezTo>
                  <a:pt x="2671" y="3112"/>
                  <a:pt x="2670" y="3110"/>
                  <a:pt x="2669" y="3109"/>
                </a:cubicBezTo>
                <a:cubicBezTo>
                  <a:pt x="2660" y="3093"/>
                  <a:pt x="2650" y="3077"/>
                  <a:pt x="2641" y="3061"/>
                </a:cubicBezTo>
                <a:cubicBezTo>
                  <a:pt x="2639" y="3057"/>
                  <a:pt x="2637" y="3054"/>
                  <a:pt x="2635" y="3050"/>
                </a:cubicBezTo>
                <a:cubicBezTo>
                  <a:pt x="2631" y="3043"/>
                  <a:pt x="2627" y="3036"/>
                  <a:pt x="2621" y="3030"/>
                </a:cubicBezTo>
                <a:cubicBezTo>
                  <a:pt x="2619" y="3027"/>
                  <a:pt x="2613" y="3032"/>
                  <a:pt x="2616" y="3035"/>
                </a:cubicBezTo>
                <a:cubicBezTo>
                  <a:pt x="2634" y="3054"/>
                  <a:pt x="2639" y="3085"/>
                  <a:pt x="2651" y="3108"/>
                </a:cubicBezTo>
                <a:cubicBezTo>
                  <a:pt x="2652" y="3110"/>
                  <a:pt x="2653" y="3111"/>
                  <a:pt x="2654" y="3113"/>
                </a:cubicBezTo>
                <a:cubicBezTo>
                  <a:pt x="2663" y="3128"/>
                  <a:pt x="2668" y="3145"/>
                  <a:pt x="2669" y="3162"/>
                </a:cubicBezTo>
                <a:cubicBezTo>
                  <a:pt x="2669" y="3163"/>
                  <a:pt x="2669" y="3164"/>
                  <a:pt x="2669" y="3165"/>
                </a:cubicBezTo>
                <a:cubicBezTo>
                  <a:pt x="2669" y="3166"/>
                  <a:pt x="2669" y="3167"/>
                  <a:pt x="2670" y="3169"/>
                </a:cubicBezTo>
                <a:cubicBezTo>
                  <a:pt x="2670" y="3169"/>
                  <a:pt x="2670" y="3170"/>
                  <a:pt x="2671" y="3170"/>
                </a:cubicBezTo>
                <a:cubicBezTo>
                  <a:pt x="2663" y="3170"/>
                  <a:pt x="2654" y="3171"/>
                  <a:pt x="2646" y="3172"/>
                </a:cubicBezTo>
                <a:cubicBezTo>
                  <a:pt x="2643" y="3165"/>
                  <a:pt x="2640" y="3158"/>
                  <a:pt x="2638" y="3150"/>
                </a:cubicBezTo>
                <a:cubicBezTo>
                  <a:pt x="2638" y="3145"/>
                  <a:pt x="2637" y="3140"/>
                  <a:pt x="2634" y="3135"/>
                </a:cubicBezTo>
                <a:cubicBezTo>
                  <a:pt x="2633" y="3132"/>
                  <a:pt x="2631" y="3129"/>
                  <a:pt x="2629" y="3125"/>
                </a:cubicBezTo>
                <a:cubicBezTo>
                  <a:pt x="2624" y="3115"/>
                  <a:pt x="2617" y="3106"/>
                  <a:pt x="2609" y="3098"/>
                </a:cubicBezTo>
                <a:cubicBezTo>
                  <a:pt x="2604" y="3094"/>
                  <a:pt x="2597" y="3101"/>
                  <a:pt x="2602" y="3105"/>
                </a:cubicBezTo>
                <a:cubicBezTo>
                  <a:pt x="2610" y="3113"/>
                  <a:pt x="2611" y="3127"/>
                  <a:pt x="2616" y="3137"/>
                </a:cubicBezTo>
                <a:cubicBezTo>
                  <a:pt x="2618" y="3144"/>
                  <a:pt x="2620" y="3151"/>
                  <a:pt x="2620" y="3159"/>
                </a:cubicBezTo>
                <a:cubicBezTo>
                  <a:pt x="2621" y="3164"/>
                  <a:pt x="2623" y="3170"/>
                  <a:pt x="2625" y="3175"/>
                </a:cubicBezTo>
                <a:lnTo>
                  <a:pt x="2603" y="3179"/>
                </a:lnTo>
                <a:cubicBezTo>
                  <a:pt x="2603" y="3177"/>
                  <a:pt x="2603" y="3176"/>
                  <a:pt x="2602" y="3174"/>
                </a:cubicBezTo>
                <a:lnTo>
                  <a:pt x="2601" y="3173"/>
                </a:lnTo>
                <a:cubicBezTo>
                  <a:pt x="2593" y="3153"/>
                  <a:pt x="2580" y="3137"/>
                  <a:pt x="2571" y="3119"/>
                </a:cubicBezTo>
                <a:cubicBezTo>
                  <a:pt x="2570" y="3117"/>
                  <a:pt x="2569" y="3116"/>
                  <a:pt x="2569" y="3115"/>
                </a:cubicBezTo>
                <a:cubicBezTo>
                  <a:pt x="2559" y="3098"/>
                  <a:pt x="2545" y="3083"/>
                  <a:pt x="2527" y="3074"/>
                </a:cubicBezTo>
                <a:cubicBezTo>
                  <a:pt x="2523" y="3072"/>
                  <a:pt x="2519" y="3078"/>
                  <a:pt x="2523" y="3081"/>
                </a:cubicBezTo>
                <a:cubicBezTo>
                  <a:pt x="2543" y="3092"/>
                  <a:pt x="2549" y="3124"/>
                  <a:pt x="2557" y="3144"/>
                </a:cubicBezTo>
                <a:cubicBezTo>
                  <a:pt x="2560" y="3152"/>
                  <a:pt x="2564" y="3159"/>
                  <a:pt x="2568" y="3166"/>
                </a:cubicBezTo>
                <a:cubicBezTo>
                  <a:pt x="2571" y="3172"/>
                  <a:pt x="2575" y="3179"/>
                  <a:pt x="2580" y="3184"/>
                </a:cubicBezTo>
                <a:lnTo>
                  <a:pt x="2560" y="3190"/>
                </a:lnTo>
                <a:cubicBezTo>
                  <a:pt x="2558" y="3185"/>
                  <a:pt x="2555" y="3180"/>
                  <a:pt x="2552" y="3175"/>
                </a:cubicBezTo>
                <a:cubicBezTo>
                  <a:pt x="2545" y="3162"/>
                  <a:pt x="2536" y="3151"/>
                  <a:pt x="2525" y="3141"/>
                </a:cubicBezTo>
                <a:cubicBezTo>
                  <a:pt x="2515" y="3132"/>
                  <a:pt x="2513" y="3122"/>
                  <a:pt x="2505" y="3111"/>
                </a:cubicBezTo>
                <a:cubicBezTo>
                  <a:pt x="2496" y="3099"/>
                  <a:pt x="2485" y="3086"/>
                  <a:pt x="2474" y="3075"/>
                </a:cubicBezTo>
                <a:cubicBezTo>
                  <a:pt x="2471" y="3071"/>
                  <a:pt x="2464" y="3076"/>
                  <a:pt x="2468" y="3080"/>
                </a:cubicBezTo>
                <a:cubicBezTo>
                  <a:pt x="2478" y="3092"/>
                  <a:pt x="2488" y="3104"/>
                  <a:pt x="2497" y="3117"/>
                </a:cubicBezTo>
                <a:cubicBezTo>
                  <a:pt x="2504" y="3125"/>
                  <a:pt x="2505" y="3136"/>
                  <a:pt x="2513" y="3144"/>
                </a:cubicBezTo>
                <a:cubicBezTo>
                  <a:pt x="2520" y="3150"/>
                  <a:pt x="2525" y="3158"/>
                  <a:pt x="2530" y="3166"/>
                </a:cubicBezTo>
                <a:cubicBezTo>
                  <a:pt x="2534" y="3174"/>
                  <a:pt x="2538" y="3182"/>
                  <a:pt x="2541" y="3191"/>
                </a:cubicBezTo>
                <a:lnTo>
                  <a:pt x="2542" y="3195"/>
                </a:lnTo>
                <a:cubicBezTo>
                  <a:pt x="2532" y="3198"/>
                  <a:pt x="2522" y="3202"/>
                  <a:pt x="2512" y="3205"/>
                </a:cubicBezTo>
                <a:cubicBezTo>
                  <a:pt x="2509" y="3201"/>
                  <a:pt x="2506" y="3189"/>
                  <a:pt x="2502" y="3183"/>
                </a:cubicBezTo>
                <a:cubicBezTo>
                  <a:pt x="2499" y="3178"/>
                  <a:pt x="2495" y="3174"/>
                  <a:pt x="2491" y="3170"/>
                </a:cubicBezTo>
                <a:cubicBezTo>
                  <a:pt x="2481" y="3157"/>
                  <a:pt x="2471" y="3146"/>
                  <a:pt x="2460" y="3135"/>
                </a:cubicBezTo>
                <a:cubicBezTo>
                  <a:pt x="2457" y="3133"/>
                  <a:pt x="2453" y="3135"/>
                  <a:pt x="2455" y="3139"/>
                </a:cubicBezTo>
                <a:cubicBezTo>
                  <a:pt x="2460" y="3145"/>
                  <a:pt x="2464" y="3152"/>
                  <a:pt x="2469" y="3160"/>
                </a:cubicBezTo>
                <a:cubicBezTo>
                  <a:pt x="2473" y="3167"/>
                  <a:pt x="2477" y="3175"/>
                  <a:pt x="2481" y="3183"/>
                </a:cubicBezTo>
                <a:cubicBezTo>
                  <a:pt x="2486" y="3193"/>
                  <a:pt x="2485" y="3204"/>
                  <a:pt x="2490" y="3214"/>
                </a:cubicBezTo>
                <a:lnTo>
                  <a:pt x="2470" y="3222"/>
                </a:lnTo>
                <a:cubicBezTo>
                  <a:pt x="2470" y="3222"/>
                  <a:pt x="2469" y="3222"/>
                  <a:pt x="2469" y="3221"/>
                </a:cubicBezTo>
                <a:cubicBezTo>
                  <a:pt x="2468" y="3220"/>
                  <a:pt x="2467" y="3218"/>
                  <a:pt x="2466" y="3217"/>
                </a:cubicBezTo>
                <a:cubicBezTo>
                  <a:pt x="2459" y="3202"/>
                  <a:pt x="2449" y="3187"/>
                  <a:pt x="2442" y="3172"/>
                </a:cubicBezTo>
                <a:cubicBezTo>
                  <a:pt x="2434" y="3156"/>
                  <a:pt x="2423" y="3153"/>
                  <a:pt x="2412" y="3144"/>
                </a:cubicBezTo>
                <a:cubicBezTo>
                  <a:pt x="2408" y="3141"/>
                  <a:pt x="2403" y="3147"/>
                  <a:pt x="2407" y="3150"/>
                </a:cubicBezTo>
                <a:cubicBezTo>
                  <a:pt x="2413" y="3155"/>
                  <a:pt x="2418" y="3161"/>
                  <a:pt x="2421" y="3167"/>
                </a:cubicBezTo>
                <a:cubicBezTo>
                  <a:pt x="2423" y="3171"/>
                  <a:pt x="2425" y="3175"/>
                  <a:pt x="2426" y="3179"/>
                </a:cubicBezTo>
                <a:cubicBezTo>
                  <a:pt x="2433" y="3195"/>
                  <a:pt x="2437" y="3212"/>
                  <a:pt x="2439" y="3230"/>
                </a:cubicBezTo>
                <a:cubicBezTo>
                  <a:pt x="2439" y="3231"/>
                  <a:pt x="2439" y="3231"/>
                  <a:pt x="2439" y="3232"/>
                </a:cubicBezTo>
                <a:cubicBezTo>
                  <a:pt x="2439" y="3233"/>
                  <a:pt x="2439" y="3234"/>
                  <a:pt x="2439" y="3235"/>
                </a:cubicBezTo>
                <a:lnTo>
                  <a:pt x="2422" y="3242"/>
                </a:lnTo>
                <a:cubicBezTo>
                  <a:pt x="2410" y="3248"/>
                  <a:pt x="2399" y="3254"/>
                  <a:pt x="2388" y="3260"/>
                </a:cubicBezTo>
                <a:cubicBezTo>
                  <a:pt x="2386" y="3256"/>
                  <a:pt x="2384" y="3253"/>
                  <a:pt x="2383" y="3250"/>
                </a:cubicBezTo>
                <a:cubicBezTo>
                  <a:pt x="2379" y="3243"/>
                  <a:pt x="2374" y="3237"/>
                  <a:pt x="2369" y="3231"/>
                </a:cubicBezTo>
                <a:cubicBezTo>
                  <a:pt x="2362" y="3221"/>
                  <a:pt x="2356" y="3209"/>
                  <a:pt x="2342" y="3208"/>
                </a:cubicBezTo>
                <a:cubicBezTo>
                  <a:pt x="2337" y="3208"/>
                  <a:pt x="2336" y="3215"/>
                  <a:pt x="2340" y="3217"/>
                </a:cubicBezTo>
                <a:cubicBezTo>
                  <a:pt x="2344" y="3219"/>
                  <a:pt x="2347" y="3229"/>
                  <a:pt x="2350" y="3234"/>
                </a:cubicBezTo>
                <a:cubicBezTo>
                  <a:pt x="2353" y="3239"/>
                  <a:pt x="2355" y="3243"/>
                  <a:pt x="2358" y="3248"/>
                </a:cubicBezTo>
                <a:cubicBezTo>
                  <a:pt x="2358" y="3248"/>
                  <a:pt x="2358" y="3249"/>
                  <a:pt x="2359" y="3249"/>
                </a:cubicBezTo>
                <a:cubicBezTo>
                  <a:pt x="2363" y="3256"/>
                  <a:pt x="2368" y="3262"/>
                  <a:pt x="2373" y="3267"/>
                </a:cubicBezTo>
                <a:cubicBezTo>
                  <a:pt x="2360" y="3274"/>
                  <a:pt x="2348" y="3282"/>
                  <a:pt x="2337" y="3290"/>
                </a:cubicBezTo>
                <a:cubicBezTo>
                  <a:pt x="2335" y="3285"/>
                  <a:pt x="2333" y="3276"/>
                  <a:pt x="2333" y="3276"/>
                </a:cubicBezTo>
                <a:cubicBezTo>
                  <a:pt x="2331" y="3272"/>
                  <a:pt x="2329" y="3267"/>
                  <a:pt x="2326" y="3263"/>
                </a:cubicBezTo>
                <a:cubicBezTo>
                  <a:pt x="2323" y="3259"/>
                  <a:pt x="2321" y="3254"/>
                  <a:pt x="2318" y="3250"/>
                </a:cubicBezTo>
                <a:cubicBezTo>
                  <a:pt x="2307" y="3234"/>
                  <a:pt x="2302" y="3215"/>
                  <a:pt x="2290" y="3200"/>
                </a:cubicBezTo>
                <a:cubicBezTo>
                  <a:pt x="2287" y="3196"/>
                  <a:pt x="2281" y="3200"/>
                  <a:pt x="2284" y="3204"/>
                </a:cubicBezTo>
                <a:cubicBezTo>
                  <a:pt x="2303" y="3231"/>
                  <a:pt x="2311" y="3268"/>
                  <a:pt x="2327" y="3298"/>
                </a:cubicBezTo>
                <a:cubicBezTo>
                  <a:pt x="2319" y="3304"/>
                  <a:pt x="2312" y="3310"/>
                  <a:pt x="2304" y="3316"/>
                </a:cubicBezTo>
                <a:cubicBezTo>
                  <a:pt x="2302" y="3311"/>
                  <a:pt x="2299" y="3307"/>
                  <a:pt x="2297" y="3305"/>
                </a:cubicBezTo>
                <a:cubicBezTo>
                  <a:pt x="2293" y="3299"/>
                  <a:pt x="2288" y="3295"/>
                  <a:pt x="2282" y="3291"/>
                </a:cubicBezTo>
                <a:cubicBezTo>
                  <a:pt x="2277" y="3288"/>
                  <a:pt x="2273" y="3295"/>
                  <a:pt x="2276" y="3299"/>
                </a:cubicBezTo>
                <a:cubicBezTo>
                  <a:pt x="2277" y="3300"/>
                  <a:pt x="2277" y="3301"/>
                  <a:pt x="2278" y="3302"/>
                </a:cubicBezTo>
                <a:cubicBezTo>
                  <a:pt x="2280" y="3306"/>
                  <a:pt x="2282" y="3310"/>
                  <a:pt x="2283" y="3315"/>
                </a:cubicBezTo>
                <a:cubicBezTo>
                  <a:pt x="2284" y="3320"/>
                  <a:pt x="2286" y="3325"/>
                  <a:pt x="2288" y="3329"/>
                </a:cubicBezTo>
                <a:cubicBezTo>
                  <a:pt x="2282" y="3335"/>
                  <a:pt x="2275" y="3342"/>
                  <a:pt x="2269" y="3349"/>
                </a:cubicBezTo>
                <a:cubicBezTo>
                  <a:pt x="2251" y="3314"/>
                  <a:pt x="2227" y="3282"/>
                  <a:pt x="2206" y="3249"/>
                </a:cubicBezTo>
                <a:cubicBezTo>
                  <a:pt x="2205" y="3249"/>
                  <a:pt x="2205" y="3248"/>
                  <a:pt x="2204" y="3248"/>
                </a:cubicBezTo>
                <a:cubicBezTo>
                  <a:pt x="2204" y="3248"/>
                  <a:pt x="2203" y="3249"/>
                  <a:pt x="2202" y="3249"/>
                </a:cubicBezTo>
                <a:lnTo>
                  <a:pt x="2201" y="3250"/>
                </a:lnTo>
                <a:cubicBezTo>
                  <a:pt x="2200" y="3251"/>
                  <a:pt x="2201" y="3251"/>
                  <a:pt x="2201" y="3252"/>
                </a:cubicBezTo>
                <a:lnTo>
                  <a:pt x="2201" y="3253"/>
                </a:lnTo>
                <a:cubicBezTo>
                  <a:pt x="2212" y="3272"/>
                  <a:pt x="2224" y="3292"/>
                  <a:pt x="2234" y="3312"/>
                </a:cubicBezTo>
                <a:cubicBezTo>
                  <a:pt x="2242" y="3329"/>
                  <a:pt x="2247" y="3347"/>
                  <a:pt x="2256" y="3364"/>
                </a:cubicBezTo>
                <a:cubicBezTo>
                  <a:pt x="2250" y="3370"/>
                  <a:pt x="2244" y="3378"/>
                  <a:pt x="2239" y="3385"/>
                </a:cubicBezTo>
                <a:cubicBezTo>
                  <a:pt x="2220" y="3359"/>
                  <a:pt x="2199" y="3334"/>
                  <a:pt x="2177" y="3311"/>
                </a:cubicBezTo>
                <a:cubicBezTo>
                  <a:pt x="2167" y="3303"/>
                  <a:pt x="2158" y="3294"/>
                  <a:pt x="2152" y="3283"/>
                </a:cubicBezTo>
                <a:cubicBezTo>
                  <a:pt x="2150" y="3280"/>
                  <a:pt x="2149" y="3277"/>
                  <a:pt x="2148" y="3275"/>
                </a:cubicBezTo>
                <a:cubicBezTo>
                  <a:pt x="2148" y="3274"/>
                  <a:pt x="2148" y="3274"/>
                  <a:pt x="2147" y="3274"/>
                </a:cubicBezTo>
                <a:cubicBezTo>
                  <a:pt x="2147" y="3274"/>
                  <a:pt x="2147" y="3273"/>
                  <a:pt x="2146" y="3273"/>
                </a:cubicBezTo>
                <a:lnTo>
                  <a:pt x="2145" y="3273"/>
                </a:lnTo>
                <a:cubicBezTo>
                  <a:pt x="2144" y="3273"/>
                  <a:pt x="2144" y="3273"/>
                  <a:pt x="2143" y="3273"/>
                </a:cubicBezTo>
                <a:cubicBezTo>
                  <a:pt x="2143" y="3273"/>
                  <a:pt x="2143" y="3274"/>
                  <a:pt x="2142" y="3274"/>
                </a:cubicBezTo>
                <a:cubicBezTo>
                  <a:pt x="2142" y="3274"/>
                  <a:pt x="2142" y="3275"/>
                  <a:pt x="2142" y="3276"/>
                </a:cubicBezTo>
                <a:cubicBezTo>
                  <a:pt x="2146" y="3299"/>
                  <a:pt x="2167" y="3323"/>
                  <a:pt x="2178" y="3343"/>
                </a:cubicBezTo>
                <a:cubicBezTo>
                  <a:pt x="2188" y="3363"/>
                  <a:pt x="2207" y="3381"/>
                  <a:pt x="2218" y="3402"/>
                </a:cubicBezTo>
                <a:lnTo>
                  <a:pt x="2180" y="3400"/>
                </a:lnTo>
                <a:moveTo>
                  <a:pt x="1796" y="3151"/>
                </a:moveTo>
                <a:cubicBezTo>
                  <a:pt x="1796" y="3146"/>
                  <a:pt x="1788" y="3145"/>
                  <a:pt x="1788" y="3151"/>
                </a:cubicBezTo>
                <a:lnTo>
                  <a:pt x="1788" y="3152"/>
                </a:lnTo>
                <a:cubicBezTo>
                  <a:pt x="1788" y="3189"/>
                  <a:pt x="1784" y="3227"/>
                  <a:pt x="1778" y="3265"/>
                </a:cubicBezTo>
                <a:cubicBezTo>
                  <a:pt x="1771" y="3305"/>
                  <a:pt x="1753" y="3341"/>
                  <a:pt x="1753" y="3383"/>
                </a:cubicBezTo>
                <a:lnTo>
                  <a:pt x="1730" y="3381"/>
                </a:lnTo>
                <a:cubicBezTo>
                  <a:pt x="1730" y="3372"/>
                  <a:pt x="1731" y="3364"/>
                  <a:pt x="1732" y="3356"/>
                </a:cubicBezTo>
                <a:cubicBezTo>
                  <a:pt x="1733" y="3347"/>
                  <a:pt x="1730" y="3337"/>
                  <a:pt x="1732" y="3329"/>
                </a:cubicBezTo>
                <a:cubicBezTo>
                  <a:pt x="1732" y="3315"/>
                  <a:pt x="1730" y="3302"/>
                  <a:pt x="1728" y="3289"/>
                </a:cubicBezTo>
                <a:cubicBezTo>
                  <a:pt x="1728" y="3284"/>
                  <a:pt x="1719" y="3283"/>
                  <a:pt x="1719" y="3289"/>
                </a:cubicBezTo>
                <a:cubicBezTo>
                  <a:pt x="1718" y="3320"/>
                  <a:pt x="1704" y="3348"/>
                  <a:pt x="1703" y="3379"/>
                </a:cubicBezTo>
                <a:lnTo>
                  <a:pt x="1684" y="3378"/>
                </a:lnTo>
                <a:cubicBezTo>
                  <a:pt x="1687" y="3359"/>
                  <a:pt x="1688" y="3340"/>
                  <a:pt x="1689" y="3321"/>
                </a:cubicBezTo>
                <a:cubicBezTo>
                  <a:pt x="1689" y="3283"/>
                  <a:pt x="1686" y="3246"/>
                  <a:pt x="1682" y="3210"/>
                </a:cubicBezTo>
                <a:cubicBezTo>
                  <a:pt x="1682" y="3205"/>
                  <a:pt x="1675" y="3206"/>
                  <a:pt x="1675" y="3210"/>
                </a:cubicBezTo>
                <a:cubicBezTo>
                  <a:pt x="1675" y="3211"/>
                  <a:pt x="1675" y="3213"/>
                  <a:pt x="1675" y="3215"/>
                </a:cubicBezTo>
                <a:cubicBezTo>
                  <a:pt x="1675" y="3269"/>
                  <a:pt x="1670" y="3322"/>
                  <a:pt x="1659" y="3375"/>
                </a:cubicBezTo>
                <a:lnTo>
                  <a:pt x="1640" y="3374"/>
                </a:lnTo>
                <a:cubicBezTo>
                  <a:pt x="1648" y="3305"/>
                  <a:pt x="1636" y="3233"/>
                  <a:pt x="1634" y="3164"/>
                </a:cubicBezTo>
                <a:cubicBezTo>
                  <a:pt x="1634" y="3159"/>
                  <a:pt x="1627" y="3160"/>
                  <a:pt x="1627" y="3164"/>
                </a:cubicBezTo>
                <a:cubicBezTo>
                  <a:pt x="1625" y="3233"/>
                  <a:pt x="1621" y="3302"/>
                  <a:pt x="1616" y="3371"/>
                </a:cubicBezTo>
                <a:lnTo>
                  <a:pt x="1582" y="3368"/>
                </a:lnTo>
                <a:cubicBezTo>
                  <a:pt x="1585" y="3354"/>
                  <a:pt x="1587" y="3340"/>
                  <a:pt x="1587" y="3325"/>
                </a:cubicBezTo>
                <a:cubicBezTo>
                  <a:pt x="1587" y="3319"/>
                  <a:pt x="1587" y="3312"/>
                  <a:pt x="1586" y="3306"/>
                </a:cubicBezTo>
                <a:cubicBezTo>
                  <a:pt x="1586" y="3275"/>
                  <a:pt x="1581" y="3243"/>
                  <a:pt x="1580" y="3212"/>
                </a:cubicBezTo>
                <a:cubicBezTo>
                  <a:pt x="1580" y="3211"/>
                  <a:pt x="1580" y="3210"/>
                  <a:pt x="1580" y="3210"/>
                </a:cubicBezTo>
                <a:cubicBezTo>
                  <a:pt x="1579" y="3209"/>
                  <a:pt x="1579" y="3208"/>
                  <a:pt x="1578" y="3208"/>
                </a:cubicBezTo>
                <a:cubicBezTo>
                  <a:pt x="1577" y="3207"/>
                  <a:pt x="1576" y="3207"/>
                  <a:pt x="1575" y="3207"/>
                </a:cubicBezTo>
                <a:cubicBezTo>
                  <a:pt x="1574" y="3207"/>
                  <a:pt x="1574" y="3207"/>
                  <a:pt x="1573" y="3208"/>
                </a:cubicBezTo>
                <a:cubicBezTo>
                  <a:pt x="1572" y="3208"/>
                  <a:pt x="1571" y="3209"/>
                  <a:pt x="1571" y="3210"/>
                </a:cubicBezTo>
                <a:cubicBezTo>
                  <a:pt x="1571" y="3210"/>
                  <a:pt x="1570" y="3211"/>
                  <a:pt x="1570" y="3212"/>
                </a:cubicBezTo>
                <a:cubicBezTo>
                  <a:pt x="1570" y="3237"/>
                  <a:pt x="1566" y="3263"/>
                  <a:pt x="1565" y="3288"/>
                </a:cubicBezTo>
                <a:cubicBezTo>
                  <a:pt x="1565" y="3303"/>
                  <a:pt x="1564" y="3319"/>
                  <a:pt x="1563" y="3334"/>
                </a:cubicBezTo>
                <a:cubicBezTo>
                  <a:pt x="1562" y="3343"/>
                  <a:pt x="1560" y="3352"/>
                  <a:pt x="1558" y="3360"/>
                </a:cubicBezTo>
                <a:cubicBezTo>
                  <a:pt x="1557" y="3360"/>
                  <a:pt x="1557" y="3361"/>
                  <a:pt x="1557" y="3361"/>
                </a:cubicBezTo>
                <a:cubicBezTo>
                  <a:pt x="1556" y="3362"/>
                  <a:pt x="1556" y="3364"/>
                  <a:pt x="1556" y="3365"/>
                </a:cubicBezTo>
                <a:lnTo>
                  <a:pt x="1545" y="3364"/>
                </a:lnTo>
                <a:cubicBezTo>
                  <a:pt x="1546" y="3363"/>
                  <a:pt x="1546" y="3362"/>
                  <a:pt x="1546" y="3362"/>
                </a:cubicBezTo>
                <a:cubicBezTo>
                  <a:pt x="1546" y="3361"/>
                  <a:pt x="1546" y="3360"/>
                  <a:pt x="1545" y="3359"/>
                </a:cubicBezTo>
                <a:cubicBezTo>
                  <a:pt x="1545" y="3344"/>
                  <a:pt x="1541" y="3328"/>
                  <a:pt x="1540" y="3313"/>
                </a:cubicBezTo>
                <a:cubicBezTo>
                  <a:pt x="1538" y="3297"/>
                  <a:pt x="1532" y="3278"/>
                  <a:pt x="1529" y="3260"/>
                </a:cubicBezTo>
                <a:cubicBezTo>
                  <a:pt x="1529" y="3260"/>
                  <a:pt x="1530" y="3259"/>
                  <a:pt x="1529" y="3258"/>
                </a:cubicBezTo>
                <a:cubicBezTo>
                  <a:pt x="1528" y="3257"/>
                  <a:pt x="1528" y="3257"/>
                  <a:pt x="1527" y="3257"/>
                </a:cubicBezTo>
                <a:lnTo>
                  <a:pt x="1526" y="3257"/>
                </a:lnTo>
                <a:cubicBezTo>
                  <a:pt x="1525" y="3257"/>
                  <a:pt x="1524" y="3257"/>
                  <a:pt x="1524" y="3257"/>
                </a:cubicBezTo>
                <a:cubicBezTo>
                  <a:pt x="1523" y="3257"/>
                  <a:pt x="1523" y="3258"/>
                  <a:pt x="1523" y="3258"/>
                </a:cubicBezTo>
                <a:cubicBezTo>
                  <a:pt x="1522" y="3259"/>
                  <a:pt x="1522" y="3260"/>
                  <a:pt x="1522" y="3260"/>
                </a:cubicBezTo>
                <a:cubicBezTo>
                  <a:pt x="1522" y="3294"/>
                  <a:pt x="1511" y="3328"/>
                  <a:pt x="1521" y="3361"/>
                </a:cubicBezTo>
                <a:lnTo>
                  <a:pt x="1510" y="3359"/>
                </a:lnTo>
                <a:cubicBezTo>
                  <a:pt x="1511" y="3358"/>
                  <a:pt x="1511" y="3357"/>
                  <a:pt x="1511" y="3356"/>
                </a:cubicBezTo>
                <a:cubicBezTo>
                  <a:pt x="1511" y="3354"/>
                  <a:pt x="1510" y="3352"/>
                  <a:pt x="1509" y="3350"/>
                </a:cubicBezTo>
                <a:cubicBezTo>
                  <a:pt x="1509" y="3349"/>
                  <a:pt x="1508" y="3348"/>
                  <a:pt x="1507" y="3348"/>
                </a:cubicBezTo>
                <a:cubicBezTo>
                  <a:pt x="1505" y="3332"/>
                  <a:pt x="1504" y="3317"/>
                  <a:pt x="1503" y="3301"/>
                </a:cubicBezTo>
                <a:cubicBezTo>
                  <a:pt x="1503" y="3291"/>
                  <a:pt x="1497" y="3284"/>
                  <a:pt x="1497" y="3272"/>
                </a:cubicBezTo>
                <a:cubicBezTo>
                  <a:pt x="1497" y="3256"/>
                  <a:pt x="1491" y="3241"/>
                  <a:pt x="1490" y="3225"/>
                </a:cubicBezTo>
                <a:cubicBezTo>
                  <a:pt x="1490" y="3222"/>
                  <a:pt x="1490" y="3219"/>
                  <a:pt x="1490" y="3217"/>
                </a:cubicBezTo>
                <a:cubicBezTo>
                  <a:pt x="1490" y="3201"/>
                  <a:pt x="1489" y="3186"/>
                  <a:pt x="1485" y="3172"/>
                </a:cubicBezTo>
                <a:lnTo>
                  <a:pt x="1485" y="3171"/>
                </a:lnTo>
                <a:cubicBezTo>
                  <a:pt x="1485" y="3171"/>
                  <a:pt x="1484" y="3170"/>
                  <a:pt x="1483" y="3170"/>
                </a:cubicBezTo>
                <a:cubicBezTo>
                  <a:pt x="1482" y="3169"/>
                  <a:pt x="1482" y="3169"/>
                  <a:pt x="1481" y="3169"/>
                </a:cubicBezTo>
                <a:cubicBezTo>
                  <a:pt x="1480" y="3169"/>
                  <a:pt x="1479" y="3169"/>
                  <a:pt x="1478" y="3170"/>
                </a:cubicBezTo>
                <a:cubicBezTo>
                  <a:pt x="1477" y="3170"/>
                  <a:pt x="1477" y="3170"/>
                  <a:pt x="1476" y="3171"/>
                </a:cubicBezTo>
                <a:cubicBezTo>
                  <a:pt x="1475" y="3172"/>
                  <a:pt x="1476" y="3173"/>
                  <a:pt x="1476" y="3174"/>
                </a:cubicBezTo>
                <a:lnTo>
                  <a:pt x="1476" y="3175"/>
                </a:lnTo>
                <a:cubicBezTo>
                  <a:pt x="1484" y="3206"/>
                  <a:pt x="1478" y="3252"/>
                  <a:pt x="1476" y="3284"/>
                </a:cubicBezTo>
                <a:cubicBezTo>
                  <a:pt x="1475" y="3291"/>
                  <a:pt x="1475" y="3298"/>
                  <a:pt x="1475" y="3305"/>
                </a:cubicBezTo>
                <a:cubicBezTo>
                  <a:pt x="1475" y="3321"/>
                  <a:pt x="1476" y="3338"/>
                  <a:pt x="1479" y="3355"/>
                </a:cubicBezTo>
                <a:lnTo>
                  <a:pt x="1471" y="3354"/>
                </a:lnTo>
                <a:cubicBezTo>
                  <a:pt x="1475" y="3350"/>
                  <a:pt x="1474" y="3347"/>
                  <a:pt x="1474" y="3342"/>
                </a:cubicBezTo>
                <a:cubicBezTo>
                  <a:pt x="1473" y="3337"/>
                  <a:pt x="1469" y="3336"/>
                  <a:pt x="1467" y="3333"/>
                </a:cubicBezTo>
                <a:cubicBezTo>
                  <a:pt x="1465" y="3328"/>
                  <a:pt x="1463" y="3323"/>
                  <a:pt x="1463" y="3318"/>
                </a:cubicBezTo>
                <a:cubicBezTo>
                  <a:pt x="1459" y="3306"/>
                  <a:pt x="1455" y="3295"/>
                  <a:pt x="1450" y="3283"/>
                </a:cubicBezTo>
                <a:cubicBezTo>
                  <a:pt x="1443" y="3265"/>
                  <a:pt x="1439" y="3245"/>
                  <a:pt x="1437" y="3226"/>
                </a:cubicBezTo>
                <a:cubicBezTo>
                  <a:pt x="1437" y="3225"/>
                  <a:pt x="1437" y="3225"/>
                  <a:pt x="1437" y="3225"/>
                </a:cubicBezTo>
                <a:cubicBezTo>
                  <a:pt x="1436" y="3224"/>
                  <a:pt x="1436" y="3224"/>
                  <a:pt x="1435" y="3224"/>
                </a:cubicBezTo>
                <a:lnTo>
                  <a:pt x="1434" y="3223"/>
                </a:lnTo>
                <a:cubicBezTo>
                  <a:pt x="1433" y="3223"/>
                  <a:pt x="1433" y="3224"/>
                  <a:pt x="1432" y="3224"/>
                </a:cubicBezTo>
                <a:cubicBezTo>
                  <a:pt x="1432" y="3224"/>
                  <a:pt x="1431" y="3224"/>
                  <a:pt x="1431" y="3225"/>
                </a:cubicBezTo>
                <a:lnTo>
                  <a:pt x="1431" y="3226"/>
                </a:lnTo>
                <a:cubicBezTo>
                  <a:pt x="1431" y="3227"/>
                  <a:pt x="1431" y="3228"/>
                  <a:pt x="1431" y="3230"/>
                </a:cubicBezTo>
                <a:cubicBezTo>
                  <a:pt x="1431" y="3241"/>
                  <a:pt x="1432" y="3251"/>
                  <a:pt x="1433" y="3262"/>
                </a:cubicBezTo>
                <a:cubicBezTo>
                  <a:pt x="1436" y="3275"/>
                  <a:pt x="1438" y="3289"/>
                  <a:pt x="1438" y="3303"/>
                </a:cubicBezTo>
                <a:cubicBezTo>
                  <a:pt x="1438" y="3303"/>
                  <a:pt x="1438" y="3304"/>
                  <a:pt x="1438" y="3305"/>
                </a:cubicBezTo>
                <a:cubicBezTo>
                  <a:pt x="1438" y="3306"/>
                  <a:pt x="1438" y="3307"/>
                  <a:pt x="1438" y="3308"/>
                </a:cubicBezTo>
                <a:cubicBezTo>
                  <a:pt x="1438" y="3321"/>
                  <a:pt x="1441" y="3332"/>
                  <a:pt x="1448" y="3344"/>
                </a:cubicBezTo>
                <a:cubicBezTo>
                  <a:pt x="1449" y="3347"/>
                  <a:pt x="1451" y="3349"/>
                  <a:pt x="1453" y="3352"/>
                </a:cubicBezTo>
                <a:lnTo>
                  <a:pt x="1439" y="3350"/>
                </a:lnTo>
                <a:cubicBezTo>
                  <a:pt x="1439" y="3349"/>
                  <a:pt x="1439" y="3349"/>
                  <a:pt x="1439" y="3348"/>
                </a:cubicBezTo>
                <a:cubicBezTo>
                  <a:pt x="1439" y="3347"/>
                  <a:pt x="1439" y="3345"/>
                  <a:pt x="1438" y="3343"/>
                </a:cubicBezTo>
                <a:cubicBezTo>
                  <a:pt x="1425" y="3316"/>
                  <a:pt x="1417" y="3286"/>
                  <a:pt x="1404" y="3258"/>
                </a:cubicBezTo>
                <a:cubicBezTo>
                  <a:pt x="1391" y="3234"/>
                  <a:pt x="1381" y="3209"/>
                  <a:pt x="1373" y="3183"/>
                </a:cubicBezTo>
                <a:cubicBezTo>
                  <a:pt x="1372" y="3176"/>
                  <a:pt x="1363" y="3179"/>
                  <a:pt x="1364" y="3185"/>
                </a:cubicBezTo>
                <a:cubicBezTo>
                  <a:pt x="1367" y="3217"/>
                  <a:pt x="1374" y="3249"/>
                  <a:pt x="1385" y="3279"/>
                </a:cubicBezTo>
                <a:cubicBezTo>
                  <a:pt x="1392" y="3302"/>
                  <a:pt x="1401" y="3325"/>
                  <a:pt x="1411" y="3348"/>
                </a:cubicBezTo>
                <a:lnTo>
                  <a:pt x="1407" y="3348"/>
                </a:lnTo>
                <a:cubicBezTo>
                  <a:pt x="1408" y="3347"/>
                  <a:pt x="1408" y="3347"/>
                  <a:pt x="1408" y="3346"/>
                </a:cubicBezTo>
                <a:cubicBezTo>
                  <a:pt x="1408" y="3344"/>
                  <a:pt x="1407" y="3342"/>
                  <a:pt x="1406" y="3340"/>
                </a:cubicBezTo>
                <a:cubicBezTo>
                  <a:pt x="1405" y="3339"/>
                  <a:pt x="1405" y="3338"/>
                  <a:pt x="1404" y="3338"/>
                </a:cubicBezTo>
                <a:cubicBezTo>
                  <a:pt x="1378" y="3313"/>
                  <a:pt x="1365" y="3275"/>
                  <a:pt x="1347" y="3243"/>
                </a:cubicBezTo>
                <a:cubicBezTo>
                  <a:pt x="1334" y="3214"/>
                  <a:pt x="1319" y="3186"/>
                  <a:pt x="1303" y="3159"/>
                </a:cubicBezTo>
                <a:cubicBezTo>
                  <a:pt x="1298" y="3151"/>
                  <a:pt x="1294" y="3142"/>
                  <a:pt x="1288" y="3134"/>
                </a:cubicBezTo>
                <a:cubicBezTo>
                  <a:pt x="1288" y="3133"/>
                  <a:pt x="1288" y="3133"/>
                  <a:pt x="1287" y="3133"/>
                </a:cubicBezTo>
                <a:lnTo>
                  <a:pt x="1286" y="3132"/>
                </a:lnTo>
                <a:cubicBezTo>
                  <a:pt x="1285" y="3132"/>
                  <a:pt x="1284" y="3133"/>
                  <a:pt x="1284" y="3133"/>
                </a:cubicBezTo>
                <a:cubicBezTo>
                  <a:pt x="1283" y="3133"/>
                  <a:pt x="1283" y="3134"/>
                  <a:pt x="1283" y="3134"/>
                </a:cubicBezTo>
                <a:cubicBezTo>
                  <a:pt x="1282" y="3135"/>
                  <a:pt x="1282" y="3135"/>
                  <a:pt x="1282" y="3136"/>
                </a:cubicBezTo>
                <a:cubicBezTo>
                  <a:pt x="1282" y="3136"/>
                  <a:pt x="1282" y="3137"/>
                  <a:pt x="1283" y="3137"/>
                </a:cubicBezTo>
                <a:cubicBezTo>
                  <a:pt x="1318" y="3201"/>
                  <a:pt x="1324" y="3290"/>
                  <a:pt x="1374" y="3347"/>
                </a:cubicBezTo>
                <a:lnTo>
                  <a:pt x="1364" y="3347"/>
                </a:lnTo>
                <a:cubicBezTo>
                  <a:pt x="1363" y="3345"/>
                  <a:pt x="1363" y="3343"/>
                  <a:pt x="1362" y="3341"/>
                </a:cubicBezTo>
                <a:cubicBezTo>
                  <a:pt x="1361" y="3340"/>
                  <a:pt x="1360" y="3339"/>
                  <a:pt x="1360" y="3338"/>
                </a:cubicBezTo>
                <a:cubicBezTo>
                  <a:pt x="1301" y="3271"/>
                  <a:pt x="1268" y="3183"/>
                  <a:pt x="1236" y="3100"/>
                </a:cubicBezTo>
                <a:cubicBezTo>
                  <a:pt x="1235" y="3097"/>
                  <a:pt x="1230" y="3099"/>
                  <a:pt x="1231" y="3102"/>
                </a:cubicBezTo>
                <a:cubicBezTo>
                  <a:pt x="1245" y="3154"/>
                  <a:pt x="1246" y="3211"/>
                  <a:pt x="1269" y="3261"/>
                </a:cubicBezTo>
                <a:cubicBezTo>
                  <a:pt x="1274" y="3272"/>
                  <a:pt x="1279" y="3283"/>
                  <a:pt x="1285" y="3293"/>
                </a:cubicBezTo>
                <a:cubicBezTo>
                  <a:pt x="1296" y="3312"/>
                  <a:pt x="1309" y="3330"/>
                  <a:pt x="1322" y="3346"/>
                </a:cubicBezTo>
                <a:lnTo>
                  <a:pt x="1294" y="3346"/>
                </a:lnTo>
                <a:lnTo>
                  <a:pt x="1294" y="3344"/>
                </a:lnTo>
                <a:cubicBezTo>
                  <a:pt x="1294" y="3344"/>
                  <a:pt x="1294" y="3342"/>
                  <a:pt x="1293" y="3342"/>
                </a:cubicBezTo>
                <a:cubicBezTo>
                  <a:pt x="1292" y="3341"/>
                  <a:pt x="1292" y="3341"/>
                  <a:pt x="1291" y="3340"/>
                </a:cubicBezTo>
                <a:cubicBezTo>
                  <a:pt x="1272" y="3296"/>
                  <a:pt x="1250" y="3253"/>
                  <a:pt x="1226" y="3211"/>
                </a:cubicBezTo>
                <a:cubicBezTo>
                  <a:pt x="1225" y="3210"/>
                  <a:pt x="1225" y="3209"/>
                  <a:pt x="1224" y="3208"/>
                </a:cubicBezTo>
                <a:cubicBezTo>
                  <a:pt x="1193" y="3091"/>
                  <a:pt x="1158" y="2989"/>
                  <a:pt x="1184" y="2864"/>
                </a:cubicBezTo>
                <a:cubicBezTo>
                  <a:pt x="1216" y="2707"/>
                  <a:pt x="1402" y="2621"/>
                  <a:pt x="1545" y="2617"/>
                </a:cubicBezTo>
                <a:cubicBezTo>
                  <a:pt x="1676" y="2613"/>
                  <a:pt x="1798" y="2649"/>
                  <a:pt x="1870" y="2770"/>
                </a:cubicBezTo>
                <a:cubicBezTo>
                  <a:pt x="1873" y="2775"/>
                  <a:pt x="1876" y="2780"/>
                  <a:pt x="1879" y="2785"/>
                </a:cubicBezTo>
                <a:cubicBezTo>
                  <a:pt x="1903" y="2826"/>
                  <a:pt x="1917" y="2870"/>
                  <a:pt x="1923" y="2916"/>
                </a:cubicBezTo>
                <a:cubicBezTo>
                  <a:pt x="1926" y="2937"/>
                  <a:pt x="1927" y="2959"/>
                  <a:pt x="1927" y="2980"/>
                </a:cubicBezTo>
                <a:cubicBezTo>
                  <a:pt x="1927" y="2992"/>
                  <a:pt x="1927" y="3005"/>
                  <a:pt x="1926" y="3017"/>
                </a:cubicBezTo>
                <a:cubicBezTo>
                  <a:pt x="1924" y="3032"/>
                  <a:pt x="1922" y="3055"/>
                  <a:pt x="1917" y="3077"/>
                </a:cubicBezTo>
                <a:cubicBezTo>
                  <a:pt x="1914" y="3083"/>
                  <a:pt x="1910" y="3089"/>
                  <a:pt x="1907" y="3094"/>
                </a:cubicBezTo>
                <a:cubicBezTo>
                  <a:pt x="1907" y="3079"/>
                  <a:pt x="1906" y="3064"/>
                  <a:pt x="1903" y="3049"/>
                </a:cubicBezTo>
                <a:cubicBezTo>
                  <a:pt x="1903" y="3044"/>
                  <a:pt x="1896" y="3044"/>
                  <a:pt x="1896" y="3049"/>
                </a:cubicBezTo>
                <a:cubicBezTo>
                  <a:pt x="1891" y="3086"/>
                  <a:pt x="1883" y="3123"/>
                  <a:pt x="1871" y="3159"/>
                </a:cubicBezTo>
                <a:cubicBezTo>
                  <a:pt x="1871" y="3160"/>
                  <a:pt x="1870" y="3161"/>
                  <a:pt x="1870" y="3162"/>
                </a:cubicBezTo>
                <a:cubicBezTo>
                  <a:pt x="1870" y="3164"/>
                  <a:pt x="1871" y="3166"/>
                  <a:pt x="1872" y="3167"/>
                </a:cubicBezTo>
                <a:cubicBezTo>
                  <a:pt x="1873" y="3169"/>
                  <a:pt x="1874" y="3170"/>
                  <a:pt x="1875" y="3171"/>
                </a:cubicBezTo>
                <a:cubicBezTo>
                  <a:pt x="1868" y="3190"/>
                  <a:pt x="1861" y="3210"/>
                  <a:pt x="1854" y="3228"/>
                </a:cubicBezTo>
                <a:lnTo>
                  <a:pt x="1852" y="3233"/>
                </a:lnTo>
                <a:cubicBezTo>
                  <a:pt x="1850" y="3201"/>
                  <a:pt x="1843" y="3167"/>
                  <a:pt x="1841" y="3139"/>
                </a:cubicBezTo>
                <a:cubicBezTo>
                  <a:pt x="1841" y="3138"/>
                  <a:pt x="1841" y="3138"/>
                  <a:pt x="1840" y="3137"/>
                </a:cubicBezTo>
                <a:cubicBezTo>
                  <a:pt x="1840" y="3137"/>
                  <a:pt x="1840" y="3136"/>
                  <a:pt x="1839" y="3136"/>
                </a:cubicBezTo>
                <a:cubicBezTo>
                  <a:pt x="1839" y="3136"/>
                  <a:pt x="1838" y="3136"/>
                  <a:pt x="1837" y="3136"/>
                </a:cubicBezTo>
                <a:lnTo>
                  <a:pt x="1836" y="3136"/>
                </a:lnTo>
                <a:cubicBezTo>
                  <a:pt x="1835" y="3136"/>
                  <a:pt x="1835" y="3136"/>
                  <a:pt x="1834" y="3137"/>
                </a:cubicBezTo>
                <a:cubicBezTo>
                  <a:pt x="1833" y="3138"/>
                  <a:pt x="1834" y="3138"/>
                  <a:pt x="1834" y="3139"/>
                </a:cubicBezTo>
                <a:cubicBezTo>
                  <a:pt x="1832" y="3162"/>
                  <a:pt x="1828" y="3185"/>
                  <a:pt x="1824" y="3208"/>
                </a:cubicBezTo>
                <a:cubicBezTo>
                  <a:pt x="1823" y="3234"/>
                  <a:pt x="1819" y="3259"/>
                  <a:pt x="1812" y="3284"/>
                </a:cubicBezTo>
                <a:cubicBezTo>
                  <a:pt x="1807" y="3298"/>
                  <a:pt x="1809" y="3313"/>
                  <a:pt x="1804" y="3326"/>
                </a:cubicBezTo>
                <a:cubicBezTo>
                  <a:pt x="1798" y="3341"/>
                  <a:pt x="1795" y="3357"/>
                  <a:pt x="1794" y="3374"/>
                </a:cubicBezTo>
                <a:cubicBezTo>
                  <a:pt x="1795" y="3376"/>
                  <a:pt x="1796" y="3378"/>
                  <a:pt x="1797" y="3381"/>
                </a:cubicBezTo>
                <a:cubicBezTo>
                  <a:pt x="1798" y="3383"/>
                  <a:pt x="1798" y="3384"/>
                  <a:pt x="1799" y="3385"/>
                </a:cubicBezTo>
                <a:lnTo>
                  <a:pt x="1796" y="3385"/>
                </a:lnTo>
                <a:lnTo>
                  <a:pt x="1783" y="3384"/>
                </a:lnTo>
                <a:cubicBezTo>
                  <a:pt x="1784" y="3340"/>
                  <a:pt x="1788" y="3297"/>
                  <a:pt x="1796" y="3255"/>
                </a:cubicBezTo>
                <a:cubicBezTo>
                  <a:pt x="1797" y="3237"/>
                  <a:pt x="1798" y="3219"/>
                  <a:pt x="1798" y="3200"/>
                </a:cubicBezTo>
                <a:cubicBezTo>
                  <a:pt x="1798" y="3184"/>
                  <a:pt x="1797" y="3167"/>
                  <a:pt x="1796" y="3151"/>
                </a:cubicBezTo>
                <a:moveTo>
                  <a:pt x="1183" y="3345"/>
                </a:moveTo>
                <a:cubicBezTo>
                  <a:pt x="1183" y="3340"/>
                  <a:pt x="1181" y="3334"/>
                  <a:pt x="1179" y="3330"/>
                </a:cubicBezTo>
                <a:cubicBezTo>
                  <a:pt x="1178" y="3329"/>
                  <a:pt x="1178" y="3329"/>
                  <a:pt x="1178" y="3328"/>
                </a:cubicBezTo>
                <a:cubicBezTo>
                  <a:pt x="1176" y="3325"/>
                  <a:pt x="1174" y="3324"/>
                  <a:pt x="1174" y="3319"/>
                </a:cubicBezTo>
                <a:cubicBezTo>
                  <a:pt x="1173" y="3314"/>
                  <a:pt x="1171" y="3309"/>
                  <a:pt x="1169" y="3305"/>
                </a:cubicBezTo>
                <a:cubicBezTo>
                  <a:pt x="1168" y="3301"/>
                  <a:pt x="1161" y="3302"/>
                  <a:pt x="1162" y="3307"/>
                </a:cubicBezTo>
                <a:cubicBezTo>
                  <a:pt x="1162" y="3311"/>
                  <a:pt x="1165" y="3317"/>
                  <a:pt x="1163" y="3322"/>
                </a:cubicBezTo>
                <a:cubicBezTo>
                  <a:pt x="1163" y="3323"/>
                  <a:pt x="1163" y="3325"/>
                  <a:pt x="1163" y="3326"/>
                </a:cubicBezTo>
                <a:cubicBezTo>
                  <a:pt x="1163" y="3327"/>
                  <a:pt x="1163" y="3328"/>
                  <a:pt x="1163" y="3329"/>
                </a:cubicBezTo>
                <a:cubicBezTo>
                  <a:pt x="1164" y="3334"/>
                  <a:pt x="1165" y="3338"/>
                  <a:pt x="1166" y="3343"/>
                </a:cubicBezTo>
                <a:cubicBezTo>
                  <a:pt x="1158" y="3343"/>
                  <a:pt x="1150" y="3341"/>
                  <a:pt x="1142" y="3340"/>
                </a:cubicBezTo>
                <a:lnTo>
                  <a:pt x="1134" y="3339"/>
                </a:lnTo>
                <a:cubicBezTo>
                  <a:pt x="1134" y="3338"/>
                  <a:pt x="1134" y="3338"/>
                  <a:pt x="1134" y="3338"/>
                </a:cubicBezTo>
                <a:cubicBezTo>
                  <a:pt x="1134" y="3320"/>
                  <a:pt x="1129" y="3303"/>
                  <a:pt x="1120" y="3287"/>
                </a:cubicBezTo>
                <a:cubicBezTo>
                  <a:pt x="1119" y="3286"/>
                  <a:pt x="1118" y="3284"/>
                  <a:pt x="1117" y="3282"/>
                </a:cubicBezTo>
                <a:cubicBezTo>
                  <a:pt x="1113" y="3278"/>
                  <a:pt x="1107" y="3283"/>
                  <a:pt x="1111" y="3288"/>
                </a:cubicBezTo>
                <a:cubicBezTo>
                  <a:pt x="1115" y="3292"/>
                  <a:pt x="1113" y="3310"/>
                  <a:pt x="1115" y="3318"/>
                </a:cubicBezTo>
                <a:cubicBezTo>
                  <a:pt x="1116" y="3326"/>
                  <a:pt x="1117" y="3330"/>
                  <a:pt x="1118" y="3336"/>
                </a:cubicBezTo>
                <a:cubicBezTo>
                  <a:pt x="1108" y="3334"/>
                  <a:pt x="1099" y="3331"/>
                  <a:pt x="1089" y="3328"/>
                </a:cubicBezTo>
                <a:cubicBezTo>
                  <a:pt x="1089" y="3328"/>
                  <a:pt x="1089" y="3327"/>
                  <a:pt x="1089" y="3326"/>
                </a:cubicBezTo>
                <a:cubicBezTo>
                  <a:pt x="1089" y="3325"/>
                  <a:pt x="1089" y="3325"/>
                  <a:pt x="1089" y="3324"/>
                </a:cubicBezTo>
                <a:cubicBezTo>
                  <a:pt x="1087" y="3320"/>
                  <a:pt x="1086" y="3317"/>
                  <a:pt x="1085" y="3313"/>
                </a:cubicBezTo>
                <a:cubicBezTo>
                  <a:pt x="1085" y="3308"/>
                  <a:pt x="1085" y="3304"/>
                  <a:pt x="1083" y="3299"/>
                </a:cubicBezTo>
                <a:cubicBezTo>
                  <a:pt x="1082" y="3291"/>
                  <a:pt x="1079" y="3284"/>
                  <a:pt x="1076" y="3277"/>
                </a:cubicBezTo>
                <a:cubicBezTo>
                  <a:pt x="1075" y="3275"/>
                  <a:pt x="1070" y="3276"/>
                  <a:pt x="1070" y="3278"/>
                </a:cubicBezTo>
                <a:cubicBezTo>
                  <a:pt x="1070" y="3281"/>
                  <a:pt x="1071" y="3283"/>
                  <a:pt x="1071" y="3285"/>
                </a:cubicBezTo>
                <a:cubicBezTo>
                  <a:pt x="1071" y="3286"/>
                  <a:pt x="1071" y="3288"/>
                  <a:pt x="1071" y="3289"/>
                </a:cubicBezTo>
                <a:cubicBezTo>
                  <a:pt x="1071" y="3295"/>
                  <a:pt x="1070" y="3302"/>
                  <a:pt x="1068" y="3308"/>
                </a:cubicBezTo>
                <a:cubicBezTo>
                  <a:pt x="1068" y="3309"/>
                  <a:pt x="1068" y="3311"/>
                  <a:pt x="1068" y="3313"/>
                </a:cubicBezTo>
                <a:cubicBezTo>
                  <a:pt x="1068" y="3316"/>
                  <a:pt x="1068" y="3319"/>
                  <a:pt x="1069" y="3322"/>
                </a:cubicBezTo>
                <a:lnTo>
                  <a:pt x="1043" y="3313"/>
                </a:lnTo>
                <a:cubicBezTo>
                  <a:pt x="1044" y="3313"/>
                  <a:pt x="1045" y="3311"/>
                  <a:pt x="1046" y="3310"/>
                </a:cubicBezTo>
                <a:cubicBezTo>
                  <a:pt x="1047" y="3308"/>
                  <a:pt x="1048" y="3306"/>
                  <a:pt x="1048" y="3304"/>
                </a:cubicBezTo>
                <a:cubicBezTo>
                  <a:pt x="1048" y="3304"/>
                  <a:pt x="1048" y="3303"/>
                  <a:pt x="1047" y="3302"/>
                </a:cubicBezTo>
                <a:cubicBezTo>
                  <a:pt x="1046" y="3297"/>
                  <a:pt x="1045" y="3291"/>
                  <a:pt x="1042" y="3287"/>
                </a:cubicBezTo>
                <a:cubicBezTo>
                  <a:pt x="1041" y="3285"/>
                  <a:pt x="1039" y="3282"/>
                  <a:pt x="1038" y="3280"/>
                </a:cubicBezTo>
                <a:cubicBezTo>
                  <a:pt x="1036" y="3277"/>
                  <a:pt x="1035" y="3274"/>
                  <a:pt x="1033" y="3270"/>
                </a:cubicBezTo>
                <a:cubicBezTo>
                  <a:pt x="1033" y="3270"/>
                  <a:pt x="1034" y="3269"/>
                  <a:pt x="1033" y="3269"/>
                </a:cubicBezTo>
                <a:cubicBezTo>
                  <a:pt x="1032" y="3268"/>
                  <a:pt x="1032" y="3267"/>
                  <a:pt x="1031" y="3267"/>
                </a:cubicBezTo>
                <a:cubicBezTo>
                  <a:pt x="1030" y="3266"/>
                  <a:pt x="1029" y="3267"/>
                  <a:pt x="1028" y="3267"/>
                </a:cubicBezTo>
                <a:cubicBezTo>
                  <a:pt x="1027" y="3267"/>
                  <a:pt x="1026" y="3267"/>
                  <a:pt x="1026" y="3267"/>
                </a:cubicBezTo>
                <a:cubicBezTo>
                  <a:pt x="1025" y="3268"/>
                  <a:pt x="1024" y="3269"/>
                  <a:pt x="1024" y="3269"/>
                </a:cubicBezTo>
                <a:cubicBezTo>
                  <a:pt x="1024" y="3270"/>
                  <a:pt x="1024" y="3270"/>
                  <a:pt x="1023" y="3270"/>
                </a:cubicBezTo>
                <a:cubicBezTo>
                  <a:pt x="1022" y="3275"/>
                  <a:pt x="1021" y="3280"/>
                  <a:pt x="1020" y="3286"/>
                </a:cubicBezTo>
                <a:lnTo>
                  <a:pt x="1020" y="3287"/>
                </a:lnTo>
                <a:cubicBezTo>
                  <a:pt x="1020" y="3293"/>
                  <a:pt x="1021" y="3299"/>
                  <a:pt x="1022" y="3305"/>
                </a:cubicBezTo>
                <a:lnTo>
                  <a:pt x="997" y="3296"/>
                </a:lnTo>
                <a:cubicBezTo>
                  <a:pt x="997" y="3295"/>
                  <a:pt x="997" y="3294"/>
                  <a:pt x="997" y="3293"/>
                </a:cubicBezTo>
                <a:cubicBezTo>
                  <a:pt x="997" y="3291"/>
                  <a:pt x="997" y="3289"/>
                  <a:pt x="996" y="3287"/>
                </a:cubicBezTo>
                <a:cubicBezTo>
                  <a:pt x="993" y="3279"/>
                  <a:pt x="992" y="3272"/>
                  <a:pt x="992" y="3264"/>
                </a:cubicBezTo>
                <a:cubicBezTo>
                  <a:pt x="992" y="3252"/>
                  <a:pt x="992" y="3239"/>
                  <a:pt x="990" y="3226"/>
                </a:cubicBezTo>
                <a:cubicBezTo>
                  <a:pt x="990" y="3226"/>
                  <a:pt x="991" y="3226"/>
                  <a:pt x="990" y="3225"/>
                </a:cubicBezTo>
                <a:cubicBezTo>
                  <a:pt x="989" y="3224"/>
                  <a:pt x="989" y="3225"/>
                  <a:pt x="988" y="3224"/>
                </a:cubicBezTo>
                <a:lnTo>
                  <a:pt x="987" y="3224"/>
                </a:lnTo>
                <a:cubicBezTo>
                  <a:pt x="986" y="3224"/>
                  <a:pt x="986" y="3223"/>
                  <a:pt x="985" y="3224"/>
                </a:cubicBezTo>
                <a:cubicBezTo>
                  <a:pt x="984" y="3225"/>
                  <a:pt x="984" y="3225"/>
                  <a:pt x="984" y="3225"/>
                </a:cubicBezTo>
                <a:cubicBezTo>
                  <a:pt x="984" y="3226"/>
                  <a:pt x="984" y="3226"/>
                  <a:pt x="983" y="3226"/>
                </a:cubicBezTo>
                <a:cubicBezTo>
                  <a:pt x="982" y="3240"/>
                  <a:pt x="983" y="3254"/>
                  <a:pt x="981" y="3268"/>
                </a:cubicBezTo>
                <a:cubicBezTo>
                  <a:pt x="981" y="3273"/>
                  <a:pt x="981" y="3277"/>
                  <a:pt x="981" y="3282"/>
                </a:cubicBezTo>
                <a:cubicBezTo>
                  <a:pt x="981" y="3285"/>
                  <a:pt x="982" y="3288"/>
                  <a:pt x="983" y="3290"/>
                </a:cubicBezTo>
                <a:lnTo>
                  <a:pt x="959" y="3282"/>
                </a:lnTo>
                <a:lnTo>
                  <a:pt x="957" y="3282"/>
                </a:lnTo>
                <a:cubicBezTo>
                  <a:pt x="957" y="3280"/>
                  <a:pt x="957" y="3277"/>
                  <a:pt x="957" y="3275"/>
                </a:cubicBezTo>
                <a:cubicBezTo>
                  <a:pt x="955" y="3260"/>
                  <a:pt x="952" y="3245"/>
                  <a:pt x="950" y="3230"/>
                </a:cubicBezTo>
                <a:cubicBezTo>
                  <a:pt x="950" y="3227"/>
                  <a:pt x="945" y="3228"/>
                  <a:pt x="944" y="3230"/>
                </a:cubicBezTo>
                <a:cubicBezTo>
                  <a:pt x="942" y="3243"/>
                  <a:pt x="940" y="3255"/>
                  <a:pt x="937" y="3268"/>
                </a:cubicBezTo>
                <a:cubicBezTo>
                  <a:pt x="937" y="3269"/>
                  <a:pt x="937" y="3270"/>
                  <a:pt x="937" y="3271"/>
                </a:cubicBezTo>
                <a:cubicBezTo>
                  <a:pt x="937" y="3272"/>
                  <a:pt x="937" y="3273"/>
                  <a:pt x="937" y="3275"/>
                </a:cubicBezTo>
                <a:cubicBezTo>
                  <a:pt x="932" y="3273"/>
                  <a:pt x="927" y="3271"/>
                  <a:pt x="922" y="3268"/>
                </a:cubicBezTo>
                <a:cubicBezTo>
                  <a:pt x="922" y="3267"/>
                  <a:pt x="921" y="3265"/>
                  <a:pt x="920" y="3263"/>
                </a:cubicBezTo>
                <a:lnTo>
                  <a:pt x="919" y="3262"/>
                </a:lnTo>
                <a:cubicBezTo>
                  <a:pt x="915" y="3258"/>
                  <a:pt x="917" y="3246"/>
                  <a:pt x="917" y="3241"/>
                </a:cubicBezTo>
                <a:cubicBezTo>
                  <a:pt x="917" y="3235"/>
                  <a:pt x="915" y="3226"/>
                  <a:pt x="915" y="3219"/>
                </a:cubicBezTo>
                <a:cubicBezTo>
                  <a:pt x="915" y="3204"/>
                  <a:pt x="919" y="3189"/>
                  <a:pt x="926" y="3177"/>
                </a:cubicBezTo>
                <a:cubicBezTo>
                  <a:pt x="926" y="3176"/>
                  <a:pt x="926" y="3176"/>
                  <a:pt x="926" y="3176"/>
                </a:cubicBezTo>
                <a:lnTo>
                  <a:pt x="926" y="3175"/>
                </a:lnTo>
                <a:lnTo>
                  <a:pt x="926" y="3174"/>
                </a:lnTo>
                <a:cubicBezTo>
                  <a:pt x="926" y="3173"/>
                  <a:pt x="925" y="3173"/>
                  <a:pt x="925" y="3173"/>
                </a:cubicBezTo>
                <a:cubicBezTo>
                  <a:pt x="924" y="3172"/>
                  <a:pt x="924" y="3172"/>
                  <a:pt x="923" y="3172"/>
                </a:cubicBezTo>
                <a:cubicBezTo>
                  <a:pt x="923" y="3172"/>
                  <a:pt x="922" y="3172"/>
                  <a:pt x="922" y="3173"/>
                </a:cubicBezTo>
                <a:lnTo>
                  <a:pt x="921" y="3173"/>
                </a:lnTo>
                <a:cubicBezTo>
                  <a:pt x="917" y="3178"/>
                  <a:pt x="914" y="3183"/>
                  <a:pt x="911" y="3188"/>
                </a:cubicBezTo>
                <a:cubicBezTo>
                  <a:pt x="904" y="3201"/>
                  <a:pt x="899" y="3214"/>
                  <a:pt x="897" y="3228"/>
                </a:cubicBezTo>
                <a:cubicBezTo>
                  <a:pt x="895" y="3236"/>
                  <a:pt x="894" y="3244"/>
                  <a:pt x="894" y="3252"/>
                </a:cubicBezTo>
                <a:cubicBezTo>
                  <a:pt x="889" y="3240"/>
                  <a:pt x="884" y="3229"/>
                  <a:pt x="879" y="3217"/>
                </a:cubicBezTo>
                <a:cubicBezTo>
                  <a:pt x="883" y="3207"/>
                  <a:pt x="886" y="3197"/>
                  <a:pt x="886" y="3186"/>
                </a:cubicBezTo>
                <a:cubicBezTo>
                  <a:pt x="886" y="3183"/>
                  <a:pt x="885" y="3179"/>
                  <a:pt x="885" y="3175"/>
                </a:cubicBezTo>
                <a:cubicBezTo>
                  <a:pt x="884" y="3172"/>
                  <a:pt x="884" y="3168"/>
                  <a:pt x="884" y="3164"/>
                </a:cubicBezTo>
                <a:cubicBezTo>
                  <a:pt x="884" y="3160"/>
                  <a:pt x="884" y="3156"/>
                  <a:pt x="885" y="3152"/>
                </a:cubicBezTo>
                <a:cubicBezTo>
                  <a:pt x="885" y="3150"/>
                  <a:pt x="886" y="3148"/>
                  <a:pt x="886" y="3146"/>
                </a:cubicBezTo>
                <a:cubicBezTo>
                  <a:pt x="886" y="3144"/>
                  <a:pt x="885" y="3142"/>
                  <a:pt x="885" y="3141"/>
                </a:cubicBezTo>
                <a:cubicBezTo>
                  <a:pt x="885" y="3138"/>
                  <a:pt x="880" y="3138"/>
                  <a:pt x="880" y="3141"/>
                </a:cubicBezTo>
                <a:cubicBezTo>
                  <a:pt x="880" y="3147"/>
                  <a:pt x="874" y="3152"/>
                  <a:pt x="874" y="3158"/>
                </a:cubicBezTo>
                <a:cubicBezTo>
                  <a:pt x="873" y="3164"/>
                  <a:pt x="874" y="3172"/>
                  <a:pt x="873" y="3180"/>
                </a:cubicBezTo>
                <a:cubicBezTo>
                  <a:pt x="872" y="3187"/>
                  <a:pt x="871" y="3191"/>
                  <a:pt x="870" y="3198"/>
                </a:cubicBezTo>
                <a:cubicBezTo>
                  <a:pt x="869" y="3194"/>
                  <a:pt x="867" y="3190"/>
                  <a:pt x="865" y="3187"/>
                </a:cubicBezTo>
                <a:cubicBezTo>
                  <a:pt x="859" y="3175"/>
                  <a:pt x="854" y="3162"/>
                  <a:pt x="848" y="3149"/>
                </a:cubicBezTo>
                <a:cubicBezTo>
                  <a:pt x="848" y="3148"/>
                  <a:pt x="848" y="3147"/>
                  <a:pt x="848" y="3145"/>
                </a:cubicBezTo>
                <a:cubicBezTo>
                  <a:pt x="848" y="3136"/>
                  <a:pt x="849" y="3128"/>
                  <a:pt x="851" y="3120"/>
                </a:cubicBezTo>
                <a:cubicBezTo>
                  <a:pt x="854" y="3110"/>
                  <a:pt x="851" y="3096"/>
                  <a:pt x="857" y="3088"/>
                </a:cubicBezTo>
                <a:lnTo>
                  <a:pt x="858" y="3087"/>
                </a:lnTo>
                <a:cubicBezTo>
                  <a:pt x="858" y="3087"/>
                  <a:pt x="858" y="3086"/>
                  <a:pt x="858" y="3085"/>
                </a:cubicBezTo>
                <a:lnTo>
                  <a:pt x="858" y="3084"/>
                </a:lnTo>
                <a:cubicBezTo>
                  <a:pt x="857" y="3083"/>
                  <a:pt x="857" y="3083"/>
                  <a:pt x="856" y="3082"/>
                </a:cubicBezTo>
                <a:lnTo>
                  <a:pt x="855" y="3082"/>
                </a:lnTo>
                <a:cubicBezTo>
                  <a:pt x="854" y="3082"/>
                  <a:pt x="853" y="3082"/>
                  <a:pt x="853" y="3082"/>
                </a:cubicBezTo>
                <a:lnTo>
                  <a:pt x="852" y="3083"/>
                </a:lnTo>
                <a:cubicBezTo>
                  <a:pt x="851" y="3085"/>
                  <a:pt x="849" y="3086"/>
                  <a:pt x="848" y="3088"/>
                </a:cubicBezTo>
                <a:cubicBezTo>
                  <a:pt x="845" y="3094"/>
                  <a:pt x="843" y="3101"/>
                  <a:pt x="843" y="3109"/>
                </a:cubicBezTo>
                <a:cubicBezTo>
                  <a:pt x="842" y="3114"/>
                  <a:pt x="840" y="3120"/>
                  <a:pt x="838" y="3125"/>
                </a:cubicBezTo>
                <a:cubicBezTo>
                  <a:pt x="827" y="3097"/>
                  <a:pt x="817" y="3068"/>
                  <a:pt x="808" y="3042"/>
                </a:cubicBezTo>
                <a:cubicBezTo>
                  <a:pt x="804" y="3032"/>
                  <a:pt x="800" y="3019"/>
                  <a:pt x="796" y="3006"/>
                </a:cubicBezTo>
                <a:cubicBezTo>
                  <a:pt x="829" y="3005"/>
                  <a:pt x="868" y="3026"/>
                  <a:pt x="900" y="3037"/>
                </a:cubicBezTo>
                <a:cubicBezTo>
                  <a:pt x="959" y="3057"/>
                  <a:pt x="1023" y="3068"/>
                  <a:pt x="1078" y="3098"/>
                </a:cubicBezTo>
                <a:cubicBezTo>
                  <a:pt x="1133" y="3127"/>
                  <a:pt x="1176" y="3188"/>
                  <a:pt x="1208" y="3236"/>
                </a:cubicBezTo>
                <a:cubicBezTo>
                  <a:pt x="1228" y="3268"/>
                  <a:pt x="1242" y="3316"/>
                  <a:pt x="1267" y="3348"/>
                </a:cubicBezTo>
                <a:cubicBezTo>
                  <a:pt x="1235" y="3347"/>
                  <a:pt x="1209" y="3347"/>
                  <a:pt x="1183" y="3345"/>
                </a:cubicBezTo>
                <a:moveTo>
                  <a:pt x="4350" y="3036"/>
                </a:moveTo>
                <a:lnTo>
                  <a:pt x="4347" y="3046"/>
                </a:lnTo>
                <a:cubicBezTo>
                  <a:pt x="4347" y="3043"/>
                  <a:pt x="4348" y="3040"/>
                  <a:pt x="4348" y="3037"/>
                </a:cubicBezTo>
                <a:lnTo>
                  <a:pt x="4350" y="3036"/>
                </a:lnTo>
                <a:moveTo>
                  <a:pt x="1014" y="3441"/>
                </a:moveTo>
                <a:cubicBezTo>
                  <a:pt x="1063" y="3476"/>
                  <a:pt x="1110" y="3516"/>
                  <a:pt x="1162" y="3546"/>
                </a:cubicBezTo>
                <a:cubicBezTo>
                  <a:pt x="1164" y="3550"/>
                  <a:pt x="1167" y="3553"/>
                  <a:pt x="1170" y="3556"/>
                </a:cubicBezTo>
                <a:cubicBezTo>
                  <a:pt x="1191" y="3580"/>
                  <a:pt x="1184" y="3633"/>
                  <a:pt x="1177" y="3661"/>
                </a:cubicBezTo>
                <a:cubicBezTo>
                  <a:pt x="1174" y="3670"/>
                  <a:pt x="1170" y="3680"/>
                  <a:pt x="1165" y="3688"/>
                </a:cubicBezTo>
                <a:cubicBezTo>
                  <a:pt x="1154" y="3707"/>
                  <a:pt x="1139" y="3723"/>
                  <a:pt x="1122" y="3734"/>
                </a:cubicBezTo>
                <a:cubicBezTo>
                  <a:pt x="1120" y="3734"/>
                  <a:pt x="1119" y="3734"/>
                  <a:pt x="1117" y="3734"/>
                </a:cubicBezTo>
                <a:cubicBezTo>
                  <a:pt x="1115" y="3734"/>
                  <a:pt x="1113" y="3734"/>
                  <a:pt x="1111" y="3735"/>
                </a:cubicBezTo>
                <a:cubicBezTo>
                  <a:pt x="1109" y="3736"/>
                  <a:pt x="1107" y="3738"/>
                  <a:pt x="1106" y="3740"/>
                </a:cubicBezTo>
                <a:cubicBezTo>
                  <a:pt x="1105" y="3741"/>
                  <a:pt x="1105" y="3743"/>
                  <a:pt x="1104" y="3744"/>
                </a:cubicBezTo>
                <a:cubicBezTo>
                  <a:pt x="1104" y="3745"/>
                  <a:pt x="1104" y="3745"/>
                  <a:pt x="1104" y="3746"/>
                </a:cubicBezTo>
                <a:cubicBezTo>
                  <a:pt x="1102" y="3748"/>
                  <a:pt x="1099" y="3749"/>
                  <a:pt x="1097" y="3751"/>
                </a:cubicBezTo>
                <a:cubicBezTo>
                  <a:pt x="1063" y="3770"/>
                  <a:pt x="1029" y="3786"/>
                  <a:pt x="993" y="3800"/>
                </a:cubicBezTo>
                <a:cubicBezTo>
                  <a:pt x="961" y="3814"/>
                  <a:pt x="927" y="3825"/>
                  <a:pt x="892" y="3831"/>
                </a:cubicBezTo>
                <a:cubicBezTo>
                  <a:pt x="892" y="3830"/>
                  <a:pt x="892" y="3830"/>
                  <a:pt x="891" y="3830"/>
                </a:cubicBezTo>
                <a:cubicBezTo>
                  <a:pt x="864" y="3818"/>
                  <a:pt x="821" y="3823"/>
                  <a:pt x="798" y="3807"/>
                </a:cubicBezTo>
                <a:cubicBezTo>
                  <a:pt x="794" y="3804"/>
                  <a:pt x="790" y="3802"/>
                  <a:pt x="785" y="3799"/>
                </a:cubicBezTo>
                <a:cubicBezTo>
                  <a:pt x="775" y="3794"/>
                  <a:pt x="765" y="3788"/>
                  <a:pt x="755" y="3784"/>
                </a:cubicBezTo>
                <a:cubicBezTo>
                  <a:pt x="755" y="3783"/>
                  <a:pt x="754" y="3783"/>
                  <a:pt x="754" y="3782"/>
                </a:cubicBezTo>
                <a:cubicBezTo>
                  <a:pt x="753" y="3780"/>
                  <a:pt x="752" y="3779"/>
                  <a:pt x="751" y="3779"/>
                </a:cubicBezTo>
                <a:cubicBezTo>
                  <a:pt x="750" y="3778"/>
                  <a:pt x="748" y="3778"/>
                  <a:pt x="747" y="3778"/>
                </a:cubicBezTo>
                <a:lnTo>
                  <a:pt x="746" y="3778"/>
                </a:lnTo>
                <a:cubicBezTo>
                  <a:pt x="735" y="3771"/>
                  <a:pt x="726" y="3762"/>
                  <a:pt x="718" y="3751"/>
                </a:cubicBezTo>
                <a:cubicBezTo>
                  <a:pt x="708" y="3736"/>
                  <a:pt x="698" y="3721"/>
                  <a:pt x="688" y="3705"/>
                </a:cubicBezTo>
                <a:cubicBezTo>
                  <a:pt x="673" y="3679"/>
                  <a:pt x="660" y="3651"/>
                  <a:pt x="650" y="3623"/>
                </a:cubicBezTo>
                <a:cubicBezTo>
                  <a:pt x="637" y="3592"/>
                  <a:pt x="622" y="3563"/>
                  <a:pt x="605" y="3534"/>
                </a:cubicBezTo>
                <a:cubicBezTo>
                  <a:pt x="558" y="3451"/>
                  <a:pt x="496" y="3378"/>
                  <a:pt x="423" y="3318"/>
                </a:cubicBezTo>
                <a:cubicBezTo>
                  <a:pt x="363" y="3271"/>
                  <a:pt x="312" y="3213"/>
                  <a:pt x="274" y="3147"/>
                </a:cubicBezTo>
                <a:cubicBezTo>
                  <a:pt x="273" y="3145"/>
                  <a:pt x="273" y="3144"/>
                  <a:pt x="272" y="3143"/>
                </a:cubicBezTo>
                <a:cubicBezTo>
                  <a:pt x="259" y="3120"/>
                  <a:pt x="236" y="2996"/>
                  <a:pt x="325" y="3041"/>
                </a:cubicBezTo>
                <a:cubicBezTo>
                  <a:pt x="342" y="3052"/>
                  <a:pt x="359" y="3064"/>
                  <a:pt x="374" y="3077"/>
                </a:cubicBezTo>
                <a:cubicBezTo>
                  <a:pt x="388" y="3090"/>
                  <a:pt x="402" y="3101"/>
                  <a:pt x="417" y="3111"/>
                </a:cubicBezTo>
                <a:cubicBezTo>
                  <a:pt x="442" y="3129"/>
                  <a:pt x="466" y="3162"/>
                  <a:pt x="498" y="3161"/>
                </a:cubicBezTo>
                <a:cubicBezTo>
                  <a:pt x="536" y="3160"/>
                  <a:pt x="516" y="3102"/>
                  <a:pt x="504" y="3067"/>
                </a:cubicBezTo>
                <a:cubicBezTo>
                  <a:pt x="505" y="3068"/>
                  <a:pt x="506" y="3068"/>
                  <a:pt x="508" y="3069"/>
                </a:cubicBezTo>
                <a:cubicBezTo>
                  <a:pt x="514" y="3072"/>
                  <a:pt x="521" y="3075"/>
                  <a:pt x="528" y="3076"/>
                </a:cubicBezTo>
                <a:cubicBezTo>
                  <a:pt x="555" y="3078"/>
                  <a:pt x="580" y="3083"/>
                  <a:pt x="607" y="3083"/>
                </a:cubicBezTo>
                <a:cubicBezTo>
                  <a:pt x="611" y="3083"/>
                  <a:pt x="615" y="3083"/>
                  <a:pt x="619" y="3082"/>
                </a:cubicBezTo>
                <a:cubicBezTo>
                  <a:pt x="615" y="3094"/>
                  <a:pt x="613" y="3106"/>
                  <a:pt x="611" y="3119"/>
                </a:cubicBezTo>
                <a:cubicBezTo>
                  <a:pt x="605" y="3109"/>
                  <a:pt x="599" y="3099"/>
                  <a:pt x="594" y="3090"/>
                </a:cubicBezTo>
                <a:cubicBezTo>
                  <a:pt x="594" y="3089"/>
                  <a:pt x="593" y="3088"/>
                  <a:pt x="592" y="3088"/>
                </a:cubicBezTo>
                <a:cubicBezTo>
                  <a:pt x="590" y="3087"/>
                  <a:pt x="589" y="3086"/>
                  <a:pt x="588" y="3086"/>
                </a:cubicBezTo>
                <a:cubicBezTo>
                  <a:pt x="586" y="3086"/>
                  <a:pt x="586" y="3087"/>
                  <a:pt x="584" y="3088"/>
                </a:cubicBezTo>
                <a:cubicBezTo>
                  <a:pt x="582" y="3088"/>
                  <a:pt x="581" y="3088"/>
                  <a:pt x="581" y="3090"/>
                </a:cubicBezTo>
                <a:cubicBezTo>
                  <a:pt x="580" y="3091"/>
                  <a:pt x="580" y="3093"/>
                  <a:pt x="580" y="3094"/>
                </a:cubicBezTo>
                <a:cubicBezTo>
                  <a:pt x="580" y="3095"/>
                  <a:pt x="580" y="3096"/>
                  <a:pt x="580" y="3097"/>
                </a:cubicBezTo>
                <a:cubicBezTo>
                  <a:pt x="600" y="3136"/>
                  <a:pt x="625" y="3183"/>
                  <a:pt x="668" y="3198"/>
                </a:cubicBezTo>
                <a:cubicBezTo>
                  <a:pt x="724" y="3218"/>
                  <a:pt x="742" y="3157"/>
                  <a:pt x="737" y="3114"/>
                </a:cubicBezTo>
                <a:cubicBezTo>
                  <a:pt x="733" y="3076"/>
                  <a:pt x="698" y="3028"/>
                  <a:pt x="670" y="3002"/>
                </a:cubicBezTo>
                <a:lnTo>
                  <a:pt x="655" y="2987"/>
                </a:lnTo>
                <a:cubicBezTo>
                  <a:pt x="645" y="2971"/>
                  <a:pt x="633" y="2956"/>
                  <a:pt x="620" y="2942"/>
                </a:cubicBezTo>
                <a:cubicBezTo>
                  <a:pt x="617" y="2938"/>
                  <a:pt x="615" y="2934"/>
                  <a:pt x="613" y="2931"/>
                </a:cubicBezTo>
                <a:cubicBezTo>
                  <a:pt x="604" y="2915"/>
                  <a:pt x="599" y="2898"/>
                  <a:pt x="599" y="2880"/>
                </a:cubicBezTo>
                <a:cubicBezTo>
                  <a:pt x="599" y="2874"/>
                  <a:pt x="599" y="2869"/>
                  <a:pt x="600" y="2863"/>
                </a:cubicBezTo>
                <a:cubicBezTo>
                  <a:pt x="605" y="2858"/>
                  <a:pt x="614" y="2860"/>
                  <a:pt x="629" y="2858"/>
                </a:cubicBezTo>
                <a:cubicBezTo>
                  <a:pt x="670" y="2852"/>
                  <a:pt x="729" y="2934"/>
                  <a:pt x="747" y="2959"/>
                </a:cubicBezTo>
                <a:cubicBezTo>
                  <a:pt x="748" y="2960"/>
                  <a:pt x="749" y="2962"/>
                  <a:pt x="749" y="2964"/>
                </a:cubicBezTo>
                <a:cubicBezTo>
                  <a:pt x="768" y="2996"/>
                  <a:pt x="783" y="3030"/>
                  <a:pt x="795" y="3066"/>
                </a:cubicBezTo>
                <a:cubicBezTo>
                  <a:pt x="807" y="3096"/>
                  <a:pt x="818" y="3127"/>
                  <a:pt x="828" y="3157"/>
                </a:cubicBezTo>
                <a:cubicBezTo>
                  <a:pt x="828" y="3159"/>
                  <a:pt x="828" y="3160"/>
                  <a:pt x="829" y="3161"/>
                </a:cubicBezTo>
                <a:cubicBezTo>
                  <a:pt x="830" y="3162"/>
                  <a:pt x="830" y="3162"/>
                  <a:pt x="830" y="3162"/>
                </a:cubicBezTo>
                <a:cubicBezTo>
                  <a:pt x="844" y="3203"/>
                  <a:pt x="858" y="3245"/>
                  <a:pt x="876" y="3285"/>
                </a:cubicBezTo>
                <a:cubicBezTo>
                  <a:pt x="905" y="3352"/>
                  <a:pt x="956" y="3399"/>
                  <a:pt x="1014" y="3441"/>
                </a:cubicBezTo>
                <a:moveTo>
                  <a:pt x="368" y="2948"/>
                </a:moveTo>
                <a:lnTo>
                  <a:pt x="359" y="2944"/>
                </a:lnTo>
                <a:cubicBezTo>
                  <a:pt x="359" y="2944"/>
                  <a:pt x="360" y="2944"/>
                  <a:pt x="361" y="2943"/>
                </a:cubicBezTo>
                <a:cubicBezTo>
                  <a:pt x="363" y="2942"/>
                  <a:pt x="364" y="2941"/>
                  <a:pt x="365" y="2939"/>
                </a:cubicBezTo>
                <a:cubicBezTo>
                  <a:pt x="366" y="2942"/>
                  <a:pt x="367" y="2945"/>
                  <a:pt x="368" y="2948"/>
                </a:cubicBezTo>
                <a:moveTo>
                  <a:pt x="399" y="2949"/>
                </a:moveTo>
                <a:cubicBezTo>
                  <a:pt x="392" y="2928"/>
                  <a:pt x="388" y="2905"/>
                  <a:pt x="388" y="2882"/>
                </a:cubicBezTo>
                <a:cubicBezTo>
                  <a:pt x="388" y="2879"/>
                  <a:pt x="388" y="2876"/>
                  <a:pt x="388" y="2873"/>
                </a:cubicBezTo>
                <a:cubicBezTo>
                  <a:pt x="388" y="2860"/>
                  <a:pt x="385" y="2847"/>
                  <a:pt x="384" y="2834"/>
                </a:cubicBezTo>
                <a:cubicBezTo>
                  <a:pt x="383" y="2808"/>
                  <a:pt x="386" y="2784"/>
                  <a:pt x="386" y="2759"/>
                </a:cubicBezTo>
                <a:cubicBezTo>
                  <a:pt x="386" y="2754"/>
                  <a:pt x="379" y="2754"/>
                  <a:pt x="379" y="2759"/>
                </a:cubicBezTo>
                <a:cubicBezTo>
                  <a:pt x="378" y="2775"/>
                  <a:pt x="371" y="2788"/>
                  <a:pt x="369" y="2804"/>
                </a:cubicBezTo>
                <a:cubicBezTo>
                  <a:pt x="367" y="2826"/>
                  <a:pt x="366" y="2849"/>
                  <a:pt x="364" y="2871"/>
                </a:cubicBezTo>
                <a:cubicBezTo>
                  <a:pt x="363" y="2882"/>
                  <a:pt x="362" y="2893"/>
                  <a:pt x="362" y="2903"/>
                </a:cubicBezTo>
                <a:cubicBezTo>
                  <a:pt x="362" y="2909"/>
                  <a:pt x="362" y="2914"/>
                  <a:pt x="362" y="2919"/>
                </a:cubicBezTo>
                <a:cubicBezTo>
                  <a:pt x="352" y="2897"/>
                  <a:pt x="345" y="2873"/>
                  <a:pt x="341" y="2849"/>
                </a:cubicBezTo>
                <a:cubicBezTo>
                  <a:pt x="334" y="2823"/>
                  <a:pt x="328" y="2769"/>
                  <a:pt x="338" y="2743"/>
                </a:cubicBezTo>
                <a:lnTo>
                  <a:pt x="338" y="2742"/>
                </a:lnTo>
                <a:cubicBezTo>
                  <a:pt x="338" y="2741"/>
                  <a:pt x="338" y="2740"/>
                  <a:pt x="338" y="2740"/>
                </a:cubicBezTo>
                <a:cubicBezTo>
                  <a:pt x="338" y="2739"/>
                  <a:pt x="337" y="2739"/>
                  <a:pt x="336" y="2738"/>
                </a:cubicBezTo>
                <a:cubicBezTo>
                  <a:pt x="336" y="2738"/>
                  <a:pt x="335" y="2738"/>
                  <a:pt x="334" y="2738"/>
                </a:cubicBezTo>
                <a:cubicBezTo>
                  <a:pt x="334" y="2738"/>
                  <a:pt x="333" y="2737"/>
                  <a:pt x="332" y="2738"/>
                </a:cubicBezTo>
                <a:cubicBezTo>
                  <a:pt x="331" y="2739"/>
                  <a:pt x="331" y="2739"/>
                  <a:pt x="331" y="2740"/>
                </a:cubicBezTo>
                <a:lnTo>
                  <a:pt x="330" y="2740"/>
                </a:lnTo>
                <a:cubicBezTo>
                  <a:pt x="327" y="2750"/>
                  <a:pt x="326" y="2761"/>
                  <a:pt x="326" y="2771"/>
                </a:cubicBezTo>
                <a:cubicBezTo>
                  <a:pt x="326" y="2774"/>
                  <a:pt x="326" y="2777"/>
                  <a:pt x="326" y="2780"/>
                </a:cubicBezTo>
                <a:cubicBezTo>
                  <a:pt x="326" y="2803"/>
                  <a:pt x="321" y="2828"/>
                  <a:pt x="322" y="2851"/>
                </a:cubicBezTo>
                <a:cubicBezTo>
                  <a:pt x="323" y="2881"/>
                  <a:pt x="330" y="2909"/>
                  <a:pt x="343" y="2936"/>
                </a:cubicBezTo>
                <a:cubicBezTo>
                  <a:pt x="340" y="2934"/>
                  <a:pt x="337" y="2931"/>
                  <a:pt x="334" y="2929"/>
                </a:cubicBezTo>
                <a:cubicBezTo>
                  <a:pt x="334" y="2927"/>
                  <a:pt x="334" y="2926"/>
                  <a:pt x="333" y="2925"/>
                </a:cubicBezTo>
                <a:cubicBezTo>
                  <a:pt x="333" y="2924"/>
                  <a:pt x="332" y="2924"/>
                  <a:pt x="332" y="2924"/>
                </a:cubicBezTo>
                <a:cubicBezTo>
                  <a:pt x="336" y="2929"/>
                  <a:pt x="330" y="2920"/>
                  <a:pt x="329" y="2919"/>
                </a:cubicBezTo>
                <a:cubicBezTo>
                  <a:pt x="329" y="2918"/>
                  <a:pt x="328" y="2918"/>
                  <a:pt x="328" y="2917"/>
                </a:cubicBezTo>
                <a:cubicBezTo>
                  <a:pt x="326" y="2913"/>
                  <a:pt x="324" y="2909"/>
                  <a:pt x="323" y="2904"/>
                </a:cubicBezTo>
                <a:cubicBezTo>
                  <a:pt x="324" y="2902"/>
                  <a:pt x="324" y="2900"/>
                  <a:pt x="324" y="2898"/>
                </a:cubicBezTo>
                <a:cubicBezTo>
                  <a:pt x="324" y="2895"/>
                  <a:pt x="324" y="2893"/>
                  <a:pt x="323" y="2891"/>
                </a:cubicBezTo>
                <a:cubicBezTo>
                  <a:pt x="310" y="2868"/>
                  <a:pt x="300" y="2843"/>
                  <a:pt x="291" y="2818"/>
                </a:cubicBezTo>
                <a:cubicBezTo>
                  <a:pt x="286" y="2797"/>
                  <a:pt x="283" y="2776"/>
                  <a:pt x="282" y="2755"/>
                </a:cubicBezTo>
                <a:cubicBezTo>
                  <a:pt x="282" y="2751"/>
                  <a:pt x="275" y="2750"/>
                  <a:pt x="274" y="2755"/>
                </a:cubicBezTo>
                <a:cubicBezTo>
                  <a:pt x="273" y="2779"/>
                  <a:pt x="272" y="2804"/>
                  <a:pt x="270" y="2828"/>
                </a:cubicBezTo>
                <a:cubicBezTo>
                  <a:pt x="269" y="2830"/>
                  <a:pt x="269" y="2831"/>
                  <a:pt x="269" y="2832"/>
                </a:cubicBezTo>
                <a:cubicBezTo>
                  <a:pt x="269" y="2834"/>
                  <a:pt x="269" y="2835"/>
                  <a:pt x="270" y="2836"/>
                </a:cubicBezTo>
                <a:cubicBezTo>
                  <a:pt x="267" y="2831"/>
                  <a:pt x="265" y="2825"/>
                  <a:pt x="264" y="2819"/>
                </a:cubicBezTo>
                <a:cubicBezTo>
                  <a:pt x="261" y="2787"/>
                  <a:pt x="243" y="2758"/>
                  <a:pt x="241" y="2724"/>
                </a:cubicBezTo>
                <a:cubicBezTo>
                  <a:pt x="241" y="2724"/>
                  <a:pt x="241" y="2723"/>
                  <a:pt x="240" y="2722"/>
                </a:cubicBezTo>
                <a:cubicBezTo>
                  <a:pt x="239" y="2721"/>
                  <a:pt x="240" y="2720"/>
                  <a:pt x="239" y="2720"/>
                </a:cubicBezTo>
                <a:cubicBezTo>
                  <a:pt x="238" y="2719"/>
                  <a:pt x="237" y="2720"/>
                  <a:pt x="237" y="2720"/>
                </a:cubicBezTo>
                <a:cubicBezTo>
                  <a:pt x="236" y="2720"/>
                  <a:pt x="235" y="2719"/>
                  <a:pt x="234" y="2720"/>
                </a:cubicBezTo>
                <a:cubicBezTo>
                  <a:pt x="233" y="2721"/>
                  <a:pt x="234" y="2721"/>
                  <a:pt x="233" y="2722"/>
                </a:cubicBezTo>
                <a:cubicBezTo>
                  <a:pt x="232" y="2723"/>
                  <a:pt x="232" y="2724"/>
                  <a:pt x="232" y="2724"/>
                </a:cubicBezTo>
                <a:cubicBezTo>
                  <a:pt x="231" y="2738"/>
                  <a:pt x="230" y="2753"/>
                  <a:pt x="230" y="2767"/>
                </a:cubicBezTo>
                <a:cubicBezTo>
                  <a:pt x="230" y="2790"/>
                  <a:pt x="232" y="2813"/>
                  <a:pt x="236" y="2835"/>
                </a:cubicBezTo>
                <a:cubicBezTo>
                  <a:pt x="236" y="2837"/>
                  <a:pt x="237" y="2840"/>
                  <a:pt x="238" y="2842"/>
                </a:cubicBezTo>
                <a:cubicBezTo>
                  <a:pt x="231" y="2836"/>
                  <a:pt x="224" y="2830"/>
                  <a:pt x="218" y="2823"/>
                </a:cubicBezTo>
                <a:cubicBezTo>
                  <a:pt x="219" y="2822"/>
                  <a:pt x="220" y="2821"/>
                  <a:pt x="221" y="2820"/>
                </a:cubicBezTo>
                <a:cubicBezTo>
                  <a:pt x="222" y="2819"/>
                  <a:pt x="222" y="2817"/>
                  <a:pt x="222" y="2816"/>
                </a:cubicBezTo>
                <a:cubicBezTo>
                  <a:pt x="222" y="2814"/>
                  <a:pt x="222" y="2813"/>
                  <a:pt x="221" y="2812"/>
                </a:cubicBezTo>
                <a:cubicBezTo>
                  <a:pt x="221" y="2811"/>
                  <a:pt x="221" y="2811"/>
                  <a:pt x="220" y="2811"/>
                </a:cubicBezTo>
                <a:cubicBezTo>
                  <a:pt x="141" y="2676"/>
                  <a:pt x="214" y="2520"/>
                  <a:pt x="324" y="2434"/>
                </a:cubicBezTo>
                <a:cubicBezTo>
                  <a:pt x="371" y="2397"/>
                  <a:pt x="453" y="2372"/>
                  <a:pt x="511" y="2364"/>
                </a:cubicBezTo>
                <a:cubicBezTo>
                  <a:pt x="558" y="2355"/>
                  <a:pt x="606" y="2351"/>
                  <a:pt x="654" y="2351"/>
                </a:cubicBezTo>
                <a:cubicBezTo>
                  <a:pt x="662" y="2351"/>
                  <a:pt x="671" y="2351"/>
                  <a:pt x="679" y="2351"/>
                </a:cubicBezTo>
                <a:cubicBezTo>
                  <a:pt x="674" y="2397"/>
                  <a:pt x="671" y="2443"/>
                  <a:pt x="671" y="2488"/>
                </a:cubicBezTo>
                <a:cubicBezTo>
                  <a:pt x="669" y="2486"/>
                  <a:pt x="666" y="2484"/>
                  <a:pt x="664" y="2483"/>
                </a:cubicBezTo>
                <a:cubicBezTo>
                  <a:pt x="662" y="2482"/>
                  <a:pt x="660" y="2481"/>
                  <a:pt x="658" y="2480"/>
                </a:cubicBezTo>
                <a:cubicBezTo>
                  <a:pt x="652" y="2478"/>
                  <a:pt x="645" y="2477"/>
                  <a:pt x="638" y="2477"/>
                </a:cubicBezTo>
                <a:cubicBezTo>
                  <a:pt x="637" y="2477"/>
                  <a:pt x="635" y="2477"/>
                  <a:pt x="634" y="2477"/>
                </a:cubicBezTo>
                <a:cubicBezTo>
                  <a:pt x="621" y="2474"/>
                  <a:pt x="607" y="2472"/>
                  <a:pt x="593" y="2472"/>
                </a:cubicBezTo>
                <a:cubicBezTo>
                  <a:pt x="591" y="2472"/>
                  <a:pt x="589" y="2472"/>
                  <a:pt x="586" y="2472"/>
                </a:cubicBezTo>
                <a:cubicBezTo>
                  <a:pt x="585" y="2472"/>
                  <a:pt x="584" y="2472"/>
                  <a:pt x="582" y="2473"/>
                </a:cubicBezTo>
                <a:cubicBezTo>
                  <a:pt x="581" y="2473"/>
                  <a:pt x="579" y="2476"/>
                  <a:pt x="578" y="2477"/>
                </a:cubicBezTo>
                <a:cubicBezTo>
                  <a:pt x="578" y="2478"/>
                  <a:pt x="578" y="2478"/>
                  <a:pt x="578" y="2479"/>
                </a:cubicBezTo>
                <a:cubicBezTo>
                  <a:pt x="564" y="2510"/>
                  <a:pt x="538" y="2538"/>
                  <a:pt x="521" y="2567"/>
                </a:cubicBezTo>
                <a:cubicBezTo>
                  <a:pt x="504" y="2598"/>
                  <a:pt x="490" y="2631"/>
                  <a:pt x="480" y="2665"/>
                </a:cubicBezTo>
                <a:cubicBezTo>
                  <a:pt x="458" y="2729"/>
                  <a:pt x="442" y="2795"/>
                  <a:pt x="433" y="2862"/>
                </a:cubicBezTo>
                <a:cubicBezTo>
                  <a:pt x="433" y="2856"/>
                  <a:pt x="433" y="2850"/>
                  <a:pt x="433" y="2845"/>
                </a:cubicBezTo>
                <a:cubicBezTo>
                  <a:pt x="433" y="2839"/>
                  <a:pt x="433" y="2834"/>
                  <a:pt x="433" y="2829"/>
                </a:cubicBezTo>
                <a:cubicBezTo>
                  <a:pt x="433" y="2826"/>
                  <a:pt x="433" y="2823"/>
                  <a:pt x="433" y="2820"/>
                </a:cubicBezTo>
                <a:cubicBezTo>
                  <a:pt x="433" y="2802"/>
                  <a:pt x="432" y="2784"/>
                  <a:pt x="430" y="2767"/>
                </a:cubicBezTo>
                <a:cubicBezTo>
                  <a:pt x="430" y="2762"/>
                  <a:pt x="421" y="2763"/>
                  <a:pt x="421" y="2767"/>
                </a:cubicBezTo>
                <a:cubicBezTo>
                  <a:pt x="421" y="2792"/>
                  <a:pt x="410" y="2819"/>
                  <a:pt x="405" y="2846"/>
                </a:cubicBezTo>
                <a:cubicBezTo>
                  <a:pt x="403" y="2863"/>
                  <a:pt x="402" y="2881"/>
                  <a:pt x="402" y="2899"/>
                </a:cubicBezTo>
                <a:cubicBezTo>
                  <a:pt x="402" y="2907"/>
                  <a:pt x="402" y="2915"/>
                  <a:pt x="403" y="2922"/>
                </a:cubicBezTo>
                <a:cubicBezTo>
                  <a:pt x="402" y="2929"/>
                  <a:pt x="402" y="2936"/>
                  <a:pt x="402" y="2943"/>
                </a:cubicBezTo>
                <a:cubicBezTo>
                  <a:pt x="402" y="2950"/>
                  <a:pt x="402" y="2957"/>
                  <a:pt x="403" y="2964"/>
                </a:cubicBezTo>
                <a:lnTo>
                  <a:pt x="398" y="2962"/>
                </a:lnTo>
                <a:cubicBezTo>
                  <a:pt x="398" y="2962"/>
                  <a:pt x="398" y="2963"/>
                  <a:pt x="399" y="2962"/>
                </a:cubicBezTo>
                <a:cubicBezTo>
                  <a:pt x="401" y="2960"/>
                  <a:pt x="401" y="2957"/>
                  <a:pt x="401" y="2955"/>
                </a:cubicBezTo>
                <a:cubicBezTo>
                  <a:pt x="401" y="2953"/>
                  <a:pt x="400" y="2951"/>
                  <a:pt x="400" y="2949"/>
                </a:cubicBezTo>
                <a:lnTo>
                  <a:pt x="399" y="2949"/>
                </a:lnTo>
                <a:moveTo>
                  <a:pt x="91" y="2545"/>
                </a:moveTo>
                <a:cubicBezTo>
                  <a:pt x="91" y="2492"/>
                  <a:pt x="105" y="2439"/>
                  <a:pt x="130" y="2392"/>
                </a:cubicBezTo>
                <a:cubicBezTo>
                  <a:pt x="151" y="2359"/>
                  <a:pt x="176" y="2329"/>
                  <a:pt x="204" y="2302"/>
                </a:cubicBezTo>
                <a:cubicBezTo>
                  <a:pt x="226" y="2278"/>
                  <a:pt x="254" y="2261"/>
                  <a:pt x="275" y="2238"/>
                </a:cubicBezTo>
                <a:cubicBezTo>
                  <a:pt x="341" y="2167"/>
                  <a:pt x="426" y="2127"/>
                  <a:pt x="511" y="2086"/>
                </a:cubicBezTo>
                <a:cubicBezTo>
                  <a:pt x="590" y="2045"/>
                  <a:pt x="672" y="2011"/>
                  <a:pt x="756" y="1986"/>
                </a:cubicBezTo>
                <a:cubicBezTo>
                  <a:pt x="753" y="1998"/>
                  <a:pt x="750" y="2011"/>
                  <a:pt x="747" y="2023"/>
                </a:cubicBezTo>
                <a:cubicBezTo>
                  <a:pt x="734" y="2068"/>
                  <a:pt x="723" y="2115"/>
                  <a:pt x="713" y="2162"/>
                </a:cubicBezTo>
                <a:cubicBezTo>
                  <a:pt x="711" y="2133"/>
                  <a:pt x="708" y="2103"/>
                  <a:pt x="708" y="2074"/>
                </a:cubicBezTo>
                <a:cubicBezTo>
                  <a:pt x="708" y="2073"/>
                  <a:pt x="707" y="2072"/>
                  <a:pt x="707" y="2071"/>
                </a:cubicBezTo>
                <a:cubicBezTo>
                  <a:pt x="707" y="2071"/>
                  <a:pt x="706" y="2070"/>
                  <a:pt x="705" y="2070"/>
                </a:cubicBezTo>
                <a:cubicBezTo>
                  <a:pt x="704" y="2069"/>
                  <a:pt x="704" y="2069"/>
                  <a:pt x="703" y="2069"/>
                </a:cubicBezTo>
                <a:cubicBezTo>
                  <a:pt x="702" y="2069"/>
                  <a:pt x="701" y="2069"/>
                  <a:pt x="700" y="2070"/>
                </a:cubicBezTo>
                <a:cubicBezTo>
                  <a:pt x="700" y="2070"/>
                  <a:pt x="699" y="2070"/>
                  <a:pt x="698" y="2071"/>
                </a:cubicBezTo>
                <a:cubicBezTo>
                  <a:pt x="697" y="2072"/>
                  <a:pt x="698" y="2073"/>
                  <a:pt x="698" y="2074"/>
                </a:cubicBezTo>
                <a:cubicBezTo>
                  <a:pt x="697" y="2128"/>
                  <a:pt x="688" y="2184"/>
                  <a:pt x="694" y="2238"/>
                </a:cubicBezTo>
                <a:cubicBezTo>
                  <a:pt x="694" y="2239"/>
                  <a:pt x="695" y="2240"/>
                  <a:pt x="695" y="2241"/>
                </a:cubicBezTo>
                <a:cubicBezTo>
                  <a:pt x="696" y="2242"/>
                  <a:pt x="696" y="2243"/>
                  <a:pt x="697" y="2243"/>
                </a:cubicBezTo>
                <a:lnTo>
                  <a:pt x="697" y="2249"/>
                </a:lnTo>
                <a:cubicBezTo>
                  <a:pt x="690" y="2251"/>
                  <a:pt x="683" y="2254"/>
                  <a:pt x="677" y="2257"/>
                </a:cubicBezTo>
                <a:cubicBezTo>
                  <a:pt x="677" y="2204"/>
                  <a:pt x="669" y="2153"/>
                  <a:pt x="667" y="2101"/>
                </a:cubicBezTo>
                <a:cubicBezTo>
                  <a:pt x="667" y="2097"/>
                  <a:pt x="659" y="2097"/>
                  <a:pt x="659" y="2101"/>
                </a:cubicBezTo>
                <a:cubicBezTo>
                  <a:pt x="657" y="2153"/>
                  <a:pt x="655" y="2204"/>
                  <a:pt x="655" y="2256"/>
                </a:cubicBezTo>
                <a:cubicBezTo>
                  <a:pt x="655" y="2258"/>
                  <a:pt x="656" y="2260"/>
                  <a:pt x="657" y="2262"/>
                </a:cubicBezTo>
                <a:cubicBezTo>
                  <a:pt x="658" y="2263"/>
                  <a:pt x="659" y="2265"/>
                  <a:pt x="660" y="2265"/>
                </a:cubicBezTo>
                <a:cubicBezTo>
                  <a:pt x="659" y="2266"/>
                  <a:pt x="657" y="2267"/>
                  <a:pt x="656" y="2268"/>
                </a:cubicBezTo>
                <a:cubicBezTo>
                  <a:pt x="651" y="2271"/>
                  <a:pt x="646" y="2274"/>
                  <a:pt x="642" y="2277"/>
                </a:cubicBezTo>
                <a:cubicBezTo>
                  <a:pt x="641" y="2263"/>
                  <a:pt x="639" y="2249"/>
                  <a:pt x="636" y="2235"/>
                </a:cubicBezTo>
                <a:cubicBezTo>
                  <a:pt x="631" y="2208"/>
                  <a:pt x="628" y="2181"/>
                  <a:pt x="628" y="2153"/>
                </a:cubicBezTo>
                <a:cubicBezTo>
                  <a:pt x="628" y="2149"/>
                  <a:pt x="621" y="2149"/>
                  <a:pt x="621" y="2153"/>
                </a:cubicBezTo>
                <a:cubicBezTo>
                  <a:pt x="619" y="2169"/>
                  <a:pt x="618" y="2185"/>
                  <a:pt x="618" y="2201"/>
                </a:cubicBezTo>
                <a:cubicBezTo>
                  <a:pt x="618" y="2207"/>
                  <a:pt x="618" y="2213"/>
                  <a:pt x="618" y="2220"/>
                </a:cubicBezTo>
                <a:cubicBezTo>
                  <a:pt x="621" y="2243"/>
                  <a:pt x="618" y="2268"/>
                  <a:pt x="624" y="2292"/>
                </a:cubicBezTo>
                <a:lnTo>
                  <a:pt x="606" y="2305"/>
                </a:lnTo>
                <a:cubicBezTo>
                  <a:pt x="604" y="2241"/>
                  <a:pt x="602" y="2176"/>
                  <a:pt x="600" y="2112"/>
                </a:cubicBezTo>
                <a:cubicBezTo>
                  <a:pt x="600" y="2111"/>
                  <a:pt x="600" y="2111"/>
                  <a:pt x="600" y="2111"/>
                </a:cubicBezTo>
                <a:cubicBezTo>
                  <a:pt x="600" y="2110"/>
                  <a:pt x="599" y="2110"/>
                  <a:pt x="599" y="2110"/>
                </a:cubicBezTo>
                <a:cubicBezTo>
                  <a:pt x="598" y="2109"/>
                  <a:pt x="598" y="2109"/>
                  <a:pt x="597" y="2109"/>
                </a:cubicBezTo>
                <a:lnTo>
                  <a:pt x="596" y="2110"/>
                </a:lnTo>
                <a:cubicBezTo>
                  <a:pt x="595" y="2111"/>
                  <a:pt x="595" y="2110"/>
                  <a:pt x="594" y="2111"/>
                </a:cubicBezTo>
                <a:lnTo>
                  <a:pt x="594" y="2112"/>
                </a:lnTo>
                <a:cubicBezTo>
                  <a:pt x="592" y="2183"/>
                  <a:pt x="590" y="2254"/>
                  <a:pt x="588" y="2326"/>
                </a:cubicBezTo>
                <a:lnTo>
                  <a:pt x="572" y="2327"/>
                </a:lnTo>
                <a:cubicBezTo>
                  <a:pt x="566" y="2274"/>
                  <a:pt x="558" y="2221"/>
                  <a:pt x="556" y="2167"/>
                </a:cubicBezTo>
                <a:cubicBezTo>
                  <a:pt x="556" y="2162"/>
                  <a:pt x="549" y="2163"/>
                  <a:pt x="549" y="2167"/>
                </a:cubicBezTo>
                <a:cubicBezTo>
                  <a:pt x="546" y="2191"/>
                  <a:pt x="544" y="2215"/>
                  <a:pt x="544" y="2240"/>
                </a:cubicBezTo>
                <a:cubicBezTo>
                  <a:pt x="544" y="2247"/>
                  <a:pt x="544" y="2255"/>
                  <a:pt x="544" y="2263"/>
                </a:cubicBezTo>
                <a:cubicBezTo>
                  <a:pt x="547" y="2285"/>
                  <a:pt x="550" y="2306"/>
                  <a:pt x="552" y="2328"/>
                </a:cubicBezTo>
                <a:cubicBezTo>
                  <a:pt x="542" y="2329"/>
                  <a:pt x="533" y="2331"/>
                  <a:pt x="522" y="2332"/>
                </a:cubicBezTo>
                <a:cubicBezTo>
                  <a:pt x="522" y="2331"/>
                  <a:pt x="522" y="2331"/>
                  <a:pt x="522" y="2330"/>
                </a:cubicBezTo>
                <a:cubicBezTo>
                  <a:pt x="522" y="2329"/>
                  <a:pt x="522" y="2328"/>
                  <a:pt x="522" y="2328"/>
                </a:cubicBezTo>
                <a:lnTo>
                  <a:pt x="523" y="2326"/>
                </a:lnTo>
                <a:lnTo>
                  <a:pt x="523" y="2325"/>
                </a:lnTo>
                <a:lnTo>
                  <a:pt x="523" y="2324"/>
                </a:lnTo>
                <a:cubicBezTo>
                  <a:pt x="524" y="2322"/>
                  <a:pt x="525" y="2320"/>
                  <a:pt x="525" y="2318"/>
                </a:cubicBezTo>
                <a:cubicBezTo>
                  <a:pt x="525" y="2316"/>
                  <a:pt x="523" y="2314"/>
                  <a:pt x="523" y="2313"/>
                </a:cubicBezTo>
                <a:cubicBezTo>
                  <a:pt x="522" y="2311"/>
                  <a:pt x="521" y="2310"/>
                  <a:pt x="520" y="2309"/>
                </a:cubicBezTo>
                <a:cubicBezTo>
                  <a:pt x="528" y="2316"/>
                  <a:pt x="522" y="2295"/>
                  <a:pt x="522" y="2291"/>
                </a:cubicBezTo>
                <a:cubicBezTo>
                  <a:pt x="522" y="2286"/>
                  <a:pt x="522" y="2277"/>
                  <a:pt x="522" y="2271"/>
                </a:cubicBezTo>
                <a:cubicBezTo>
                  <a:pt x="521" y="2254"/>
                  <a:pt x="519" y="2237"/>
                  <a:pt x="516" y="2221"/>
                </a:cubicBezTo>
                <a:cubicBezTo>
                  <a:pt x="515" y="2221"/>
                  <a:pt x="515" y="2220"/>
                  <a:pt x="515" y="2220"/>
                </a:cubicBezTo>
                <a:cubicBezTo>
                  <a:pt x="515" y="2219"/>
                  <a:pt x="514" y="2219"/>
                  <a:pt x="513" y="2218"/>
                </a:cubicBezTo>
                <a:cubicBezTo>
                  <a:pt x="513" y="2218"/>
                  <a:pt x="512" y="2218"/>
                  <a:pt x="511" y="2218"/>
                </a:cubicBezTo>
                <a:cubicBezTo>
                  <a:pt x="511" y="2218"/>
                  <a:pt x="510" y="2217"/>
                  <a:pt x="509" y="2218"/>
                </a:cubicBezTo>
                <a:cubicBezTo>
                  <a:pt x="508" y="2219"/>
                  <a:pt x="509" y="2219"/>
                  <a:pt x="508" y="2220"/>
                </a:cubicBezTo>
                <a:cubicBezTo>
                  <a:pt x="507" y="2221"/>
                  <a:pt x="507" y="2221"/>
                  <a:pt x="507" y="2221"/>
                </a:cubicBezTo>
                <a:cubicBezTo>
                  <a:pt x="504" y="2238"/>
                  <a:pt x="502" y="2254"/>
                  <a:pt x="500" y="2271"/>
                </a:cubicBezTo>
                <a:cubicBezTo>
                  <a:pt x="498" y="2279"/>
                  <a:pt x="497" y="2288"/>
                  <a:pt x="497" y="2296"/>
                </a:cubicBezTo>
                <a:cubicBezTo>
                  <a:pt x="497" y="2304"/>
                  <a:pt x="498" y="2313"/>
                  <a:pt x="500" y="2321"/>
                </a:cubicBezTo>
                <a:cubicBezTo>
                  <a:pt x="500" y="2322"/>
                  <a:pt x="501" y="2322"/>
                  <a:pt x="501" y="2323"/>
                </a:cubicBezTo>
                <a:cubicBezTo>
                  <a:pt x="500" y="2326"/>
                  <a:pt x="500" y="2329"/>
                  <a:pt x="500" y="2333"/>
                </a:cubicBezTo>
                <a:cubicBezTo>
                  <a:pt x="500" y="2334"/>
                  <a:pt x="500" y="2335"/>
                  <a:pt x="500" y="2336"/>
                </a:cubicBezTo>
                <a:lnTo>
                  <a:pt x="476" y="2341"/>
                </a:lnTo>
                <a:cubicBezTo>
                  <a:pt x="476" y="2331"/>
                  <a:pt x="477" y="2322"/>
                  <a:pt x="477" y="2312"/>
                </a:cubicBezTo>
                <a:cubicBezTo>
                  <a:pt x="477" y="2297"/>
                  <a:pt x="476" y="2282"/>
                  <a:pt x="474" y="2267"/>
                </a:cubicBezTo>
                <a:cubicBezTo>
                  <a:pt x="473" y="2240"/>
                  <a:pt x="477" y="2214"/>
                  <a:pt x="475" y="2187"/>
                </a:cubicBezTo>
                <a:cubicBezTo>
                  <a:pt x="475" y="2186"/>
                  <a:pt x="476" y="2186"/>
                  <a:pt x="475" y="2185"/>
                </a:cubicBezTo>
                <a:cubicBezTo>
                  <a:pt x="474" y="2184"/>
                  <a:pt x="474" y="2183"/>
                  <a:pt x="473" y="2183"/>
                </a:cubicBezTo>
                <a:cubicBezTo>
                  <a:pt x="472" y="2182"/>
                  <a:pt x="471" y="2183"/>
                  <a:pt x="470" y="2183"/>
                </a:cubicBezTo>
                <a:cubicBezTo>
                  <a:pt x="470" y="2183"/>
                  <a:pt x="469" y="2182"/>
                  <a:pt x="468" y="2183"/>
                </a:cubicBezTo>
                <a:cubicBezTo>
                  <a:pt x="467" y="2183"/>
                  <a:pt x="466" y="2185"/>
                  <a:pt x="466" y="2185"/>
                </a:cubicBezTo>
                <a:cubicBezTo>
                  <a:pt x="466" y="2186"/>
                  <a:pt x="466" y="2186"/>
                  <a:pt x="465" y="2187"/>
                </a:cubicBezTo>
                <a:cubicBezTo>
                  <a:pt x="465" y="2212"/>
                  <a:pt x="455" y="2233"/>
                  <a:pt x="453" y="2257"/>
                </a:cubicBezTo>
                <a:cubicBezTo>
                  <a:pt x="451" y="2272"/>
                  <a:pt x="450" y="2287"/>
                  <a:pt x="450" y="2302"/>
                </a:cubicBezTo>
                <a:cubicBezTo>
                  <a:pt x="450" y="2316"/>
                  <a:pt x="451" y="2331"/>
                  <a:pt x="453" y="2346"/>
                </a:cubicBezTo>
                <a:cubicBezTo>
                  <a:pt x="445" y="2348"/>
                  <a:pt x="437" y="2351"/>
                  <a:pt x="429" y="2353"/>
                </a:cubicBezTo>
                <a:cubicBezTo>
                  <a:pt x="428" y="2340"/>
                  <a:pt x="425" y="2328"/>
                  <a:pt x="424" y="2314"/>
                </a:cubicBezTo>
                <a:cubicBezTo>
                  <a:pt x="424" y="2313"/>
                  <a:pt x="424" y="2313"/>
                  <a:pt x="424" y="2312"/>
                </a:cubicBezTo>
                <a:cubicBezTo>
                  <a:pt x="423" y="2311"/>
                  <a:pt x="423" y="2310"/>
                  <a:pt x="422" y="2310"/>
                </a:cubicBezTo>
                <a:cubicBezTo>
                  <a:pt x="421" y="2309"/>
                  <a:pt x="420" y="2310"/>
                  <a:pt x="419" y="2310"/>
                </a:cubicBezTo>
                <a:cubicBezTo>
                  <a:pt x="418" y="2310"/>
                  <a:pt x="418" y="2309"/>
                  <a:pt x="417" y="2310"/>
                </a:cubicBezTo>
                <a:cubicBezTo>
                  <a:pt x="416" y="2310"/>
                  <a:pt x="415" y="2311"/>
                  <a:pt x="415" y="2312"/>
                </a:cubicBezTo>
                <a:cubicBezTo>
                  <a:pt x="415" y="2313"/>
                  <a:pt x="414" y="2313"/>
                  <a:pt x="414" y="2314"/>
                </a:cubicBezTo>
                <a:cubicBezTo>
                  <a:pt x="415" y="2322"/>
                  <a:pt x="415" y="2330"/>
                  <a:pt x="417" y="2338"/>
                </a:cubicBezTo>
                <a:cubicBezTo>
                  <a:pt x="417" y="2341"/>
                  <a:pt x="417" y="2344"/>
                  <a:pt x="417" y="2347"/>
                </a:cubicBezTo>
                <a:cubicBezTo>
                  <a:pt x="417" y="2350"/>
                  <a:pt x="417" y="2353"/>
                  <a:pt x="417" y="2356"/>
                </a:cubicBezTo>
                <a:cubicBezTo>
                  <a:pt x="408" y="2359"/>
                  <a:pt x="399" y="2362"/>
                  <a:pt x="390" y="2366"/>
                </a:cubicBezTo>
                <a:cubicBezTo>
                  <a:pt x="390" y="2358"/>
                  <a:pt x="390" y="2349"/>
                  <a:pt x="390" y="2341"/>
                </a:cubicBezTo>
                <a:cubicBezTo>
                  <a:pt x="390" y="2303"/>
                  <a:pt x="388" y="2264"/>
                  <a:pt x="385" y="2226"/>
                </a:cubicBezTo>
                <a:cubicBezTo>
                  <a:pt x="385" y="2222"/>
                  <a:pt x="378" y="2222"/>
                  <a:pt x="378" y="2226"/>
                </a:cubicBezTo>
                <a:cubicBezTo>
                  <a:pt x="374" y="2262"/>
                  <a:pt x="373" y="2298"/>
                  <a:pt x="373" y="2333"/>
                </a:cubicBezTo>
                <a:cubicBezTo>
                  <a:pt x="373" y="2346"/>
                  <a:pt x="373" y="2360"/>
                  <a:pt x="373" y="2373"/>
                </a:cubicBezTo>
                <a:lnTo>
                  <a:pt x="363" y="2377"/>
                </a:lnTo>
                <a:cubicBezTo>
                  <a:pt x="357" y="2380"/>
                  <a:pt x="350" y="2383"/>
                  <a:pt x="344" y="2387"/>
                </a:cubicBezTo>
                <a:cubicBezTo>
                  <a:pt x="344" y="2385"/>
                  <a:pt x="344" y="2382"/>
                  <a:pt x="343" y="2380"/>
                </a:cubicBezTo>
                <a:cubicBezTo>
                  <a:pt x="340" y="2365"/>
                  <a:pt x="339" y="2350"/>
                  <a:pt x="339" y="2334"/>
                </a:cubicBezTo>
                <a:cubicBezTo>
                  <a:pt x="339" y="2333"/>
                  <a:pt x="339" y="2332"/>
                  <a:pt x="339" y="2331"/>
                </a:cubicBezTo>
                <a:cubicBezTo>
                  <a:pt x="339" y="2330"/>
                  <a:pt x="339" y="2330"/>
                  <a:pt x="339" y="2329"/>
                </a:cubicBezTo>
                <a:lnTo>
                  <a:pt x="338" y="2328"/>
                </a:lnTo>
                <a:cubicBezTo>
                  <a:pt x="337" y="2328"/>
                  <a:pt x="337" y="2328"/>
                  <a:pt x="336" y="2328"/>
                </a:cubicBezTo>
                <a:lnTo>
                  <a:pt x="335" y="2328"/>
                </a:lnTo>
                <a:lnTo>
                  <a:pt x="334" y="2329"/>
                </a:lnTo>
                <a:cubicBezTo>
                  <a:pt x="334" y="2330"/>
                  <a:pt x="333" y="2330"/>
                  <a:pt x="333" y="2331"/>
                </a:cubicBezTo>
                <a:cubicBezTo>
                  <a:pt x="333" y="2350"/>
                  <a:pt x="333" y="2371"/>
                  <a:pt x="334" y="2392"/>
                </a:cubicBezTo>
                <a:cubicBezTo>
                  <a:pt x="323" y="2398"/>
                  <a:pt x="312" y="2406"/>
                  <a:pt x="301" y="2414"/>
                </a:cubicBezTo>
                <a:cubicBezTo>
                  <a:pt x="301" y="2376"/>
                  <a:pt x="299" y="2337"/>
                  <a:pt x="298" y="2300"/>
                </a:cubicBezTo>
                <a:cubicBezTo>
                  <a:pt x="298" y="2295"/>
                  <a:pt x="291" y="2296"/>
                  <a:pt x="291" y="2300"/>
                </a:cubicBezTo>
                <a:cubicBezTo>
                  <a:pt x="291" y="2341"/>
                  <a:pt x="289" y="2382"/>
                  <a:pt x="288" y="2423"/>
                </a:cubicBezTo>
                <a:cubicBezTo>
                  <a:pt x="281" y="2428"/>
                  <a:pt x="275" y="2434"/>
                  <a:pt x="269" y="2440"/>
                </a:cubicBezTo>
                <a:cubicBezTo>
                  <a:pt x="269" y="2440"/>
                  <a:pt x="269" y="2439"/>
                  <a:pt x="269" y="2438"/>
                </a:cubicBezTo>
                <a:cubicBezTo>
                  <a:pt x="269" y="2421"/>
                  <a:pt x="266" y="2405"/>
                  <a:pt x="266" y="2389"/>
                </a:cubicBezTo>
                <a:cubicBezTo>
                  <a:pt x="266" y="2388"/>
                  <a:pt x="266" y="2388"/>
                  <a:pt x="265" y="2387"/>
                </a:cubicBezTo>
                <a:cubicBezTo>
                  <a:pt x="264" y="2386"/>
                  <a:pt x="264" y="2386"/>
                  <a:pt x="263" y="2385"/>
                </a:cubicBezTo>
                <a:cubicBezTo>
                  <a:pt x="262" y="2384"/>
                  <a:pt x="262" y="2384"/>
                  <a:pt x="261" y="2384"/>
                </a:cubicBezTo>
                <a:cubicBezTo>
                  <a:pt x="260" y="2384"/>
                  <a:pt x="259" y="2384"/>
                  <a:pt x="258" y="2385"/>
                </a:cubicBezTo>
                <a:cubicBezTo>
                  <a:pt x="258" y="2385"/>
                  <a:pt x="258" y="2386"/>
                  <a:pt x="257" y="2387"/>
                </a:cubicBezTo>
                <a:cubicBezTo>
                  <a:pt x="256" y="2388"/>
                  <a:pt x="256" y="2388"/>
                  <a:pt x="256" y="2389"/>
                </a:cubicBezTo>
                <a:cubicBezTo>
                  <a:pt x="256" y="2405"/>
                  <a:pt x="253" y="2420"/>
                  <a:pt x="253" y="2436"/>
                </a:cubicBezTo>
                <a:cubicBezTo>
                  <a:pt x="253" y="2439"/>
                  <a:pt x="253" y="2443"/>
                  <a:pt x="253" y="2446"/>
                </a:cubicBezTo>
                <a:cubicBezTo>
                  <a:pt x="253" y="2449"/>
                  <a:pt x="253" y="2453"/>
                  <a:pt x="253" y="2456"/>
                </a:cubicBezTo>
                <a:cubicBezTo>
                  <a:pt x="247" y="2463"/>
                  <a:pt x="241" y="2470"/>
                  <a:pt x="235" y="2477"/>
                </a:cubicBezTo>
                <a:cubicBezTo>
                  <a:pt x="235" y="2459"/>
                  <a:pt x="235" y="2440"/>
                  <a:pt x="234" y="2422"/>
                </a:cubicBezTo>
                <a:cubicBezTo>
                  <a:pt x="234" y="2394"/>
                  <a:pt x="228" y="2367"/>
                  <a:pt x="227" y="2339"/>
                </a:cubicBezTo>
                <a:cubicBezTo>
                  <a:pt x="227" y="2335"/>
                  <a:pt x="219" y="2335"/>
                  <a:pt x="219" y="2339"/>
                </a:cubicBezTo>
                <a:cubicBezTo>
                  <a:pt x="216" y="2393"/>
                  <a:pt x="220" y="2448"/>
                  <a:pt x="217" y="2502"/>
                </a:cubicBezTo>
                <a:lnTo>
                  <a:pt x="217" y="2503"/>
                </a:lnTo>
                <a:cubicBezTo>
                  <a:pt x="211" y="2513"/>
                  <a:pt x="205" y="2524"/>
                  <a:pt x="199" y="2535"/>
                </a:cubicBezTo>
                <a:cubicBezTo>
                  <a:pt x="197" y="2503"/>
                  <a:pt x="193" y="2472"/>
                  <a:pt x="192" y="2440"/>
                </a:cubicBezTo>
                <a:cubicBezTo>
                  <a:pt x="192" y="2435"/>
                  <a:pt x="185" y="2436"/>
                  <a:pt x="185" y="2440"/>
                </a:cubicBezTo>
                <a:cubicBezTo>
                  <a:pt x="183" y="2456"/>
                  <a:pt x="182" y="2472"/>
                  <a:pt x="182" y="2488"/>
                </a:cubicBezTo>
                <a:cubicBezTo>
                  <a:pt x="182" y="2493"/>
                  <a:pt x="182" y="2497"/>
                  <a:pt x="182" y="2502"/>
                </a:cubicBezTo>
                <a:cubicBezTo>
                  <a:pt x="183" y="2518"/>
                  <a:pt x="184" y="2534"/>
                  <a:pt x="184" y="2551"/>
                </a:cubicBezTo>
                <a:cubicBezTo>
                  <a:pt x="184" y="2557"/>
                  <a:pt x="184" y="2564"/>
                  <a:pt x="184" y="2571"/>
                </a:cubicBezTo>
                <a:cubicBezTo>
                  <a:pt x="176" y="2594"/>
                  <a:pt x="171" y="2617"/>
                  <a:pt x="169" y="2642"/>
                </a:cubicBezTo>
                <a:cubicBezTo>
                  <a:pt x="169" y="2635"/>
                  <a:pt x="167" y="2629"/>
                  <a:pt x="166" y="2622"/>
                </a:cubicBezTo>
                <a:cubicBezTo>
                  <a:pt x="157" y="2561"/>
                  <a:pt x="155" y="2501"/>
                  <a:pt x="151" y="2439"/>
                </a:cubicBezTo>
                <a:cubicBezTo>
                  <a:pt x="151" y="2435"/>
                  <a:pt x="144" y="2435"/>
                  <a:pt x="144" y="2439"/>
                </a:cubicBezTo>
                <a:cubicBezTo>
                  <a:pt x="141" y="2478"/>
                  <a:pt x="139" y="2517"/>
                  <a:pt x="139" y="2556"/>
                </a:cubicBezTo>
                <a:cubicBezTo>
                  <a:pt x="139" y="2603"/>
                  <a:pt x="142" y="2650"/>
                  <a:pt x="146" y="2697"/>
                </a:cubicBezTo>
                <a:cubicBezTo>
                  <a:pt x="119" y="2650"/>
                  <a:pt x="101" y="2598"/>
                  <a:pt x="91" y="2545"/>
                </a:cubicBezTo>
                <a:moveTo>
                  <a:pt x="716" y="3102"/>
                </a:moveTo>
                <a:cubicBezTo>
                  <a:pt x="716" y="3118"/>
                  <a:pt x="726" y="3166"/>
                  <a:pt x="698" y="3173"/>
                </a:cubicBezTo>
                <a:cubicBezTo>
                  <a:pt x="698" y="3171"/>
                  <a:pt x="698" y="3168"/>
                  <a:pt x="698" y="3166"/>
                </a:cubicBezTo>
                <a:cubicBezTo>
                  <a:pt x="700" y="3155"/>
                  <a:pt x="702" y="3145"/>
                  <a:pt x="705" y="3134"/>
                </a:cubicBezTo>
                <a:cubicBezTo>
                  <a:pt x="708" y="3123"/>
                  <a:pt x="710" y="3112"/>
                  <a:pt x="710" y="3101"/>
                </a:cubicBezTo>
                <a:cubicBezTo>
                  <a:pt x="710" y="3096"/>
                  <a:pt x="710" y="3092"/>
                  <a:pt x="709" y="3087"/>
                </a:cubicBezTo>
                <a:lnTo>
                  <a:pt x="709" y="3086"/>
                </a:lnTo>
                <a:cubicBezTo>
                  <a:pt x="708" y="3085"/>
                  <a:pt x="708" y="3084"/>
                  <a:pt x="707" y="3084"/>
                </a:cubicBezTo>
                <a:cubicBezTo>
                  <a:pt x="706" y="3083"/>
                  <a:pt x="705" y="3084"/>
                  <a:pt x="704" y="3084"/>
                </a:cubicBezTo>
                <a:cubicBezTo>
                  <a:pt x="704" y="3084"/>
                  <a:pt x="703" y="3083"/>
                  <a:pt x="702" y="3084"/>
                </a:cubicBezTo>
                <a:cubicBezTo>
                  <a:pt x="701" y="3084"/>
                  <a:pt x="701" y="3085"/>
                  <a:pt x="700" y="3086"/>
                </a:cubicBezTo>
                <a:lnTo>
                  <a:pt x="700" y="3087"/>
                </a:lnTo>
                <a:cubicBezTo>
                  <a:pt x="697" y="3096"/>
                  <a:pt x="688" y="3103"/>
                  <a:pt x="686" y="3113"/>
                </a:cubicBezTo>
                <a:cubicBezTo>
                  <a:pt x="684" y="3123"/>
                  <a:pt x="683" y="3133"/>
                  <a:pt x="681" y="3142"/>
                </a:cubicBezTo>
                <a:cubicBezTo>
                  <a:pt x="678" y="3152"/>
                  <a:pt x="677" y="3162"/>
                  <a:pt x="676" y="3172"/>
                </a:cubicBezTo>
                <a:cubicBezTo>
                  <a:pt x="673" y="3172"/>
                  <a:pt x="670" y="3170"/>
                  <a:pt x="666" y="3169"/>
                </a:cubicBezTo>
                <a:cubicBezTo>
                  <a:pt x="663" y="3168"/>
                  <a:pt x="666" y="3169"/>
                  <a:pt x="666" y="3168"/>
                </a:cubicBezTo>
                <a:cubicBezTo>
                  <a:pt x="667" y="3135"/>
                  <a:pt x="671" y="3102"/>
                  <a:pt x="678" y="3069"/>
                </a:cubicBezTo>
                <a:cubicBezTo>
                  <a:pt x="680" y="3061"/>
                  <a:pt x="683" y="3053"/>
                  <a:pt x="687" y="3046"/>
                </a:cubicBezTo>
                <a:cubicBezTo>
                  <a:pt x="688" y="3047"/>
                  <a:pt x="689" y="3049"/>
                  <a:pt x="690" y="3050"/>
                </a:cubicBezTo>
                <a:cubicBezTo>
                  <a:pt x="691" y="3052"/>
                  <a:pt x="692" y="3055"/>
                  <a:pt x="693" y="3057"/>
                </a:cubicBezTo>
                <a:cubicBezTo>
                  <a:pt x="696" y="3061"/>
                  <a:pt x="698" y="3065"/>
                  <a:pt x="701" y="3070"/>
                </a:cubicBezTo>
                <a:cubicBezTo>
                  <a:pt x="706" y="3080"/>
                  <a:pt x="712" y="3091"/>
                  <a:pt x="716" y="3102"/>
                </a:cubicBezTo>
                <a:moveTo>
                  <a:pt x="665" y="3085"/>
                </a:moveTo>
                <a:cubicBezTo>
                  <a:pt x="657" y="3110"/>
                  <a:pt x="653" y="3136"/>
                  <a:pt x="652" y="3162"/>
                </a:cubicBezTo>
                <a:cubicBezTo>
                  <a:pt x="643" y="3156"/>
                  <a:pt x="635" y="3148"/>
                  <a:pt x="627" y="3140"/>
                </a:cubicBezTo>
                <a:cubicBezTo>
                  <a:pt x="628" y="3123"/>
                  <a:pt x="632" y="3106"/>
                  <a:pt x="637" y="3089"/>
                </a:cubicBezTo>
                <a:cubicBezTo>
                  <a:pt x="639" y="3083"/>
                  <a:pt x="641" y="3076"/>
                  <a:pt x="644" y="3070"/>
                </a:cubicBezTo>
                <a:cubicBezTo>
                  <a:pt x="655" y="3062"/>
                  <a:pt x="665" y="3054"/>
                  <a:pt x="674" y="3046"/>
                </a:cubicBezTo>
                <a:cubicBezTo>
                  <a:pt x="676" y="3045"/>
                  <a:pt x="678" y="3043"/>
                  <a:pt x="679" y="3041"/>
                </a:cubicBezTo>
                <a:cubicBezTo>
                  <a:pt x="680" y="3040"/>
                  <a:pt x="680" y="3037"/>
                  <a:pt x="681" y="3035"/>
                </a:cubicBezTo>
                <a:lnTo>
                  <a:pt x="683" y="3039"/>
                </a:lnTo>
                <a:cubicBezTo>
                  <a:pt x="679" y="3054"/>
                  <a:pt x="669" y="3071"/>
                  <a:pt x="665" y="3085"/>
                </a:cubicBezTo>
                <a:moveTo>
                  <a:pt x="653" y="2294"/>
                </a:moveTo>
                <a:cubicBezTo>
                  <a:pt x="654" y="2294"/>
                  <a:pt x="655" y="2293"/>
                  <a:pt x="656" y="2293"/>
                </a:cubicBezTo>
                <a:cubicBezTo>
                  <a:pt x="667" y="2286"/>
                  <a:pt x="678" y="2281"/>
                  <a:pt x="690" y="2277"/>
                </a:cubicBezTo>
                <a:cubicBezTo>
                  <a:pt x="687" y="2293"/>
                  <a:pt x="685" y="2308"/>
                  <a:pt x="683" y="2323"/>
                </a:cubicBezTo>
                <a:cubicBezTo>
                  <a:pt x="657" y="2323"/>
                  <a:pt x="632" y="2323"/>
                  <a:pt x="607" y="2324"/>
                </a:cubicBezTo>
                <a:cubicBezTo>
                  <a:pt x="612" y="2321"/>
                  <a:pt x="618" y="2317"/>
                  <a:pt x="620" y="2315"/>
                </a:cubicBezTo>
                <a:cubicBezTo>
                  <a:pt x="628" y="2308"/>
                  <a:pt x="644" y="2301"/>
                  <a:pt x="653" y="2294"/>
                </a:cubicBezTo>
                <a:moveTo>
                  <a:pt x="664" y="2654"/>
                </a:moveTo>
                <a:cubicBezTo>
                  <a:pt x="664" y="2657"/>
                  <a:pt x="662" y="2660"/>
                  <a:pt x="662" y="2662"/>
                </a:cubicBezTo>
                <a:lnTo>
                  <a:pt x="660" y="2662"/>
                </a:lnTo>
                <a:lnTo>
                  <a:pt x="664" y="2654"/>
                </a:lnTo>
                <a:moveTo>
                  <a:pt x="587" y="2509"/>
                </a:moveTo>
                <a:cubicBezTo>
                  <a:pt x="596" y="2506"/>
                  <a:pt x="605" y="2504"/>
                  <a:pt x="614" y="2504"/>
                </a:cubicBezTo>
                <a:cubicBezTo>
                  <a:pt x="623" y="2505"/>
                  <a:pt x="632" y="2508"/>
                  <a:pt x="640" y="2513"/>
                </a:cubicBezTo>
                <a:cubicBezTo>
                  <a:pt x="652" y="2520"/>
                  <a:pt x="662" y="2530"/>
                  <a:pt x="669" y="2542"/>
                </a:cubicBezTo>
                <a:cubicBezTo>
                  <a:pt x="675" y="2552"/>
                  <a:pt x="678" y="2564"/>
                  <a:pt x="679" y="2576"/>
                </a:cubicBezTo>
                <a:cubicBezTo>
                  <a:pt x="680" y="2581"/>
                  <a:pt x="680" y="2586"/>
                  <a:pt x="680" y="2591"/>
                </a:cubicBezTo>
                <a:cubicBezTo>
                  <a:pt x="680" y="2596"/>
                  <a:pt x="680" y="2601"/>
                  <a:pt x="679" y="2606"/>
                </a:cubicBezTo>
                <a:cubicBezTo>
                  <a:pt x="645" y="2673"/>
                  <a:pt x="589" y="2726"/>
                  <a:pt x="583" y="2809"/>
                </a:cubicBezTo>
                <a:cubicBezTo>
                  <a:pt x="580" y="2846"/>
                  <a:pt x="569" y="2899"/>
                  <a:pt x="582" y="2936"/>
                </a:cubicBezTo>
                <a:cubicBezTo>
                  <a:pt x="585" y="2944"/>
                  <a:pt x="589" y="2952"/>
                  <a:pt x="594" y="2959"/>
                </a:cubicBezTo>
                <a:cubicBezTo>
                  <a:pt x="607" y="2981"/>
                  <a:pt x="623" y="3002"/>
                  <a:pt x="641" y="3021"/>
                </a:cubicBezTo>
                <a:cubicBezTo>
                  <a:pt x="614" y="3038"/>
                  <a:pt x="592" y="3054"/>
                  <a:pt x="556" y="3045"/>
                </a:cubicBezTo>
                <a:cubicBezTo>
                  <a:pt x="540" y="3041"/>
                  <a:pt x="524" y="3036"/>
                  <a:pt x="509" y="3030"/>
                </a:cubicBezTo>
                <a:cubicBezTo>
                  <a:pt x="494" y="3015"/>
                  <a:pt x="481" y="2998"/>
                  <a:pt x="470" y="2979"/>
                </a:cubicBezTo>
                <a:cubicBezTo>
                  <a:pt x="464" y="2968"/>
                  <a:pt x="458" y="2957"/>
                  <a:pt x="454" y="2945"/>
                </a:cubicBezTo>
                <a:cubicBezTo>
                  <a:pt x="436" y="2895"/>
                  <a:pt x="452" y="2827"/>
                  <a:pt x="469" y="2779"/>
                </a:cubicBezTo>
                <a:cubicBezTo>
                  <a:pt x="501" y="2686"/>
                  <a:pt x="532" y="2592"/>
                  <a:pt x="587" y="2509"/>
                </a:cubicBezTo>
                <a:moveTo>
                  <a:pt x="603" y="2841"/>
                </a:moveTo>
                <a:cubicBezTo>
                  <a:pt x="603" y="2842"/>
                  <a:pt x="604" y="2843"/>
                  <a:pt x="604" y="2844"/>
                </a:cubicBezTo>
                <a:cubicBezTo>
                  <a:pt x="605" y="2844"/>
                  <a:pt x="605" y="2845"/>
                  <a:pt x="606" y="2846"/>
                </a:cubicBezTo>
                <a:lnTo>
                  <a:pt x="602" y="2846"/>
                </a:lnTo>
                <a:lnTo>
                  <a:pt x="603" y="2841"/>
                </a:lnTo>
                <a:moveTo>
                  <a:pt x="172" y="2746"/>
                </a:moveTo>
                <a:cubicBezTo>
                  <a:pt x="173" y="2751"/>
                  <a:pt x="174" y="2755"/>
                  <a:pt x="176" y="2760"/>
                </a:cubicBezTo>
                <a:lnTo>
                  <a:pt x="169" y="2748"/>
                </a:lnTo>
                <a:lnTo>
                  <a:pt x="170" y="2748"/>
                </a:lnTo>
                <a:cubicBezTo>
                  <a:pt x="170" y="2748"/>
                  <a:pt x="171" y="2747"/>
                  <a:pt x="172" y="2746"/>
                </a:cubicBezTo>
                <a:moveTo>
                  <a:pt x="2114" y="1864"/>
                </a:moveTo>
                <a:cubicBezTo>
                  <a:pt x="2114" y="1851"/>
                  <a:pt x="2112" y="1839"/>
                  <a:pt x="2108" y="1827"/>
                </a:cubicBezTo>
                <a:cubicBezTo>
                  <a:pt x="2108" y="1826"/>
                  <a:pt x="2108" y="1827"/>
                  <a:pt x="2107" y="1826"/>
                </a:cubicBezTo>
                <a:cubicBezTo>
                  <a:pt x="2106" y="1825"/>
                  <a:pt x="2106" y="1824"/>
                  <a:pt x="2106" y="1824"/>
                </a:cubicBezTo>
                <a:cubicBezTo>
                  <a:pt x="2105" y="1823"/>
                  <a:pt x="2104" y="1823"/>
                  <a:pt x="2104" y="1823"/>
                </a:cubicBezTo>
                <a:cubicBezTo>
                  <a:pt x="2103" y="1823"/>
                  <a:pt x="2102" y="1823"/>
                  <a:pt x="2101" y="1824"/>
                </a:cubicBezTo>
                <a:cubicBezTo>
                  <a:pt x="2101" y="1824"/>
                  <a:pt x="2101" y="1825"/>
                  <a:pt x="2100" y="1826"/>
                </a:cubicBezTo>
                <a:cubicBezTo>
                  <a:pt x="2099" y="1827"/>
                  <a:pt x="2099" y="1826"/>
                  <a:pt x="2099" y="1827"/>
                </a:cubicBezTo>
                <a:cubicBezTo>
                  <a:pt x="2095" y="1841"/>
                  <a:pt x="2093" y="1855"/>
                  <a:pt x="2093" y="1870"/>
                </a:cubicBezTo>
                <a:cubicBezTo>
                  <a:pt x="2092" y="1872"/>
                  <a:pt x="2092" y="1874"/>
                  <a:pt x="2092" y="1876"/>
                </a:cubicBezTo>
                <a:cubicBezTo>
                  <a:pt x="2092" y="1882"/>
                  <a:pt x="2093" y="1888"/>
                  <a:pt x="2094" y="1893"/>
                </a:cubicBezTo>
                <a:cubicBezTo>
                  <a:pt x="2090" y="1899"/>
                  <a:pt x="2087" y="1906"/>
                  <a:pt x="2083" y="1912"/>
                </a:cubicBezTo>
                <a:cubicBezTo>
                  <a:pt x="2069" y="1936"/>
                  <a:pt x="2057" y="1962"/>
                  <a:pt x="2048" y="1989"/>
                </a:cubicBezTo>
                <a:cubicBezTo>
                  <a:pt x="2051" y="1947"/>
                  <a:pt x="2053" y="1905"/>
                  <a:pt x="2052" y="1863"/>
                </a:cubicBezTo>
                <a:cubicBezTo>
                  <a:pt x="2052" y="1858"/>
                  <a:pt x="2044" y="1857"/>
                  <a:pt x="2044" y="1863"/>
                </a:cubicBezTo>
                <a:cubicBezTo>
                  <a:pt x="2041" y="1906"/>
                  <a:pt x="2035" y="1949"/>
                  <a:pt x="2023" y="1991"/>
                </a:cubicBezTo>
                <a:cubicBezTo>
                  <a:pt x="2015" y="2028"/>
                  <a:pt x="2011" y="2066"/>
                  <a:pt x="2011" y="2104"/>
                </a:cubicBezTo>
                <a:cubicBezTo>
                  <a:pt x="2011" y="2112"/>
                  <a:pt x="2011" y="2121"/>
                  <a:pt x="2012" y="2129"/>
                </a:cubicBezTo>
                <a:cubicBezTo>
                  <a:pt x="2012" y="2130"/>
                  <a:pt x="2012" y="2130"/>
                  <a:pt x="2012" y="2131"/>
                </a:cubicBezTo>
                <a:cubicBezTo>
                  <a:pt x="2012" y="2132"/>
                  <a:pt x="2012" y="2132"/>
                  <a:pt x="2012" y="2133"/>
                </a:cubicBezTo>
                <a:lnTo>
                  <a:pt x="1997" y="2134"/>
                </a:lnTo>
                <a:cubicBezTo>
                  <a:pt x="1998" y="2133"/>
                  <a:pt x="1999" y="2132"/>
                  <a:pt x="2000" y="2131"/>
                </a:cubicBezTo>
                <a:lnTo>
                  <a:pt x="2001" y="2130"/>
                </a:lnTo>
                <a:cubicBezTo>
                  <a:pt x="2001" y="2129"/>
                  <a:pt x="2001" y="2129"/>
                  <a:pt x="2002" y="2128"/>
                </a:cubicBezTo>
                <a:cubicBezTo>
                  <a:pt x="2010" y="2103"/>
                  <a:pt x="1995" y="2079"/>
                  <a:pt x="1994" y="2053"/>
                </a:cubicBezTo>
                <a:cubicBezTo>
                  <a:pt x="1992" y="2042"/>
                  <a:pt x="1989" y="2031"/>
                  <a:pt x="1985" y="2020"/>
                </a:cubicBezTo>
                <a:cubicBezTo>
                  <a:pt x="1982" y="2003"/>
                  <a:pt x="1982" y="1986"/>
                  <a:pt x="1979" y="1970"/>
                </a:cubicBezTo>
                <a:cubicBezTo>
                  <a:pt x="1979" y="1965"/>
                  <a:pt x="1971" y="1965"/>
                  <a:pt x="1972" y="1970"/>
                </a:cubicBezTo>
                <a:cubicBezTo>
                  <a:pt x="1976" y="1993"/>
                  <a:pt x="1978" y="2016"/>
                  <a:pt x="1978" y="2039"/>
                </a:cubicBezTo>
                <a:cubicBezTo>
                  <a:pt x="1978" y="2046"/>
                  <a:pt x="1978" y="2053"/>
                  <a:pt x="1977" y="2061"/>
                </a:cubicBezTo>
                <a:cubicBezTo>
                  <a:pt x="1976" y="2072"/>
                  <a:pt x="1979" y="2085"/>
                  <a:pt x="1977" y="2097"/>
                </a:cubicBezTo>
                <a:cubicBezTo>
                  <a:pt x="1977" y="2100"/>
                  <a:pt x="1977" y="2102"/>
                  <a:pt x="1977" y="2104"/>
                </a:cubicBezTo>
                <a:cubicBezTo>
                  <a:pt x="1977" y="2109"/>
                  <a:pt x="1978" y="2114"/>
                  <a:pt x="1979" y="2118"/>
                </a:cubicBezTo>
                <a:cubicBezTo>
                  <a:pt x="1978" y="2119"/>
                  <a:pt x="1978" y="2120"/>
                  <a:pt x="1978" y="2120"/>
                </a:cubicBezTo>
                <a:cubicBezTo>
                  <a:pt x="1975" y="2125"/>
                  <a:pt x="1974" y="2130"/>
                  <a:pt x="1974" y="2136"/>
                </a:cubicBezTo>
                <a:cubicBezTo>
                  <a:pt x="1974" y="2136"/>
                  <a:pt x="1974" y="2137"/>
                  <a:pt x="1974" y="2138"/>
                </a:cubicBezTo>
                <a:cubicBezTo>
                  <a:pt x="1964" y="2140"/>
                  <a:pt x="1954" y="2143"/>
                  <a:pt x="1945" y="2146"/>
                </a:cubicBezTo>
                <a:cubicBezTo>
                  <a:pt x="1937" y="2076"/>
                  <a:pt x="1936" y="2006"/>
                  <a:pt x="1934" y="1935"/>
                </a:cubicBezTo>
                <a:cubicBezTo>
                  <a:pt x="1934" y="1935"/>
                  <a:pt x="1935" y="1935"/>
                  <a:pt x="1934" y="1934"/>
                </a:cubicBezTo>
                <a:cubicBezTo>
                  <a:pt x="1933" y="1933"/>
                  <a:pt x="1933" y="1934"/>
                  <a:pt x="1932" y="1933"/>
                </a:cubicBezTo>
                <a:lnTo>
                  <a:pt x="1931" y="1933"/>
                </a:lnTo>
                <a:cubicBezTo>
                  <a:pt x="1930" y="1933"/>
                  <a:pt x="1930" y="1932"/>
                  <a:pt x="1929" y="1933"/>
                </a:cubicBezTo>
                <a:cubicBezTo>
                  <a:pt x="1928" y="1934"/>
                  <a:pt x="1928" y="1934"/>
                  <a:pt x="1928" y="1934"/>
                </a:cubicBezTo>
                <a:cubicBezTo>
                  <a:pt x="1928" y="1935"/>
                  <a:pt x="1928" y="1935"/>
                  <a:pt x="1928" y="1935"/>
                </a:cubicBezTo>
                <a:cubicBezTo>
                  <a:pt x="1926" y="2005"/>
                  <a:pt x="1924" y="2074"/>
                  <a:pt x="1917" y="2143"/>
                </a:cubicBezTo>
                <a:cubicBezTo>
                  <a:pt x="1917" y="2144"/>
                  <a:pt x="1917" y="2145"/>
                  <a:pt x="1917" y="2145"/>
                </a:cubicBezTo>
                <a:cubicBezTo>
                  <a:pt x="1917" y="2148"/>
                  <a:pt x="1918" y="2150"/>
                  <a:pt x="1919" y="2152"/>
                </a:cubicBezTo>
                <a:cubicBezTo>
                  <a:pt x="1920" y="2153"/>
                  <a:pt x="1920" y="2154"/>
                  <a:pt x="1920" y="2154"/>
                </a:cubicBezTo>
                <a:cubicBezTo>
                  <a:pt x="1911" y="2158"/>
                  <a:pt x="1902" y="2161"/>
                  <a:pt x="1893" y="2165"/>
                </a:cubicBezTo>
                <a:cubicBezTo>
                  <a:pt x="1892" y="2149"/>
                  <a:pt x="1891" y="2132"/>
                  <a:pt x="1891" y="2116"/>
                </a:cubicBezTo>
                <a:cubicBezTo>
                  <a:pt x="1891" y="2100"/>
                  <a:pt x="1892" y="2083"/>
                  <a:pt x="1893" y="2067"/>
                </a:cubicBezTo>
                <a:cubicBezTo>
                  <a:pt x="1893" y="2030"/>
                  <a:pt x="1891" y="1992"/>
                  <a:pt x="1887" y="1955"/>
                </a:cubicBezTo>
                <a:cubicBezTo>
                  <a:pt x="1887" y="1950"/>
                  <a:pt x="1879" y="1951"/>
                  <a:pt x="1879" y="1956"/>
                </a:cubicBezTo>
                <a:cubicBezTo>
                  <a:pt x="1880" y="1977"/>
                  <a:pt x="1881" y="1999"/>
                  <a:pt x="1881" y="2020"/>
                </a:cubicBezTo>
                <a:cubicBezTo>
                  <a:pt x="1881" y="2041"/>
                  <a:pt x="1880" y="2062"/>
                  <a:pt x="1879" y="2083"/>
                </a:cubicBezTo>
                <a:cubicBezTo>
                  <a:pt x="1878" y="2098"/>
                  <a:pt x="1877" y="2113"/>
                  <a:pt x="1877" y="2128"/>
                </a:cubicBezTo>
                <a:cubicBezTo>
                  <a:pt x="1877" y="2142"/>
                  <a:pt x="1878" y="2157"/>
                  <a:pt x="1879" y="2172"/>
                </a:cubicBezTo>
                <a:lnTo>
                  <a:pt x="1859" y="2182"/>
                </a:lnTo>
                <a:cubicBezTo>
                  <a:pt x="1860" y="2160"/>
                  <a:pt x="1861" y="2138"/>
                  <a:pt x="1861" y="2116"/>
                </a:cubicBezTo>
                <a:cubicBezTo>
                  <a:pt x="1861" y="2063"/>
                  <a:pt x="1858" y="2011"/>
                  <a:pt x="1853" y="1959"/>
                </a:cubicBezTo>
                <a:cubicBezTo>
                  <a:pt x="1853" y="1958"/>
                  <a:pt x="1853" y="1959"/>
                  <a:pt x="1852" y="1958"/>
                </a:cubicBezTo>
                <a:cubicBezTo>
                  <a:pt x="1851" y="1957"/>
                  <a:pt x="1852" y="1957"/>
                  <a:pt x="1851" y="1956"/>
                </a:cubicBezTo>
                <a:cubicBezTo>
                  <a:pt x="1850" y="1955"/>
                  <a:pt x="1850" y="1956"/>
                  <a:pt x="1849" y="1956"/>
                </a:cubicBezTo>
                <a:cubicBezTo>
                  <a:pt x="1848" y="1956"/>
                  <a:pt x="1848" y="1955"/>
                  <a:pt x="1847" y="1956"/>
                </a:cubicBezTo>
                <a:cubicBezTo>
                  <a:pt x="1846" y="1956"/>
                  <a:pt x="1847" y="1957"/>
                  <a:pt x="1846" y="1958"/>
                </a:cubicBezTo>
                <a:cubicBezTo>
                  <a:pt x="1845" y="1959"/>
                  <a:pt x="1845" y="1958"/>
                  <a:pt x="1845" y="1959"/>
                </a:cubicBezTo>
                <a:cubicBezTo>
                  <a:pt x="1851" y="2033"/>
                  <a:pt x="1843" y="2108"/>
                  <a:pt x="1845" y="2183"/>
                </a:cubicBezTo>
                <a:cubicBezTo>
                  <a:pt x="1845" y="2184"/>
                  <a:pt x="1845" y="2185"/>
                  <a:pt x="1846" y="2186"/>
                </a:cubicBezTo>
                <a:lnTo>
                  <a:pt x="1847" y="2187"/>
                </a:lnTo>
                <a:cubicBezTo>
                  <a:pt x="1835" y="2193"/>
                  <a:pt x="1823" y="2200"/>
                  <a:pt x="1811" y="2207"/>
                </a:cubicBezTo>
                <a:cubicBezTo>
                  <a:pt x="1803" y="2178"/>
                  <a:pt x="1811" y="2128"/>
                  <a:pt x="1811" y="2102"/>
                </a:cubicBezTo>
                <a:cubicBezTo>
                  <a:pt x="1811" y="2059"/>
                  <a:pt x="1802" y="2009"/>
                  <a:pt x="1811" y="1967"/>
                </a:cubicBezTo>
                <a:cubicBezTo>
                  <a:pt x="1812" y="1961"/>
                  <a:pt x="1804" y="1958"/>
                  <a:pt x="1802" y="1964"/>
                </a:cubicBezTo>
                <a:cubicBezTo>
                  <a:pt x="1790" y="2012"/>
                  <a:pt x="1796" y="2069"/>
                  <a:pt x="1796" y="2119"/>
                </a:cubicBezTo>
                <a:cubicBezTo>
                  <a:pt x="1796" y="2145"/>
                  <a:pt x="1786" y="2188"/>
                  <a:pt x="1796" y="2215"/>
                </a:cubicBezTo>
                <a:lnTo>
                  <a:pt x="1771" y="2229"/>
                </a:lnTo>
                <a:lnTo>
                  <a:pt x="1770" y="2229"/>
                </a:lnTo>
                <a:cubicBezTo>
                  <a:pt x="1770" y="2205"/>
                  <a:pt x="1769" y="2182"/>
                  <a:pt x="1766" y="2158"/>
                </a:cubicBezTo>
                <a:cubicBezTo>
                  <a:pt x="1766" y="2111"/>
                  <a:pt x="1763" y="2064"/>
                  <a:pt x="1762" y="2016"/>
                </a:cubicBezTo>
                <a:cubicBezTo>
                  <a:pt x="1762" y="2012"/>
                  <a:pt x="1754" y="2012"/>
                  <a:pt x="1754" y="2016"/>
                </a:cubicBezTo>
                <a:cubicBezTo>
                  <a:pt x="1753" y="2064"/>
                  <a:pt x="1750" y="2111"/>
                  <a:pt x="1749" y="2158"/>
                </a:cubicBezTo>
                <a:cubicBezTo>
                  <a:pt x="1749" y="2180"/>
                  <a:pt x="1740" y="2218"/>
                  <a:pt x="1752" y="2240"/>
                </a:cubicBezTo>
                <a:cubicBezTo>
                  <a:pt x="1742" y="2247"/>
                  <a:pt x="1732" y="2254"/>
                  <a:pt x="1724" y="2262"/>
                </a:cubicBezTo>
                <a:cubicBezTo>
                  <a:pt x="1725" y="2163"/>
                  <a:pt x="1732" y="2063"/>
                  <a:pt x="1727" y="1964"/>
                </a:cubicBezTo>
                <a:cubicBezTo>
                  <a:pt x="1727" y="1960"/>
                  <a:pt x="1719" y="1960"/>
                  <a:pt x="1719" y="1964"/>
                </a:cubicBezTo>
                <a:cubicBezTo>
                  <a:pt x="1719" y="2018"/>
                  <a:pt x="1706" y="2072"/>
                  <a:pt x="1704" y="2125"/>
                </a:cubicBezTo>
                <a:cubicBezTo>
                  <a:pt x="1702" y="2174"/>
                  <a:pt x="1702" y="2222"/>
                  <a:pt x="1702" y="2271"/>
                </a:cubicBezTo>
                <a:cubicBezTo>
                  <a:pt x="1698" y="2271"/>
                  <a:pt x="1693" y="2271"/>
                  <a:pt x="1689" y="2272"/>
                </a:cubicBezTo>
                <a:cubicBezTo>
                  <a:pt x="1689" y="2261"/>
                  <a:pt x="1688" y="2249"/>
                  <a:pt x="1687" y="2238"/>
                </a:cubicBezTo>
                <a:cubicBezTo>
                  <a:pt x="1685" y="2227"/>
                  <a:pt x="1687" y="2216"/>
                  <a:pt x="1686" y="2205"/>
                </a:cubicBezTo>
                <a:cubicBezTo>
                  <a:pt x="1685" y="2194"/>
                  <a:pt x="1682" y="2180"/>
                  <a:pt x="1688" y="2171"/>
                </a:cubicBezTo>
                <a:cubicBezTo>
                  <a:pt x="1691" y="2167"/>
                  <a:pt x="1685" y="2163"/>
                  <a:pt x="1682" y="2167"/>
                </a:cubicBezTo>
                <a:cubicBezTo>
                  <a:pt x="1681" y="2167"/>
                  <a:pt x="1681" y="2168"/>
                  <a:pt x="1680" y="2169"/>
                </a:cubicBezTo>
                <a:cubicBezTo>
                  <a:pt x="1677" y="2174"/>
                  <a:pt x="1677" y="2178"/>
                  <a:pt x="1677" y="2183"/>
                </a:cubicBezTo>
                <a:cubicBezTo>
                  <a:pt x="1677" y="2184"/>
                  <a:pt x="1677" y="2185"/>
                  <a:pt x="1677" y="2186"/>
                </a:cubicBezTo>
                <a:cubicBezTo>
                  <a:pt x="1677" y="2204"/>
                  <a:pt x="1677" y="2221"/>
                  <a:pt x="1676" y="2238"/>
                </a:cubicBezTo>
                <a:cubicBezTo>
                  <a:pt x="1673" y="2251"/>
                  <a:pt x="1672" y="2263"/>
                  <a:pt x="1672" y="2276"/>
                </a:cubicBezTo>
                <a:cubicBezTo>
                  <a:pt x="1662" y="2278"/>
                  <a:pt x="1652" y="2281"/>
                  <a:pt x="1642" y="2284"/>
                </a:cubicBezTo>
                <a:cubicBezTo>
                  <a:pt x="1644" y="2196"/>
                  <a:pt x="1639" y="2107"/>
                  <a:pt x="1637" y="2019"/>
                </a:cubicBezTo>
                <a:cubicBezTo>
                  <a:pt x="1637" y="2015"/>
                  <a:pt x="1629" y="2015"/>
                  <a:pt x="1629" y="2019"/>
                </a:cubicBezTo>
                <a:cubicBezTo>
                  <a:pt x="1627" y="2110"/>
                  <a:pt x="1623" y="2201"/>
                  <a:pt x="1617" y="2292"/>
                </a:cubicBezTo>
                <a:lnTo>
                  <a:pt x="1617" y="2293"/>
                </a:lnTo>
                <a:lnTo>
                  <a:pt x="1617" y="2294"/>
                </a:lnTo>
                <a:cubicBezTo>
                  <a:pt x="1609" y="2298"/>
                  <a:pt x="1602" y="2302"/>
                  <a:pt x="1594" y="2307"/>
                </a:cubicBezTo>
                <a:cubicBezTo>
                  <a:pt x="1596" y="2268"/>
                  <a:pt x="1590" y="2230"/>
                  <a:pt x="1588" y="2192"/>
                </a:cubicBezTo>
                <a:cubicBezTo>
                  <a:pt x="1588" y="2188"/>
                  <a:pt x="1580" y="2188"/>
                  <a:pt x="1580" y="2192"/>
                </a:cubicBezTo>
                <a:cubicBezTo>
                  <a:pt x="1576" y="2225"/>
                  <a:pt x="1574" y="2259"/>
                  <a:pt x="1574" y="2292"/>
                </a:cubicBezTo>
                <a:cubicBezTo>
                  <a:pt x="1574" y="2301"/>
                  <a:pt x="1574" y="2310"/>
                  <a:pt x="1575" y="2320"/>
                </a:cubicBezTo>
                <a:cubicBezTo>
                  <a:pt x="1571" y="2323"/>
                  <a:pt x="1566" y="2325"/>
                  <a:pt x="1562" y="2329"/>
                </a:cubicBezTo>
                <a:cubicBezTo>
                  <a:pt x="1557" y="2241"/>
                  <a:pt x="1555" y="2152"/>
                  <a:pt x="1553" y="2064"/>
                </a:cubicBezTo>
                <a:cubicBezTo>
                  <a:pt x="1553" y="2059"/>
                  <a:pt x="1546" y="2060"/>
                  <a:pt x="1546" y="2064"/>
                </a:cubicBezTo>
                <a:cubicBezTo>
                  <a:pt x="1543" y="2156"/>
                  <a:pt x="1528" y="2256"/>
                  <a:pt x="1542" y="2347"/>
                </a:cubicBezTo>
                <a:cubicBezTo>
                  <a:pt x="1533" y="2357"/>
                  <a:pt x="1524" y="2367"/>
                  <a:pt x="1516" y="2378"/>
                </a:cubicBezTo>
                <a:cubicBezTo>
                  <a:pt x="1517" y="2295"/>
                  <a:pt x="1511" y="2212"/>
                  <a:pt x="1508" y="2129"/>
                </a:cubicBezTo>
                <a:lnTo>
                  <a:pt x="1507" y="2129"/>
                </a:lnTo>
                <a:cubicBezTo>
                  <a:pt x="1507" y="2128"/>
                  <a:pt x="1507" y="2128"/>
                  <a:pt x="1506" y="2127"/>
                </a:cubicBezTo>
                <a:cubicBezTo>
                  <a:pt x="1506" y="2127"/>
                  <a:pt x="1505" y="2127"/>
                  <a:pt x="1504" y="2127"/>
                </a:cubicBezTo>
                <a:lnTo>
                  <a:pt x="1503" y="2127"/>
                </a:lnTo>
                <a:cubicBezTo>
                  <a:pt x="1502" y="2128"/>
                  <a:pt x="1503" y="2128"/>
                  <a:pt x="1502" y="2129"/>
                </a:cubicBezTo>
                <a:cubicBezTo>
                  <a:pt x="1501" y="2130"/>
                  <a:pt x="1501" y="2129"/>
                  <a:pt x="1501" y="2129"/>
                </a:cubicBezTo>
                <a:cubicBezTo>
                  <a:pt x="1497" y="2224"/>
                  <a:pt x="1489" y="2321"/>
                  <a:pt x="1494" y="2416"/>
                </a:cubicBezTo>
                <a:cubicBezTo>
                  <a:pt x="1487" y="2434"/>
                  <a:pt x="1482" y="2453"/>
                  <a:pt x="1479" y="2472"/>
                </a:cubicBezTo>
                <a:cubicBezTo>
                  <a:pt x="1475" y="2399"/>
                  <a:pt x="1472" y="2327"/>
                  <a:pt x="1470" y="2253"/>
                </a:cubicBezTo>
                <a:cubicBezTo>
                  <a:pt x="1470" y="2249"/>
                  <a:pt x="1463" y="2249"/>
                  <a:pt x="1463" y="2253"/>
                </a:cubicBezTo>
                <a:cubicBezTo>
                  <a:pt x="1460" y="2364"/>
                  <a:pt x="1443" y="2483"/>
                  <a:pt x="1460" y="2593"/>
                </a:cubicBezTo>
                <a:cubicBezTo>
                  <a:pt x="1452" y="2595"/>
                  <a:pt x="1445" y="2596"/>
                  <a:pt x="1438" y="2598"/>
                </a:cubicBezTo>
                <a:lnTo>
                  <a:pt x="1438" y="2597"/>
                </a:lnTo>
                <a:lnTo>
                  <a:pt x="1438" y="2596"/>
                </a:lnTo>
                <a:cubicBezTo>
                  <a:pt x="1418" y="2541"/>
                  <a:pt x="1429" y="2474"/>
                  <a:pt x="1420" y="2416"/>
                </a:cubicBezTo>
                <a:cubicBezTo>
                  <a:pt x="1415" y="2376"/>
                  <a:pt x="1411" y="2336"/>
                  <a:pt x="1411" y="2296"/>
                </a:cubicBezTo>
                <a:cubicBezTo>
                  <a:pt x="1411" y="2292"/>
                  <a:pt x="1405" y="2292"/>
                  <a:pt x="1405" y="2296"/>
                </a:cubicBezTo>
                <a:cubicBezTo>
                  <a:pt x="1405" y="2306"/>
                  <a:pt x="1405" y="2317"/>
                  <a:pt x="1405" y="2328"/>
                </a:cubicBezTo>
                <a:cubicBezTo>
                  <a:pt x="1405" y="2366"/>
                  <a:pt x="1408" y="2403"/>
                  <a:pt x="1413" y="2441"/>
                </a:cubicBezTo>
                <a:cubicBezTo>
                  <a:pt x="1422" y="2492"/>
                  <a:pt x="1399" y="2554"/>
                  <a:pt x="1418" y="2602"/>
                </a:cubicBezTo>
                <a:cubicBezTo>
                  <a:pt x="1407" y="2605"/>
                  <a:pt x="1396" y="2609"/>
                  <a:pt x="1385" y="2613"/>
                </a:cubicBezTo>
                <a:cubicBezTo>
                  <a:pt x="1385" y="2610"/>
                  <a:pt x="1385" y="2606"/>
                  <a:pt x="1385" y="2602"/>
                </a:cubicBezTo>
                <a:cubicBezTo>
                  <a:pt x="1385" y="2538"/>
                  <a:pt x="1381" y="2474"/>
                  <a:pt x="1372" y="2411"/>
                </a:cubicBezTo>
                <a:cubicBezTo>
                  <a:pt x="1361" y="2324"/>
                  <a:pt x="1367" y="2236"/>
                  <a:pt x="1362" y="2149"/>
                </a:cubicBezTo>
                <a:cubicBezTo>
                  <a:pt x="1362" y="2149"/>
                  <a:pt x="1362" y="2148"/>
                  <a:pt x="1361" y="2148"/>
                </a:cubicBezTo>
                <a:cubicBezTo>
                  <a:pt x="1361" y="2148"/>
                  <a:pt x="1361" y="2147"/>
                  <a:pt x="1360" y="2147"/>
                </a:cubicBezTo>
                <a:lnTo>
                  <a:pt x="1359" y="2147"/>
                </a:lnTo>
                <a:cubicBezTo>
                  <a:pt x="1358" y="2147"/>
                  <a:pt x="1358" y="2147"/>
                  <a:pt x="1357" y="2147"/>
                </a:cubicBezTo>
                <a:cubicBezTo>
                  <a:pt x="1357" y="2147"/>
                  <a:pt x="1357" y="2148"/>
                  <a:pt x="1356" y="2148"/>
                </a:cubicBezTo>
                <a:lnTo>
                  <a:pt x="1356" y="2149"/>
                </a:lnTo>
                <a:cubicBezTo>
                  <a:pt x="1353" y="2216"/>
                  <a:pt x="1351" y="2282"/>
                  <a:pt x="1351" y="2348"/>
                </a:cubicBezTo>
                <a:cubicBezTo>
                  <a:pt x="1351" y="2441"/>
                  <a:pt x="1354" y="2533"/>
                  <a:pt x="1360" y="2625"/>
                </a:cubicBezTo>
                <a:lnTo>
                  <a:pt x="1359" y="2625"/>
                </a:lnTo>
                <a:cubicBezTo>
                  <a:pt x="1351" y="2629"/>
                  <a:pt x="1343" y="2633"/>
                  <a:pt x="1335" y="2638"/>
                </a:cubicBezTo>
                <a:cubicBezTo>
                  <a:pt x="1328" y="2564"/>
                  <a:pt x="1331" y="2489"/>
                  <a:pt x="1329" y="2415"/>
                </a:cubicBezTo>
                <a:cubicBezTo>
                  <a:pt x="1328" y="2383"/>
                  <a:pt x="1316" y="2351"/>
                  <a:pt x="1315" y="2319"/>
                </a:cubicBezTo>
                <a:cubicBezTo>
                  <a:pt x="1314" y="2265"/>
                  <a:pt x="1309" y="2209"/>
                  <a:pt x="1305" y="2156"/>
                </a:cubicBezTo>
                <a:lnTo>
                  <a:pt x="1305" y="2155"/>
                </a:lnTo>
                <a:cubicBezTo>
                  <a:pt x="1305" y="2155"/>
                  <a:pt x="1305" y="2156"/>
                  <a:pt x="1304" y="2155"/>
                </a:cubicBezTo>
                <a:cubicBezTo>
                  <a:pt x="1303" y="2154"/>
                  <a:pt x="1304" y="2154"/>
                  <a:pt x="1304" y="2154"/>
                </a:cubicBezTo>
                <a:cubicBezTo>
                  <a:pt x="1303" y="2154"/>
                  <a:pt x="1303" y="2154"/>
                  <a:pt x="1303" y="2155"/>
                </a:cubicBezTo>
                <a:lnTo>
                  <a:pt x="1302" y="2155"/>
                </a:lnTo>
                <a:lnTo>
                  <a:pt x="1302" y="2156"/>
                </a:lnTo>
                <a:cubicBezTo>
                  <a:pt x="1294" y="2250"/>
                  <a:pt x="1307" y="2338"/>
                  <a:pt x="1306" y="2431"/>
                </a:cubicBezTo>
                <a:cubicBezTo>
                  <a:pt x="1306" y="2471"/>
                  <a:pt x="1303" y="2510"/>
                  <a:pt x="1304" y="2550"/>
                </a:cubicBezTo>
                <a:cubicBezTo>
                  <a:pt x="1304" y="2581"/>
                  <a:pt x="1301" y="2618"/>
                  <a:pt x="1316" y="2646"/>
                </a:cubicBezTo>
                <a:cubicBezTo>
                  <a:pt x="1317" y="2647"/>
                  <a:pt x="1317" y="2648"/>
                  <a:pt x="1318" y="2649"/>
                </a:cubicBezTo>
                <a:cubicBezTo>
                  <a:pt x="1305" y="2658"/>
                  <a:pt x="1292" y="2667"/>
                  <a:pt x="1279" y="2678"/>
                </a:cubicBezTo>
                <a:cubicBezTo>
                  <a:pt x="1288" y="2646"/>
                  <a:pt x="1294" y="2614"/>
                  <a:pt x="1297" y="2582"/>
                </a:cubicBezTo>
                <a:cubicBezTo>
                  <a:pt x="1306" y="2515"/>
                  <a:pt x="1277" y="2453"/>
                  <a:pt x="1252" y="2393"/>
                </a:cubicBezTo>
                <a:cubicBezTo>
                  <a:pt x="1254" y="2392"/>
                  <a:pt x="1254" y="2391"/>
                  <a:pt x="1255" y="2389"/>
                </a:cubicBezTo>
                <a:cubicBezTo>
                  <a:pt x="1255" y="2388"/>
                  <a:pt x="1256" y="2388"/>
                  <a:pt x="1256" y="2388"/>
                </a:cubicBezTo>
                <a:cubicBezTo>
                  <a:pt x="1268" y="2350"/>
                  <a:pt x="1254" y="2293"/>
                  <a:pt x="1255" y="2253"/>
                </a:cubicBezTo>
                <a:cubicBezTo>
                  <a:pt x="1255" y="2225"/>
                  <a:pt x="1248" y="2198"/>
                  <a:pt x="1248" y="2170"/>
                </a:cubicBezTo>
                <a:cubicBezTo>
                  <a:pt x="1249" y="2164"/>
                  <a:pt x="1249" y="2159"/>
                  <a:pt x="1249" y="2153"/>
                </a:cubicBezTo>
                <a:cubicBezTo>
                  <a:pt x="1249" y="2130"/>
                  <a:pt x="1245" y="2108"/>
                  <a:pt x="1239" y="2086"/>
                </a:cubicBezTo>
                <a:cubicBezTo>
                  <a:pt x="1239" y="2086"/>
                  <a:pt x="1238" y="2086"/>
                  <a:pt x="1238" y="2085"/>
                </a:cubicBezTo>
                <a:cubicBezTo>
                  <a:pt x="1237" y="2085"/>
                  <a:pt x="1237" y="2085"/>
                  <a:pt x="1237" y="2085"/>
                </a:cubicBezTo>
                <a:lnTo>
                  <a:pt x="1236" y="2085"/>
                </a:lnTo>
                <a:cubicBezTo>
                  <a:pt x="1235" y="2086"/>
                  <a:pt x="1235" y="2086"/>
                  <a:pt x="1235" y="2086"/>
                </a:cubicBezTo>
                <a:cubicBezTo>
                  <a:pt x="1231" y="2147"/>
                  <a:pt x="1237" y="2207"/>
                  <a:pt x="1234" y="2267"/>
                </a:cubicBezTo>
                <a:cubicBezTo>
                  <a:pt x="1234" y="2283"/>
                  <a:pt x="1228" y="2313"/>
                  <a:pt x="1227" y="2340"/>
                </a:cubicBezTo>
                <a:cubicBezTo>
                  <a:pt x="1222" y="2333"/>
                  <a:pt x="1216" y="2326"/>
                  <a:pt x="1209" y="2320"/>
                </a:cubicBezTo>
                <a:cubicBezTo>
                  <a:pt x="1179" y="2246"/>
                  <a:pt x="1211" y="2157"/>
                  <a:pt x="1192" y="2082"/>
                </a:cubicBezTo>
                <a:cubicBezTo>
                  <a:pt x="1191" y="2078"/>
                  <a:pt x="1185" y="2079"/>
                  <a:pt x="1186" y="2084"/>
                </a:cubicBezTo>
                <a:cubicBezTo>
                  <a:pt x="1194" y="2123"/>
                  <a:pt x="1188" y="2166"/>
                  <a:pt x="1187" y="2205"/>
                </a:cubicBezTo>
                <a:cubicBezTo>
                  <a:pt x="1185" y="2226"/>
                  <a:pt x="1184" y="2246"/>
                  <a:pt x="1184" y="2267"/>
                </a:cubicBezTo>
                <a:cubicBezTo>
                  <a:pt x="1184" y="2278"/>
                  <a:pt x="1184" y="2289"/>
                  <a:pt x="1185" y="2300"/>
                </a:cubicBezTo>
                <a:cubicBezTo>
                  <a:pt x="1180" y="2297"/>
                  <a:pt x="1176" y="2294"/>
                  <a:pt x="1171" y="2291"/>
                </a:cubicBezTo>
                <a:cubicBezTo>
                  <a:pt x="1167" y="2289"/>
                  <a:pt x="1164" y="2287"/>
                  <a:pt x="1160" y="2286"/>
                </a:cubicBezTo>
                <a:cubicBezTo>
                  <a:pt x="1159" y="2209"/>
                  <a:pt x="1152" y="2130"/>
                  <a:pt x="1145" y="2054"/>
                </a:cubicBezTo>
                <a:cubicBezTo>
                  <a:pt x="1145" y="2049"/>
                  <a:pt x="1136" y="2050"/>
                  <a:pt x="1136" y="2055"/>
                </a:cubicBezTo>
                <a:cubicBezTo>
                  <a:pt x="1139" y="2091"/>
                  <a:pt x="1134" y="2126"/>
                  <a:pt x="1136" y="2162"/>
                </a:cubicBezTo>
                <a:cubicBezTo>
                  <a:pt x="1137" y="2198"/>
                  <a:pt x="1133" y="2240"/>
                  <a:pt x="1142" y="2277"/>
                </a:cubicBezTo>
                <a:lnTo>
                  <a:pt x="1122" y="2268"/>
                </a:lnTo>
                <a:cubicBezTo>
                  <a:pt x="1123" y="2262"/>
                  <a:pt x="1123" y="2256"/>
                  <a:pt x="1123" y="2250"/>
                </a:cubicBezTo>
                <a:cubicBezTo>
                  <a:pt x="1123" y="2236"/>
                  <a:pt x="1121" y="2223"/>
                  <a:pt x="1118" y="2209"/>
                </a:cubicBezTo>
                <a:cubicBezTo>
                  <a:pt x="1106" y="2177"/>
                  <a:pt x="1110" y="2134"/>
                  <a:pt x="1110" y="2100"/>
                </a:cubicBezTo>
                <a:cubicBezTo>
                  <a:pt x="1110" y="2094"/>
                  <a:pt x="1101" y="2093"/>
                  <a:pt x="1101" y="2100"/>
                </a:cubicBezTo>
                <a:cubicBezTo>
                  <a:pt x="1101" y="2144"/>
                  <a:pt x="1102" y="2191"/>
                  <a:pt x="1098" y="2234"/>
                </a:cubicBezTo>
                <a:cubicBezTo>
                  <a:pt x="1098" y="2242"/>
                  <a:pt x="1096" y="2250"/>
                  <a:pt x="1095" y="2258"/>
                </a:cubicBezTo>
                <a:lnTo>
                  <a:pt x="1081" y="2253"/>
                </a:lnTo>
                <a:cubicBezTo>
                  <a:pt x="1071" y="2227"/>
                  <a:pt x="1076" y="2176"/>
                  <a:pt x="1073" y="2148"/>
                </a:cubicBezTo>
                <a:cubicBezTo>
                  <a:pt x="1069" y="2111"/>
                  <a:pt x="1069" y="2072"/>
                  <a:pt x="1068" y="2035"/>
                </a:cubicBezTo>
                <a:cubicBezTo>
                  <a:pt x="1068" y="2029"/>
                  <a:pt x="1059" y="2028"/>
                  <a:pt x="1059" y="2035"/>
                </a:cubicBezTo>
                <a:cubicBezTo>
                  <a:pt x="1059" y="2078"/>
                  <a:pt x="1056" y="2120"/>
                  <a:pt x="1054" y="2163"/>
                </a:cubicBezTo>
                <a:cubicBezTo>
                  <a:pt x="1053" y="2177"/>
                  <a:pt x="1052" y="2190"/>
                  <a:pt x="1052" y="2204"/>
                </a:cubicBezTo>
                <a:cubicBezTo>
                  <a:pt x="1052" y="2218"/>
                  <a:pt x="1053" y="2231"/>
                  <a:pt x="1054" y="2245"/>
                </a:cubicBezTo>
                <a:lnTo>
                  <a:pt x="1048" y="2243"/>
                </a:lnTo>
                <a:lnTo>
                  <a:pt x="1048" y="2242"/>
                </a:lnTo>
                <a:lnTo>
                  <a:pt x="1048" y="2241"/>
                </a:lnTo>
                <a:cubicBezTo>
                  <a:pt x="1046" y="2228"/>
                  <a:pt x="1044" y="2214"/>
                  <a:pt x="1044" y="2201"/>
                </a:cubicBezTo>
                <a:cubicBezTo>
                  <a:pt x="1044" y="2198"/>
                  <a:pt x="1044" y="2195"/>
                  <a:pt x="1044" y="2192"/>
                </a:cubicBezTo>
                <a:cubicBezTo>
                  <a:pt x="1043" y="2168"/>
                  <a:pt x="1040" y="2143"/>
                  <a:pt x="1039" y="2118"/>
                </a:cubicBezTo>
                <a:lnTo>
                  <a:pt x="1039" y="2117"/>
                </a:lnTo>
                <a:cubicBezTo>
                  <a:pt x="1038" y="2116"/>
                  <a:pt x="1038" y="2116"/>
                  <a:pt x="1037" y="2116"/>
                </a:cubicBezTo>
                <a:cubicBezTo>
                  <a:pt x="1037" y="2116"/>
                  <a:pt x="1037" y="2115"/>
                  <a:pt x="1036" y="2115"/>
                </a:cubicBezTo>
                <a:cubicBezTo>
                  <a:pt x="1035" y="2115"/>
                  <a:pt x="1035" y="2116"/>
                  <a:pt x="1035" y="2116"/>
                </a:cubicBezTo>
                <a:cubicBezTo>
                  <a:pt x="1034" y="2116"/>
                  <a:pt x="1034" y="2116"/>
                  <a:pt x="1033" y="2117"/>
                </a:cubicBezTo>
                <a:lnTo>
                  <a:pt x="1033" y="2118"/>
                </a:lnTo>
                <a:cubicBezTo>
                  <a:pt x="1032" y="2147"/>
                  <a:pt x="1029" y="2175"/>
                  <a:pt x="1025" y="2203"/>
                </a:cubicBezTo>
                <a:cubicBezTo>
                  <a:pt x="1024" y="2211"/>
                  <a:pt x="1023" y="2220"/>
                  <a:pt x="1023" y="2228"/>
                </a:cubicBezTo>
                <a:cubicBezTo>
                  <a:pt x="1023" y="2230"/>
                  <a:pt x="1023" y="2232"/>
                  <a:pt x="1023" y="2235"/>
                </a:cubicBezTo>
                <a:lnTo>
                  <a:pt x="999" y="2228"/>
                </a:lnTo>
                <a:cubicBezTo>
                  <a:pt x="993" y="2198"/>
                  <a:pt x="990" y="2169"/>
                  <a:pt x="989" y="2139"/>
                </a:cubicBezTo>
                <a:cubicBezTo>
                  <a:pt x="989" y="2106"/>
                  <a:pt x="982" y="2075"/>
                  <a:pt x="980" y="2042"/>
                </a:cubicBezTo>
                <a:cubicBezTo>
                  <a:pt x="980" y="2041"/>
                  <a:pt x="980" y="2041"/>
                  <a:pt x="979" y="2040"/>
                </a:cubicBezTo>
                <a:cubicBezTo>
                  <a:pt x="978" y="2039"/>
                  <a:pt x="978" y="2040"/>
                  <a:pt x="977" y="2040"/>
                </a:cubicBezTo>
                <a:lnTo>
                  <a:pt x="976" y="2040"/>
                </a:lnTo>
                <a:cubicBezTo>
                  <a:pt x="975" y="2041"/>
                  <a:pt x="976" y="2041"/>
                  <a:pt x="975" y="2042"/>
                </a:cubicBezTo>
                <a:cubicBezTo>
                  <a:pt x="974" y="2043"/>
                  <a:pt x="974" y="2042"/>
                  <a:pt x="974" y="2042"/>
                </a:cubicBezTo>
                <a:cubicBezTo>
                  <a:pt x="972" y="2082"/>
                  <a:pt x="972" y="2122"/>
                  <a:pt x="971" y="2162"/>
                </a:cubicBezTo>
                <a:cubicBezTo>
                  <a:pt x="971" y="2168"/>
                  <a:pt x="971" y="2174"/>
                  <a:pt x="971" y="2180"/>
                </a:cubicBezTo>
                <a:cubicBezTo>
                  <a:pt x="971" y="2193"/>
                  <a:pt x="971" y="2207"/>
                  <a:pt x="972" y="2221"/>
                </a:cubicBezTo>
                <a:cubicBezTo>
                  <a:pt x="966" y="2220"/>
                  <a:pt x="959" y="2219"/>
                  <a:pt x="953" y="2218"/>
                </a:cubicBezTo>
                <a:cubicBezTo>
                  <a:pt x="950" y="2203"/>
                  <a:pt x="949" y="2188"/>
                  <a:pt x="949" y="2173"/>
                </a:cubicBezTo>
                <a:cubicBezTo>
                  <a:pt x="949" y="2163"/>
                  <a:pt x="949" y="2152"/>
                  <a:pt x="951" y="2142"/>
                </a:cubicBezTo>
                <a:cubicBezTo>
                  <a:pt x="951" y="2135"/>
                  <a:pt x="951" y="2128"/>
                  <a:pt x="951" y="2121"/>
                </a:cubicBezTo>
                <a:cubicBezTo>
                  <a:pt x="951" y="2101"/>
                  <a:pt x="950" y="2082"/>
                  <a:pt x="947" y="2063"/>
                </a:cubicBezTo>
                <a:cubicBezTo>
                  <a:pt x="947" y="2059"/>
                  <a:pt x="939" y="2059"/>
                  <a:pt x="939" y="2063"/>
                </a:cubicBezTo>
                <a:cubicBezTo>
                  <a:pt x="939" y="2095"/>
                  <a:pt x="936" y="2127"/>
                  <a:pt x="930" y="2159"/>
                </a:cubicBezTo>
                <a:cubicBezTo>
                  <a:pt x="928" y="2168"/>
                  <a:pt x="928" y="2177"/>
                  <a:pt x="928" y="2187"/>
                </a:cubicBezTo>
                <a:cubicBezTo>
                  <a:pt x="928" y="2196"/>
                  <a:pt x="928" y="2207"/>
                  <a:pt x="930" y="2216"/>
                </a:cubicBezTo>
                <a:cubicBezTo>
                  <a:pt x="926" y="2216"/>
                  <a:pt x="922" y="2216"/>
                  <a:pt x="917" y="2216"/>
                </a:cubicBezTo>
                <a:cubicBezTo>
                  <a:pt x="914" y="2177"/>
                  <a:pt x="915" y="2136"/>
                  <a:pt x="912" y="2096"/>
                </a:cubicBezTo>
                <a:cubicBezTo>
                  <a:pt x="912" y="2095"/>
                  <a:pt x="912" y="2095"/>
                  <a:pt x="912" y="2094"/>
                </a:cubicBezTo>
                <a:lnTo>
                  <a:pt x="911" y="2093"/>
                </a:lnTo>
                <a:cubicBezTo>
                  <a:pt x="910" y="2093"/>
                  <a:pt x="910" y="2093"/>
                  <a:pt x="909" y="2093"/>
                </a:cubicBezTo>
                <a:lnTo>
                  <a:pt x="908" y="2093"/>
                </a:lnTo>
                <a:lnTo>
                  <a:pt x="907" y="2094"/>
                </a:lnTo>
                <a:cubicBezTo>
                  <a:pt x="907" y="2095"/>
                  <a:pt x="907" y="2095"/>
                  <a:pt x="907" y="2096"/>
                </a:cubicBezTo>
                <a:cubicBezTo>
                  <a:pt x="905" y="2115"/>
                  <a:pt x="905" y="2134"/>
                  <a:pt x="904" y="2153"/>
                </a:cubicBezTo>
                <a:cubicBezTo>
                  <a:pt x="903" y="2164"/>
                  <a:pt x="901" y="2174"/>
                  <a:pt x="898" y="2184"/>
                </a:cubicBezTo>
                <a:cubicBezTo>
                  <a:pt x="896" y="2195"/>
                  <a:pt x="894" y="2207"/>
                  <a:pt x="894" y="2218"/>
                </a:cubicBezTo>
                <a:cubicBezTo>
                  <a:pt x="891" y="2218"/>
                  <a:pt x="888" y="2219"/>
                  <a:pt x="884" y="2220"/>
                </a:cubicBezTo>
                <a:cubicBezTo>
                  <a:pt x="890" y="2179"/>
                  <a:pt x="896" y="2139"/>
                  <a:pt x="904" y="2098"/>
                </a:cubicBezTo>
                <a:cubicBezTo>
                  <a:pt x="913" y="2044"/>
                  <a:pt x="941" y="1992"/>
                  <a:pt x="954" y="1937"/>
                </a:cubicBezTo>
                <a:cubicBezTo>
                  <a:pt x="1013" y="1922"/>
                  <a:pt x="1072" y="1909"/>
                  <a:pt x="1131" y="1898"/>
                </a:cubicBezTo>
                <a:cubicBezTo>
                  <a:pt x="1132" y="1914"/>
                  <a:pt x="1134" y="1930"/>
                  <a:pt x="1136" y="1947"/>
                </a:cubicBezTo>
                <a:cubicBezTo>
                  <a:pt x="1137" y="1956"/>
                  <a:pt x="1137" y="1966"/>
                  <a:pt x="1137" y="1976"/>
                </a:cubicBezTo>
                <a:cubicBezTo>
                  <a:pt x="1137" y="1986"/>
                  <a:pt x="1137" y="1996"/>
                  <a:pt x="1136" y="2006"/>
                </a:cubicBezTo>
                <a:cubicBezTo>
                  <a:pt x="1136" y="2010"/>
                  <a:pt x="1143" y="2012"/>
                  <a:pt x="1144" y="2007"/>
                </a:cubicBezTo>
                <a:cubicBezTo>
                  <a:pt x="1149" y="1991"/>
                  <a:pt x="1152" y="1974"/>
                  <a:pt x="1152" y="1957"/>
                </a:cubicBezTo>
                <a:cubicBezTo>
                  <a:pt x="1152" y="1957"/>
                  <a:pt x="1152" y="1956"/>
                  <a:pt x="1152" y="1955"/>
                </a:cubicBezTo>
                <a:cubicBezTo>
                  <a:pt x="1152" y="1934"/>
                  <a:pt x="1158" y="1913"/>
                  <a:pt x="1158" y="1892"/>
                </a:cubicBezTo>
                <a:lnTo>
                  <a:pt x="1168" y="1890"/>
                </a:lnTo>
                <a:cubicBezTo>
                  <a:pt x="1170" y="1899"/>
                  <a:pt x="1170" y="1908"/>
                  <a:pt x="1170" y="1917"/>
                </a:cubicBezTo>
                <a:cubicBezTo>
                  <a:pt x="1170" y="1930"/>
                  <a:pt x="1173" y="1942"/>
                  <a:pt x="1173" y="1954"/>
                </a:cubicBezTo>
                <a:cubicBezTo>
                  <a:pt x="1173" y="1961"/>
                  <a:pt x="1184" y="1961"/>
                  <a:pt x="1184" y="1954"/>
                </a:cubicBezTo>
                <a:cubicBezTo>
                  <a:pt x="1184" y="1942"/>
                  <a:pt x="1186" y="1929"/>
                  <a:pt x="1187" y="1917"/>
                </a:cubicBezTo>
                <a:cubicBezTo>
                  <a:pt x="1187" y="1906"/>
                  <a:pt x="1188" y="1896"/>
                  <a:pt x="1189" y="1886"/>
                </a:cubicBezTo>
                <a:cubicBezTo>
                  <a:pt x="1299" y="1866"/>
                  <a:pt x="1409" y="1848"/>
                  <a:pt x="1518" y="1827"/>
                </a:cubicBezTo>
                <a:cubicBezTo>
                  <a:pt x="1577" y="1823"/>
                  <a:pt x="1636" y="1821"/>
                  <a:pt x="1693" y="1816"/>
                </a:cubicBezTo>
                <a:cubicBezTo>
                  <a:pt x="1692" y="1821"/>
                  <a:pt x="1691" y="1827"/>
                  <a:pt x="1691" y="1832"/>
                </a:cubicBezTo>
                <a:cubicBezTo>
                  <a:pt x="1691" y="1842"/>
                  <a:pt x="1694" y="1852"/>
                  <a:pt x="1699" y="1861"/>
                </a:cubicBezTo>
                <a:cubicBezTo>
                  <a:pt x="1699" y="1862"/>
                  <a:pt x="1700" y="1862"/>
                  <a:pt x="1701" y="1863"/>
                </a:cubicBezTo>
                <a:cubicBezTo>
                  <a:pt x="1702" y="1864"/>
                  <a:pt x="1703" y="1864"/>
                  <a:pt x="1705" y="1864"/>
                </a:cubicBezTo>
                <a:cubicBezTo>
                  <a:pt x="1706" y="1864"/>
                  <a:pt x="1707" y="1864"/>
                  <a:pt x="1708" y="1863"/>
                </a:cubicBezTo>
                <a:cubicBezTo>
                  <a:pt x="1709" y="1862"/>
                  <a:pt x="1710" y="1861"/>
                  <a:pt x="1711" y="1860"/>
                </a:cubicBezTo>
                <a:cubicBezTo>
                  <a:pt x="1715" y="1851"/>
                  <a:pt x="1718" y="1841"/>
                  <a:pt x="1718" y="1832"/>
                </a:cubicBezTo>
                <a:cubicBezTo>
                  <a:pt x="1718" y="1826"/>
                  <a:pt x="1717" y="1820"/>
                  <a:pt x="1715" y="1814"/>
                </a:cubicBezTo>
                <a:lnTo>
                  <a:pt x="1737" y="1812"/>
                </a:lnTo>
                <a:cubicBezTo>
                  <a:pt x="1736" y="1816"/>
                  <a:pt x="1736" y="1820"/>
                  <a:pt x="1736" y="1824"/>
                </a:cubicBezTo>
                <a:cubicBezTo>
                  <a:pt x="1736" y="1834"/>
                  <a:pt x="1738" y="1844"/>
                  <a:pt x="1742" y="1853"/>
                </a:cubicBezTo>
                <a:cubicBezTo>
                  <a:pt x="1742" y="1854"/>
                  <a:pt x="1743" y="1854"/>
                  <a:pt x="1744" y="1855"/>
                </a:cubicBezTo>
                <a:cubicBezTo>
                  <a:pt x="1745" y="1855"/>
                  <a:pt x="1745" y="1855"/>
                  <a:pt x="1746" y="1855"/>
                </a:cubicBezTo>
                <a:cubicBezTo>
                  <a:pt x="1747" y="1855"/>
                  <a:pt x="1748" y="1855"/>
                  <a:pt x="1749" y="1855"/>
                </a:cubicBezTo>
                <a:cubicBezTo>
                  <a:pt x="1750" y="1854"/>
                  <a:pt x="1750" y="1854"/>
                  <a:pt x="1751" y="1853"/>
                </a:cubicBezTo>
                <a:cubicBezTo>
                  <a:pt x="1755" y="1844"/>
                  <a:pt x="1757" y="1834"/>
                  <a:pt x="1757" y="1824"/>
                </a:cubicBezTo>
                <a:cubicBezTo>
                  <a:pt x="1757" y="1819"/>
                  <a:pt x="1756" y="1815"/>
                  <a:pt x="1755" y="1810"/>
                </a:cubicBezTo>
                <a:lnTo>
                  <a:pt x="1769" y="1809"/>
                </a:lnTo>
                <a:lnTo>
                  <a:pt x="1782" y="1807"/>
                </a:lnTo>
                <a:cubicBezTo>
                  <a:pt x="1780" y="1812"/>
                  <a:pt x="1779" y="1818"/>
                  <a:pt x="1779" y="1823"/>
                </a:cubicBezTo>
                <a:cubicBezTo>
                  <a:pt x="1779" y="1833"/>
                  <a:pt x="1782" y="1843"/>
                  <a:pt x="1787" y="1851"/>
                </a:cubicBezTo>
                <a:cubicBezTo>
                  <a:pt x="1787" y="1852"/>
                  <a:pt x="1788" y="1852"/>
                  <a:pt x="1789" y="1853"/>
                </a:cubicBezTo>
                <a:cubicBezTo>
                  <a:pt x="1790" y="1853"/>
                  <a:pt x="1791" y="1854"/>
                  <a:pt x="1792" y="1854"/>
                </a:cubicBezTo>
                <a:cubicBezTo>
                  <a:pt x="1793" y="1854"/>
                  <a:pt x="1794" y="1853"/>
                  <a:pt x="1795" y="1853"/>
                </a:cubicBezTo>
                <a:cubicBezTo>
                  <a:pt x="1796" y="1852"/>
                  <a:pt x="1796" y="1852"/>
                  <a:pt x="1797" y="1851"/>
                </a:cubicBezTo>
                <a:cubicBezTo>
                  <a:pt x="1801" y="1843"/>
                  <a:pt x="1804" y="1833"/>
                  <a:pt x="1804" y="1824"/>
                </a:cubicBezTo>
                <a:cubicBezTo>
                  <a:pt x="1804" y="1817"/>
                  <a:pt x="1803" y="1811"/>
                  <a:pt x="1801" y="1805"/>
                </a:cubicBezTo>
                <a:cubicBezTo>
                  <a:pt x="1864" y="1797"/>
                  <a:pt x="1926" y="1790"/>
                  <a:pt x="1990" y="1787"/>
                </a:cubicBezTo>
                <a:cubicBezTo>
                  <a:pt x="2046" y="1782"/>
                  <a:pt x="2102" y="1779"/>
                  <a:pt x="2158" y="1779"/>
                </a:cubicBezTo>
                <a:cubicBezTo>
                  <a:pt x="2168" y="1779"/>
                  <a:pt x="2179" y="1779"/>
                  <a:pt x="2189" y="1779"/>
                </a:cubicBezTo>
                <a:cubicBezTo>
                  <a:pt x="2162" y="1805"/>
                  <a:pt x="2137" y="1833"/>
                  <a:pt x="2114" y="1864"/>
                </a:cubicBezTo>
                <a:moveTo>
                  <a:pt x="2243" y="2241"/>
                </a:moveTo>
                <a:cubicBezTo>
                  <a:pt x="2246" y="2243"/>
                  <a:pt x="2249" y="2245"/>
                  <a:pt x="2253" y="2247"/>
                </a:cubicBezTo>
                <a:cubicBezTo>
                  <a:pt x="2295" y="2271"/>
                  <a:pt x="2330" y="2307"/>
                  <a:pt x="2355" y="2349"/>
                </a:cubicBezTo>
                <a:cubicBezTo>
                  <a:pt x="2360" y="2358"/>
                  <a:pt x="2365" y="2367"/>
                  <a:pt x="2369" y="2377"/>
                </a:cubicBezTo>
                <a:cubicBezTo>
                  <a:pt x="2379" y="2405"/>
                  <a:pt x="2399" y="2428"/>
                  <a:pt x="2408" y="2457"/>
                </a:cubicBezTo>
                <a:cubicBezTo>
                  <a:pt x="2417" y="2490"/>
                  <a:pt x="2421" y="2523"/>
                  <a:pt x="2421" y="2557"/>
                </a:cubicBezTo>
                <a:lnTo>
                  <a:pt x="2421" y="2558"/>
                </a:lnTo>
                <a:cubicBezTo>
                  <a:pt x="2421" y="2560"/>
                  <a:pt x="2421" y="2561"/>
                  <a:pt x="2421" y="2562"/>
                </a:cubicBezTo>
                <a:cubicBezTo>
                  <a:pt x="2421" y="2605"/>
                  <a:pt x="2414" y="2648"/>
                  <a:pt x="2399" y="2688"/>
                </a:cubicBezTo>
                <a:cubicBezTo>
                  <a:pt x="2398" y="2692"/>
                  <a:pt x="2395" y="2698"/>
                  <a:pt x="2392" y="2705"/>
                </a:cubicBezTo>
                <a:cubicBezTo>
                  <a:pt x="2394" y="2687"/>
                  <a:pt x="2395" y="2669"/>
                  <a:pt x="2395" y="2651"/>
                </a:cubicBezTo>
                <a:cubicBezTo>
                  <a:pt x="2395" y="2562"/>
                  <a:pt x="2373" y="2473"/>
                  <a:pt x="2332" y="2394"/>
                </a:cubicBezTo>
                <a:cubicBezTo>
                  <a:pt x="2330" y="2391"/>
                  <a:pt x="2325" y="2394"/>
                  <a:pt x="2327" y="2397"/>
                </a:cubicBezTo>
                <a:cubicBezTo>
                  <a:pt x="2373" y="2507"/>
                  <a:pt x="2366" y="2637"/>
                  <a:pt x="2338" y="2751"/>
                </a:cubicBezTo>
                <a:cubicBezTo>
                  <a:pt x="2338" y="2752"/>
                  <a:pt x="2337" y="2752"/>
                  <a:pt x="2337" y="2753"/>
                </a:cubicBezTo>
                <a:cubicBezTo>
                  <a:pt x="2337" y="2754"/>
                  <a:pt x="2338" y="2754"/>
                  <a:pt x="2338" y="2755"/>
                </a:cubicBezTo>
                <a:lnTo>
                  <a:pt x="2323" y="2757"/>
                </a:lnTo>
                <a:cubicBezTo>
                  <a:pt x="2327" y="2736"/>
                  <a:pt x="2330" y="2715"/>
                  <a:pt x="2332" y="2694"/>
                </a:cubicBezTo>
                <a:cubicBezTo>
                  <a:pt x="2330" y="2662"/>
                  <a:pt x="2327" y="2628"/>
                  <a:pt x="2326" y="2596"/>
                </a:cubicBezTo>
                <a:cubicBezTo>
                  <a:pt x="2326" y="2591"/>
                  <a:pt x="2319" y="2592"/>
                  <a:pt x="2319" y="2596"/>
                </a:cubicBezTo>
                <a:cubicBezTo>
                  <a:pt x="2316" y="2626"/>
                  <a:pt x="2312" y="2655"/>
                  <a:pt x="2306" y="2684"/>
                </a:cubicBezTo>
                <a:cubicBezTo>
                  <a:pt x="2300" y="2710"/>
                  <a:pt x="2296" y="2736"/>
                  <a:pt x="2295" y="2763"/>
                </a:cubicBezTo>
                <a:lnTo>
                  <a:pt x="2278" y="2766"/>
                </a:lnTo>
                <a:cubicBezTo>
                  <a:pt x="2279" y="2746"/>
                  <a:pt x="2281" y="2725"/>
                  <a:pt x="2285" y="2705"/>
                </a:cubicBezTo>
                <a:cubicBezTo>
                  <a:pt x="2286" y="2700"/>
                  <a:pt x="2286" y="2695"/>
                  <a:pt x="2286" y="2689"/>
                </a:cubicBezTo>
                <a:cubicBezTo>
                  <a:pt x="2286" y="2679"/>
                  <a:pt x="2285" y="2668"/>
                  <a:pt x="2283" y="2657"/>
                </a:cubicBezTo>
                <a:cubicBezTo>
                  <a:pt x="2281" y="2629"/>
                  <a:pt x="2281" y="2601"/>
                  <a:pt x="2280" y="2572"/>
                </a:cubicBezTo>
                <a:lnTo>
                  <a:pt x="2280" y="2571"/>
                </a:lnTo>
                <a:cubicBezTo>
                  <a:pt x="2280" y="2570"/>
                  <a:pt x="2279" y="2570"/>
                  <a:pt x="2279" y="2570"/>
                </a:cubicBezTo>
                <a:cubicBezTo>
                  <a:pt x="2278" y="2569"/>
                  <a:pt x="2278" y="2569"/>
                  <a:pt x="2277" y="2569"/>
                </a:cubicBezTo>
                <a:cubicBezTo>
                  <a:pt x="2277" y="2569"/>
                  <a:pt x="2276" y="2569"/>
                  <a:pt x="2276" y="2570"/>
                </a:cubicBezTo>
                <a:cubicBezTo>
                  <a:pt x="2276" y="2570"/>
                  <a:pt x="2275" y="2570"/>
                  <a:pt x="2275" y="2571"/>
                </a:cubicBezTo>
                <a:lnTo>
                  <a:pt x="2274" y="2572"/>
                </a:lnTo>
                <a:cubicBezTo>
                  <a:pt x="2274" y="2612"/>
                  <a:pt x="2282" y="2669"/>
                  <a:pt x="2266" y="2706"/>
                </a:cubicBezTo>
                <a:cubicBezTo>
                  <a:pt x="2263" y="2715"/>
                  <a:pt x="2260" y="2724"/>
                  <a:pt x="2260" y="2734"/>
                </a:cubicBezTo>
                <a:cubicBezTo>
                  <a:pt x="2260" y="2740"/>
                  <a:pt x="2259" y="2745"/>
                  <a:pt x="2257" y="2751"/>
                </a:cubicBezTo>
                <a:cubicBezTo>
                  <a:pt x="2251" y="2765"/>
                  <a:pt x="2259" y="2752"/>
                  <a:pt x="2267" y="2759"/>
                </a:cubicBezTo>
                <a:cubicBezTo>
                  <a:pt x="2266" y="2758"/>
                  <a:pt x="2265" y="2758"/>
                  <a:pt x="2264" y="2758"/>
                </a:cubicBezTo>
                <a:cubicBezTo>
                  <a:pt x="2263" y="2758"/>
                  <a:pt x="2262" y="2758"/>
                  <a:pt x="2261" y="2759"/>
                </a:cubicBezTo>
                <a:cubicBezTo>
                  <a:pt x="2259" y="2760"/>
                  <a:pt x="2257" y="2762"/>
                  <a:pt x="2256" y="2764"/>
                </a:cubicBezTo>
                <a:cubicBezTo>
                  <a:pt x="2255" y="2765"/>
                  <a:pt x="2255" y="2766"/>
                  <a:pt x="2254" y="2767"/>
                </a:cubicBezTo>
                <a:cubicBezTo>
                  <a:pt x="2254" y="2768"/>
                  <a:pt x="2254" y="2770"/>
                  <a:pt x="2254" y="2771"/>
                </a:cubicBezTo>
                <a:cubicBezTo>
                  <a:pt x="2254" y="2772"/>
                  <a:pt x="2254" y="2773"/>
                  <a:pt x="2254" y="2774"/>
                </a:cubicBezTo>
                <a:cubicBezTo>
                  <a:pt x="2246" y="2776"/>
                  <a:pt x="2238" y="2779"/>
                  <a:pt x="2230" y="2782"/>
                </a:cubicBezTo>
                <a:cubicBezTo>
                  <a:pt x="2254" y="2709"/>
                  <a:pt x="2240" y="2620"/>
                  <a:pt x="2239" y="2545"/>
                </a:cubicBezTo>
                <a:cubicBezTo>
                  <a:pt x="2239" y="2540"/>
                  <a:pt x="2232" y="2541"/>
                  <a:pt x="2232" y="2545"/>
                </a:cubicBezTo>
                <a:cubicBezTo>
                  <a:pt x="2232" y="2584"/>
                  <a:pt x="2232" y="2624"/>
                  <a:pt x="2231" y="2663"/>
                </a:cubicBezTo>
                <a:cubicBezTo>
                  <a:pt x="2231" y="2667"/>
                  <a:pt x="2231" y="2672"/>
                  <a:pt x="2231" y="2676"/>
                </a:cubicBezTo>
                <a:cubicBezTo>
                  <a:pt x="2231" y="2694"/>
                  <a:pt x="2229" y="2711"/>
                  <a:pt x="2226" y="2729"/>
                </a:cubicBezTo>
                <a:cubicBezTo>
                  <a:pt x="2233" y="2703"/>
                  <a:pt x="2220" y="2771"/>
                  <a:pt x="2217" y="2788"/>
                </a:cubicBezTo>
                <a:cubicBezTo>
                  <a:pt x="2210" y="2791"/>
                  <a:pt x="2203" y="2794"/>
                  <a:pt x="2196" y="2797"/>
                </a:cubicBezTo>
                <a:cubicBezTo>
                  <a:pt x="2203" y="2744"/>
                  <a:pt x="2207" y="2690"/>
                  <a:pt x="2207" y="2636"/>
                </a:cubicBezTo>
                <a:cubicBezTo>
                  <a:pt x="2207" y="2614"/>
                  <a:pt x="2206" y="2591"/>
                  <a:pt x="2205" y="2569"/>
                </a:cubicBezTo>
                <a:cubicBezTo>
                  <a:pt x="2205" y="2564"/>
                  <a:pt x="2198" y="2565"/>
                  <a:pt x="2198" y="2569"/>
                </a:cubicBezTo>
                <a:cubicBezTo>
                  <a:pt x="2198" y="2576"/>
                  <a:pt x="2198" y="2583"/>
                  <a:pt x="2198" y="2590"/>
                </a:cubicBezTo>
                <a:cubicBezTo>
                  <a:pt x="2198" y="2633"/>
                  <a:pt x="2195" y="2677"/>
                  <a:pt x="2190" y="2720"/>
                </a:cubicBezTo>
                <a:cubicBezTo>
                  <a:pt x="2186" y="2743"/>
                  <a:pt x="2182" y="2765"/>
                  <a:pt x="2175" y="2786"/>
                </a:cubicBezTo>
                <a:cubicBezTo>
                  <a:pt x="2172" y="2800"/>
                  <a:pt x="2185" y="2788"/>
                  <a:pt x="2175" y="2795"/>
                </a:cubicBezTo>
                <a:cubicBezTo>
                  <a:pt x="2174" y="2796"/>
                  <a:pt x="2173" y="2797"/>
                  <a:pt x="2172" y="2799"/>
                </a:cubicBezTo>
                <a:cubicBezTo>
                  <a:pt x="2171" y="2800"/>
                  <a:pt x="2171" y="2801"/>
                  <a:pt x="2171" y="2803"/>
                </a:cubicBezTo>
                <a:cubicBezTo>
                  <a:pt x="2171" y="2804"/>
                  <a:pt x="2170" y="2806"/>
                  <a:pt x="2172" y="2808"/>
                </a:cubicBezTo>
                <a:cubicBezTo>
                  <a:pt x="2173" y="2809"/>
                  <a:pt x="2173" y="2809"/>
                  <a:pt x="2173" y="2809"/>
                </a:cubicBezTo>
                <a:cubicBezTo>
                  <a:pt x="2161" y="2816"/>
                  <a:pt x="2149" y="2823"/>
                  <a:pt x="2137" y="2832"/>
                </a:cubicBezTo>
                <a:cubicBezTo>
                  <a:pt x="2146" y="2809"/>
                  <a:pt x="2151" y="2786"/>
                  <a:pt x="2151" y="2762"/>
                </a:cubicBezTo>
                <a:cubicBezTo>
                  <a:pt x="2151" y="2759"/>
                  <a:pt x="2151" y="2756"/>
                  <a:pt x="2151" y="2753"/>
                </a:cubicBezTo>
                <a:cubicBezTo>
                  <a:pt x="2149" y="2731"/>
                  <a:pt x="2155" y="2708"/>
                  <a:pt x="2155" y="2686"/>
                </a:cubicBezTo>
                <a:cubicBezTo>
                  <a:pt x="2153" y="2655"/>
                  <a:pt x="2150" y="2624"/>
                  <a:pt x="2149" y="2593"/>
                </a:cubicBezTo>
                <a:cubicBezTo>
                  <a:pt x="2149" y="2592"/>
                  <a:pt x="2150" y="2592"/>
                  <a:pt x="2149" y="2591"/>
                </a:cubicBezTo>
                <a:cubicBezTo>
                  <a:pt x="2148" y="2590"/>
                  <a:pt x="2148" y="2590"/>
                  <a:pt x="2147" y="2590"/>
                </a:cubicBezTo>
                <a:lnTo>
                  <a:pt x="2146" y="2589"/>
                </a:lnTo>
                <a:cubicBezTo>
                  <a:pt x="2145" y="2589"/>
                  <a:pt x="2144" y="2590"/>
                  <a:pt x="2144" y="2590"/>
                </a:cubicBezTo>
                <a:cubicBezTo>
                  <a:pt x="2143" y="2590"/>
                  <a:pt x="2143" y="2591"/>
                  <a:pt x="2143" y="2591"/>
                </a:cubicBezTo>
                <a:cubicBezTo>
                  <a:pt x="2142" y="2592"/>
                  <a:pt x="2142" y="2592"/>
                  <a:pt x="2142" y="2593"/>
                </a:cubicBezTo>
                <a:cubicBezTo>
                  <a:pt x="2140" y="2638"/>
                  <a:pt x="2142" y="2691"/>
                  <a:pt x="2128" y="2734"/>
                </a:cubicBezTo>
                <a:cubicBezTo>
                  <a:pt x="2123" y="2748"/>
                  <a:pt x="2122" y="2769"/>
                  <a:pt x="2119" y="2783"/>
                </a:cubicBezTo>
                <a:cubicBezTo>
                  <a:pt x="2111" y="2808"/>
                  <a:pt x="2105" y="2834"/>
                  <a:pt x="2102" y="2859"/>
                </a:cubicBezTo>
                <a:cubicBezTo>
                  <a:pt x="2098" y="2885"/>
                  <a:pt x="2102" y="2859"/>
                  <a:pt x="2102" y="2859"/>
                </a:cubicBezTo>
                <a:cubicBezTo>
                  <a:pt x="2080" y="2878"/>
                  <a:pt x="2060" y="2898"/>
                  <a:pt x="2041" y="2919"/>
                </a:cubicBezTo>
                <a:cubicBezTo>
                  <a:pt x="2054" y="2895"/>
                  <a:pt x="2064" y="2868"/>
                  <a:pt x="2071" y="2841"/>
                </a:cubicBezTo>
                <a:cubicBezTo>
                  <a:pt x="2088" y="2761"/>
                  <a:pt x="2096" y="2680"/>
                  <a:pt x="2096" y="2599"/>
                </a:cubicBezTo>
                <a:cubicBezTo>
                  <a:pt x="2096" y="2588"/>
                  <a:pt x="2096" y="2577"/>
                  <a:pt x="2096" y="2566"/>
                </a:cubicBezTo>
                <a:cubicBezTo>
                  <a:pt x="2096" y="2563"/>
                  <a:pt x="2092" y="2563"/>
                  <a:pt x="2092" y="2566"/>
                </a:cubicBezTo>
                <a:cubicBezTo>
                  <a:pt x="2090" y="2609"/>
                  <a:pt x="2090" y="2652"/>
                  <a:pt x="2085" y="2696"/>
                </a:cubicBezTo>
                <a:cubicBezTo>
                  <a:pt x="2078" y="2732"/>
                  <a:pt x="2068" y="2768"/>
                  <a:pt x="2056" y="2803"/>
                </a:cubicBezTo>
                <a:cubicBezTo>
                  <a:pt x="2044" y="2843"/>
                  <a:pt x="2027" y="2881"/>
                  <a:pt x="2006" y="2916"/>
                </a:cubicBezTo>
                <a:cubicBezTo>
                  <a:pt x="2001" y="2926"/>
                  <a:pt x="1995" y="2936"/>
                  <a:pt x="1988" y="2946"/>
                </a:cubicBezTo>
                <a:cubicBezTo>
                  <a:pt x="2004" y="2906"/>
                  <a:pt x="2015" y="2864"/>
                  <a:pt x="2021" y="2821"/>
                </a:cubicBezTo>
                <a:cubicBezTo>
                  <a:pt x="2026" y="2794"/>
                  <a:pt x="2028" y="2767"/>
                  <a:pt x="2028" y="2740"/>
                </a:cubicBezTo>
                <a:cubicBezTo>
                  <a:pt x="2028" y="2726"/>
                  <a:pt x="2027" y="2711"/>
                  <a:pt x="2026" y="2697"/>
                </a:cubicBezTo>
                <a:cubicBezTo>
                  <a:pt x="2026" y="2697"/>
                  <a:pt x="2026" y="2696"/>
                  <a:pt x="2025" y="2695"/>
                </a:cubicBezTo>
                <a:lnTo>
                  <a:pt x="2024" y="2694"/>
                </a:lnTo>
                <a:cubicBezTo>
                  <a:pt x="2023" y="2693"/>
                  <a:pt x="2022" y="2693"/>
                  <a:pt x="2021" y="2693"/>
                </a:cubicBezTo>
                <a:cubicBezTo>
                  <a:pt x="2021" y="2693"/>
                  <a:pt x="2020" y="2693"/>
                  <a:pt x="2019" y="2694"/>
                </a:cubicBezTo>
                <a:cubicBezTo>
                  <a:pt x="2018" y="2694"/>
                  <a:pt x="2018" y="2695"/>
                  <a:pt x="2018" y="2695"/>
                </a:cubicBezTo>
                <a:cubicBezTo>
                  <a:pt x="2017" y="2696"/>
                  <a:pt x="2017" y="2697"/>
                  <a:pt x="2017" y="2697"/>
                </a:cubicBezTo>
                <a:cubicBezTo>
                  <a:pt x="2010" y="2772"/>
                  <a:pt x="1994" y="2867"/>
                  <a:pt x="1958" y="2935"/>
                </a:cubicBezTo>
                <a:cubicBezTo>
                  <a:pt x="1955" y="2915"/>
                  <a:pt x="1952" y="2896"/>
                  <a:pt x="1947" y="2876"/>
                </a:cubicBezTo>
                <a:cubicBezTo>
                  <a:pt x="1947" y="2876"/>
                  <a:pt x="1947" y="2875"/>
                  <a:pt x="1948" y="2874"/>
                </a:cubicBezTo>
                <a:cubicBezTo>
                  <a:pt x="1949" y="2873"/>
                  <a:pt x="1949" y="2873"/>
                  <a:pt x="1949" y="2872"/>
                </a:cubicBezTo>
                <a:cubicBezTo>
                  <a:pt x="1984" y="2777"/>
                  <a:pt x="1971" y="2667"/>
                  <a:pt x="1984" y="2568"/>
                </a:cubicBezTo>
                <a:cubicBezTo>
                  <a:pt x="1984" y="2564"/>
                  <a:pt x="1979" y="2562"/>
                  <a:pt x="1978" y="2566"/>
                </a:cubicBezTo>
                <a:cubicBezTo>
                  <a:pt x="1971" y="2601"/>
                  <a:pt x="1970" y="2636"/>
                  <a:pt x="1965" y="2670"/>
                </a:cubicBezTo>
                <a:cubicBezTo>
                  <a:pt x="1962" y="2691"/>
                  <a:pt x="1952" y="2710"/>
                  <a:pt x="1949" y="2731"/>
                </a:cubicBezTo>
                <a:cubicBezTo>
                  <a:pt x="1946" y="2759"/>
                  <a:pt x="1935" y="2788"/>
                  <a:pt x="1928" y="2817"/>
                </a:cubicBezTo>
                <a:cubicBezTo>
                  <a:pt x="1925" y="2809"/>
                  <a:pt x="1922" y="2801"/>
                  <a:pt x="1919" y="2793"/>
                </a:cubicBezTo>
                <a:cubicBezTo>
                  <a:pt x="1920" y="2794"/>
                  <a:pt x="1921" y="2794"/>
                  <a:pt x="1922" y="2794"/>
                </a:cubicBezTo>
                <a:cubicBezTo>
                  <a:pt x="1924" y="2794"/>
                  <a:pt x="1926" y="2793"/>
                  <a:pt x="1928" y="2792"/>
                </a:cubicBezTo>
                <a:cubicBezTo>
                  <a:pt x="1930" y="2791"/>
                  <a:pt x="1931" y="2790"/>
                  <a:pt x="1932" y="2788"/>
                </a:cubicBezTo>
                <a:cubicBezTo>
                  <a:pt x="1933" y="2787"/>
                  <a:pt x="1933" y="2786"/>
                  <a:pt x="1934" y="2785"/>
                </a:cubicBezTo>
                <a:cubicBezTo>
                  <a:pt x="1947" y="2735"/>
                  <a:pt x="1932" y="2675"/>
                  <a:pt x="1929" y="2625"/>
                </a:cubicBezTo>
                <a:cubicBezTo>
                  <a:pt x="1929" y="2621"/>
                  <a:pt x="1922" y="2621"/>
                  <a:pt x="1922" y="2625"/>
                </a:cubicBezTo>
                <a:cubicBezTo>
                  <a:pt x="1922" y="2657"/>
                  <a:pt x="1918" y="2690"/>
                  <a:pt x="1912" y="2721"/>
                </a:cubicBezTo>
                <a:cubicBezTo>
                  <a:pt x="1908" y="2737"/>
                  <a:pt x="1910" y="2753"/>
                  <a:pt x="1907" y="2768"/>
                </a:cubicBezTo>
                <a:cubicBezTo>
                  <a:pt x="1902" y="2760"/>
                  <a:pt x="1897" y="2753"/>
                  <a:pt x="1891" y="2746"/>
                </a:cubicBezTo>
                <a:cubicBezTo>
                  <a:pt x="1891" y="2745"/>
                  <a:pt x="1891" y="2743"/>
                  <a:pt x="1891" y="2742"/>
                </a:cubicBezTo>
                <a:cubicBezTo>
                  <a:pt x="1891" y="2740"/>
                  <a:pt x="1891" y="2740"/>
                  <a:pt x="1891" y="2739"/>
                </a:cubicBezTo>
                <a:cubicBezTo>
                  <a:pt x="1882" y="2706"/>
                  <a:pt x="1877" y="2672"/>
                  <a:pt x="1877" y="2638"/>
                </a:cubicBezTo>
                <a:cubicBezTo>
                  <a:pt x="1877" y="2634"/>
                  <a:pt x="1877" y="2630"/>
                  <a:pt x="1877" y="2625"/>
                </a:cubicBezTo>
                <a:cubicBezTo>
                  <a:pt x="1877" y="2621"/>
                  <a:pt x="1870" y="2621"/>
                  <a:pt x="1870" y="2625"/>
                </a:cubicBezTo>
                <a:cubicBezTo>
                  <a:pt x="1870" y="2649"/>
                  <a:pt x="1864" y="2675"/>
                  <a:pt x="1864" y="2701"/>
                </a:cubicBezTo>
                <a:cubicBezTo>
                  <a:pt x="1836" y="2651"/>
                  <a:pt x="1841" y="2579"/>
                  <a:pt x="1839" y="2525"/>
                </a:cubicBezTo>
                <a:cubicBezTo>
                  <a:pt x="1839" y="2521"/>
                  <a:pt x="1832" y="2520"/>
                  <a:pt x="1832" y="2525"/>
                </a:cubicBezTo>
                <a:cubicBezTo>
                  <a:pt x="1831" y="2566"/>
                  <a:pt x="1826" y="2607"/>
                  <a:pt x="1827" y="2647"/>
                </a:cubicBezTo>
                <a:cubicBezTo>
                  <a:pt x="1827" y="2654"/>
                  <a:pt x="1827" y="2661"/>
                  <a:pt x="1827" y="2667"/>
                </a:cubicBezTo>
                <a:cubicBezTo>
                  <a:pt x="1820" y="2640"/>
                  <a:pt x="1804" y="2617"/>
                  <a:pt x="1800" y="2590"/>
                </a:cubicBezTo>
                <a:cubicBezTo>
                  <a:pt x="1795" y="2562"/>
                  <a:pt x="1800" y="2522"/>
                  <a:pt x="1800" y="2490"/>
                </a:cubicBezTo>
                <a:cubicBezTo>
                  <a:pt x="1800" y="2487"/>
                  <a:pt x="1795" y="2486"/>
                  <a:pt x="1795" y="2490"/>
                </a:cubicBezTo>
                <a:cubicBezTo>
                  <a:pt x="1795" y="2520"/>
                  <a:pt x="1790" y="2549"/>
                  <a:pt x="1788" y="2579"/>
                </a:cubicBezTo>
                <a:cubicBezTo>
                  <a:pt x="1788" y="2583"/>
                  <a:pt x="1788" y="2586"/>
                  <a:pt x="1788" y="2590"/>
                </a:cubicBezTo>
                <a:cubicBezTo>
                  <a:pt x="1788" y="2605"/>
                  <a:pt x="1790" y="2621"/>
                  <a:pt x="1793" y="2636"/>
                </a:cubicBezTo>
                <a:lnTo>
                  <a:pt x="1792" y="2635"/>
                </a:lnTo>
                <a:cubicBezTo>
                  <a:pt x="1787" y="2632"/>
                  <a:pt x="1783" y="2628"/>
                  <a:pt x="1780" y="2623"/>
                </a:cubicBezTo>
                <a:cubicBezTo>
                  <a:pt x="1773" y="2608"/>
                  <a:pt x="1770" y="2592"/>
                  <a:pt x="1770" y="2575"/>
                </a:cubicBezTo>
                <a:cubicBezTo>
                  <a:pt x="1770" y="2571"/>
                  <a:pt x="1770" y="2567"/>
                  <a:pt x="1771" y="2563"/>
                </a:cubicBezTo>
                <a:cubicBezTo>
                  <a:pt x="1771" y="2558"/>
                  <a:pt x="1763" y="2558"/>
                  <a:pt x="1763" y="2563"/>
                </a:cubicBezTo>
                <a:cubicBezTo>
                  <a:pt x="1762" y="2586"/>
                  <a:pt x="1756" y="2610"/>
                  <a:pt x="1766" y="2632"/>
                </a:cubicBezTo>
                <a:lnTo>
                  <a:pt x="1756" y="2627"/>
                </a:lnTo>
                <a:cubicBezTo>
                  <a:pt x="1730" y="2590"/>
                  <a:pt x="1734" y="2537"/>
                  <a:pt x="1732" y="2494"/>
                </a:cubicBezTo>
                <a:cubicBezTo>
                  <a:pt x="1732" y="2493"/>
                  <a:pt x="1733" y="2493"/>
                  <a:pt x="1732" y="2492"/>
                </a:cubicBezTo>
                <a:cubicBezTo>
                  <a:pt x="1731" y="2491"/>
                  <a:pt x="1731" y="2491"/>
                  <a:pt x="1730" y="2491"/>
                </a:cubicBezTo>
                <a:lnTo>
                  <a:pt x="1729" y="2491"/>
                </a:lnTo>
                <a:cubicBezTo>
                  <a:pt x="1728" y="2491"/>
                  <a:pt x="1727" y="2491"/>
                  <a:pt x="1727" y="2491"/>
                </a:cubicBezTo>
                <a:cubicBezTo>
                  <a:pt x="1726" y="2491"/>
                  <a:pt x="1726" y="2492"/>
                  <a:pt x="1726" y="2492"/>
                </a:cubicBezTo>
                <a:cubicBezTo>
                  <a:pt x="1725" y="2493"/>
                  <a:pt x="1725" y="2493"/>
                  <a:pt x="1725" y="2494"/>
                </a:cubicBezTo>
                <a:cubicBezTo>
                  <a:pt x="1723" y="2533"/>
                  <a:pt x="1714" y="2575"/>
                  <a:pt x="1725" y="2612"/>
                </a:cubicBezTo>
                <a:lnTo>
                  <a:pt x="1712" y="2607"/>
                </a:lnTo>
                <a:lnTo>
                  <a:pt x="1712" y="2606"/>
                </a:lnTo>
                <a:cubicBezTo>
                  <a:pt x="1712" y="2604"/>
                  <a:pt x="1712" y="2602"/>
                  <a:pt x="1711" y="2601"/>
                </a:cubicBezTo>
                <a:cubicBezTo>
                  <a:pt x="1710" y="2600"/>
                  <a:pt x="1710" y="2599"/>
                  <a:pt x="1709" y="2599"/>
                </a:cubicBezTo>
                <a:cubicBezTo>
                  <a:pt x="1709" y="2598"/>
                  <a:pt x="1708" y="2597"/>
                  <a:pt x="1708" y="2597"/>
                </a:cubicBezTo>
                <a:cubicBezTo>
                  <a:pt x="1701" y="2585"/>
                  <a:pt x="1697" y="2571"/>
                  <a:pt x="1697" y="2557"/>
                </a:cubicBezTo>
                <a:lnTo>
                  <a:pt x="1697" y="2556"/>
                </a:lnTo>
                <a:cubicBezTo>
                  <a:pt x="1694" y="2539"/>
                  <a:pt x="1692" y="2522"/>
                  <a:pt x="1692" y="2505"/>
                </a:cubicBezTo>
                <a:cubicBezTo>
                  <a:pt x="1692" y="2494"/>
                  <a:pt x="1693" y="2484"/>
                  <a:pt x="1694" y="2473"/>
                </a:cubicBezTo>
                <a:cubicBezTo>
                  <a:pt x="1694" y="2472"/>
                  <a:pt x="1694" y="2471"/>
                  <a:pt x="1694" y="2471"/>
                </a:cubicBezTo>
                <a:cubicBezTo>
                  <a:pt x="1694" y="2470"/>
                  <a:pt x="1693" y="2470"/>
                  <a:pt x="1693" y="2470"/>
                </a:cubicBezTo>
                <a:cubicBezTo>
                  <a:pt x="1692" y="2469"/>
                  <a:pt x="1692" y="2469"/>
                  <a:pt x="1691" y="2469"/>
                </a:cubicBezTo>
                <a:cubicBezTo>
                  <a:pt x="1690" y="2469"/>
                  <a:pt x="1690" y="2469"/>
                  <a:pt x="1689" y="2470"/>
                </a:cubicBezTo>
                <a:cubicBezTo>
                  <a:pt x="1689" y="2470"/>
                  <a:pt x="1688" y="2470"/>
                  <a:pt x="1688" y="2471"/>
                </a:cubicBezTo>
                <a:lnTo>
                  <a:pt x="1688" y="2472"/>
                </a:lnTo>
                <a:cubicBezTo>
                  <a:pt x="1680" y="2503"/>
                  <a:pt x="1676" y="2535"/>
                  <a:pt x="1675" y="2566"/>
                </a:cubicBezTo>
                <a:cubicBezTo>
                  <a:pt x="1675" y="2568"/>
                  <a:pt x="1675" y="2570"/>
                  <a:pt x="1675" y="2571"/>
                </a:cubicBezTo>
                <a:cubicBezTo>
                  <a:pt x="1675" y="2580"/>
                  <a:pt x="1677" y="2589"/>
                  <a:pt x="1680" y="2598"/>
                </a:cubicBezTo>
                <a:cubicBezTo>
                  <a:pt x="1670" y="2596"/>
                  <a:pt x="1660" y="2594"/>
                  <a:pt x="1650" y="2592"/>
                </a:cubicBezTo>
                <a:cubicBezTo>
                  <a:pt x="1628" y="2480"/>
                  <a:pt x="1651" y="2376"/>
                  <a:pt x="1736" y="2298"/>
                </a:cubicBezTo>
                <a:lnTo>
                  <a:pt x="1737" y="2298"/>
                </a:lnTo>
                <a:cubicBezTo>
                  <a:pt x="1739" y="2296"/>
                  <a:pt x="1741" y="2295"/>
                  <a:pt x="1742" y="2292"/>
                </a:cubicBezTo>
                <a:cubicBezTo>
                  <a:pt x="1835" y="2212"/>
                  <a:pt x="1959" y="2151"/>
                  <a:pt x="2081" y="2168"/>
                </a:cubicBezTo>
                <a:cubicBezTo>
                  <a:pt x="2133" y="2175"/>
                  <a:pt x="2196" y="2215"/>
                  <a:pt x="2243" y="2241"/>
                </a:cubicBezTo>
                <a:moveTo>
                  <a:pt x="2444" y="2647"/>
                </a:moveTo>
                <a:cubicBezTo>
                  <a:pt x="2450" y="2622"/>
                  <a:pt x="2453" y="2596"/>
                  <a:pt x="2453" y="2570"/>
                </a:cubicBezTo>
                <a:cubicBezTo>
                  <a:pt x="2453" y="2554"/>
                  <a:pt x="2451" y="2537"/>
                  <a:pt x="2449" y="2520"/>
                </a:cubicBezTo>
                <a:cubicBezTo>
                  <a:pt x="2500" y="2522"/>
                  <a:pt x="2551" y="2531"/>
                  <a:pt x="2599" y="2546"/>
                </a:cubicBezTo>
                <a:cubicBezTo>
                  <a:pt x="2626" y="2555"/>
                  <a:pt x="2653" y="2567"/>
                  <a:pt x="2678" y="2582"/>
                </a:cubicBezTo>
                <a:cubicBezTo>
                  <a:pt x="2686" y="2587"/>
                  <a:pt x="2695" y="2592"/>
                  <a:pt x="2703" y="2598"/>
                </a:cubicBezTo>
                <a:cubicBezTo>
                  <a:pt x="2689" y="2602"/>
                  <a:pt x="2675" y="2609"/>
                  <a:pt x="2662" y="2616"/>
                </a:cubicBezTo>
                <a:cubicBezTo>
                  <a:pt x="2626" y="2637"/>
                  <a:pt x="2597" y="2666"/>
                  <a:pt x="2576" y="2702"/>
                </a:cubicBezTo>
                <a:lnTo>
                  <a:pt x="2576" y="2703"/>
                </a:lnTo>
                <a:cubicBezTo>
                  <a:pt x="2575" y="2703"/>
                  <a:pt x="2575" y="2702"/>
                  <a:pt x="2575" y="2702"/>
                </a:cubicBezTo>
                <a:cubicBezTo>
                  <a:pt x="2575" y="2701"/>
                  <a:pt x="2574" y="2700"/>
                  <a:pt x="2573" y="2700"/>
                </a:cubicBezTo>
                <a:cubicBezTo>
                  <a:pt x="2572" y="2699"/>
                  <a:pt x="2572" y="2699"/>
                  <a:pt x="2571" y="2699"/>
                </a:cubicBezTo>
                <a:cubicBezTo>
                  <a:pt x="2570" y="2699"/>
                  <a:pt x="2569" y="2699"/>
                  <a:pt x="2568" y="2700"/>
                </a:cubicBezTo>
                <a:cubicBezTo>
                  <a:pt x="2567" y="2701"/>
                  <a:pt x="2568" y="2701"/>
                  <a:pt x="2567" y="2702"/>
                </a:cubicBezTo>
                <a:cubicBezTo>
                  <a:pt x="2566" y="2703"/>
                  <a:pt x="2566" y="2703"/>
                  <a:pt x="2566" y="2703"/>
                </a:cubicBezTo>
                <a:cubicBezTo>
                  <a:pt x="2560" y="2730"/>
                  <a:pt x="2543" y="2753"/>
                  <a:pt x="2541" y="2780"/>
                </a:cubicBezTo>
                <a:lnTo>
                  <a:pt x="2537" y="2778"/>
                </a:lnTo>
                <a:cubicBezTo>
                  <a:pt x="2537" y="2757"/>
                  <a:pt x="2537" y="2736"/>
                  <a:pt x="2537" y="2714"/>
                </a:cubicBezTo>
                <a:cubicBezTo>
                  <a:pt x="2540" y="2702"/>
                  <a:pt x="2542" y="2689"/>
                  <a:pt x="2543" y="2676"/>
                </a:cubicBezTo>
                <a:cubicBezTo>
                  <a:pt x="2543" y="2672"/>
                  <a:pt x="2536" y="2672"/>
                  <a:pt x="2536" y="2676"/>
                </a:cubicBezTo>
                <a:cubicBezTo>
                  <a:pt x="2533" y="2695"/>
                  <a:pt x="2528" y="2713"/>
                  <a:pt x="2520" y="2730"/>
                </a:cubicBezTo>
                <a:cubicBezTo>
                  <a:pt x="2516" y="2743"/>
                  <a:pt x="2514" y="2757"/>
                  <a:pt x="2514" y="2771"/>
                </a:cubicBezTo>
                <a:lnTo>
                  <a:pt x="2497" y="2766"/>
                </a:lnTo>
                <a:cubicBezTo>
                  <a:pt x="2497" y="2766"/>
                  <a:pt x="2497" y="2765"/>
                  <a:pt x="2497" y="2764"/>
                </a:cubicBezTo>
                <a:lnTo>
                  <a:pt x="2497" y="2763"/>
                </a:lnTo>
                <a:cubicBezTo>
                  <a:pt x="2497" y="2751"/>
                  <a:pt x="2495" y="2738"/>
                  <a:pt x="2495" y="2726"/>
                </a:cubicBezTo>
                <a:cubicBezTo>
                  <a:pt x="2495" y="2721"/>
                  <a:pt x="2496" y="2717"/>
                  <a:pt x="2496" y="2712"/>
                </a:cubicBezTo>
                <a:cubicBezTo>
                  <a:pt x="2496" y="2707"/>
                  <a:pt x="2495" y="2702"/>
                  <a:pt x="2494" y="2697"/>
                </a:cubicBezTo>
                <a:lnTo>
                  <a:pt x="2494" y="2696"/>
                </a:lnTo>
                <a:cubicBezTo>
                  <a:pt x="2493" y="2695"/>
                  <a:pt x="2493" y="2695"/>
                  <a:pt x="2492" y="2694"/>
                </a:cubicBezTo>
                <a:cubicBezTo>
                  <a:pt x="2492" y="2694"/>
                  <a:pt x="2491" y="2694"/>
                  <a:pt x="2490" y="2694"/>
                </a:cubicBezTo>
                <a:cubicBezTo>
                  <a:pt x="2489" y="2694"/>
                  <a:pt x="2489" y="2693"/>
                  <a:pt x="2488" y="2694"/>
                </a:cubicBezTo>
                <a:cubicBezTo>
                  <a:pt x="2487" y="2694"/>
                  <a:pt x="2487" y="2695"/>
                  <a:pt x="2486" y="2696"/>
                </a:cubicBezTo>
                <a:lnTo>
                  <a:pt x="2486" y="2697"/>
                </a:lnTo>
                <a:cubicBezTo>
                  <a:pt x="2485" y="2708"/>
                  <a:pt x="2480" y="2717"/>
                  <a:pt x="2478" y="2728"/>
                </a:cubicBezTo>
                <a:cubicBezTo>
                  <a:pt x="2477" y="2738"/>
                  <a:pt x="2477" y="2747"/>
                  <a:pt x="2477" y="2756"/>
                </a:cubicBezTo>
                <a:cubicBezTo>
                  <a:pt x="2477" y="2758"/>
                  <a:pt x="2477" y="2760"/>
                  <a:pt x="2477" y="2762"/>
                </a:cubicBezTo>
                <a:cubicBezTo>
                  <a:pt x="2470" y="2760"/>
                  <a:pt x="2464" y="2759"/>
                  <a:pt x="2457" y="2758"/>
                </a:cubicBezTo>
                <a:cubicBezTo>
                  <a:pt x="2457" y="2755"/>
                  <a:pt x="2456" y="2751"/>
                  <a:pt x="2456" y="2747"/>
                </a:cubicBezTo>
                <a:cubicBezTo>
                  <a:pt x="2456" y="2738"/>
                  <a:pt x="2458" y="2728"/>
                  <a:pt x="2460" y="2719"/>
                </a:cubicBezTo>
                <a:cubicBezTo>
                  <a:pt x="2465" y="2702"/>
                  <a:pt x="2469" y="2684"/>
                  <a:pt x="2471" y="2666"/>
                </a:cubicBezTo>
                <a:cubicBezTo>
                  <a:pt x="2471" y="2663"/>
                  <a:pt x="2467" y="2662"/>
                  <a:pt x="2466" y="2666"/>
                </a:cubicBezTo>
                <a:cubicBezTo>
                  <a:pt x="2461" y="2683"/>
                  <a:pt x="2455" y="2700"/>
                  <a:pt x="2449" y="2717"/>
                </a:cubicBezTo>
                <a:cubicBezTo>
                  <a:pt x="2445" y="2730"/>
                  <a:pt x="2444" y="2743"/>
                  <a:pt x="2440" y="2756"/>
                </a:cubicBezTo>
                <a:lnTo>
                  <a:pt x="2438" y="2756"/>
                </a:lnTo>
                <a:cubicBezTo>
                  <a:pt x="2438" y="2754"/>
                  <a:pt x="2438" y="2753"/>
                  <a:pt x="2438" y="2752"/>
                </a:cubicBezTo>
                <a:cubicBezTo>
                  <a:pt x="2438" y="2751"/>
                  <a:pt x="2438" y="2746"/>
                  <a:pt x="2438" y="2743"/>
                </a:cubicBezTo>
                <a:cubicBezTo>
                  <a:pt x="2439" y="2739"/>
                  <a:pt x="2440" y="2734"/>
                  <a:pt x="2441" y="2729"/>
                </a:cubicBezTo>
                <a:cubicBezTo>
                  <a:pt x="2441" y="2728"/>
                  <a:pt x="2441" y="2728"/>
                  <a:pt x="2440" y="2727"/>
                </a:cubicBezTo>
                <a:cubicBezTo>
                  <a:pt x="2439" y="2726"/>
                  <a:pt x="2439" y="2725"/>
                  <a:pt x="2439" y="2725"/>
                </a:cubicBezTo>
                <a:cubicBezTo>
                  <a:pt x="2438" y="2725"/>
                  <a:pt x="2437" y="2724"/>
                  <a:pt x="2436" y="2724"/>
                </a:cubicBezTo>
                <a:cubicBezTo>
                  <a:pt x="2436" y="2724"/>
                  <a:pt x="2435" y="2725"/>
                  <a:pt x="2434" y="2725"/>
                </a:cubicBezTo>
                <a:cubicBezTo>
                  <a:pt x="2433" y="2725"/>
                  <a:pt x="2433" y="2726"/>
                  <a:pt x="2432" y="2727"/>
                </a:cubicBezTo>
                <a:cubicBezTo>
                  <a:pt x="2432" y="2727"/>
                  <a:pt x="2432" y="2728"/>
                  <a:pt x="2432" y="2729"/>
                </a:cubicBezTo>
                <a:cubicBezTo>
                  <a:pt x="2432" y="2736"/>
                  <a:pt x="2424" y="2738"/>
                  <a:pt x="2421" y="2744"/>
                </a:cubicBezTo>
                <a:cubicBezTo>
                  <a:pt x="2417" y="2750"/>
                  <a:pt x="2417" y="2751"/>
                  <a:pt x="2415" y="2754"/>
                </a:cubicBezTo>
                <a:lnTo>
                  <a:pt x="2413" y="2754"/>
                </a:lnTo>
                <a:cubicBezTo>
                  <a:pt x="2427" y="2720"/>
                  <a:pt x="2437" y="2684"/>
                  <a:pt x="2444" y="2647"/>
                </a:cubicBezTo>
                <a:moveTo>
                  <a:pt x="2766" y="2339"/>
                </a:moveTo>
                <a:cubicBezTo>
                  <a:pt x="2829" y="2261"/>
                  <a:pt x="2889" y="2209"/>
                  <a:pt x="2983" y="2172"/>
                </a:cubicBezTo>
                <a:cubicBezTo>
                  <a:pt x="3044" y="2149"/>
                  <a:pt x="3108" y="2134"/>
                  <a:pt x="3174" y="2127"/>
                </a:cubicBezTo>
                <a:cubicBezTo>
                  <a:pt x="3267" y="2118"/>
                  <a:pt x="3378" y="2136"/>
                  <a:pt x="3447" y="2203"/>
                </a:cubicBezTo>
                <a:cubicBezTo>
                  <a:pt x="3466" y="2221"/>
                  <a:pt x="3483" y="2242"/>
                  <a:pt x="3496" y="2265"/>
                </a:cubicBezTo>
                <a:cubicBezTo>
                  <a:pt x="3507" y="2284"/>
                  <a:pt x="3516" y="2305"/>
                  <a:pt x="3522" y="2326"/>
                </a:cubicBezTo>
                <a:cubicBezTo>
                  <a:pt x="3534" y="2358"/>
                  <a:pt x="3539" y="2392"/>
                  <a:pt x="3539" y="2426"/>
                </a:cubicBezTo>
                <a:cubicBezTo>
                  <a:pt x="3539" y="2446"/>
                  <a:pt x="3537" y="2466"/>
                  <a:pt x="3533" y="2486"/>
                </a:cubicBezTo>
                <a:lnTo>
                  <a:pt x="3531" y="2485"/>
                </a:lnTo>
                <a:lnTo>
                  <a:pt x="3531" y="2483"/>
                </a:lnTo>
                <a:cubicBezTo>
                  <a:pt x="3528" y="2439"/>
                  <a:pt x="3521" y="2396"/>
                  <a:pt x="3510" y="2353"/>
                </a:cubicBezTo>
                <a:lnTo>
                  <a:pt x="3510" y="2352"/>
                </a:lnTo>
                <a:cubicBezTo>
                  <a:pt x="3509" y="2351"/>
                  <a:pt x="3509" y="2350"/>
                  <a:pt x="3508" y="2350"/>
                </a:cubicBezTo>
                <a:cubicBezTo>
                  <a:pt x="3507" y="2349"/>
                  <a:pt x="3507" y="2350"/>
                  <a:pt x="3506" y="2350"/>
                </a:cubicBezTo>
                <a:cubicBezTo>
                  <a:pt x="3505" y="2350"/>
                  <a:pt x="3504" y="2350"/>
                  <a:pt x="3504" y="2350"/>
                </a:cubicBezTo>
                <a:cubicBezTo>
                  <a:pt x="3503" y="2351"/>
                  <a:pt x="3502" y="2351"/>
                  <a:pt x="3502" y="2352"/>
                </a:cubicBezTo>
                <a:cubicBezTo>
                  <a:pt x="3502" y="2353"/>
                  <a:pt x="3501" y="2353"/>
                  <a:pt x="3501" y="2354"/>
                </a:cubicBezTo>
                <a:lnTo>
                  <a:pt x="3502" y="2355"/>
                </a:lnTo>
                <a:cubicBezTo>
                  <a:pt x="3502" y="2361"/>
                  <a:pt x="3502" y="2367"/>
                  <a:pt x="3502" y="2373"/>
                </a:cubicBezTo>
                <a:cubicBezTo>
                  <a:pt x="3502" y="2385"/>
                  <a:pt x="3501" y="2398"/>
                  <a:pt x="3500" y="2411"/>
                </a:cubicBezTo>
                <a:cubicBezTo>
                  <a:pt x="3500" y="2413"/>
                  <a:pt x="3500" y="2415"/>
                  <a:pt x="3500" y="2416"/>
                </a:cubicBezTo>
                <a:cubicBezTo>
                  <a:pt x="3500" y="2428"/>
                  <a:pt x="3499" y="2440"/>
                  <a:pt x="3497" y="2452"/>
                </a:cubicBezTo>
                <a:cubicBezTo>
                  <a:pt x="3495" y="2442"/>
                  <a:pt x="3494" y="2431"/>
                  <a:pt x="3491" y="2421"/>
                </a:cubicBezTo>
                <a:cubicBezTo>
                  <a:pt x="3491" y="2411"/>
                  <a:pt x="3488" y="2400"/>
                  <a:pt x="3484" y="2391"/>
                </a:cubicBezTo>
                <a:cubicBezTo>
                  <a:pt x="3479" y="2381"/>
                  <a:pt x="3475" y="2371"/>
                  <a:pt x="3471" y="2361"/>
                </a:cubicBezTo>
                <a:cubicBezTo>
                  <a:pt x="3471" y="2360"/>
                  <a:pt x="3470" y="2359"/>
                  <a:pt x="3470" y="2358"/>
                </a:cubicBezTo>
                <a:cubicBezTo>
                  <a:pt x="3465" y="2349"/>
                  <a:pt x="3460" y="2340"/>
                  <a:pt x="3457" y="2330"/>
                </a:cubicBezTo>
                <a:cubicBezTo>
                  <a:pt x="3457" y="2326"/>
                  <a:pt x="3451" y="2326"/>
                  <a:pt x="3451" y="2330"/>
                </a:cubicBezTo>
                <a:cubicBezTo>
                  <a:pt x="3453" y="2342"/>
                  <a:pt x="3458" y="2354"/>
                  <a:pt x="3463" y="2365"/>
                </a:cubicBezTo>
                <a:cubicBezTo>
                  <a:pt x="3468" y="2376"/>
                  <a:pt x="3470" y="2388"/>
                  <a:pt x="3470" y="2400"/>
                </a:cubicBezTo>
                <a:cubicBezTo>
                  <a:pt x="3470" y="2402"/>
                  <a:pt x="3470" y="2403"/>
                  <a:pt x="3470" y="2404"/>
                </a:cubicBezTo>
                <a:cubicBezTo>
                  <a:pt x="3469" y="2410"/>
                  <a:pt x="3469" y="2416"/>
                  <a:pt x="3469" y="2422"/>
                </a:cubicBezTo>
                <a:cubicBezTo>
                  <a:pt x="3469" y="2428"/>
                  <a:pt x="3469" y="2433"/>
                  <a:pt x="3470" y="2439"/>
                </a:cubicBezTo>
                <a:cubicBezTo>
                  <a:pt x="3469" y="2432"/>
                  <a:pt x="3467" y="2426"/>
                  <a:pt x="3465" y="2419"/>
                </a:cubicBezTo>
                <a:cubicBezTo>
                  <a:pt x="3463" y="2416"/>
                  <a:pt x="3461" y="2412"/>
                  <a:pt x="3459" y="2409"/>
                </a:cubicBezTo>
                <a:cubicBezTo>
                  <a:pt x="3453" y="2399"/>
                  <a:pt x="3447" y="2390"/>
                  <a:pt x="3441" y="2380"/>
                </a:cubicBezTo>
                <a:cubicBezTo>
                  <a:pt x="3440" y="2378"/>
                  <a:pt x="3439" y="2376"/>
                  <a:pt x="3438" y="2375"/>
                </a:cubicBezTo>
                <a:cubicBezTo>
                  <a:pt x="3432" y="2365"/>
                  <a:pt x="3427" y="2355"/>
                  <a:pt x="3423" y="2344"/>
                </a:cubicBezTo>
                <a:cubicBezTo>
                  <a:pt x="3423" y="2344"/>
                  <a:pt x="3423" y="2343"/>
                  <a:pt x="3422" y="2343"/>
                </a:cubicBezTo>
                <a:cubicBezTo>
                  <a:pt x="3417" y="2333"/>
                  <a:pt x="3409" y="2325"/>
                  <a:pt x="3400" y="2318"/>
                </a:cubicBezTo>
                <a:cubicBezTo>
                  <a:pt x="3399" y="2318"/>
                  <a:pt x="3399" y="2317"/>
                  <a:pt x="3398" y="2317"/>
                </a:cubicBezTo>
                <a:lnTo>
                  <a:pt x="3397" y="2318"/>
                </a:lnTo>
                <a:cubicBezTo>
                  <a:pt x="3396" y="2318"/>
                  <a:pt x="3396" y="2319"/>
                  <a:pt x="3396" y="2319"/>
                </a:cubicBezTo>
                <a:lnTo>
                  <a:pt x="3395" y="2320"/>
                </a:lnTo>
                <a:cubicBezTo>
                  <a:pt x="3395" y="2321"/>
                  <a:pt x="3396" y="2321"/>
                  <a:pt x="3396" y="2322"/>
                </a:cubicBezTo>
                <a:cubicBezTo>
                  <a:pt x="3403" y="2331"/>
                  <a:pt x="3408" y="2340"/>
                  <a:pt x="3414" y="2350"/>
                </a:cubicBezTo>
                <a:cubicBezTo>
                  <a:pt x="3424" y="2368"/>
                  <a:pt x="3434" y="2388"/>
                  <a:pt x="3439" y="2409"/>
                </a:cubicBezTo>
                <a:cubicBezTo>
                  <a:pt x="3442" y="2416"/>
                  <a:pt x="3443" y="2424"/>
                  <a:pt x="3445" y="2431"/>
                </a:cubicBezTo>
                <a:cubicBezTo>
                  <a:pt x="3433" y="2421"/>
                  <a:pt x="3424" y="2410"/>
                  <a:pt x="3416" y="2396"/>
                </a:cubicBezTo>
                <a:cubicBezTo>
                  <a:pt x="3414" y="2393"/>
                  <a:pt x="3412" y="2389"/>
                  <a:pt x="3410" y="2385"/>
                </a:cubicBezTo>
                <a:cubicBezTo>
                  <a:pt x="3403" y="2376"/>
                  <a:pt x="3396" y="2367"/>
                  <a:pt x="3387" y="2359"/>
                </a:cubicBezTo>
                <a:cubicBezTo>
                  <a:pt x="3379" y="2350"/>
                  <a:pt x="3374" y="2340"/>
                  <a:pt x="3366" y="2332"/>
                </a:cubicBezTo>
                <a:cubicBezTo>
                  <a:pt x="3363" y="2330"/>
                  <a:pt x="3359" y="2333"/>
                  <a:pt x="3361" y="2336"/>
                </a:cubicBezTo>
                <a:cubicBezTo>
                  <a:pt x="3376" y="2352"/>
                  <a:pt x="3389" y="2370"/>
                  <a:pt x="3400" y="2389"/>
                </a:cubicBezTo>
                <a:cubicBezTo>
                  <a:pt x="3404" y="2396"/>
                  <a:pt x="3408" y="2403"/>
                  <a:pt x="3411" y="2410"/>
                </a:cubicBezTo>
                <a:cubicBezTo>
                  <a:pt x="3412" y="2412"/>
                  <a:pt x="3413" y="2414"/>
                  <a:pt x="3415" y="2416"/>
                </a:cubicBezTo>
                <a:cubicBezTo>
                  <a:pt x="3416" y="2418"/>
                  <a:pt x="3417" y="2420"/>
                  <a:pt x="3418" y="2422"/>
                </a:cubicBezTo>
                <a:cubicBezTo>
                  <a:pt x="3410" y="2419"/>
                  <a:pt x="3402" y="2416"/>
                  <a:pt x="3394" y="2414"/>
                </a:cubicBezTo>
                <a:cubicBezTo>
                  <a:pt x="3390" y="2411"/>
                  <a:pt x="3386" y="2408"/>
                  <a:pt x="3382" y="2406"/>
                </a:cubicBezTo>
                <a:cubicBezTo>
                  <a:pt x="3378" y="2402"/>
                  <a:pt x="3374" y="2398"/>
                  <a:pt x="3371" y="2394"/>
                </a:cubicBezTo>
                <a:cubicBezTo>
                  <a:pt x="3368" y="2391"/>
                  <a:pt x="3366" y="2388"/>
                  <a:pt x="3364" y="2385"/>
                </a:cubicBezTo>
                <a:cubicBezTo>
                  <a:pt x="3361" y="2382"/>
                  <a:pt x="3356" y="2380"/>
                  <a:pt x="3353" y="2376"/>
                </a:cubicBezTo>
                <a:cubicBezTo>
                  <a:pt x="3350" y="2371"/>
                  <a:pt x="3343" y="2376"/>
                  <a:pt x="3346" y="2381"/>
                </a:cubicBezTo>
                <a:cubicBezTo>
                  <a:pt x="3346" y="2381"/>
                  <a:pt x="3346" y="2382"/>
                  <a:pt x="3347" y="2382"/>
                </a:cubicBezTo>
                <a:cubicBezTo>
                  <a:pt x="3350" y="2388"/>
                  <a:pt x="3352" y="2393"/>
                  <a:pt x="3355" y="2399"/>
                </a:cubicBezTo>
                <a:cubicBezTo>
                  <a:pt x="3355" y="2400"/>
                  <a:pt x="3356" y="2402"/>
                  <a:pt x="3357" y="2403"/>
                </a:cubicBezTo>
                <a:cubicBezTo>
                  <a:pt x="3358" y="2404"/>
                  <a:pt x="3358" y="2406"/>
                  <a:pt x="3359" y="2407"/>
                </a:cubicBezTo>
                <a:cubicBezTo>
                  <a:pt x="3348" y="2405"/>
                  <a:pt x="3337" y="2404"/>
                  <a:pt x="3326" y="2403"/>
                </a:cubicBezTo>
                <a:cubicBezTo>
                  <a:pt x="3323" y="2401"/>
                  <a:pt x="3320" y="2397"/>
                  <a:pt x="3318" y="2395"/>
                </a:cubicBezTo>
                <a:cubicBezTo>
                  <a:pt x="3315" y="2392"/>
                  <a:pt x="3311" y="2389"/>
                  <a:pt x="3308" y="2387"/>
                </a:cubicBezTo>
                <a:cubicBezTo>
                  <a:pt x="3299" y="2381"/>
                  <a:pt x="3288" y="2381"/>
                  <a:pt x="3279" y="2375"/>
                </a:cubicBezTo>
                <a:cubicBezTo>
                  <a:pt x="3274" y="2371"/>
                  <a:pt x="3269" y="2379"/>
                  <a:pt x="3274" y="2383"/>
                </a:cubicBezTo>
                <a:cubicBezTo>
                  <a:pt x="3278" y="2386"/>
                  <a:pt x="3280" y="2394"/>
                  <a:pt x="3285" y="2398"/>
                </a:cubicBezTo>
                <a:lnTo>
                  <a:pt x="3289" y="2401"/>
                </a:lnTo>
                <a:lnTo>
                  <a:pt x="3278" y="2401"/>
                </a:lnTo>
                <a:cubicBezTo>
                  <a:pt x="3276" y="2400"/>
                  <a:pt x="3274" y="2398"/>
                  <a:pt x="3272" y="2397"/>
                </a:cubicBezTo>
                <a:cubicBezTo>
                  <a:pt x="3267" y="2394"/>
                  <a:pt x="3262" y="2392"/>
                  <a:pt x="3257" y="2391"/>
                </a:cubicBezTo>
                <a:cubicBezTo>
                  <a:pt x="3240" y="2385"/>
                  <a:pt x="3227" y="2365"/>
                  <a:pt x="3208" y="2367"/>
                </a:cubicBezTo>
                <a:cubicBezTo>
                  <a:pt x="3202" y="2367"/>
                  <a:pt x="3201" y="2377"/>
                  <a:pt x="3208" y="2377"/>
                </a:cubicBezTo>
                <a:cubicBezTo>
                  <a:pt x="3210" y="2377"/>
                  <a:pt x="3218" y="2388"/>
                  <a:pt x="3220" y="2390"/>
                </a:cubicBezTo>
                <a:cubicBezTo>
                  <a:pt x="3222" y="2391"/>
                  <a:pt x="3229" y="2400"/>
                  <a:pt x="3235" y="2404"/>
                </a:cubicBezTo>
                <a:lnTo>
                  <a:pt x="3224" y="2406"/>
                </a:lnTo>
                <a:lnTo>
                  <a:pt x="3223" y="2406"/>
                </a:lnTo>
                <a:cubicBezTo>
                  <a:pt x="3209" y="2403"/>
                  <a:pt x="3195" y="2397"/>
                  <a:pt x="3182" y="2390"/>
                </a:cubicBezTo>
                <a:cubicBezTo>
                  <a:pt x="3171" y="2384"/>
                  <a:pt x="3161" y="2376"/>
                  <a:pt x="3152" y="2366"/>
                </a:cubicBezTo>
                <a:lnTo>
                  <a:pt x="3151" y="2365"/>
                </a:lnTo>
                <a:cubicBezTo>
                  <a:pt x="3150" y="2364"/>
                  <a:pt x="3149" y="2365"/>
                  <a:pt x="3149" y="2365"/>
                </a:cubicBezTo>
                <a:cubicBezTo>
                  <a:pt x="3148" y="2365"/>
                  <a:pt x="3147" y="2365"/>
                  <a:pt x="3147" y="2365"/>
                </a:cubicBezTo>
                <a:cubicBezTo>
                  <a:pt x="3146" y="2366"/>
                  <a:pt x="3145" y="2366"/>
                  <a:pt x="3145" y="2367"/>
                </a:cubicBezTo>
                <a:cubicBezTo>
                  <a:pt x="3145" y="2368"/>
                  <a:pt x="3145" y="2368"/>
                  <a:pt x="3145" y="2369"/>
                </a:cubicBezTo>
                <a:cubicBezTo>
                  <a:pt x="3145" y="2370"/>
                  <a:pt x="3145" y="2370"/>
                  <a:pt x="3145" y="2371"/>
                </a:cubicBezTo>
                <a:lnTo>
                  <a:pt x="3145" y="2372"/>
                </a:lnTo>
                <a:cubicBezTo>
                  <a:pt x="3156" y="2385"/>
                  <a:pt x="3159" y="2400"/>
                  <a:pt x="3173" y="2411"/>
                </a:cubicBezTo>
                <a:lnTo>
                  <a:pt x="3178" y="2414"/>
                </a:lnTo>
                <a:lnTo>
                  <a:pt x="3169" y="2416"/>
                </a:lnTo>
                <a:cubicBezTo>
                  <a:pt x="3166" y="2416"/>
                  <a:pt x="3163" y="2418"/>
                  <a:pt x="3159" y="2419"/>
                </a:cubicBezTo>
                <a:cubicBezTo>
                  <a:pt x="3154" y="2417"/>
                  <a:pt x="3148" y="2416"/>
                  <a:pt x="3143" y="2414"/>
                </a:cubicBezTo>
                <a:cubicBezTo>
                  <a:pt x="3129" y="2410"/>
                  <a:pt x="3116" y="2404"/>
                  <a:pt x="3103" y="2397"/>
                </a:cubicBezTo>
                <a:cubicBezTo>
                  <a:pt x="3093" y="2390"/>
                  <a:pt x="3083" y="2381"/>
                  <a:pt x="3074" y="2372"/>
                </a:cubicBezTo>
                <a:cubicBezTo>
                  <a:pt x="3071" y="2369"/>
                  <a:pt x="3066" y="2375"/>
                  <a:pt x="3069" y="2378"/>
                </a:cubicBezTo>
                <a:cubicBezTo>
                  <a:pt x="3080" y="2389"/>
                  <a:pt x="3086" y="2406"/>
                  <a:pt x="3099" y="2415"/>
                </a:cubicBezTo>
                <a:cubicBezTo>
                  <a:pt x="3100" y="2415"/>
                  <a:pt x="3100" y="2415"/>
                  <a:pt x="3101" y="2416"/>
                </a:cubicBezTo>
                <a:cubicBezTo>
                  <a:pt x="3112" y="2422"/>
                  <a:pt x="3123" y="2427"/>
                  <a:pt x="3134" y="2431"/>
                </a:cubicBezTo>
                <a:cubicBezTo>
                  <a:pt x="3128" y="2434"/>
                  <a:pt x="3122" y="2439"/>
                  <a:pt x="3116" y="2443"/>
                </a:cubicBezTo>
                <a:cubicBezTo>
                  <a:pt x="3103" y="2439"/>
                  <a:pt x="3091" y="2434"/>
                  <a:pt x="3078" y="2428"/>
                </a:cubicBezTo>
                <a:cubicBezTo>
                  <a:pt x="3076" y="2427"/>
                  <a:pt x="3074" y="2426"/>
                  <a:pt x="3072" y="2425"/>
                </a:cubicBezTo>
                <a:cubicBezTo>
                  <a:pt x="3060" y="2417"/>
                  <a:pt x="3047" y="2409"/>
                  <a:pt x="3036" y="2400"/>
                </a:cubicBezTo>
                <a:cubicBezTo>
                  <a:pt x="3032" y="2397"/>
                  <a:pt x="3027" y="2402"/>
                  <a:pt x="3030" y="2406"/>
                </a:cubicBezTo>
                <a:cubicBezTo>
                  <a:pt x="3037" y="2413"/>
                  <a:pt x="3041" y="2422"/>
                  <a:pt x="3048" y="2429"/>
                </a:cubicBezTo>
                <a:cubicBezTo>
                  <a:pt x="3053" y="2433"/>
                  <a:pt x="3058" y="2437"/>
                  <a:pt x="3064" y="2441"/>
                </a:cubicBezTo>
                <a:cubicBezTo>
                  <a:pt x="3066" y="2442"/>
                  <a:pt x="3069" y="2443"/>
                  <a:pt x="3071" y="2444"/>
                </a:cubicBezTo>
                <a:lnTo>
                  <a:pt x="3071" y="2445"/>
                </a:lnTo>
                <a:cubicBezTo>
                  <a:pt x="3080" y="2449"/>
                  <a:pt x="3089" y="2453"/>
                  <a:pt x="3098" y="2454"/>
                </a:cubicBezTo>
                <a:lnTo>
                  <a:pt x="3102" y="2454"/>
                </a:lnTo>
                <a:lnTo>
                  <a:pt x="3094" y="2461"/>
                </a:lnTo>
                <a:lnTo>
                  <a:pt x="3093" y="2461"/>
                </a:lnTo>
                <a:cubicBezTo>
                  <a:pt x="3076" y="2461"/>
                  <a:pt x="3059" y="2458"/>
                  <a:pt x="3043" y="2452"/>
                </a:cubicBezTo>
                <a:cubicBezTo>
                  <a:pt x="3023" y="2440"/>
                  <a:pt x="3005" y="2425"/>
                  <a:pt x="2991" y="2406"/>
                </a:cubicBezTo>
                <a:cubicBezTo>
                  <a:pt x="2989" y="2404"/>
                  <a:pt x="2983" y="2408"/>
                  <a:pt x="2986" y="2411"/>
                </a:cubicBezTo>
                <a:cubicBezTo>
                  <a:pt x="3003" y="2431"/>
                  <a:pt x="3021" y="2449"/>
                  <a:pt x="3039" y="2467"/>
                </a:cubicBezTo>
                <a:cubicBezTo>
                  <a:pt x="3041" y="2470"/>
                  <a:pt x="3044" y="2472"/>
                  <a:pt x="3048" y="2474"/>
                </a:cubicBezTo>
                <a:cubicBezTo>
                  <a:pt x="3055" y="2478"/>
                  <a:pt x="3064" y="2481"/>
                  <a:pt x="3073" y="2481"/>
                </a:cubicBezTo>
                <a:cubicBezTo>
                  <a:pt x="3068" y="2487"/>
                  <a:pt x="3063" y="2493"/>
                  <a:pt x="3058" y="2499"/>
                </a:cubicBezTo>
                <a:cubicBezTo>
                  <a:pt x="3049" y="2497"/>
                  <a:pt x="3040" y="2495"/>
                  <a:pt x="3031" y="2491"/>
                </a:cubicBezTo>
                <a:cubicBezTo>
                  <a:pt x="3030" y="2490"/>
                  <a:pt x="3029" y="2489"/>
                  <a:pt x="3028" y="2489"/>
                </a:cubicBezTo>
                <a:cubicBezTo>
                  <a:pt x="3015" y="2481"/>
                  <a:pt x="3004" y="2473"/>
                  <a:pt x="2992" y="2464"/>
                </a:cubicBezTo>
                <a:cubicBezTo>
                  <a:pt x="2983" y="2458"/>
                  <a:pt x="2972" y="2455"/>
                  <a:pt x="2967" y="2445"/>
                </a:cubicBezTo>
                <a:cubicBezTo>
                  <a:pt x="2965" y="2441"/>
                  <a:pt x="2959" y="2445"/>
                  <a:pt x="2961" y="2449"/>
                </a:cubicBezTo>
                <a:cubicBezTo>
                  <a:pt x="2966" y="2456"/>
                  <a:pt x="2971" y="2461"/>
                  <a:pt x="2978" y="2465"/>
                </a:cubicBezTo>
                <a:cubicBezTo>
                  <a:pt x="2979" y="2466"/>
                  <a:pt x="2979" y="2466"/>
                  <a:pt x="2980" y="2466"/>
                </a:cubicBezTo>
                <a:cubicBezTo>
                  <a:pt x="2990" y="2473"/>
                  <a:pt x="3000" y="2481"/>
                  <a:pt x="3008" y="2490"/>
                </a:cubicBezTo>
                <a:cubicBezTo>
                  <a:pt x="3013" y="2495"/>
                  <a:pt x="3019" y="2500"/>
                  <a:pt x="3026" y="2504"/>
                </a:cubicBezTo>
                <a:cubicBezTo>
                  <a:pt x="3033" y="2508"/>
                  <a:pt x="3040" y="2510"/>
                  <a:pt x="3048" y="2512"/>
                </a:cubicBezTo>
                <a:lnTo>
                  <a:pt x="3040" y="2524"/>
                </a:lnTo>
                <a:cubicBezTo>
                  <a:pt x="3020" y="2518"/>
                  <a:pt x="3001" y="2512"/>
                  <a:pt x="2983" y="2504"/>
                </a:cubicBezTo>
                <a:cubicBezTo>
                  <a:pt x="2981" y="2503"/>
                  <a:pt x="2980" y="2502"/>
                  <a:pt x="2978" y="2502"/>
                </a:cubicBezTo>
                <a:cubicBezTo>
                  <a:pt x="2947" y="2483"/>
                  <a:pt x="2918" y="2461"/>
                  <a:pt x="2892" y="2435"/>
                </a:cubicBezTo>
                <a:cubicBezTo>
                  <a:pt x="2888" y="2431"/>
                  <a:pt x="2882" y="2436"/>
                  <a:pt x="2886" y="2440"/>
                </a:cubicBezTo>
                <a:cubicBezTo>
                  <a:pt x="2896" y="2456"/>
                  <a:pt x="2907" y="2470"/>
                  <a:pt x="2921" y="2483"/>
                </a:cubicBezTo>
                <a:cubicBezTo>
                  <a:pt x="2936" y="2498"/>
                  <a:pt x="2954" y="2510"/>
                  <a:pt x="2972" y="2521"/>
                </a:cubicBezTo>
                <a:cubicBezTo>
                  <a:pt x="2980" y="2525"/>
                  <a:pt x="2985" y="2532"/>
                  <a:pt x="2993" y="2533"/>
                </a:cubicBezTo>
                <a:cubicBezTo>
                  <a:pt x="3003" y="2535"/>
                  <a:pt x="3013" y="2537"/>
                  <a:pt x="3023" y="2540"/>
                </a:cubicBezTo>
                <a:cubicBezTo>
                  <a:pt x="3019" y="2539"/>
                  <a:pt x="3023" y="2540"/>
                  <a:pt x="3028" y="2541"/>
                </a:cubicBezTo>
                <a:lnTo>
                  <a:pt x="3023" y="2549"/>
                </a:lnTo>
                <a:cubicBezTo>
                  <a:pt x="3023" y="2549"/>
                  <a:pt x="3021" y="2556"/>
                  <a:pt x="3018" y="2567"/>
                </a:cubicBezTo>
                <a:cubicBezTo>
                  <a:pt x="3017" y="2566"/>
                  <a:pt x="3016" y="2565"/>
                  <a:pt x="3016" y="2565"/>
                </a:cubicBezTo>
                <a:cubicBezTo>
                  <a:pt x="3014" y="2564"/>
                  <a:pt x="3012" y="2563"/>
                  <a:pt x="3010" y="2563"/>
                </a:cubicBezTo>
                <a:cubicBezTo>
                  <a:pt x="2998" y="2562"/>
                  <a:pt x="2986" y="2559"/>
                  <a:pt x="2976" y="2554"/>
                </a:cubicBezTo>
                <a:cubicBezTo>
                  <a:pt x="2965" y="2548"/>
                  <a:pt x="2955" y="2542"/>
                  <a:pt x="2944" y="2537"/>
                </a:cubicBezTo>
                <a:cubicBezTo>
                  <a:pt x="2927" y="2528"/>
                  <a:pt x="2908" y="2524"/>
                  <a:pt x="2890" y="2517"/>
                </a:cubicBezTo>
                <a:cubicBezTo>
                  <a:pt x="2886" y="2515"/>
                  <a:pt x="2883" y="2521"/>
                  <a:pt x="2886" y="2524"/>
                </a:cubicBezTo>
                <a:cubicBezTo>
                  <a:pt x="2906" y="2539"/>
                  <a:pt x="2927" y="2553"/>
                  <a:pt x="2949" y="2566"/>
                </a:cubicBezTo>
                <a:cubicBezTo>
                  <a:pt x="2958" y="2573"/>
                  <a:pt x="2968" y="2579"/>
                  <a:pt x="2978" y="2585"/>
                </a:cubicBezTo>
                <a:lnTo>
                  <a:pt x="2979" y="2585"/>
                </a:lnTo>
                <a:cubicBezTo>
                  <a:pt x="2985" y="2588"/>
                  <a:pt x="2993" y="2589"/>
                  <a:pt x="3000" y="2589"/>
                </a:cubicBezTo>
                <a:cubicBezTo>
                  <a:pt x="3001" y="2589"/>
                  <a:pt x="3001" y="2589"/>
                  <a:pt x="3002" y="2589"/>
                </a:cubicBezTo>
                <a:cubicBezTo>
                  <a:pt x="3003" y="2590"/>
                  <a:pt x="3003" y="2590"/>
                  <a:pt x="3003" y="2590"/>
                </a:cubicBezTo>
                <a:cubicBezTo>
                  <a:pt x="3005" y="2591"/>
                  <a:pt x="3007" y="2592"/>
                  <a:pt x="3009" y="2592"/>
                </a:cubicBezTo>
                <a:cubicBezTo>
                  <a:pt x="3009" y="2592"/>
                  <a:pt x="3010" y="2591"/>
                  <a:pt x="3011" y="2591"/>
                </a:cubicBezTo>
                <a:cubicBezTo>
                  <a:pt x="3009" y="2598"/>
                  <a:pt x="3007" y="2605"/>
                  <a:pt x="3006" y="2611"/>
                </a:cubicBezTo>
                <a:cubicBezTo>
                  <a:pt x="2983" y="2602"/>
                  <a:pt x="2959" y="2594"/>
                  <a:pt x="2934" y="2589"/>
                </a:cubicBezTo>
                <a:cubicBezTo>
                  <a:pt x="2919" y="2583"/>
                  <a:pt x="2905" y="2577"/>
                  <a:pt x="2891" y="2569"/>
                </a:cubicBezTo>
                <a:cubicBezTo>
                  <a:pt x="2888" y="2568"/>
                  <a:pt x="2886" y="2567"/>
                  <a:pt x="2884" y="2566"/>
                </a:cubicBezTo>
                <a:cubicBezTo>
                  <a:pt x="2868" y="2557"/>
                  <a:pt x="2854" y="2544"/>
                  <a:pt x="2844" y="2530"/>
                </a:cubicBezTo>
                <a:cubicBezTo>
                  <a:pt x="2824" y="2505"/>
                  <a:pt x="2798" y="2492"/>
                  <a:pt x="2791" y="2458"/>
                </a:cubicBezTo>
                <a:cubicBezTo>
                  <a:pt x="2791" y="2457"/>
                  <a:pt x="2791" y="2457"/>
                  <a:pt x="2791" y="2457"/>
                </a:cubicBezTo>
                <a:cubicBezTo>
                  <a:pt x="2790" y="2456"/>
                  <a:pt x="2790" y="2456"/>
                  <a:pt x="2790" y="2456"/>
                </a:cubicBezTo>
                <a:cubicBezTo>
                  <a:pt x="2789" y="2456"/>
                  <a:pt x="2789" y="2455"/>
                  <a:pt x="2789" y="2455"/>
                </a:cubicBezTo>
                <a:cubicBezTo>
                  <a:pt x="2788" y="2455"/>
                  <a:pt x="2788" y="2456"/>
                  <a:pt x="2787" y="2456"/>
                </a:cubicBezTo>
                <a:cubicBezTo>
                  <a:pt x="2787" y="2456"/>
                  <a:pt x="2788" y="2456"/>
                  <a:pt x="2787" y="2457"/>
                </a:cubicBezTo>
                <a:cubicBezTo>
                  <a:pt x="2786" y="2458"/>
                  <a:pt x="2786" y="2457"/>
                  <a:pt x="2786" y="2458"/>
                </a:cubicBezTo>
                <a:cubicBezTo>
                  <a:pt x="2788" y="2502"/>
                  <a:pt x="2824" y="2542"/>
                  <a:pt x="2854" y="2572"/>
                </a:cubicBezTo>
                <a:lnTo>
                  <a:pt x="2860" y="2577"/>
                </a:lnTo>
                <a:lnTo>
                  <a:pt x="2858" y="2577"/>
                </a:lnTo>
                <a:cubicBezTo>
                  <a:pt x="2855" y="2575"/>
                  <a:pt x="2852" y="2573"/>
                  <a:pt x="2849" y="2572"/>
                </a:cubicBezTo>
                <a:cubicBezTo>
                  <a:pt x="2847" y="2571"/>
                  <a:pt x="2845" y="2570"/>
                  <a:pt x="2843" y="2569"/>
                </a:cubicBezTo>
                <a:cubicBezTo>
                  <a:pt x="2832" y="2563"/>
                  <a:pt x="2821" y="2556"/>
                  <a:pt x="2809" y="2550"/>
                </a:cubicBezTo>
                <a:cubicBezTo>
                  <a:pt x="2804" y="2547"/>
                  <a:pt x="2799" y="2543"/>
                  <a:pt x="2794" y="2539"/>
                </a:cubicBezTo>
                <a:cubicBezTo>
                  <a:pt x="2789" y="2535"/>
                  <a:pt x="2776" y="2536"/>
                  <a:pt x="2775" y="2526"/>
                </a:cubicBezTo>
                <a:lnTo>
                  <a:pt x="2774" y="2525"/>
                </a:lnTo>
                <a:cubicBezTo>
                  <a:pt x="2773" y="2524"/>
                  <a:pt x="2773" y="2523"/>
                  <a:pt x="2773" y="2523"/>
                </a:cubicBezTo>
                <a:cubicBezTo>
                  <a:pt x="2772" y="2523"/>
                  <a:pt x="2772" y="2523"/>
                  <a:pt x="2771" y="2523"/>
                </a:cubicBezTo>
                <a:cubicBezTo>
                  <a:pt x="2770" y="2523"/>
                  <a:pt x="2770" y="2523"/>
                  <a:pt x="2769" y="2523"/>
                </a:cubicBezTo>
                <a:cubicBezTo>
                  <a:pt x="2769" y="2523"/>
                  <a:pt x="2769" y="2524"/>
                  <a:pt x="2768" y="2525"/>
                </a:cubicBezTo>
                <a:cubicBezTo>
                  <a:pt x="2767" y="2526"/>
                  <a:pt x="2767" y="2526"/>
                  <a:pt x="2767" y="2526"/>
                </a:cubicBezTo>
                <a:cubicBezTo>
                  <a:pt x="2767" y="2527"/>
                  <a:pt x="2767" y="2528"/>
                  <a:pt x="2767" y="2529"/>
                </a:cubicBezTo>
                <a:cubicBezTo>
                  <a:pt x="2767" y="2538"/>
                  <a:pt x="2769" y="2545"/>
                  <a:pt x="2774" y="2553"/>
                </a:cubicBezTo>
                <a:cubicBezTo>
                  <a:pt x="2777" y="2557"/>
                  <a:pt x="2780" y="2562"/>
                  <a:pt x="2784" y="2566"/>
                </a:cubicBezTo>
                <a:cubicBezTo>
                  <a:pt x="2789" y="2570"/>
                  <a:pt x="2794" y="2575"/>
                  <a:pt x="2799" y="2578"/>
                </a:cubicBezTo>
                <a:cubicBezTo>
                  <a:pt x="2781" y="2579"/>
                  <a:pt x="2763" y="2582"/>
                  <a:pt x="2745" y="2586"/>
                </a:cubicBezTo>
                <a:cubicBezTo>
                  <a:pt x="2738" y="2566"/>
                  <a:pt x="2729" y="2547"/>
                  <a:pt x="2719" y="2529"/>
                </a:cubicBezTo>
                <a:cubicBezTo>
                  <a:pt x="2719" y="2529"/>
                  <a:pt x="2719" y="2528"/>
                  <a:pt x="2718" y="2528"/>
                </a:cubicBezTo>
                <a:cubicBezTo>
                  <a:pt x="2711" y="2515"/>
                  <a:pt x="2707" y="2500"/>
                  <a:pt x="2706" y="2485"/>
                </a:cubicBezTo>
                <a:cubicBezTo>
                  <a:pt x="2707" y="2483"/>
                  <a:pt x="2707" y="2481"/>
                  <a:pt x="2707" y="2479"/>
                </a:cubicBezTo>
                <a:cubicBezTo>
                  <a:pt x="2707" y="2477"/>
                  <a:pt x="2707" y="2475"/>
                  <a:pt x="2706" y="2473"/>
                </a:cubicBezTo>
                <a:cubicBezTo>
                  <a:pt x="2706" y="2464"/>
                  <a:pt x="2707" y="2454"/>
                  <a:pt x="2709" y="2445"/>
                </a:cubicBezTo>
                <a:cubicBezTo>
                  <a:pt x="2710" y="2444"/>
                  <a:pt x="2711" y="2442"/>
                  <a:pt x="2712" y="2441"/>
                </a:cubicBezTo>
                <a:cubicBezTo>
                  <a:pt x="2720" y="2430"/>
                  <a:pt x="2727" y="2418"/>
                  <a:pt x="2734" y="2407"/>
                </a:cubicBezTo>
                <a:cubicBezTo>
                  <a:pt x="2746" y="2385"/>
                  <a:pt x="2757" y="2362"/>
                  <a:pt x="2766" y="2339"/>
                </a:cubicBezTo>
                <a:moveTo>
                  <a:pt x="2800" y="2238"/>
                </a:moveTo>
                <a:cubicBezTo>
                  <a:pt x="2800" y="2242"/>
                  <a:pt x="2800" y="2246"/>
                  <a:pt x="2801" y="2250"/>
                </a:cubicBezTo>
                <a:cubicBezTo>
                  <a:pt x="2801" y="2251"/>
                  <a:pt x="2802" y="2253"/>
                  <a:pt x="2802" y="2254"/>
                </a:cubicBezTo>
                <a:cubicBezTo>
                  <a:pt x="2803" y="2256"/>
                  <a:pt x="2804" y="2257"/>
                  <a:pt x="2806" y="2258"/>
                </a:cubicBezTo>
                <a:cubicBezTo>
                  <a:pt x="2798" y="2267"/>
                  <a:pt x="2791" y="2277"/>
                  <a:pt x="2785" y="2287"/>
                </a:cubicBezTo>
                <a:cubicBezTo>
                  <a:pt x="2790" y="2271"/>
                  <a:pt x="2795" y="2255"/>
                  <a:pt x="2800" y="2238"/>
                </a:cubicBezTo>
                <a:moveTo>
                  <a:pt x="3627" y="2659"/>
                </a:moveTo>
                <a:cubicBezTo>
                  <a:pt x="3655" y="2711"/>
                  <a:pt x="3649" y="2768"/>
                  <a:pt x="3656" y="2824"/>
                </a:cubicBezTo>
                <a:cubicBezTo>
                  <a:pt x="3639" y="2825"/>
                  <a:pt x="3623" y="2827"/>
                  <a:pt x="3607" y="2830"/>
                </a:cubicBezTo>
                <a:cubicBezTo>
                  <a:pt x="3579" y="2836"/>
                  <a:pt x="3552" y="2846"/>
                  <a:pt x="3527" y="2859"/>
                </a:cubicBezTo>
                <a:cubicBezTo>
                  <a:pt x="3527" y="2857"/>
                  <a:pt x="3528" y="2855"/>
                  <a:pt x="3529" y="2854"/>
                </a:cubicBezTo>
                <a:cubicBezTo>
                  <a:pt x="3529" y="2853"/>
                  <a:pt x="3530" y="2852"/>
                  <a:pt x="3530" y="2852"/>
                </a:cubicBezTo>
                <a:cubicBezTo>
                  <a:pt x="3535" y="2847"/>
                  <a:pt x="3527" y="2840"/>
                  <a:pt x="3522" y="2845"/>
                </a:cubicBezTo>
                <a:cubicBezTo>
                  <a:pt x="3518" y="2849"/>
                  <a:pt x="3514" y="2854"/>
                  <a:pt x="3511" y="2859"/>
                </a:cubicBezTo>
                <a:cubicBezTo>
                  <a:pt x="3508" y="2863"/>
                  <a:pt x="3505" y="2865"/>
                  <a:pt x="3502" y="2868"/>
                </a:cubicBezTo>
                <a:cubicBezTo>
                  <a:pt x="3498" y="2872"/>
                  <a:pt x="3494" y="2876"/>
                  <a:pt x="3491" y="2880"/>
                </a:cubicBezTo>
                <a:cubicBezTo>
                  <a:pt x="3491" y="2881"/>
                  <a:pt x="3491" y="2881"/>
                  <a:pt x="3491" y="2881"/>
                </a:cubicBezTo>
                <a:lnTo>
                  <a:pt x="3491" y="2882"/>
                </a:lnTo>
                <a:cubicBezTo>
                  <a:pt x="3466" y="2901"/>
                  <a:pt x="3444" y="2923"/>
                  <a:pt x="3425" y="2948"/>
                </a:cubicBezTo>
                <a:cubicBezTo>
                  <a:pt x="3415" y="2961"/>
                  <a:pt x="3407" y="2974"/>
                  <a:pt x="3399" y="2987"/>
                </a:cubicBezTo>
                <a:cubicBezTo>
                  <a:pt x="3393" y="2998"/>
                  <a:pt x="3387" y="3009"/>
                  <a:pt x="3382" y="3020"/>
                </a:cubicBezTo>
                <a:cubicBezTo>
                  <a:pt x="3381" y="3013"/>
                  <a:pt x="3380" y="3006"/>
                  <a:pt x="3378" y="2999"/>
                </a:cubicBezTo>
                <a:cubicBezTo>
                  <a:pt x="3380" y="2998"/>
                  <a:pt x="3381" y="2998"/>
                  <a:pt x="3382" y="2997"/>
                </a:cubicBezTo>
                <a:cubicBezTo>
                  <a:pt x="3384" y="2996"/>
                  <a:pt x="3385" y="2995"/>
                  <a:pt x="3387" y="2993"/>
                </a:cubicBezTo>
                <a:cubicBezTo>
                  <a:pt x="3401" y="2974"/>
                  <a:pt x="3412" y="2952"/>
                  <a:pt x="3426" y="2932"/>
                </a:cubicBezTo>
                <a:cubicBezTo>
                  <a:pt x="3436" y="2917"/>
                  <a:pt x="3447" y="2904"/>
                  <a:pt x="3459" y="2891"/>
                </a:cubicBezTo>
                <a:cubicBezTo>
                  <a:pt x="3470" y="2879"/>
                  <a:pt x="3477" y="2863"/>
                  <a:pt x="3487" y="2850"/>
                </a:cubicBezTo>
                <a:cubicBezTo>
                  <a:pt x="3490" y="2847"/>
                  <a:pt x="3486" y="2843"/>
                  <a:pt x="3483" y="2846"/>
                </a:cubicBezTo>
                <a:cubicBezTo>
                  <a:pt x="3461" y="2869"/>
                  <a:pt x="3445" y="2895"/>
                  <a:pt x="3422" y="2916"/>
                </a:cubicBezTo>
                <a:cubicBezTo>
                  <a:pt x="3403" y="2931"/>
                  <a:pt x="3386" y="2947"/>
                  <a:pt x="3370" y="2964"/>
                </a:cubicBezTo>
                <a:cubicBezTo>
                  <a:pt x="3370" y="2961"/>
                  <a:pt x="3368" y="2957"/>
                  <a:pt x="3367" y="2953"/>
                </a:cubicBezTo>
                <a:cubicBezTo>
                  <a:pt x="3368" y="2953"/>
                  <a:pt x="3369" y="2953"/>
                  <a:pt x="3369" y="2953"/>
                </a:cubicBezTo>
                <a:cubicBezTo>
                  <a:pt x="3371" y="2951"/>
                  <a:pt x="3372" y="2948"/>
                  <a:pt x="3374" y="2947"/>
                </a:cubicBezTo>
                <a:cubicBezTo>
                  <a:pt x="3374" y="2946"/>
                  <a:pt x="3375" y="2946"/>
                  <a:pt x="3375" y="2946"/>
                </a:cubicBezTo>
                <a:cubicBezTo>
                  <a:pt x="3377" y="2943"/>
                  <a:pt x="3381" y="2941"/>
                  <a:pt x="3384" y="2939"/>
                </a:cubicBezTo>
                <a:cubicBezTo>
                  <a:pt x="3386" y="2936"/>
                  <a:pt x="3388" y="2933"/>
                  <a:pt x="3390" y="2930"/>
                </a:cubicBezTo>
                <a:cubicBezTo>
                  <a:pt x="3399" y="2916"/>
                  <a:pt x="3410" y="2904"/>
                  <a:pt x="3423" y="2893"/>
                </a:cubicBezTo>
                <a:cubicBezTo>
                  <a:pt x="3427" y="2890"/>
                  <a:pt x="3422" y="2882"/>
                  <a:pt x="3417" y="2885"/>
                </a:cubicBezTo>
                <a:cubicBezTo>
                  <a:pt x="3406" y="2893"/>
                  <a:pt x="3397" y="2905"/>
                  <a:pt x="3387" y="2912"/>
                </a:cubicBezTo>
                <a:cubicBezTo>
                  <a:pt x="3381" y="2917"/>
                  <a:pt x="3376" y="2921"/>
                  <a:pt x="3370" y="2924"/>
                </a:cubicBezTo>
                <a:cubicBezTo>
                  <a:pt x="3367" y="2926"/>
                  <a:pt x="3364" y="2927"/>
                  <a:pt x="3361" y="2929"/>
                </a:cubicBezTo>
                <a:lnTo>
                  <a:pt x="3360" y="2930"/>
                </a:lnTo>
                <a:cubicBezTo>
                  <a:pt x="3358" y="2925"/>
                  <a:pt x="3356" y="2920"/>
                  <a:pt x="3354" y="2914"/>
                </a:cubicBezTo>
                <a:lnTo>
                  <a:pt x="3355" y="2914"/>
                </a:lnTo>
                <a:cubicBezTo>
                  <a:pt x="3356" y="2914"/>
                  <a:pt x="3357" y="2914"/>
                  <a:pt x="3357" y="2914"/>
                </a:cubicBezTo>
                <a:cubicBezTo>
                  <a:pt x="3370" y="2910"/>
                  <a:pt x="3376" y="2892"/>
                  <a:pt x="3383" y="2881"/>
                </a:cubicBezTo>
                <a:cubicBezTo>
                  <a:pt x="3389" y="2869"/>
                  <a:pt x="3397" y="2853"/>
                  <a:pt x="3405" y="2839"/>
                </a:cubicBezTo>
                <a:lnTo>
                  <a:pt x="3405" y="2838"/>
                </a:lnTo>
                <a:lnTo>
                  <a:pt x="3405" y="2837"/>
                </a:lnTo>
                <a:cubicBezTo>
                  <a:pt x="3404" y="2836"/>
                  <a:pt x="3403" y="2837"/>
                  <a:pt x="3403" y="2836"/>
                </a:cubicBezTo>
                <a:cubicBezTo>
                  <a:pt x="3402" y="2835"/>
                  <a:pt x="3402" y="2835"/>
                  <a:pt x="3402" y="2835"/>
                </a:cubicBezTo>
                <a:cubicBezTo>
                  <a:pt x="3401" y="2835"/>
                  <a:pt x="3401" y="2835"/>
                  <a:pt x="3400" y="2836"/>
                </a:cubicBezTo>
                <a:cubicBezTo>
                  <a:pt x="3393" y="2847"/>
                  <a:pt x="3386" y="2856"/>
                  <a:pt x="3378" y="2865"/>
                </a:cubicBezTo>
                <a:cubicBezTo>
                  <a:pt x="3366" y="2874"/>
                  <a:pt x="3355" y="2886"/>
                  <a:pt x="3347" y="2898"/>
                </a:cubicBezTo>
                <a:cubicBezTo>
                  <a:pt x="3342" y="2888"/>
                  <a:pt x="3337" y="2878"/>
                  <a:pt x="3332" y="2868"/>
                </a:cubicBezTo>
                <a:cubicBezTo>
                  <a:pt x="3331" y="2868"/>
                  <a:pt x="3331" y="2867"/>
                  <a:pt x="3331" y="2867"/>
                </a:cubicBezTo>
                <a:cubicBezTo>
                  <a:pt x="3339" y="2857"/>
                  <a:pt x="3346" y="2847"/>
                  <a:pt x="3353" y="2838"/>
                </a:cubicBezTo>
                <a:cubicBezTo>
                  <a:pt x="3360" y="2826"/>
                  <a:pt x="3369" y="2814"/>
                  <a:pt x="3378" y="2803"/>
                </a:cubicBezTo>
                <a:cubicBezTo>
                  <a:pt x="3386" y="2795"/>
                  <a:pt x="3388" y="2782"/>
                  <a:pt x="3398" y="2775"/>
                </a:cubicBezTo>
                <a:lnTo>
                  <a:pt x="3399" y="2774"/>
                </a:lnTo>
                <a:cubicBezTo>
                  <a:pt x="3399" y="2773"/>
                  <a:pt x="3400" y="2773"/>
                  <a:pt x="3400" y="2772"/>
                </a:cubicBezTo>
                <a:cubicBezTo>
                  <a:pt x="3400" y="2772"/>
                  <a:pt x="3399" y="2771"/>
                  <a:pt x="3399" y="2770"/>
                </a:cubicBezTo>
                <a:lnTo>
                  <a:pt x="3398" y="2769"/>
                </a:lnTo>
                <a:cubicBezTo>
                  <a:pt x="3397" y="2769"/>
                  <a:pt x="3397" y="2769"/>
                  <a:pt x="3396" y="2769"/>
                </a:cubicBezTo>
                <a:cubicBezTo>
                  <a:pt x="3395" y="2769"/>
                  <a:pt x="3395" y="2769"/>
                  <a:pt x="3394" y="2769"/>
                </a:cubicBezTo>
                <a:cubicBezTo>
                  <a:pt x="3385" y="2774"/>
                  <a:pt x="3383" y="2776"/>
                  <a:pt x="3379" y="2784"/>
                </a:cubicBezTo>
                <a:cubicBezTo>
                  <a:pt x="3373" y="2799"/>
                  <a:pt x="3359" y="2807"/>
                  <a:pt x="3349" y="2818"/>
                </a:cubicBezTo>
                <a:cubicBezTo>
                  <a:pt x="3344" y="2824"/>
                  <a:pt x="3336" y="2831"/>
                  <a:pt x="3332" y="2838"/>
                </a:cubicBezTo>
                <a:cubicBezTo>
                  <a:pt x="3327" y="2845"/>
                  <a:pt x="3325" y="2847"/>
                  <a:pt x="3322" y="2852"/>
                </a:cubicBezTo>
                <a:cubicBezTo>
                  <a:pt x="3318" y="2846"/>
                  <a:pt x="3314" y="2840"/>
                  <a:pt x="3309" y="2834"/>
                </a:cubicBezTo>
                <a:cubicBezTo>
                  <a:pt x="3314" y="2827"/>
                  <a:pt x="3319" y="2819"/>
                  <a:pt x="3323" y="2812"/>
                </a:cubicBezTo>
                <a:cubicBezTo>
                  <a:pt x="3324" y="2810"/>
                  <a:pt x="3325" y="2809"/>
                  <a:pt x="3326" y="2808"/>
                </a:cubicBezTo>
                <a:cubicBezTo>
                  <a:pt x="3330" y="2801"/>
                  <a:pt x="3336" y="2794"/>
                  <a:pt x="3340" y="2787"/>
                </a:cubicBezTo>
                <a:cubicBezTo>
                  <a:pt x="3341" y="2786"/>
                  <a:pt x="3341" y="2785"/>
                  <a:pt x="3341" y="2785"/>
                </a:cubicBezTo>
                <a:cubicBezTo>
                  <a:pt x="3344" y="2780"/>
                  <a:pt x="3348" y="2775"/>
                  <a:pt x="3353" y="2772"/>
                </a:cubicBezTo>
                <a:cubicBezTo>
                  <a:pt x="3357" y="2770"/>
                  <a:pt x="3353" y="2764"/>
                  <a:pt x="3350" y="2765"/>
                </a:cubicBezTo>
                <a:cubicBezTo>
                  <a:pt x="3338" y="2770"/>
                  <a:pt x="3328" y="2785"/>
                  <a:pt x="3319" y="2794"/>
                </a:cubicBezTo>
                <a:cubicBezTo>
                  <a:pt x="3311" y="2802"/>
                  <a:pt x="3303" y="2810"/>
                  <a:pt x="3297" y="2820"/>
                </a:cubicBezTo>
                <a:lnTo>
                  <a:pt x="3290" y="2812"/>
                </a:lnTo>
                <a:cubicBezTo>
                  <a:pt x="3293" y="2808"/>
                  <a:pt x="3295" y="2804"/>
                  <a:pt x="3298" y="2799"/>
                </a:cubicBezTo>
                <a:cubicBezTo>
                  <a:pt x="3302" y="2791"/>
                  <a:pt x="3306" y="2783"/>
                  <a:pt x="3309" y="2774"/>
                </a:cubicBezTo>
                <a:cubicBezTo>
                  <a:pt x="3310" y="2774"/>
                  <a:pt x="3310" y="2774"/>
                  <a:pt x="3310" y="2774"/>
                </a:cubicBezTo>
                <a:cubicBezTo>
                  <a:pt x="3323" y="2751"/>
                  <a:pt x="3339" y="2729"/>
                  <a:pt x="3358" y="2709"/>
                </a:cubicBezTo>
                <a:cubicBezTo>
                  <a:pt x="3361" y="2706"/>
                  <a:pt x="3355" y="2700"/>
                  <a:pt x="3352" y="2703"/>
                </a:cubicBezTo>
                <a:cubicBezTo>
                  <a:pt x="3335" y="2719"/>
                  <a:pt x="3319" y="2736"/>
                  <a:pt x="3304" y="2755"/>
                </a:cubicBezTo>
                <a:cubicBezTo>
                  <a:pt x="3297" y="2763"/>
                  <a:pt x="3291" y="2772"/>
                  <a:pt x="3284" y="2781"/>
                </a:cubicBezTo>
                <a:cubicBezTo>
                  <a:pt x="3282" y="2784"/>
                  <a:pt x="3278" y="2793"/>
                  <a:pt x="3275" y="2796"/>
                </a:cubicBezTo>
                <a:cubicBezTo>
                  <a:pt x="3270" y="2791"/>
                  <a:pt x="3264" y="2785"/>
                  <a:pt x="3259" y="2780"/>
                </a:cubicBezTo>
                <a:cubicBezTo>
                  <a:pt x="3261" y="2779"/>
                  <a:pt x="3262" y="2778"/>
                  <a:pt x="3263" y="2776"/>
                </a:cubicBezTo>
                <a:cubicBezTo>
                  <a:pt x="3267" y="2769"/>
                  <a:pt x="3269" y="2760"/>
                  <a:pt x="3271" y="2752"/>
                </a:cubicBezTo>
                <a:cubicBezTo>
                  <a:pt x="3273" y="2746"/>
                  <a:pt x="3275" y="2741"/>
                  <a:pt x="3278" y="2736"/>
                </a:cubicBezTo>
                <a:cubicBezTo>
                  <a:pt x="3281" y="2730"/>
                  <a:pt x="3286" y="2724"/>
                  <a:pt x="3291" y="2719"/>
                </a:cubicBezTo>
                <a:cubicBezTo>
                  <a:pt x="3294" y="2717"/>
                  <a:pt x="3289" y="2712"/>
                  <a:pt x="3286" y="2714"/>
                </a:cubicBezTo>
                <a:cubicBezTo>
                  <a:pt x="3276" y="2722"/>
                  <a:pt x="3266" y="2730"/>
                  <a:pt x="3257" y="2739"/>
                </a:cubicBezTo>
                <a:cubicBezTo>
                  <a:pt x="3253" y="2743"/>
                  <a:pt x="3250" y="2748"/>
                  <a:pt x="3247" y="2753"/>
                </a:cubicBezTo>
                <a:cubicBezTo>
                  <a:pt x="3245" y="2757"/>
                  <a:pt x="3243" y="2761"/>
                  <a:pt x="3241" y="2765"/>
                </a:cubicBezTo>
                <a:lnTo>
                  <a:pt x="3227" y="2752"/>
                </a:lnTo>
                <a:cubicBezTo>
                  <a:pt x="3229" y="2751"/>
                  <a:pt x="3230" y="2749"/>
                  <a:pt x="3232" y="2747"/>
                </a:cubicBezTo>
                <a:cubicBezTo>
                  <a:pt x="3233" y="2745"/>
                  <a:pt x="3233" y="2743"/>
                  <a:pt x="3233" y="2740"/>
                </a:cubicBezTo>
                <a:cubicBezTo>
                  <a:pt x="3233" y="2739"/>
                  <a:pt x="3233" y="2737"/>
                  <a:pt x="3233" y="2736"/>
                </a:cubicBezTo>
                <a:cubicBezTo>
                  <a:pt x="3227" y="2716"/>
                  <a:pt x="3251" y="2699"/>
                  <a:pt x="3261" y="2686"/>
                </a:cubicBezTo>
                <a:cubicBezTo>
                  <a:pt x="3264" y="2682"/>
                  <a:pt x="3259" y="2674"/>
                  <a:pt x="3254" y="2678"/>
                </a:cubicBezTo>
                <a:cubicBezTo>
                  <a:pt x="3242" y="2687"/>
                  <a:pt x="3229" y="2693"/>
                  <a:pt x="3218" y="2702"/>
                </a:cubicBezTo>
                <a:cubicBezTo>
                  <a:pt x="3215" y="2705"/>
                  <a:pt x="3211" y="2708"/>
                  <a:pt x="3209" y="2712"/>
                </a:cubicBezTo>
                <a:cubicBezTo>
                  <a:pt x="3205" y="2717"/>
                  <a:pt x="3204" y="2725"/>
                  <a:pt x="3204" y="2731"/>
                </a:cubicBezTo>
                <a:cubicBezTo>
                  <a:pt x="3204" y="2732"/>
                  <a:pt x="3204" y="2732"/>
                  <a:pt x="3204" y="2733"/>
                </a:cubicBezTo>
                <a:lnTo>
                  <a:pt x="3191" y="2723"/>
                </a:lnTo>
                <a:cubicBezTo>
                  <a:pt x="3191" y="2721"/>
                  <a:pt x="3191" y="2720"/>
                  <a:pt x="3191" y="2719"/>
                </a:cubicBezTo>
                <a:cubicBezTo>
                  <a:pt x="3191" y="2718"/>
                  <a:pt x="3191" y="2717"/>
                  <a:pt x="3191" y="2716"/>
                </a:cubicBezTo>
                <a:cubicBezTo>
                  <a:pt x="3187" y="2700"/>
                  <a:pt x="3213" y="2670"/>
                  <a:pt x="3224" y="2657"/>
                </a:cubicBezTo>
                <a:cubicBezTo>
                  <a:pt x="3234" y="2645"/>
                  <a:pt x="3245" y="2634"/>
                  <a:pt x="3257" y="2624"/>
                </a:cubicBezTo>
                <a:cubicBezTo>
                  <a:pt x="3261" y="2621"/>
                  <a:pt x="3254" y="2614"/>
                  <a:pt x="3250" y="2618"/>
                </a:cubicBezTo>
                <a:cubicBezTo>
                  <a:pt x="3245" y="2621"/>
                  <a:pt x="3235" y="2626"/>
                  <a:pt x="3228" y="2632"/>
                </a:cubicBezTo>
                <a:cubicBezTo>
                  <a:pt x="3216" y="2641"/>
                  <a:pt x="3205" y="2652"/>
                  <a:pt x="3195" y="2663"/>
                </a:cubicBezTo>
                <a:cubicBezTo>
                  <a:pt x="3186" y="2672"/>
                  <a:pt x="3179" y="2681"/>
                  <a:pt x="3173" y="2691"/>
                </a:cubicBezTo>
                <a:cubicBezTo>
                  <a:pt x="3170" y="2696"/>
                  <a:pt x="3168" y="2700"/>
                  <a:pt x="3166" y="2705"/>
                </a:cubicBezTo>
                <a:lnTo>
                  <a:pt x="3156" y="2698"/>
                </a:lnTo>
                <a:cubicBezTo>
                  <a:pt x="3156" y="2697"/>
                  <a:pt x="3156" y="2696"/>
                  <a:pt x="3156" y="2695"/>
                </a:cubicBezTo>
                <a:cubicBezTo>
                  <a:pt x="3156" y="2694"/>
                  <a:pt x="3156" y="2693"/>
                  <a:pt x="3156" y="2692"/>
                </a:cubicBezTo>
                <a:cubicBezTo>
                  <a:pt x="3156" y="2688"/>
                  <a:pt x="3156" y="2684"/>
                  <a:pt x="3156" y="2680"/>
                </a:cubicBezTo>
                <a:cubicBezTo>
                  <a:pt x="3156" y="2676"/>
                  <a:pt x="3158" y="2673"/>
                  <a:pt x="3159" y="2669"/>
                </a:cubicBezTo>
                <a:cubicBezTo>
                  <a:pt x="3162" y="2662"/>
                  <a:pt x="3164" y="2656"/>
                  <a:pt x="3168" y="2650"/>
                </a:cubicBezTo>
                <a:cubicBezTo>
                  <a:pt x="3170" y="2646"/>
                  <a:pt x="3174" y="2641"/>
                  <a:pt x="3177" y="2637"/>
                </a:cubicBezTo>
                <a:cubicBezTo>
                  <a:pt x="3180" y="2632"/>
                  <a:pt x="3174" y="2627"/>
                  <a:pt x="3170" y="2631"/>
                </a:cubicBezTo>
                <a:cubicBezTo>
                  <a:pt x="3160" y="2639"/>
                  <a:pt x="3150" y="2648"/>
                  <a:pt x="3142" y="2658"/>
                </a:cubicBezTo>
                <a:cubicBezTo>
                  <a:pt x="3140" y="2660"/>
                  <a:pt x="3139" y="2661"/>
                  <a:pt x="3138" y="2663"/>
                </a:cubicBezTo>
                <a:cubicBezTo>
                  <a:pt x="3135" y="2669"/>
                  <a:pt x="3133" y="2674"/>
                  <a:pt x="3131" y="2680"/>
                </a:cubicBezTo>
                <a:lnTo>
                  <a:pt x="3118" y="2671"/>
                </a:lnTo>
                <a:cubicBezTo>
                  <a:pt x="3118" y="2669"/>
                  <a:pt x="3119" y="2667"/>
                  <a:pt x="3119" y="2665"/>
                </a:cubicBezTo>
                <a:cubicBezTo>
                  <a:pt x="3122" y="2656"/>
                  <a:pt x="3126" y="2648"/>
                  <a:pt x="3131" y="2640"/>
                </a:cubicBezTo>
                <a:lnTo>
                  <a:pt x="3131" y="2639"/>
                </a:lnTo>
                <a:cubicBezTo>
                  <a:pt x="3133" y="2633"/>
                  <a:pt x="3135" y="2627"/>
                  <a:pt x="3139" y="2621"/>
                </a:cubicBezTo>
                <a:cubicBezTo>
                  <a:pt x="3146" y="2609"/>
                  <a:pt x="3157" y="2598"/>
                  <a:pt x="3168" y="2590"/>
                </a:cubicBezTo>
                <a:cubicBezTo>
                  <a:pt x="3174" y="2587"/>
                  <a:pt x="3169" y="2579"/>
                  <a:pt x="3164" y="2582"/>
                </a:cubicBezTo>
                <a:cubicBezTo>
                  <a:pt x="3163" y="2582"/>
                  <a:pt x="3161" y="2583"/>
                  <a:pt x="3160" y="2584"/>
                </a:cubicBezTo>
                <a:cubicBezTo>
                  <a:pt x="3154" y="2587"/>
                  <a:pt x="3149" y="2591"/>
                  <a:pt x="3145" y="2595"/>
                </a:cubicBezTo>
                <a:cubicBezTo>
                  <a:pt x="3136" y="2600"/>
                  <a:pt x="3127" y="2607"/>
                  <a:pt x="3120" y="2614"/>
                </a:cubicBezTo>
                <a:cubicBezTo>
                  <a:pt x="3114" y="2621"/>
                  <a:pt x="3109" y="2628"/>
                  <a:pt x="3105" y="2636"/>
                </a:cubicBezTo>
                <a:cubicBezTo>
                  <a:pt x="3101" y="2642"/>
                  <a:pt x="3098" y="2649"/>
                  <a:pt x="3095" y="2656"/>
                </a:cubicBezTo>
                <a:lnTo>
                  <a:pt x="3089" y="2651"/>
                </a:lnTo>
                <a:cubicBezTo>
                  <a:pt x="3089" y="2651"/>
                  <a:pt x="3090" y="2651"/>
                  <a:pt x="3091" y="2650"/>
                </a:cubicBezTo>
                <a:cubicBezTo>
                  <a:pt x="3093" y="2649"/>
                  <a:pt x="3094" y="2648"/>
                  <a:pt x="3095" y="2646"/>
                </a:cubicBezTo>
                <a:cubicBezTo>
                  <a:pt x="3096" y="2644"/>
                  <a:pt x="3097" y="2642"/>
                  <a:pt x="3097" y="2640"/>
                </a:cubicBezTo>
                <a:cubicBezTo>
                  <a:pt x="3097" y="2639"/>
                  <a:pt x="3097" y="2639"/>
                  <a:pt x="3097" y="2638"/>
                </a:cubicBezTo>
                <a:cubicBezTo>
                  <a:pt x="3097" y="2636"/>
                  <a:pt x="3096" y="2633"/>
                  <a:pt x="3096" y="2630"/>
                </a:cubicBezTo>
                <a:cubicBezTo>
                  <a:pt x="3096" y="2621"/>
                  <a:pt x="3098" y="2611"/>
                  <a:pt x="3102" y="2603"/>
                </a:cubicBezTo>
                <a:cubicBezTo>
                  <a:pt x="3104" y="2594"/>
                  <a:pt x="3107" y="2587"/>
                  <a:pt x="3112" y="2579"/>
                </a:cubicBezTo>
                <a:cubicBezTo>
                  <a:pt x="3113" y="2578"/>
                  <a:pt x="3114" y="2576"/>
                  <a:pt x="3115" y="2574"/>
                </a:cubicBezTo>
                <a:cubicBezTo>
                  <a:pt x="3118" y="2571"/>
                  <a:pt x="3112" y="2566"/>
                  <a:pt x="3109" y="2569"/>
                </a:cubicBezTo>
                <a:cubicBezTo>
                  <a:pt x="3105" y="2572"/>
                  <a:pt x="3102" y="2575"/>
                  <a:pt x="3100" y="2579"/>
                </a:cubicBezTo>
                <a:cubicBezTo>
                  <a:pt x="3094" y="2589"/>
                  <a:pt x="3084" y="2594"/>
                  <a:pt x="3079" y="2603"/>
                </a:cubicBezTo>
                <a:cubicBezTo>
                  <a:pt x="3079" y="2604"/>
                  <a:pt x="3078" y="2605"/>
                  <a:pt x="3078" y="2605"/>
                </a:cubicBezTo>
                <a:cubicBezTo>
                  <a:pt x="3073" y="2613"/>
                  <a:pt x="3071" y="2622"/>
                  <a:pt x="3071" y="2631"/>
                </a:cubicBezTo>
                <a:cubicBezTo>
                  <a:pt x="3071" y="2634"/>
                  <a:pt x="3071" y="2638"/>
                  <a:pt x="3072" y="2641"/>
                </a:cubicBezTo>
                <a:cubicBezTo>
                  <a:pt x="3066" y="2637"/>
                  <a:pt x="3060" y="2634"/>
                  <a:pt x="3052" y="2630"/>
                </a:cubicBezTo>
                <a:cubicBezTo>
                  <a:pt x="3053" y="2630"/>
                  <a:pt x="3054" y="2630"/>
                  <a:pt x="3055" y="2629"/>
                </a:cubicBezTo>
                <a:cubicBezTo>
                  <a:pt x="3057" y="2628"/>
                  <a:pt x="3058" y="2627"/>
                  <a:pt x="3059" y="2625"/>
                </a:cubicBezTo>
                <a:cubicBezTo>
                  <a:pt x="3060" y="2623"/>
                  <a:pt x="3061" y="2621"/>
                  <a:pt x="3061" y="2619"/>
                </a:cubicBezTo>
                <a:lnTo>
                  <a:pt x="3061" y="2618"/>
                </a:lnTo>
                <a:cubicBezTo>
                  <a:pt x="3062" y="2610"/>
                  <a:pt x="3063" y="2602"/>
                  <a:pt x="3065" y="2595"/>
                </a:cubicBezTo>
                <a:cubicBezTo>
                  <a:pt x="3065" y="2588"/>
                  <a:pt x="3064" y="2575"/>
                  <a:pt x="3070" y="2571"/>
                </a:cubicBezTo>
                <a:cubicBezTo>
                  <a:pt x="3072" y="2569"/>
                  <a:pt x="3072" y="2566"/>
                  <a:pt x="3069" y="2566"/>
                </a:cubicBezTo>
                <a:cubicBezTo>
                  <a:pt x="3061" y="2567"/>
                  <a:pt x="3058" y="2575"/>
                  <a:pt x="3054" y="2581"/>
                </a:cubicBezTo>
                <a:cubicBezTo>
                  <a:pt x="3049" y="2586"/>
                  <a:pt x="3045" y="2592"/>
                  <a:pt x="3041" y="2598"/>
                </a:cubicBezTo>
                <a:cubicBezTo>
                  <a:pt x="3037" y="2604"/>
                  <a:pt x="3036" y="2611"/>
                  <a:pt x="3036" y="2618"/>
                </a:cubicBezTo>
                <a:cubicBezTo>
                  <a:pt x="3036" y="2619"/>
                  <a:pt x="3036" y="2620"/>
                  <a:pt x="3036" y="2621"/>
                </a:cubicBezTo>
                <a:cubicBezTo>
                  <a:pt x="3036" y="2622"/>
                  <a:pt x="3036" y="2622"/>
                  <a:pt x="3036" y="2622"/>
                </a:cubicBezTo>
                <a:lnTo>
                  <a:pt x="3021" y="2616"/>
                </a:lnTo>
                <a:cubicBezTo>
                  <a:pt x="3063" y="2406"/>
                  <a:pt x="3372" y="2382"/>
                  <a:pt x="3507" y="2511"/>
                </a:cubicBezTo>
                <a:cubicBezTo>
                  <a:pt x="3527" y="2531"/>
                  <a:pt x="3551" y="2540"/>
                  <a:pt x="3570" y="2562"/>
                </a:cubicBezTo>
                <a:cubicBezTo>
                  <a:pt x="3582" y="2578"/>
                  <a:pt x="3594" y="2596"/>
                  <a:pt x="3604" y="2613"/>
                </a:cubicBezTo>
                <a:cubicBezTo>
                  <a:pt x="3612" y="2628"/>
                  <a:pt x="3620" y="2644"/>
                  <a:pt x="3627" y="2659"/>
                </a:cubicBezTo>
                <a:moveTo>
                  <a:pt x="3160" y="3183"/>
                </a:moveTo>
                <a:cubicBezTo>
                  <a:pt x="3139" y="3213"/>
                  <a:pt x="3101" y="3234"/>
                  <a:pt x="3077" y="3263"/>
                </a:cubicBezTo>
                <a:cubicBezTo>
                  <a:pt x="3074" y="3267"/>
                  <a:pt x="3071" y="3272"/>
                  <a:pt x="3067" y="3278"/>
                </a:cubicBezTo>
                <a:cubicBezTo>
                  <a:pt x="3057" y="3295"/>
                  <a:pt x="3051" y="3315"/>
                  <a:pt x="3049" y="3335"/>
                </a:cubicBezTo>
                <a:cubicBezTo>
                  <a:pt x="3048" y="3336"/>
                  <a:pt x="3048" y="3336"/>
                  <a:pt x="3048" y="3337"/>
                </a:cubicBezTo>
                <a:cubicBezTo>
                  <a:pt x="3048" y="3338"/>
                  <a:pt x="3048" y="3339"/>
                  <a:pt x="3049" y="3339"/>
                </a:cubicBezTo>
                <a:cubicBezTo>
                  <a:pt x="3048" y="3334"/>
                  <a:pt x="3047" y="3329"/>
                  <a:pt x="3045" y="3325"/>
                </a:cubicBezTo>
                <a:cubicBezTo>
                  <a:pt x="3043" y="3322"/>
                  <a:pt x="3040" y="3319"/>
                  <a:pt x="3038" y="3316"/>
                </a:cubicBezTo>
                <a:cubicBezTo>
                  <a:pt x="3038" y="3315"/>
                  <a:pt x="3038" y="3314"/>
                  <a:pt x="3038" y="3314"/>
                </a:cubicBezTo>
                <a:cubicBezTo>
                  <a:pt x="3038" y="3313"/>
                  <a:pt x="3038" y="3312"/>
                  <a:pt x="3038" y="3311"/>
                </a:cubicBezTo>
                <a:cubicBezTo>
                  <a:pt x="3038" y="3295"/>
                  <a:pt x="3043" y="3278"/>
                  <a:pt x="3051" y="3264"/>
                </a:cubicBezTo>
                <a:cubicBezTo>
                  <a:pt x="3053" y="3260"/>
                  <a:pt x="3056" y="3256"/>
                  <a:pt x="3059" y="3252"/>
                </a:cubicBezTo>
                <a:cubicBezTo>
                  <a:pt x="3066" y="3240"/>
                  <a:pt x="3075" y="3228"/>
                  <a:pt x="3084" y="3217"/>
                </a:cubicBezTo>
                <a:cubicBezTo>
                  <a:pt x="3097" y="3204"/>
                  <a:pt x="3108" y="3181"/>
                  <a:pt x="3126" y="3175"/>
                </a:cubicBezTo>
                <a:cubicBezTo>
                  <a:pt x="3127" y="3175"/>
                  <a:pt x="3127" y="3175"/>
                  <a:pt x="3127" y="3175"/>
                </a:cubicBezTo>
                <a:cubicBezTo>
                  <a:pt x="3127" y="3174"/>
                  <a:pt x="3128" y="3174"/>
                  <a:pt x="3129" y="3173"/>
                </a:cubicBezTo>
                <a:cubicBezTo>
                  <a:pt x="3129" y="3172"/>
                  <a:pt x="3129" y="3171"/>
                  <a:pt x="3129" y="3170"/>
                </a:cubicBezTo>
                <a:cubicBezTo>
                  <a:pt x="3129" y="3170"/>
                  <a:pt x="3129" y="3169"/>
                  <a:pt x="3129" y="3168"/>
                </a:cubicBezTo>
                <a:cubicBezTo>
                  <a:pt x="3128" y="3167"/>
                  <a:pt x="3127" y="3166"/>
                  <a:pt x="3127" y="3166"/>
                </a:cubicBezTo>
                <a:cubicBezTo>
                  <a:pt x="3126" y="3166"/>
                  <a:pt x="3125" y="3165"/>
                  <a:pt x="3124" y="3165"/>
                </a:cubicBezTo>
                <a:lnTo>
                  <a:pt x="3123" y="3165"/>
                </a:lnTo>
                <a:cubicBezTo>
                  <a:pt x="3120" y="3167"/>
                  <a:pt x="3117" y="3168"/>
                  <a:pt x="3114" y="3170"/>
                </a:cubicBezTo>
                <a:cubicBezTo>
                  <a:pt x="3103" y="3176"/>
                  <a:pt x="3094" y="3185"/>
                  <a:pt x="3086" y="3194"/>
                </a:cubicBezTo>
                <a:cubicBezTo>
                  <a:pt x="3073" y="3207"/>
                  <a:pt x="3057" y="3218"/>
                  <a:pt x="3045" y="3232"/>
                </a:cubicBezTo>
                <a:cubicBezTo>
                  <a:pt x="3039" y="3239"/>
                  <a:pt x="3033" y="3247"/>
                  <a:pt x="3028" y="3255"/>
                </a:cubicBezTo>
                <a:cubicBezTo>
                  <a:pt x="3024" y="3262"/>
                  <a:pt x="3021" y="3269"/>
                  <a:pt x="3018" y="3276"/>
                </a:cubicBezTo>
                <a:cubicBezTo>
                  <a:pt x="3022" y="3254"/>
                  <a:pt x="3028" y="3231"/>
                  <a:pt x="3037" y="3209"/>
                </a:cubicBezTo>
                <a:cubicBezTo>
                  <a:pt x="3039" y="3204"/>
                  <a:pt x="3042" y="3198"/>
                  <a:pt x="3045" y="3193"/>
                </a:cubicBezTo>
                <a:cubicBezTo>
                  <a:pt x="3049" y="3186"/>
                  <a:pt x="3054" y="3179"/>
                  <a:pt x="3059" y="3172"/>
                </a:cubicBezTo>
                <a:cubicBezTo>
                  <a:pt x="3066" y="3162"/>
                  <a:pt x="3073" y="3153"/>
                  <a:pt x="3082" y="3146"/>
                </a:cubicBezTo>
                <a:cubicBezTo>
                  <a:pt x="3085" y="3144"/>
                  <a:pt x="3083" y="3138"/>
                  <a:pt x="3079" y="3140"/>
                </a:cubicBezTo>
                <a:cubicBezTo>
                  <a:pt x="3062" y="3147"/>
                  <a:pt x="3045" y="3170"/>
                  <a:pt x="3032" y="3183"/>
                </a:cubicBezTo>
                <a:cubicBezTo>
                  <a:pt x="3024" y="3192"/>
                  <a:pt x="3016" y="3203"/>
                  <a:pt x="3009" y="3214"/>
                </a:cubicBezTo>
                <a:cubicBezTo>
                  <a:pt x="3001" y="3228"/>
                  <a:pt x="2995" y="3244"/>
                  <a:pt x="2992" y="3261"/>
                </a:cubicBezTo>
                <a:cubicBezTo>
                  <a:pt x="2985" y="3253"/>
                  <a:pt x="2977" y="3246"/>
                  <a:pt x="2970" y="3240"/>
                </a:cubicBezTo>
                <a:cubicBezTo>
                  <a:pt x="2970" y="3239"/>
                  <a:pt x="2970" y="3239"/>
                  <a:pt x="2970" y="3239"/>
                </a:cubicBezTo>
                <a:lnTo>
                  <a:pt x="2970" y="3238"/>
                </a:lnTo>
                <a:cubicBezTo>
                  <a:pt x="2970" y="3222"/>
                  <a:pt x="2989" y="3197"/>
                  <a:pt x="2998" y="3185"/>
                </a:cubicBezTo>
                <a:cubicBezTo>
                  <a:pt x="3017" y="3159"/>
                  <a:pt x="3041" y="3119"/>
                  <a:pt x="3071" y="3105"/>
                </a:cubicBezTo>
                <a:cubicBezTo>
                  <a:pt x="3072" y="3104"/>
                  <a:pt x="3072" y="3104"/>
                  <a:pt x="3073" y="3103"/>
                </a:cubicBezTo>
                <a:cubicBezTo>
                  <a:pt x="3073" y="3103"/>
                  <a:pt x="3073" y="3102"/>
                  <a:pt x="3073" y="3101"/>
                </a:cubicBezTo>
                <a:cubicBezTo>
                  <a:pt x="3073" y="3101"/>
                  <a:pt x="3074" y="3100"/>
                  <a:pt x="3073" y="3099"/>
                </a:cubicBezTo>
                <a:cubicBezTo>
                  <a:pt x="3072" y="3098"/>
                  <a:pt x="3072" y="3098"/>
                  <a:pt x="3071" y="3098"/>
                </a:cubicBezTo>
                <a:lnTo>
                  <a:pt x="3070" y="3098"/>
                </a:lnTo>
                <a:cubicBezTo>
                  <a:pt x="3069" y="3098"/>
                  <a:pt x="3069" y="3098"/>
                  <a:pt x="3068" y="3098"/>
                </a:cubicBezTo>
                <a:cubicBezTo>
                  <a:pt x="3035" y="3109"/>
                  <a:pt x="3012" y="3139"/>
                  <a:pt x="2987" y="3161"/>
                </a:cubicBezTo>
                <a:cubicBezTo>
                  <a:pt x="2974" y="3173"/>
                  <a:pt x="2963" y="3187"/>
                  <a:pt x="2954" y="3202"/>
                </a:cubicBezTo>
                <a:cubicBezTo>
                  <a:pt x="2951" y="3208"/>
                  <a:pt x="2947" y="3214"/>
                  <a:pt x="2945" y="3220"/>
                </a:cubicBezTo>
                <a:cubicBezTo>
                  <a:pt x="2939" y="3217"/>
                  <a:pt x="2933" y="3213"/>
                  <a:pt x="2928" y="3210"/>
                </a:cubicBezTo>
                <a:cubicBezTo>
                  <a:pt x="2928" y="3209"/>
                  <a:pt x="2928" y="3208"/>
                  <a:pt x="2928" y="3207"/>
                </a:cubicBezTo>
                <a:cubicBezTo>
                  <a:pt x="2928" y="3206"/>
                  <a:pt x="2928" y="3205"/>
                  <a:pt x="2928" y="3204"/>
                </a:cubicBezTo>
                <a:cubicBezTo>
                  <a:pt x="2928" y="3201"/>
                  <a:pt x="2931" y="3194"/>
                  <a:pt x="2932" y="3190"/>
                </a:cubicBezTo>
                <a:cubicBezTo>
                  <a:pt x="2934" y="3186"/>
                  <a:pt x="2936" y="3181"/>
                  <a:pt x="2938" y="3177"/>
                </a:cubicBezTo>
                <a:cubicBezTo>
                  <a:pt x="2940" y="3173"/>
                  <a:pt x="2943" y="3170"/>
                  <a:pt x="2946" y="3166"/>
                </a:cubicBezTo>
                <a:cubicBezTo>
                  <a:pt x="2957" y="3150"/>
                  <a:pt x="2970" y="3135"/>
                  <a:pt x="2983" y="3120"/>
                </a:cubicBezTo>
                <a:cubicBezTo>
                  <a:pt x="2985" y="3117"/>
                  <a:pt x="2981" y="3113"/>
                  <a:pt x="2978" y="3115"/>
                </a:cubicBezTo>
                <a:cubicBezTo>
                  <a:pt x="2960" y="3126"/>
                  <a:pt x="2944" y="3138"/>
                  <a:pt x="2928" y="3152"/>
                </a:cubicBezTo>
                <a:cubicBezTo>
                  <a:pt x="2922" y="3157"/>
                  <a:pt x="2917" y="3163"/>
                  <a:pt x="2913" y="3170"/>
                </a:cubicBezTo>
                <a:cubicBezTo>
                  <a:pt x="2911" y="3174"/>
                  <a:pt x="2909" y="3178"/>
                  <a:pt x="2907" y="3182"/>
                </a:cubicBezTo>
                <a:cubicBezTo>
                  <a:pt x="2906" y="3188"/>
                  <a:pt x="2904" y="3193"/>
                  <a:pt x="2902" y="3198"/>
                </a:cubicBezTo>
                <a:cubicBezTo>
                  <a:pt x="2897" y="3196"/>
                  <a:pt x="2892" y="3193"/>
                  <a:pt x="2887" y="3192"/>
                </a:cubicBezTo>
                <a:cubicBezTo>
                  <a:pt x="2888" y="3191"/>
                  <a:pt x="2889" y="3190"/>
                  <a:pt x="2890" y="3189"/>
                </a:cubicBezTo>
                <a:cubicBezTo>
                  <a:pt x="2891" y="3187"/>
                  <a:pt x="2891" y="3185"/>
                  <a:pt x="2891" y="3183"/>
                </a:cubicBezTo>
                <a:cubicBezTo>
                  <a:pt x="2891" y="3182"/>
                  <a:pt x="2891" y="3182"/>
                  <a:pt x="2891" y="3181"/>
                </a:cubicBezTo>
                <a:cubicBezTo>
                  <a:pt x="2891" y="3179"/>
                  <a:pt x="2897" y="3164"/>
                  <a:pt x="2898" y="3164"/>
                </a:cubicBezTo>
                <a:cubicBezTo>
                  <a:pt x="2900" y="3155"/>
                  <a:pt x="2903" y="3146"/>
                  <a:pt x="2907" y="3138"/>
                </a:cubicBezTo>
                <a:cubicBezTo>
                  <a:pt x="2921" y="3114"/>
                  <a:pt x="2939" y="3091"/>
                  <a:pt x="2958" y="3071"/>
                </a:cubicBezTo>
                <a:cubicBezTo>
                  <a:pt x="2960" y="3069"/>
                  <a:pt x="2956" y="3066"/>
                  <a:pt x="2954" y="3067"/>
                </a:cubicBezTo>
                <a:cubicBezTo>
                  <a:pt x="2934" y="3087"/>
                  <a:pt x="2913" y="3107"/>
                  <a:pt x="2892" y="3126"/>
                </a:cubicBezTo>
                <a:cubicBezTo>
                  <a:pt x="2887" y="3131"/>
                  <a:pt x="2883" y="3137"/>
                  <a:pt x="2880" y="3143"/>
                </a:cubicBezTo>
                <a:cubicBezTo>
                  <a:pt x="2877" y="3148"/>
                  <a:pt x="2874" y="3154"/>
                  <a:pt x="2873" y="3159"/>
                </a:cubicBezTo>
                <a:cubicBezTo>
                  <a:pt x="2869" y="3168"/>
                  <a:pt x="2863" y="3172"/>
                  <a:pt x="2863" y="3181"/>
                </a:cubicBezTo>
                <a:cubicBezTo>
                  <a:pt x="2863" y="3182"/>
                  <a:pt x="2863" y="3182"/>
                  <a:pt x="2863" y="3183"/>
                </a:cubicBezTo>
                <a:lnTo>
                  <a:pt x="2863" y="3184"/>
                </a:lnTo>
                <a:cubicBezTo>
                  <a:pt x="2851" y="3181"/>
                  <a:pt x="2840" y="3178"/>
                  <a:pt x="2829" y="3176"/>
                </a:cubicBezTo>
                <a:cubicBezTo>
                  <a:pt x="2835" y="3137"/>
                  <a:pt x="2870" y="3100"/>
                  <a:pt x="2897" y="3074"/>
                </a:cubicBezTo>
                <a:cubicBezTo>
                  <a:pt x="2919" y="3054"/>
                  <a:pt x="2944" y="3034"/>
                  <a:pt x="2965" y="3015"/>
                </a:cubicBezTo>
                <a:cubicBezTo>
                  <a:pt x="2968" y="3012"/>
                  <a:pt x="2963" y="3007"/>
                  <a:pt x="2960" y="3009"/>
                </a:cubicBezTo>
                <a:cubicBezTo>
                  <a:pt x="2929" y="3035"/>
                  <a:pt x="2892" y="3056"/>
                  <a:pt x="2861" y="3082"/>
                </a:cubicBezTo>
                <a:cubicBezTo>
                  <a:pt x="2834" y="3103"/>
                  <a:pt x="2802" y="3137"/>
                  <a:pt x="2793" y="3172"/>
                </a:cubicBezTo>
                <a:lnTo>
                  <a:pt x="2776" y="3171"/>
                </a:lnTo>
                <a:cubicBezTo>
                  <a:pt x="2776" y="3170"/>
                  <a:pt x="2776" y="3170"/>
                  <a:pt x="2776" y="3169"/>
                </a:cubicBezTo>
                <a:cubicBezTo>
                  <a:pt x="2776" y="3167"/>
                  <a:pt x="2776" y="3165"/>
                  <a:pt x="2775" y="3163"/>
                </a:cubicBezTo>
                <a:cubicBezTo>
                  <a:pt x="2774" y="3161"/>
                  <a:pt x="2772" y="3160"/>
                  <a:pt x="2770" y="3159"/>
                </a:cubicBezTo>
                <a:cubicBezTo>
                  <a:pt x="2769" y="3158"/>
                  <a:pt x="2768" y="3157"/>
                  <a:pt x="2766" y="3157"/>
                </a:cubicBezTo>
                <a:cubicBezTo>
                  <a:pt x="2767" y="3157"/>
                  <a:pt x="2767" y="3157"/>
                  <a:pt x="2767" y="3157"/>
                </a:cubicBezTo>
                <a:cubicBezTo>
                  <a:pt x="2768" y="3157"/>
                  <a:pt x="2768" y="3158"/>
                  <a:pt x="2769" y="3157"/>
                </a:cubicBezTo>
                <a:cubicBezTo>
                  <a:pt x="2770" y="3156"/>
                  <a:pt x="2769" y="3156"/>
                  <a:pt x="2770" y="3156"/>
                </a:cubicBezTo>
                <a:cubicBezTo>
                  <a:pt x="2770" y="3156"/>
                  <a:pt x="2771" y="3156"/>
                  <a:pt x="2772" y="3155"/>
                </a:cubicBezTo>
                <a:cubicBezTo>
                  <a:pt x="2774" y="3154"/>
                  <a:pt x="2775" y="3153"/>
                  <a:pt x="2776" y="3151"/>
                </a:cubicBezTo>
                <a:cubicBezTo>
                  <a:pt x="2777" y="3149"/>
                  <a:pt x="2778" y="3147"/>
                  <a:pt x="2779" y="3146"/>
                </a:cubicBezTo>
                <a:cubicBezTo>
                  <a:pt x="2787" y="3133"/>
                  <a:pt x="2793" y="3120"/>
                  <a:pt x="2797" y="3106"/>
                </a:cubicBezTo>
                <a:cubicBezTo>
                  <a:pt x="2809" y="3086"/>
                  <a:pt x="2824" y="3068"/>
                  <a:pt x="2840" y="3051"/>
                </a:cubicBezTo>
                <a:cubicBezTo>
                  <a:pt x="2853" y="3036"/>
                  <a:pt x="2871" y="3009"/>
                  <a:pt x="2890" y="3002"/>
                </a:cubicBezTo>
                <a:cubicBezTo>
                  <a:pt x="2891" y="3002"/>
                  <a:pt x="2891" y="3001"/>
                  <a:pt x="2891" y="3001"/>
                </a:cubicBezTo>
                <a:cubicBezTo>
                  <a:pt x="2892" y="3000"/>
                  <a:pt x="2892" y="2999"/>
                  <a:pt x="2892" y="2999"/>
                </a:cubicBezTo>
                <a:cubicBezTo>
                  <a:pt x="2892" y="2998"/>
                  <a:pt x="2892" y="2998"/>
                  <a:pt x="2891" y="2997"/>
                </a:cubicBezTo>
                <a:lnTo>
                  <a:pt x="2890" y="2996"/>
                </a:lnTo>
                <a:cubicBezTo>
                  <a:pt x="2889" y="2995"/>
                  <a:pt x="2889" y="2995"/>
                  <a:pt x="2888" y="2995"/>
                </a:cubicBezTo>
                <a:lnTo>
                  <a:pt x="2887" y="2996"/>
                </a:lnTo>
                <a:cubicBezTo>
                  <a:pt x="2883" y="2997"/>
                  <a:pt x="2879" y="2998"/>
                  <a:pt x="2875" y="3001"/>
                </a:cubicBezTo>
                <a:cubicBezTo>
                  <a:pt x="2871" y="3003"/>
                  <a:pt x="2867" y="3006"/>
                  <a:pt x="2864" y="3009"/>
                </a:cubicBezTo>
                <a:cubicBezTo>
                  <a:pt x="2844" y="3025"/>
                  <a:pt x="2825" y="3042"/>
                  <a:pt x="2805" y="3057"/>
                </a:cubicBezTo>
                <a:cubicBezTo>
                  <a:pt x="2792" y="3066"/>
                  <a:pt x="2781" y="3078"/>
                  <a:pt x="2772" y="3091"/>
                </a:cubicBezTo>
                <a:cubicBezTo>
                  <a:pt x="2772" y="3088"/>
                  <a:pt x="2772" y="3084"/>
                  <a:pt x="2771" y="3080"/>
                </a:cubicBezTo>
                <a:cubicBezTo>
                  <a:pt x="2773" y="3079"/>
                  <a:pt x="2774" y="3077"/>
                  <a:pt x="2776" y="3075"/>
                </a:cubicBezTo>
                <a:cubicBezTo>
                  <a:pt x="2777" y="3073"/>
                  <a:pt x="2778" y="3070"/>
                  <a:pt x="2778" y="3068"/>
                </a:cubicBezTo>
                <a:lnTo>
                  <a:pt x="2778" y="3067"/>
                </a:lnTo>
                <a:cubicBezTo>
                  <a:pt x="2778" y="3042"/>
                  <a:pt x="2818" y="3002"/>
                  <a:pt x="2832" y="2989"/>
                </a:cubicBezTo>
                <a:cubicBezTo>
                  <a:pt x="2855" y="2965"/>
                  <a:pt x="2879" y="2943"/>
                  <a:pt x="2904" y="2923"/>
                </a:cubicBezTo>
                <a:cubicBezTo>
                  <a:pt x="2909" y="2919"/>
                  <a:pt x="2904" y="2912"/>
                  <a:pt x="2899" y="2915"/>
                </a:cubicBezTo>
                <a:cubicBezTo>
                  <a:pt x="2868" y="2934"/>
                  <a:pt x="2840" y="2955"/>
                  <a:pt x="2811" y="2976"/>
                </a:cubicBezTo>
                <a:cubicBezTo>
                  <a:pt x="2792" y="2990"/>
                  <a:pt x="2776" y="3007"/>
                  <a:pt x="2763" y="3026"/>
                </a:cubicBezTo>
                <a:cubicBezTo>
                  <a:pt x="2761" y="3017"/>
                  <a:pt x="2760" y="3009"/>
                  <a:pt x="2758" y="3002"/>
                </a:cubicBezTo>
                <a:cubicBezTo>
                  <a:pt x="2759" y="3002"/>
                  <a:pt x="2759" y="3002"/>
                  <a:pt x="2759" y="3002"/>
                </a:cubicBezTo>
                <a:cubicBezTo>
                  <a:pt x="2761" y="3001"/>
                  <a:pt x="2763" y="2999"/>
                  <a:pt x="2764" y="2997"/>
                </a:cubicBezTo>
                <a:lnTo>
                  <a:pt x="2765" y="2996"/>
                </a:lnTo>
                <a:cubicBezTo>
                  <a:pt x="2767" y="2990"/>
                  <a:pt x="2769" y="2984"/>
                  <a:pt x="2773" y="2978"/>
                </a:cubicBezTo>
                <a:cubicBezTo>
                  <a:pt x="2778" y="2970"/>
                  <a:pt x="2783" y="2963"/>
                  <a:pt x="2788" y="2957"/>
                </a:cubicBezTo>
                <a:cubicBezTo>
                  <a:pt x="2795" y="2949"/>
                  <a:pt x="2801" y="2940"/>
                  <a:pt x="2807" y="2933"/>
                </a:cubicBezTo>
                <a:cubicBezTo>
                  <a:pt x="2812" y="2925"/>
                  <a:pt x="2815" y="2915"/>
                  <a:pt x="2824" y="2911"/>
                </a:cubicBezTo>
                <a:cubicBezTo>
                  <a:pt x="2827" y="2909"/>
                  <a:pt x="2824" y="2904"/>
                  <a:pt x="2821" y="2904"/>
                </a:cubicBezTo>
                <a:cubicBezTo>
                  <a:pt x="2819" y="2905"/>
                  <a:pt x="2817" y="2906"/>
                  <a:pt x="2815" y="2907"/>
                </a:cubicBezTo>
                <a:cubicBezTo>
                  <a:pt x="2811" y="2909"/>
                  <a:pt x="2808" y="2912"/>
                  <a:pt x="2805" y="2916"/>
                </a:cubicBezTo>
                <a:cubicBezTo>
                  <a:pt x="2799" y="2921"/>
                  <a:pt x="2792" y="2926"/>
                  <a:pt x="2785" y="2930"/>
                </a:cubicBezTo>
                <a:cubicBezTo>
                  <a:pt x="2781" y="2932"/>
                  <a:pt x="2778" y="2934"/>
                  <a:pt x="2774" y="2936"/>
                </a:cubicBezTo>
                <a:cubicBezTo>
                  <a:pt x="2763" y="2944"/>
                  <a:pt x="2754" y="2953"/>
                  <a:pt x="2747" y="2965"/>
                </a:cubicBezTo>
                <a:lnTo>
                  <a:pt x="2747" y="2966"/>
                </a:lnTo>
                <a:cubicBezTo>
                  <a:pt x="2744" y="2960"/>
                  <a:pt x="2741" y="2955"/>
                  <a:pt x="2738" y="2949"/>
                </a:cubicBezTo>
                <a:cubicBezTo>
                  <a:pt x="2742" y="2927"/>
                  <a:pt x="2766" y="2910"/>
                  <a:pt x="2780" y="2894"/>
                </a:cubicBezTo>
                <a:cubicBezTo>
                  <a:pt x="2796" y="2878"/>
                  <a:pt x="2813" y="2863"/>
                  <a:pt x="2831" y="2848"/>
                </a:cubicBezTo>
                <a:cubicBezTo>
                  <a:pt x="2834" y="2845"/>
                  <a:pt x="2831" y="2840"/>
                  <a:pt x="2827" y="2842"/>
                </a:cubicBezTo>
                <a:cubicBezTo>
                  <a:pt x="2802" y="2859"/>
                  <a:pt x="2778" y="2878"/>
                  <a:pt x="2754" y="2896"/>
                </a:cubicBezTo>
                <a:cubicBezTo>
                  <a:pt x="2743" y="2903"/>
                  <a:pt x="2732" y="2912"/>
                  <a:pt x="2723" y="2923"/>
                </a:cubicBezTo>
                <a:lnTo>
                  <a:pt x="2719" y="2917"/>
                </a:lnTo>
                <a:cubicBezTo>
                  <a:pt x="2721" y="2917"/>
                  <a:pt x="2722" y="2916"/>
                  <a:pt x="2723" y="2916"/>
                </a:cubicBezTo>
                <a:cubicBezTo>
                  <a:pt x="2724" y="2915"/>
                  <a:pt x="2725" y="2914"/>
                  <a:pt x="2726" y="2912"/>
                </a:cubicBezTo>
                <a:cubicBezTo>
                  <a:pt x="2726" y="2910"/>
                  <a:pt x="2727" y="2910"/>
                  <a:pt x="2727" y="2909"/>
                </a:cubicBezTo>
                <a:cubicBezTo>
                  <a:pt x="2730" y="2895"/>
                  <a:pt x="2735" y="2881"/>
                  <a:pt x="2743" y="2869"/>
                </a:cubicBezTo>
                <a:cubicBezTo>
                  <a:pt x="2749" y="2858"/>
                  <a:pt x="2757" y="2847"/>
                  <a:pt x="2767" y="2838"/>
                </a:cubicBezTo>
                <a:lnTo>
                  <a:pt x="2768" y="2837"/>
                </a:lnTo>
                <a:cubicBezTo>
                  <a:pt x="2768" y="2837"/>
                  <a:pt x="2768" y="2836"/>
                  <a:pt x="2768" y="2835"/>
                </a:cubicBezTo>
                <a:cubicBezTo>
                  <a:pt x="2768" y="2834"/>
                  <a:pt x="2768" y="2833"/>
                  <a:pt x="2768" y="2833"/>
                </a:cubicBezTo>
                <a:cubicBezTo>
                  <a:pt x="2767" y="2832"/>
                  <a:pt x="2767" y="2831"/>
                  <a:pt x="2766" y="2831"/>
                </a:cubicBezTo>
                <a:cubicBezTo>
                  <a:pt x="2765" y="2830"/>
                  <a:pt x="2764" y="2830"/>
                  <a:pt x="2764" y="2830"/>
                </a:cubicBezTo>
                <a:cubicBezTo>
                  <a:pt x="2763" y="2830"/>
                  <a:pt x="2762" y="2830"/>
                  <a:pt x="2761" y="2831"/>
                </a:cubicBezTo>
                <a:lnTo>
                  <a:pt x="2760" y="2832"/>
                </a:lnTo>
                <a:cubicBezTo>
                  <a:pt x="2744" y="2843"/>
                  <a:pt x="2729" y="2858"/>
                  <a:pt x="2720" y="2875"/>
                </a:cubicBezTo>
                <a:cubicBezTo>
                  <a:pt x="2715" y="2883"/>
                  <a:pt x="2712" y="2892"/>
                  <a:pt x="2709" y="2901"/>
                </a:cubicBezTo>
                <a:cubicBezTo>
                  <a:pt x="2705" y="2896"/>
                  <a:pt x="2702" y="2892"/>
                  <a:pt x="2698" y="2888"/>
                </a:cubicBezTo>
                <a:cubicBezTo>
                  <a:pt x="2699" y="2888"/>
                  <a:pt x="2700" y="2886"/>
                  <a:pt x="2701" y="2885"/>
                </a:cubicBezTo>
                <a:cubicBezTo>
                  <a:pt x="2702" y="2884"/>
                  <a:pt x="2703" y="2882"/>
                  <a:pt x="2703" y="2880"/>
                </a:cubicBezTo>
                <a:cubicBezTo>
                  <a:pt x="2704" y="2869"/>
                  <a:pt x="2708" y="2858"/>
                  <a:pt x="2714" y="2848"/>
                </a:cubicBezTo>
                <a:cubicBezTo>
                  <a:pt x="2718" y="2841"/>
                  <a:pt x="2723" y="2835"/>
                  <a:pt x="2729" y="2829"/>
                </a:cubicBezTo>
                <a:cubicBezTo>
                  <a:pt x="2738" y="2814"/>
                  <a:pt x="2751" y="2800"/>
                  <a:pt x="2766" y="2790"/>
                </a:cubicBezTo>
                <a:cubicBezTo>
                  <a:pt x="2770" y="2788"/>
                  <a:pt x="2766" y="2782"/>
                  <a:pt x="2763" y="2783"/>
                </a:cubicBezTo>
                <a:cubicBezTo>
                  <a:pt x="2762" y="2784"/>
                  <a:pt x="2761" y="2784"/>
                  <a:pt x="2760" y="2784"/>
                </a:cubicBezTo>
                <a:cubicBezTo>
                  <a:pt x="2752" y="2790"/>
                  <a:pt x="2744" y="2796"/>
                  <a:pt x="2736" y="2803"/>
                </a:cubicBezTo>
                <a:cubicBezTo>
                  <a:pt x="2727" y="2810"/>
                  <a:pt x="2718" y="2817"/>
                  <a:pt x="2709" y="2825"/>
                </a:cubicBezTo>
                <a:cubicBezTo>
                  <a:pt x="2702" y="2831"/>
                  <a:pt x="2696" y="2839"/>
                  <a:pt x="2691" y="2847"/>
                </a:cubicBezTo>
                <a:cubicBezTo>
                  <a:pt x="2686" y="2855"/>
                  <a:pt x="2683" y="2863"/>
                  <a:pt x="2681" y="2872"/>
                </a:cubicBezTo>
                <a:cubicBezTo>
                  <a:pt x="2677" y="2868"/>
                  <a:pt x="2672" y="2863"/>
                  <a:pt x="2667" y="2859"/>
                </a:cubicBezTo>
                <a:cubicBezTo>
                  <a:pt x="2668" y="2850"/>
                  <a:pt x="2670" y="2841"/>
                  <a:pt x="2674" y="2832"/>
                </a:cubicBezTo>
                <a:cubicBezTo>
                  <a:pt x="2675" y="2831"/>
                  <a:pt x="2675" y="2829"/>
                  <a:pt x="2676" y="2828"/>
                </a:cubicBezTo>
                <a:cubicBezTo>
                  <a:pt x="2677" y="2827"/>
                  <a:pt x="2677" y="2827"/>
                  <a:pt x="2678" y="2826"/>
                </a:cubicBezTo>
                <a:cubicBezTo>
                  <a:pt x="2682" y="2820"/>
                  <a:pt x="2683" y="2810"/>
                  <a:pt x="2688" y="2805"/>
                </a:cubicBezTo>
                <a:cubicBezTo>
                  <a:pt x="2693" y="2799"/>
                  <a:pt x="2686" y="2793"/>
                  <a:pt x="2681" y="2797"/>
                </a:cubicBezTo>
                <a:cubicBezTo>
                  <a:pt x="2678" y="2800"/>
                  <a:pt x="2675" y="2803"/>
                  <a:pt x="2672" y="2807"/>
                </a:cubicBezTo>
                <a:cubicBezTo>
                  <a:pt x="2670" y="2810"/>
                  <a:pt x="2667" y="2812"/>
                  <a:pt x="2664" y="2814"/>
                </a:cubicBezTo>
                <a:cubicBezTo>
                  <a:pt x="2662" y="2815"/>
                  <a:pt x="2661" y="2815"/>
                  <a:pt x="2660" y="2816"/>
                </a:cubicBezTo>
                <a:cubicBezTo>
                  <a:pt x="2655" y="2819"/>
                  <a:pt x="2651" y="2824"/>
                  <a:pt x="2648" y="2829"/>
                </a:cubicBezTo>
                <a:cubicBezTo>
                  <a:pt x="2646" y="2833"/>
                  <a:pt x="2645" y="2836"/>
                  <a:pt x="2644" y="2840"/>
                </a:cubicBezTo>
                <a:lnTo>
                  <a:pt x="2637" y="2834"/>
                </a:lnTo>
                <a:cubicBezTo>
                  <a:pt x="2639" y="2820"/>
                  <a:pt x="2644" y="2806"/>
                  <a:pt x="2652" y="2794"/>
                </a:cubicBezTo>
                <a:cubicBezTo>
                  <a:pt x="2654" y="2790"/>
                  <a:pt x="2657" y="2785"/>
                  <a:pt x="2660" y="2782"/>
                </a:cubicBezTo>
                <a:cubicBezTo>
                  <a:pt x="2670" y="2768"/>
                  <a:pt x="2681" y="2756"/>
                  <a:pt x="2693" y="2745"/>
                </a:cubicBezTo>
                <a:cubicBezTo>
                  <a:pt x="2699" y="2737"/>
                  <a:pt x="2705" y="2730"/>
                  <a:pt x="2713" y="2724"/>
                </a:cubicBezTo>
                <a:cubicBezTo>
                  <a:pt x="2715" y="2722"/>
                  <a:pt x="2714" y="2718"/>
                  <a:pt x="2710" y="2718"/>
                </a:cubicBezTo>
                <a:cubicBezTo>
                  <a:pt x="2688" y="2726"/>
                  <a:pt x="2671" y="2750"/>
                  <a:pt x="2651" y="2764"/>
                </a:cubicBezTo>
                <a:cubicBezTo>
                  <a:pt x="2638" y="2773"/>
                  <a:pt x="2626" y="2786"/>
                  <a:pt x="2618" y="2801"/>
                </a:cubicBezTo>
                <a:cubicBezTo>
                  <a:pt x="2615" y="2806"/>
                  <a:pt x="2612" y="2811"/>
                  <a:pt x="2610" y="2816"/>
                </a:cubicBezTo>
                <a:lnTo>
                  <a:pt x="2598" y="2809"/>
                </a:lnTo>
                <a:cubicBezTo>
                  <a:pt x="2599" y="2808"/>
                  <a:pt x="2600" y="2807"/>
                  <a:pt x="2601" y="2806"/>
                </a:cubicBezTo>
                <a:cubicBezTo>
                  <a:pt x="2601" y="2805"/>
                  <a:pt x="2601" y="2805"/>
                  <a:pt x="2601" y="2805"/>
                </a:cubicBezTo>
                <a:cubicBezTo>
                  <a:pt x="2603" y="2799"/>
                  <a:pt x="2604" y="2793"/>
                  <a:pt x="2606" y="2787"/>
                </a:cubicBezTo>
                <a:cubicBezTo>
                  <a:pt x="2608" y="2781"/>
                  <a:pt x="2611" y="2777"/>
                  <a:pt x="2612" y="2772"/>
                </a:cubicBezTo>
                <a:cubicBezTo>
                  <a:pt x="2614" y="2764"/>
                  <a:pt x="2617" y="2756"/>
                  <a:pt x="2621" y="2749"/>
                </a:cubicBezTo>
                <a:cubicBezTo>
                  <a:pt x="2622" y="2748"/>
                  <a:pt x="2622" y="2746"/>
                  <a:pt x="2623" y="2745"/>
                </a:cubicBezTo>
                <a:cubicBezTo>
                  <a:pt x="2625" y="2742"/>
                  <a:pt x="2626" y="2739"/>
                  <a:pt x="2627" y="2735"/>
                </a:cubicBezTo>
                <a:cubicBezTo>
                  <a:pt x="2627" y="2733"/>
                  <a:pt x="2623" y="2732"/>
                  <a:pt x="2622" y="2734"/>
                </a:cubicBezTo>
                <a:cubicBezTo>
                  <a:pt x="2617" y="2741"/>
                  <a:pt x="2611" y="2747"/>
                  <a:pt x="2604" y="2752"/>
                </a:cubicBezTo>
                <a:cubicBezTo>
                  <a:pt x="2596" y="2758"/>
                  <a:pt x="2589" y="2764"/>
                  <a:pt x="2584" y="2772"/>
                </a:cubicBezTo>
                <a:cubicBezTo>
                  <a:pt x="2583" y="2773"/>
                  <a:pt x="2582" y="2775"/>
                  <a:pt x="2581" y="2776"/>
                </a:cubicBezTo>
                <a:cubicBezTo>
                  <a:pt x="2577" y="2782"/>
                  <a:pt x="2576" y="2789"/>
                  <a:pt x="2575" y="2796"/>
                </a:cubicBezTo>
                <a:lnTo>
                  <a:pt x="2565" y="2791"/>
                </a:lnTo>
                <a:cubicBezTo>
                  <a:pt x="2609" y="2617"/>
                  <a:pt x="2781" y="2583"/>
                  <a:pt x="2934" y="2623"/>
                </a:cubicBezTo>
                <a:lnTo>
                  <a:pt x="2936" y="2623"/>
                </a:lnTo>
                <a:cubicBezTo>
                  <a:pt x="2977" y="2634"/>
                  <a:pt x="3017" y="2650"/>
                  <a:pt x="3054" y="2671"/>
                </a:cubicBezTo>
                <a:cubicBezTo>
                  <a:pt x="3062" y="2676"/>
                  <a:pt x="3069" y="2680"/>
                  <a:pt x="3077" y="2685"/>
                </a:cubicBezTo>
                <a:cubicBezTo>
                  <a:pt x="3135" y="2722"/>
                  <a:pt x="3190" y="2763"/>
                  <a:pt x="3240" y="2809"/>
                </a:cubicBezTo>
                <a:cubicBezTo>
                  <a:pt x="3315" y="2881"/>
                  <a:pt x="3333" y="2980"/>
                  <a:pt x="3347" y="3078"/>
                </a:cubicBezTo>
                <a:cubicBezTo>
                  <a:pt x="3348" y="3081"/>
                  <a:pt x="3349" y="3083"/>
                  <a:pt x="3350" y="3085"/>
                </a:cubicBezTo>
                <a:lnTo>
                  <a:pt x="3342" y="3088"/>
                </a:lnTo>
                <a:cubicBezTo>
                  <a:pt x="3283" y="3116"/>
                  <a:pt x="3218" y="3147"/>
                  <a:pt x="3174" y="3198"/>
                </a:cubicBezTo>
                <a:cubicBezTo>
                  <a:pt x="3153" y="3221"/>
                  <a:pt x="3133" y="3245"/>
                  <a:pt x="3115" y="3271"/>
                </a:cubicBezTo>
                <a:lnTo>
                  <a:pt x="3106" y="3285"/>
                </a:lnTo>
                <a:cubicBezTo>
                  <a:pt x="3107" y="3280"/>
                  <a:pt x="3109" y="3275"/>
                  <a:pt x="3111" y="3270"/>
                </a:cubicBezTo>
                <a:cubicBezTo>
                  <a:pt x="3117" y="3257"/>
                  <a:pt x="3123" y="3245"/>
                  <a:pt x="3130" y="3233"/>
                </a:cubicBezTo>
                <a:cubicBezTo>
                  <a:pt x="3134" y="3226"/>
                  <a:pt x="3139" y="3218"/>
                  <a:pt x="3143" y="3211"/>
                </a:cubicBezTo>
                <a:cubicBezTo>
                  <a:pt x="3150" y="3202"/>
                  <a:pt x="3158" y="3196"/>
                  <a:pt x="3163" y="3186"/>
                </a:cubicBezTo>
                <a:lnTo>
                  <a:pt x="3163" y="3185"/>
                </a:lnTo>
                <a:cubicBezTo>
                  <a:pt x="3162" y="3184"/>
                  <a:pt x="3162" y="3184"/>
                  <a:pt x="3162" y="3184"/>
                </a:cubicBezTo>
                <a:cubicBezTo>
                  <a:pt x="3161" y="3184"/>
                  <a:pt x="3161" y="3184"/>
                  <a:pt x="3160" y="3183"/>
                </a:cubicBezTo>
                <a:moveTo>
                  <a:pt x="3014" y="3288"/>
                </a:moveTo>
                <a:lnTo>
                  <a:pt x="3014" y="3287"/>
                </a:lnTo>
                <a:lnTo>
                  <a:pt x="3016" y="3286"/>
                </a:lnTo>
                <a:lnTo>
                  <a:pt x="3014" y="3288"/>
                </a:lnTo>
                <a:moveTo>
                  <a:pt x="2663" y="2533"/>
                </a:moveTo>
                <a:cubicBezTo>
                  <a:pt x="2664" y="2535"/>
                  <a:pt x="2664" y="2537"/>
                  <a:pt x="2665" y="2539"/>
                </a:cubicBezTo>
                <a:lnTo>
                  <a:pt x="2660" y="2537"/>
                </a:lnTo>
                <a:cubicBezTo>
                  <a:pt x="2661" y="2536"/>
                  <a:pt x="2662" y="2534"/>
                  <a:pt x="2663" y="2533"/>
                </a:cubicBezTo>
                <a:moveTo>
                  <a:pt x="1960" y="2990"/>
                </a:moveTo>
                <a:cubicBezTo>
                  <a:pt x="1960" y="2988"/>
                  <a:pt x="1960" y="2985"/>
                  <a:pt x="1960" y="2984"/>
                </a:cubicBezTo>
                <a:cubicBezTo>
                  <a:pt x="1960" y="2982"/>
                  <a:pt x="1960" y="2978"/>
                  <a:pt x="1960" y="2975"/>
                </a:cubicBezTo>
                <a:cubicBezTo>
                  <a:pt x="1961" y="2975"/>
                  <a:pt x="1962" y="2975"/>
                  <a:pt x="1963" y="2975"/>
                </a:cubicBezTo>
                <a:cubicBezTo>
                  <a:pt x="1965" y="2975"/>
                  <a:pt x="1968" y="2975"/>
                  <a:pt x="1970" y="2974"/>
                </a:cubicBezTo>
                <a:lnTo>
                  <a:pt x="1960" y="2990"/>
                </a:lnTo>
                <a:moveTo>
                  <a:pt x="1827" y="2681"/>
                </a:moveTo>
                <a:lnTo>
                  <a:pt x="1823" y="2677"/>
                </a:lnTo>
                <a:cubicBezTo>
                  <a:pt x="1824" y="2677"/>
                  <a:pt x="1824" y="2677"/>
                  <a:pt x="1825" y="2676"/>
                </a:cubicBezTo>
                <a:cubicBezTo>
                  <a:pt x="1826" y="2675"/>
                  <a:pt x="1826" y="2673"/>
                  <a:pt x="1826" y="2672"/>
                </a:cubicBezTo>
                <a:cubicBezTo>
                  <a:pt x="1826" y="2675"/>
                  <a:pt x="1826" y="2679"/>
                  <a:pt x="1827" y="2681"/>
                </a:cubicBezTo>
                <a:moveTo>
                  <a:pt x="1518" y="2590"/>
                </a:moveTo>
                <a:cubicBezTo>
                  <a:pt x="1494" y="2571"/>
                  <a:pt x="1498" y="2513"/>
                  <a:pt x="1503" y="2489"/>
                </a:cubicBezTo>
                <a:cubicBezTo>
                  <a:pt x="1507" y="2465"/>
                  <a:pt x="1515" y="2442"/>
                  <a:pt x="1528" y="2420"/>
                </a:cubicBezTo>
                <a:cubicBezTo>
                  <a:pt x="1538" y="2403"/>
                  <a:pt x="1550" y="2387"/>
                  <a:pt x="1565" y="2373"/>
                </a:cubicBezTo>
                <a:cubicBezTo>
                  <a:pt x="1580" y="2357"/>
                  <a:pt x="1597" y="2342"/>
                  <a:pt x="1617" y="2331"/>
                </a:cubicBezTo>
                <a:cubicBezTo>
                  <a:pt x="1635" y="2320"/>
                  <a:pt x="1656" y="2312"/>
                  <a:pt x="1678" y="2307"/>
                </a:cubicBezTo>
                <a:cubicBezTo>
                  <a:pt x="1667" y="2318"/>
                  <a:pt x="1658" y="2331"/>
                  <a:pt x="1650" y="2344"/>
                </a:cubicBezTo>
                <a:cubicBezTo>
                  <a:pt x="1641" y="2360"/>
                  <a:pt x="1634" y="2376"/>
                  <a:pt x="1630" y="2393"/>
                </a:cubicBezTo>
                <a:cubicBezTo>
                  <a:pt x="1625" y="2416"/>
                  <a:pt x="1615" y="2562"/>
                  <a:pt x="1629" y="2589"/>
                </a:cubicBezTo>
                <a:cubicBezTo>
                  <a:pt x="1615" y="2587"/>
                  <a:pt x="1601" y="2587"/>
                  <a:pt x="1587" y="2587"/>
                </a:cubicBezTo>
                <a:cubicBezTo>
                  <a:pt x="1585" y="2587"/>
                  <a:pt x="1584" y="2587"/>
                  <a:pt x="1582" y="2587"/>
                </a:cubicBezTo>
                <a:cubicBezTo>
                  <a:pt x="1560" y="2587"/>
                  <a:pt x="1539" y="2588"/>
                  <a:pt x="1518" y="2590"/>
                </a:cubicBezTo>
                <a:moveTo>
                  <a:pt x="1122" y="2877"/>
                </a:moveTo>
                <a:lnTo>
                  <a:pt x="1117" y="2881"/>
                </a:lnTo>
                <a:cubicBezTo>
                  <a:pt x="1119" y="2879"/>
                  <a:pt x="1121" y="2876"/>
                  <a:pt x="1123" y="2874"/>
                </a:cubicBezTo>
                <a:cubicBezTo>
                  <a:pt x="1123" y="2876"/>
                  <a:pt x="1122" y="2876"/>
                  <a:pt x="1122" y="2877"/>
                </a:cubicBezTo>
                <a:moveTo>
                  <a:pt x="943" y="3017"/>
                </a:moveTo>
                <a:lnTo>
                  <a:pt x="945" y="3019"/>
                </a:lnTo>
                <a:lnTo>
                  <a:pt x="940" y="3018"/>
                </a:lnTo>
                <a:lnTo>
                  <a:pt x="943" y="3017"/>
                </a:lnTo>
                <a:moveTo>
                  <a:pt x="1182" y="3141"/>
                </a:moveTo>
                <a:cubicBezTo>
                  <a:pt x="1184" y="3146"/>
                  <a:pt x="1186" y="3151"/>
                  <a:pt x="1188" y="3157"/>
                </a:cubicBezTo>
                <a:lnTo>
                  <a:pt x="1180" y="3146"/>
                </a:lnTo>
                <a:cubicBezTo>
                  <a:pt x="1180" y="3145"/>
                  <a:pt x="1180" y="3145"/>
                  <a:pt x="1181" y="3144"/>
                </a:cubicBezTo>
                <a:cubicBezTo>
                  <a:pt x="1182" y="3143"/>
                  <a:pt x="1182" y="3142"/>
                  <a:pt x="1182" y="3141"/>
                </a:cubicBezTo>
                <a:moveTo>
                  <a:pt x="1155" y="2866"/>
                </a:moveTo>
                <a:lnTo>
                  <a:pt x="1154" y="2866"/>
                </a:lnTo>
                <a:cubicBezTo>
                  <a:pt x="1154" y="2864"/>
                  <a:pt x="1154" y="2861"/>
                  <a:pt x="1154" y="2859"/>
                </a:cubicBezTo>
                <a:cubicBezTo>
                  <a:pt x="1154" y="2857"/>
                  <a:pt x="1154" y="2854"/>
                  <a:pt x="1154" y="2852"/>
                </a:cubicBezTo>
                <a:lnTo>
                  <a:pt x="1154" y="2851"/>
                </a:lnTo>
                <a:cubicBezTo>
                  <a:pt x="1154" y="2840"/>
                  <a:pt x="1153" y="2829"/>
                  <a:pt x="1150" y="2819"/>
                </a:cubicBezTo>
                <a:cubicBezTo>
                  <a:pt x="1160" y="2796"/>
                  <a:pt x="1164" y="2772"/>
                  <a:pt x="1164" y="2748"/>
                </a:cubicBezTo>
                <a:cubicBezTo>
                  <a:pt x="1164" y="2734"/>
                  <a:pt x="1164" y="2721"/>
                  <a:pt x="1164" y="2708"/>
                </a:cubicBezTo>
                <a:cubicBezTo>
                  <a:pt x="1180" y="2696"/>
                  <a:pt x="1175" y="2675"/>
                  <a:pt x="1181" y="2658"/>
                </a:cubicBezTo>
                <a:cubicBezTo>
                  <a:pt x="1184" y="2644"/>
                  <a:pt x="1193" y="2630"/>
                  <a:pt x="1185" y="2616"/>
                </a:cubicBezTo>
                <a:cubicBezTo>
                  <a:pt x="1184" y="2616"/>
                  <a:pt x="1184" y="2615"/>
                  <a:pt x="1183" y="2615"/>
                </a:cubicBezTo>
                <a:cubicBezTo>
                  <a:pt x="1182" y="2615"/>
                  <a:pt x="1181" y="2614"/>
                  <a:pt x="1181" y="2614"/>
                </a:cubicBezTo>
                <a:cubicBezTo>
                  <a:pt x="1180" y="2614"/>
                  <a:pt x="1179" y="2615"/>
                  <a:pt x="1178" y="2615"/>
                </a:cubicBezTo>
                <a:cubicBezTo>
                  <a:pt x="1177" y="2615"/>
                  <a:pt x="1177" y="2616"/>
                  <a:pt x="1176" y="2616"/>
                </a:cubicBezTo>
                <a:cubicBezTo>
                  <a:pt x="1172" y="2622"/>
                  <a:pt x="1168" y="2628"/>
                  <a:pt x="1165" y="2634"/>
                </a:cubicBezTo>
                <a:cubicBezTo>
                  <a:pt x="1163" y="2637"/>
                  <a:pt x="1161" y="2640"/>
                  <a:pt x="1160" y="2643"/>
                </a:cubicBezTo>
                <a:cubicBezTo>
                  <a:pt x="1160" y="2638"/>
                  <a:pt x="1158" y="2634"/>
                  <a:pt x="1158" y="2629"/>
                </a:cubicBezTo>
                <a:cubicBezTo>
                  <a:pt x="1158" y="2628"/>
                  <a:pt x="1158" y="2627"/>
                  <a:pt x="1159" y="2626"/>
                </a:cubicBezTo>
                <a:cubicBezTo>
                  <a:pt x="1164" y="2618"/>
                  <a:pt x="1166" y="2609"/>
                  <a:pt x="1167" y="2600"/>
                </a:cubicBezTo>
                <a:cubicBezTo>
                  <a:pt x="1169" y="2592"/>
                  <a:pt x="1181" y="2554"/>
                  <a:pt x="1193" y="2557"/>
                </a:cubicBezTo>
                <a:cubicBezTo>
                  <a:pt x="1194" y="2557"/>
                  <a:pt x="1194" y="2557"/>
                  <a:pt x="1194" y="2557"/>
                </a:cubicBezTo>
                <a:cubicBezTo>
                  <a:pt x="1195" y="2557"/>
                  <a:pt x="1195" y="2558"/>
                  <a:pt x="1196" y="2557"/>
                </a:cubicBezTo>
                <a:cubicBezTo>
                  <a:pt x="1197" y="2556"/>
                  <a:pt x="1196" y="2557"/>
                  <a:pt x="1197" y="2556"/>
                </a:cubicBezTo>
                <a:cubicBezTo>
                  <a:pt x="1198" y="2555"/>
                  <a:pt x="1197" y="2555"/>
                  <a:pt x="1197" y="2554"/>
                </a:cubicBezTo>
                <a:lnTo>
                  <a:pt x="1197" y="2553"/>
                </a:lnTo>
                <a:cubicBezTo>
                  <a:pt x="1196" y="2553"/>
                  <a:pt x="1196" y="2552"/>
                  <a:pt x="1196" y="2552"/>
                </a:cubicBezTo>
                <a:cubicBezTo>
                  <a:pt x="1189" y="2547"/>
                  <a:pt x="1185" y="2543"/>
                  <a:pt x="1176" y="2546"/>
                </a:cubicBezTo>
                <a:cubicBezTo>
                  <a:pt x="1175" y="2547"/>
                  <a:pt x="1174" y="2547"/>
                  <a:pt x="1173" y="2548"/>
                </a:cubicBezTo>
                <a:cubicBezTo>
                  <a:pt x="1165" y="2553"/>
                  <a:pt x="1158" y="2559"/>
                  <a:pt x="1154" y="2567"/>
                </a:cubicBezTo>
                <a:cubicBezTo>
                  <a:pt x="1154" y="2568"/>
                  <a:pt x="1154" y="2568"/>
                  <a:pt x="1153" y="2568"/>
                </a:cubicBezTo>
                <a:cubicBezTo>
                  <a:pt x="1152" y="2570"/>
                  <a:pt x="1150" y="2573"/>
                  <a:pt x="1149" y="2575"/>
                </a:cubicBezTo>
                <a:cubicBezTo>
                  <a:pt x="1148" y="2577"/>
                  <a:pt x="1147" y="2579"/>
                  <a:pt x="1146" y="2581"/>
                </a:cubicBezTo>
                <a:cubicBezTo>
                  <a:pt x="1144" y="2576"/>
                  <a:pt x="1142" y="2571"/>
                  <a:pt x="1140" y="2566"/>
                </a:cubicBezTo>
                <a:cubicBezTo>
                  <a:pt x="1144" y="2561"/>
                  <a:pt x="1148" y="2556"/>
                  <a:pt x="1150" y="2551"/>
                </a:cubicBezTo>
                <a:cubicBezTo>
                  <a:pt x="1152" y="2549"/>
                  <a:pt x="1153" y="2546"/>
                  <a:pt x="1154" y="2544"/>
                </a:cubicBezTo>
                <a:cubicBezTo>
                  <a:pt x="1161" y="2532"/>
                  <a:pt x="1168" y="2516"/>
                  <a:pt x="1156" y="2504"/>
                </a:cubicBezTo>
                <a:cubicBezTo>
                  <a:pt x="1155" y="2503"/>
                  <a:pt x="1154" y="2503"/>
                  <a:pt x="1153" y="2503"/>
                </a:cubicBezTo>
                <a:cubicBezTo>
                  <a:pt x="1152" y="2503"/>
                  <a:pt x="1151" y="2503"/>
                  <a:pt x="1150" y="2504"/>
                </a:cubicBezTo>
                <a:cubicBezTo>
                  <a:pt x="1143" y="2511"/>
                  <a:pt x="1136" y="2519"/>
                  <a:pt x="1132" y="2527"/>
                </a:cubicBezTo>
                <a:cubicBezTo>
                  <a:pt x="1130" y="2530"/>
                  <a:pt x="1129" y="2533"/>
                  <a:pt x="1127" y="2537"/>
                </a:cubicBezTo>
                <a:cubicBezTo>
                  <a:pt x="1125" y="2533"/>
                  <a:pt x="1123" y="2530"/>
                  <a:pt x="1121" y="2526"/>
                </a:cubicBezTo>
                <a:cubicBezTo>
                  <a:pt x="1122" y="2526"/>
                  <a:pt x="1123" y="2526"/>
                  <a:pt x="1123" y="2525"/>
                </a:cubicBezTo>
                <a:cubicBezTo>
                  <a:pt x="1134" y="2518"/>
                  <a:pt x="1129" y="2506"/>
                  <a:pt x="1131" y="2494"/>
                </a:cubicBezTo>
                <a:cubicBezTo>
                  <a:pt x="1132" y="2486"/>
                  <a:pt x="1133" y="2478"/>
                  <a:pt x="1133" y="2469"/>
                </a:cubicBezTo>
                <a:cubicBezTo>
                  <a:pt x="1133" y="2467"/>
                  <a:pt x="1133" y="2465"/>
                  <a:pt x="1133" y="2462"/>
                </a:cubicBezTo>
                <a:cubicBezTo>
                  <a:pt x="1133" y="2457"/>
                  <a:pt x="1125" y="2458"/>
                  <a:pt x="1125" y="2462"/>
                </a:cubicBezTo>
                <a:cubicBezTo>
                  <a:pt x="1125" y="2467"/>
                  <a:pt x="1123" y="2471"/>
                  <a:pt x="1121" y="2475"/>
                </a:cubicBezTo>
                <a:cubicBezTo>
                  <a:pt x="1120" y="2476"/>
                  <a:pt x="1120" y="2477"/>
                  <a:pt x="1119" y="2478"/>
                </a:cubicBezTo>
                <a:cubicBezTo>
                  <a:pt x="1117" y="2481"/>
                  <a:pt x="1115" y="2483"/>
                  <a:pt x="1113" y="2486"/>
                </a:cubicBezTo>
                <a:cubicBezTo>
                  <a:pt x="1112" y="2488"/>
                  <a:pt x="1111" y="2491"/>
                  <a:pt x="1110" y="2493"/>
                </a:cubicBezTo>
                <a:cubicBezTo>
                  <a:pt x="1109" y="2498"/>
                  <a:pt x="1108" y="2502"/>
                  <a:pt x="1108" y="2507"/>
                </a:cubicBezTo>
                <a:cubicBezTo>
                  <a:pt x="1103" y="2501"/>
                  <a:pt x="1099" y="2495"/>
                  <a:pt x="1094" y="2490"/>
                </a:cubicBezTo>
                <a:cubicBezTo>
                  <a:pt x="1089" y="2484"/>
                  <a:pt x="1088" y="2484"/>
                  <a:pt x="1084" y="2481"/>
                </a:cubicBezTo>
                <a:cubicBezTo>
                  <a:pt x="1084" y="2477"/>
                  <a:pt x="1084" y="2473"/>
                  <a:pt x="1085" y="2469"/>
                </a:cubicBezTo>
                <a:cubicBezTo>
                  <a:pt x="1086" y="2461"/>
                  <a:pt x="1088" y="2452"/>
                  <a:pt x="1091" y="2444"/>
                </a:cubicBezTo>
                <a:cubicBezTo>
                  <a:pt x="1092" y="2442"/>
                  <a:pt x="1092" y="2439"/>
                  <a:pt x="1092" y="2437"/>
                </a:cubicBezTo>
                <a:cubicBezTo>
                  <a:pt x="1092" y="2434"/>
                  <a:pt x="1092" y="2433"/>
                  <a:pt x="1091" y="2431"/>
                </a:cubicBezTo>
                <a:cubicBezTo>
                  <a:pt x="1091" y="2430"/>
                  <a:pt x="1091" y="2430"/>
                  <a:pt x="1090" y="2429"/>
                </a:cubicBezTo>
                <a:cubicBezTo>
                  <a:pt x="1089" y="2428"/>
                  <a:pt x="1090" y="2427"/>
                  <a:pt x="1089" y="2427"/>
                </a:cubicBezTo>
                <a:cubicBezTo>
                  <a:pt x="1088" y="2427"/>
                  <a:pt x="1087" y="2427"/>
                  <a:pt x="1087" y="2427"/>
                </a:cubicBezTo>
                <a:cubicBezTo>
                  <a:pt x="1086" y="2427"/>
                  <a:pt x="1085" y="2427"/>
                  <a:pt x="1085" y="2427"/>
                </a:cubicBezTo>
                <a:cubicBezTo>
                  <a:pt x="1084" y="2427"/>
                  <a:pt x="1083" y="2428"/>
                  <a:pt x="1083" y="2429"/>
                </a:cubicBezTo>
                <a:cubicBezTo>
                  <a:pt x="1083" y="2429"/>
                  <a:pt x="1082" y="2430"/>
                  <a:pt x="1082" y="2431"/>
                </a:cubicBezTo>
                <a:cubicBezTo>
                  <a:pt x="1082" y="2437"/>
                  <a:pt x="1075" y="2441"/>
                  <a:pt x="1071" y="2445"/>
                </a:cubicBezTo>
                <a:cubicBezTo>
                  <a:pt x="1070" y="2446"/>
                  <a:pt x="1069" y="2447"/>
                  <a:pt x="1069" y="2448"/>
                </a:cubicBezTo>
                <a:cubicBezTo>
                  <a:pt x="1067" y="2451"/>
                  <a:pt x="1066" y="2455"/>
                  <a:pt x="1065" y="2458"/>
                </a:cubicBezTo>
                <a:cubicBezTo>
                  <a:pt x="1065" y="2460"/>
                  <a:pt x="1065" y="2462"/>
                  <a:pt x="1064" y="2464"/>
                </a:cubicBezTo>
                <a:cubicBezTo>
                  <a:pt x="1057" y="2459"/>
                  <a:pt x="1051" y="2455"/>
                  <a:pt x="1044" y="2450"/>
                </a:cubicBezTo>
                <a:cubicBezTo>
                  <a:pt x="1044" y="2443"/>
                  <a:pt x="1046" y="2436"/>
                  <a:pt x="1047" y="2428"/>
                </a:cubicBezTo>
                <a:cubicBezTo>
                  <a:pt x="1050" y="2412"/>
                  <a:pt x="1061" y="2400"/>
                  <a:pt x="1063" y="2384"/>
                </a:cubicBezTo>
                <a:cubicBezTo>
                  <a:pt x="1064" y="2378"/>
                  <a:pt x="1056" y="2375"/>
                  <a:pt x="1054" y="2381"/>
                </a:cubicBezTo>
                <a:cubicBezTo>
                  <a:pt x="1050" y="2402"/>
                  <a:pt x="1035" y="2421"/>
                  <a:pt x="1029" y="2440"/>
                </a:cubicBezTo>
                <a:cubicBezTo>
                  <a:pt x="1023" y="2438"/>
                  <a:pt x="1018" y="2435"/>
                  <a:pt x="1012" y="2432"/>
                </a:cubicBezTo>
                <a:cubicBezTo>
                  <a:pt x="1012" y="2429"/>
                  <a:pt x="1012" y="2426"/>
                  <a:pt x="1012" y="2423"/>
                </a:cubicBezTo>
                <a:cubicBezTo>
                  <a:pt x="1012" y="2419"/>
                  <a:pt x="1012" y="2416"/>
                  <a:pt x="1012" y="2413"/>
                </a:cubicBezTo>
                <a:cubicBezTo>
                  <a:pt x="1015" y="2405"/>
                  <a:pt x="1017" y="2396"/>
                  <a:pt x="1018" y="2387"/>
                </a:cubicBezTo>
                <a:lnTo>
                  <a:pt x="1017" y="2386"/>
                </a:lnTo>
                <a:cubicBezTo>
                  <a:pt x="1017" y="2385"/>
                  <a:pt x="1017" y="2385"/>
                  <a:pt x="1016" y="2384"/>
                </a:cubicBezTo>
                <a:cubicBezTo>
                  <a:pt x="1015" y="2383"/>
                  <a:pt x="1014" y="2384"/>
                  <a:pt x="1013" y="2384"/>
                </a:cubicBezTo>
                <a:cubicBezTo>
                  <a:pt x="1013" y="2384"/>
                  <a:pt x="1012" y="2383"/>
                  <a:pt x="1011" y="2384"/>
                </a:cubicBezTo>
                <a:cubicBezTo>
                  <a:pt x="1010" y="2385"/>
                  <a:pt x="1010" y="2385"/>
                  <a:pt x="1010" y="2385"/>
                </a:cubicBezTo>
                <a:cubicBezTo>
                  <a:pt x="1006" y="2391"/>
                  <a:pt x="1002" y="2395"/>
                  <a:pt x="996" y="2399"/>
                </a:cubicBezTo>
                <a:cubicBezTo>
                  <a:pt x="995" y="2401"/>
                  <a:pt x="993" y="2403"/>
                  <a:pt x="992" y="2405"/>
                </a:cubicBezTo>
                <a:cubicBezTo>
                  <a:pt x="991" y="2407"/>
                  <a:pt x="990" y="2409"/>
                  <a:pt x="989" y="2412"/>
                </a:cubicBezTo>
                <a:cubicBezTo>
                  <a:pt x="988" y="2415"/>
                  <a:pt x="988" y="2419"/>
                  <a:pt x="987" y="2422"/>
                </a:cubicBezTo>
                <a:cubicBezTo>
                  <a:pt x="984" y="2421"/>
                  <a:pt x="981" y="2420"/>
                  <a:pt x="978" y="2418"/>
                </a:cubicBezTo>
                <a:cubicBezTo>
                  <a:pt x="979" y="2407"/>
                  <a:pt x="982" y="2395"/>
                  <a:pt x="985" y="2384"/>
                </a:cubicBezTo>
                <a:cubicBezTo>
                  <a:pt x="988" y="2378"/>
                  <a:pt x="991" y="2371"/>
                  <a:pt x="995" y="2365"/>
                </a:cubicBezTo>
                <a:cubicBezTo>
                  <a:pt x="999" y="2357"/>
                  <a:pt x="1004" y="2349"/>
                  <a:pt x="1010" y="2342"/>
                </a:cubicBezTo>
                <a:cubicBezTo>
                  <a:pt x="1013" y="2338"/>
                  <a:pt x="1007" y="2334"/>
                  <a:pt x="1004" y="2336"/>
                </a:cubicBezTo>
                <a:cubicBezTo>
                  <a:pt x="990" y="2346"/>
                  <a:pt x="978" y="2359"/>
                  <a:pt x="970" y="2373"/>
                </a:cubicBezTo>
                <a:cubicBezTo>
                  <a:pt x="968" y="2376"/>
                  <a:pt x="967" y="2379"/>
                  <a:pt x="965" y="2381"/>
                </a:cubicBezTo>
                <a:cubicBezTo>
                  <a:pt x="961" y="2389"/>
                  <a:pt x="958" y="2397"/>
                  <a:pt x="955" y="2405"/>
                </a:cubicBezTo>
                <a:cubicBezTo>
                  <a:pt x="948" y="2400"/>
                  <a:pt x="941" y="2395"/>
                  <a:pt x="933" y="2390"/>
                </a:cubicBezTo>
                <a:cubicBezTo>
                  <a:pt x="936" y="2382"/>
                  <a:pt x="939" y="2375"/>
                  <a:pt x="943" y="2367"/>
                </a:cubicBezTo>
                <a:cubicBezTo>
                  <a:pt x="949" y="2355"/>
                  <a:pt x="963" y="2347"/>
                  <a:pt x="961" y="2332"/>
                </a:cubicBezTo>
                <a:lnTo>
                  <a:pt x="961" y="2331"/>
                </a:lnTo>
                <a:cubicBezTo>
                  <a:pt x="961" y="2330"/>
                  <a:pt x="961" y="2330"/>
                  <a:pt x="960" y="2329"/>
                </a:cubicBezTo>
                <a:cubicBezTo>
                  <a:pt x="959" y="2328"/>
                  <a:pt x="959" y="2329"/>
                  <a:pt x="958" y="2329"/>
                </a:cubicBezTo>
                <a:cubicBezTo>
                  <a:pt x="957" y="2329"/>
                  <a:pt x="957" y="2328"/>
                  <a:pt x="956" y="2329"/>
                </a:cubicBezTo>
                <a:cubicBezTo>
                  <a:pt x="955" y="2330"/>
                  <a:pt x="955" y="2330"/>
                  <a:pt x="955" y="2331"/>
                </a:cubicBezTo>
                <a:cubicBezTo>
                  <a:pt x="949" y="2341"/>
                  <a:pt x="935" y="2346"/>
                  <a:pt x="927" y="2355"/>
                </a:cubicBezTo>
                <a:cubicBezTo>
                  <a:pt x="924" y="2359"/>
                  <a:pt x="921" y="2363"/>
                  <a:pt x="918" y="2368"/>
                </a:cubicBezTo>
                <a:cubicBezTo>
                  <a:pt x="916" y="2371"/>
                  <a:pt x="915" y="2374"/>
                  <a:pt x="914" y="2377"/>
                </a:cubicBezTo>
                <a:cubicBezTo>
                  <a:pt x="909" y="2374"/>
                  <a:pt x="905" y="2371"/>
                  <a:pt x="901" y="2369"/>
                </a:cubicBezTo>
                <a:cubicBezTo>
                  <a:pt x="896" y="2367"/>
                  <a:pt x="905" y="2361"/>
                  <a:pt x="906" y="2358"/>
                </a:cubicBezTo>
                <a:lnTo>
                  <a:pt x="910" y="2353"/>
                </a:lnTo>
                <a:cubicBezTo>
                  <a:pt x="911" y="2349"/>
                  <a:pt x="912" y="2345"/>
                  <a:pt x="913" y="2342"/>
                </a:cubicBezTo>
                <a:cubicBezTo>
                  <a:pt x="916" y="2337"/>
                  <a:pt x="917" y="2331"/>
                  <a:pt x="918" y="2325"/>
                </a:cubicBezTo>
                <a:cubicBezTo>
                  <a:pt x="918" y="2324"/>
                  <a:pt x="917" y="2324"/>
                  <a:pt x="917" y="2323"/>
                </a:cubicBezTo>
                <a:cubicBezTo>
                  <a:pt x="917" y="2322"/>
                  <a:pt x="916" y="2322"/>
                  <a:pt x="915" y="2321"/>
                </a:cubicBezTo>
                <a:cubicBezTo>
                  <a:pt x="915" y="2321"/>
                  <a:pt x="914" y="2321"/>
                  <a:pt x="913" y="2321"/>
                </a:cubicBezTo>
                <a:cubicBezTo>
                  <a:pt x="912" y="2321"/>
                  <a:pt x="912" y="2320"/>
                  <a:pt x="911" y="2321"/>
                </a:cubicBezTo>
                <a:cubicBezTo>
                  <a:pt x="910" y="2321"/>
                  <a:pt x="910" y="2322"/>
                  <a:pt x="909" y="2323"/>
                </a:cubicBezTo>
                <a:cubicBezTo>
                  <a:pt x="906" y="2326"/>
                  <a:pt x="903" y="2328"/>
                  <a:pt x="899" y="2331"/>
                </a:cubicBezTo>
                <a:cubicBezTo>
                  <a:pt x="898" y="2331"/>
                  <a:pt x="898" y="2331"/>
                  <a:pt x="898" y="2331"/>
                </a:cubicBezTo>
                <a:cubicBezTo>
                  <a:pt x="892" y="2335"/>
                  <a:pt x="887" y="2340"/>
                  <a:pt x="884" y="2346"/>
                </a:cubicBezTo>
                <a:cubicBezTo>
                  <a:pt x="882" y="2349"/>
                  <a:pt x="881" y="2353"/>
                  <a:pt x="880" y="2356"/>
                </a:cubicBezTo>
                <a:cubicBezTo>
                  <a:pt x="880" y="2357"/>
                  <a:pt x="880" y="2358"/>
                  <a:pt x="880" y="2358"/>
                </a:cubicBezTo>
                <a:cubicBezTo>
                  <a:pt x="880" y="2359"/>
                  <a:pt x="880" y="2360"/>
                  <a:pt x="880" y="2360"/>
                </a:cubicBezTo>
                <a:cubicBezTo>
                  <a:pt x="876" y="2359"/>
                  <a:pt x="873" y="2359"/>
                  <a:pt x="869" y="2358"/>
                </a:cubicBezTo>
                <a:cubicBezTo>
                  <a:pt x="872" y="2346"/>
                  <a:pt x="876" y="2334"/>
                  <a:pt x="881" y="2323"/>
                </a:cubicBezTo>
                <a:cubicBezTo>
                  <a:pt x="885" y="2311"/>
                  <a:pt x="890" y="2300"/>
                  <a:pt x="896" y="2289"/>
                </a:cubicBezTo>
                <a:cubicBezTo>
                  <a:pt x="898" y="2285"/>
                  <a:pt x="893" y="2282"/>
                  <a:pt x="890" y="2285"/>
                </a:cubicBezTo>
                <a:cubicBezTo>
                  <a:pt x="887" y="2288"/>
                  <a:pt x="885" y="2291"/>
                  <a:pt x="883" y="2295"/>
                </a:cubicBezTo>
                <a:cubicBezTo>
                  <a:pt x="882" y="2296"/>
                  <a:pt x="881" y="2298"/>
                  <a:pt x="881" y="2299"/>
                </a:cubicBezTo>
                <a:cubicBezTo>
                  <a:pt x="878" y="2303"/>
                  <a:pt x="875" y="2306"/>
                  <a:pt x="872" y="2308"/>
                </a:cubicBezTo>
                <a:cubicBezTo>
                  <a:pt x="875" y="2284"/>
                  <a:pt x="879" y="2260"/>
                  <a:pt x="882" y="2236"/>
                </a:cubicBezTo>
                <a:lnTo>
                  <a:pt x="896" y="2239"/>
                </a:lnTo>
                <a:cubicBezTo>
                  <a:pt x="897" y="2239"/>
                  <a:pt x="898" y="2240"/>
                  <a:pt x="899" y="2241"/>
                </a:cubicBezTo>
                <a:cubicBezTo>
                  <a:pt x="901" y="2242"/>
                  <a:pt x="904" y="2243"/>
                  <a:pt x="906" y="2243"/>
                </a:cubicBezTo>
                <a:cubicBezTo>
                  <a:pt x="909" y="2243"/>
                  <a:pt x="911" y="2242"/>
                  <a:pt x="913" y="2241"/>
                </a:cubicBezTo>
                <a:cubicBezTo>
                  <a:pt x="936" y="2244"/>
                  <a:pt x="959" y="2245"/>
                  <a:pt x="982" y="2249"/>
                </a:cubicBezTo>
                <a:cubicBezTo>
                  <a:pt x="984" y="2250"/>
                  <a:pt x="986" y="2250"/>
                  <a:pt x="988" y="2250"/>
                </a:cubicBezTo>
                <a:cubicBezTo>
                  <a:pt x="989" y="2250"/>
                  <a:pt x="990" y="2250"/>
                  <a:pt x="991" y="2250"/>
                </a:cubicBezTo>
                <a:cubicBezTo>
                  <a:pt x="1005" y="2252"/>
                  <a:pt x="1018" y="2256"/>
                  <a:pt x="1031" y="2261"/>
                </a:cubicBezTo>
                <a:cubicBezTo>
                  <a:pt x="1058" y="2272"/>
                  <a:pt x="1084" y="2280"/>
                  <a:pt x="1107" y="2291"/>
                </a:cubicBezTo>
                <a:lnTo>
                  <a:pt x="1110" y="2293"/>
                </a:lnTo>
                <a:lnTo>
                  <a:pt x="1111" y="2293"/>
                </a:lnTo>
                <a:cubicBezTo>
                  <a:pt x="1112" y="2293"/>
                  <a:pt x="1112" y="2293"/>
                  <a:pt x="1113" y="2293"/>
                </a:cubicBezTo>
                <a:cubicBezTo>
                  <a:pt x="1122" y="2296"/>
                  <a:pt x="1131" y="2301"/>
                  <a:pt x="1139" y="2305"/>
                </a:cubicBezTo>
                <a:cubicBezTo>
                  <a:pt x="1167" y="2321"/>
                  <a:pt x="1190" y="2344"/>
                  <a:pt x="1208" y="2370"/>
                </a:cubicBezTo>
                <a:cubicBezTo>
                  <a:pt x="1277" y="2476"/>
                  <a:pt x="1287" y="2628"/>
                  <a:pt x="1220" y="2737"/>
                </a:cubicBezTo>
                <a:lnTo>
                  <a:pt x="1206" y="2754"/>
                </a:lnTo>
                <a:cubicBezTo>
                  <a:pt x="1199" y="2763"/>
                  <a:pt x="1192" y="2773"/>
                  <a:pt x="1186" y="2783"/>
                </a:cubicBezTo>
                <a:cubicBezTo>
                  <a:pt x="1171" y="2809"/>
                  <a:pt x="1161" y="2837"/>
                  <a:pt x="1156" y="2866"/>
                </a:cubicBezTo>
                <a:lnTo>
                  <a:pt x="1155" y="2866"/>
                </a:lnTo>
                <a:moveTo>
                  <a:pt x="2203" y="1769"/>
                </a:moveTo>
                <a:cubicBezTo>
                  <a:pt x="2072" y="1749"/>
                  <a:pt x="1940" y="1799"/>
                  <a:pt x="1809" y="1786"/>
                </a:cubicBezTo>
                <a:cubicBezTo>
                  <a:pt x="1793" y="1785"/>
                  <a:pt x="1777" y="1784"/>
                  <a:pt x="1761" y="1784"/>
                </a:cubicBezTo>
                <a:cubicBezTo>
                  <a:pt x="1724" y="1784"/>
                  <a:pt x="1688" y="1788"/>
                  <a:pt x="1652" y="1795"/>
                </a:cubicBezTo>
                <a:cubicBezTo>
                  <a:pt x="1615" y="1802"/>
                  <a:pt x="1578" y="1805"/>
                  <a:pt x="1541" y="1805"/>
                </a:cubicBezTo>
                <a:cubicBezTo>
                  <a:pt x="1539" y="1805"/>
                  <a:pt x="1538" y="1805"/>
                  <a:pt x="1536" y="1805"/>
                </a:cubicBezTo>
                <a:cubicBezTo>
                  <a:pt x="1535" y="1805"/>
                  <a:pt x="1534" y="1805"/>
                  <a:pt x="1532" y="1805"/>
                </a:cubicBezTo>
                <a:cubicBezTo>
                  <a:pt x="1522" y="1805"/>
                  <a:pt x="1512" y="1806"/>
                  <a:pt x="1502" y="1807"/>
                </a:cubicBezTo>
                <a:cubicBezTo>
                  <a:pt x="1494" y="1807"/>
                  <a:pt x="1485" y="1809"/>
                  <a:pt x="1477" y="1811"/>
                </a:cubicBezTo>
                <a:cubicBezTo>
                  <a:pt x="1454" y="1814"/>
                  <a:pt x="1358" y="1830"/>
                  <a:pt x="1253" y="1848"/>
                </a:cubicBezTo>
                <a:cubicBezTo>
                  <a:pt x="1244" y="1848"/>
                  <a:pt x="1234" y="1848"/>
                  <a:pt x="1226" y="1848"/>
                </a:cubicBezTo>
                <a:cubicBezTo>
                  <a:pt x="1199" y="1848"/>
                  <a:pt x="1173" y="1852"/>
                  <a:pt x="1147" y="1860"/>
                </a:cubicBezTo>
                <a:cubicBezTo>
                  <a:pt x="1146" y="1860"/>
                  <a:pt x="1145" y="1860"/>
                  <a:pt x="1143" y="1860"/>
                </a:cubicBezTo>
                <a:cubicBezTo>
                  <a:pt x="1141" y="1860"/>
                  <a:pt x="1139" y="1860"/>
                  <a:pt x="1137" y="1861"/>
                </a:cubicBezTo>
                <a:cubicBezTo>
                  <a:pt x="1136" y="1862"/>
                  <a:pt x="1134" y="1863"/>
                  <a:pt x="1134" y="1864"/>
                </a:cubicBezTo>
                <a:cubicBezTo>
                  <a:pt x="1119" y="1869"/>
                  <a:pt x="1104" y="1873"/>
                  <a:pt x="1090" y="1878"/>
                </a:cubicBezTo>
                <a:cubicBezTo>
                  <a:pt x="1045" y="1887"/>
                  <a:pt x="1007" y="1897"/>
                  <a:pt x="980" y="1905"/>
                </a:cubicBezTo>
                <a:lnTo>
                  <a:pt x="960" y="1909"/>
                </a:lnTo>
                <a:cubicBezTo>
                  <a:pt x="963" y="1896"/>
                  <a:pt x="967" y="1883"/>
                  <a:pt x="972" y="1869"/>
                </a:cubicBezTo>
                <a:cubicBezTo>
                  <a:pt x="975" y="1868"/>
                  <a:pt x="978" y="1866"/>
                  <a:pt x="981" y="1865"/>
                </a:cubicBezTo>
                <a:cubicBezTo>
                  <a:pt x="982" y="1864"/>
                  <a:pt x="983" y="1864"/>
                  <a:pt x="984" y="1863"/>
                </a:cubicBezTo>
                <a:cubicBezTo>
                  <a:pt x="998" y="1859"/>
                  <a:pt x="1012" y="1854"/>
                  <a:pt x="1026" y="1849"/>
                </a:cubicBezTo>
                <a:cubicBezTo>
                  <a:pt x="1052" y="1841"/>
                  <a:pt x="1079" y="1837"/>
                  <a:pt x="1105" y="1830"/>
                </a:cubicBezTo>
                <a:cubicBezTo>
                  <a:pt x="1158" y="1815"/>
                  <a:pt x="1212" y="1806"/>
                  <a:pt x="1267" y="1802"/>
                </a:cubicBezTo>
                <a:cubicBezTo>
                  <a:pt x="1370" y="1795"/>
                  <a:pt x="1472" y="1769"/>
                  <a:pt x="1576" y="1762"/>
                </a:cubicBezTo>
                <a:cubicBezTo>
                  <a:pt x="1630" y="1760"/>
                  <a:pt x="1685" y="1757"/>
                  <a:pt x="1739" y="1751"/>
                </a:cubicBezTo>
                <a:cubicBezTo>
                  <a:pt x="1780" y="1746"/>
                  <a:pt x="1838" y="1754"/>
                  <a:pt x="1876" y="1742"/>
                </a:cubicBezTo>
                <a:cubicBezTo>
                  <a:pt x="1939" y="1722"/>
                  <a:pt x="2014" y="1738"/>
                  <a:pt x="2078" y="1739"/>
                </a:cubicBezTo>
                <a:cubicBezTo>
                  <a:pt x="2104" y="1740"/>
                  <a:pt x="2130" y="1741"/>
                  <a:pt x="2157" y="1741"/>
                </a:cubicBezTo>
                <a:cubicBezTo>
                  <a:pt x="2183" y="1741"/>
                  <a:pt x="2209" y="1740"/>
                  <a:pt x="2235" y="1739"/>
                </a:cubicBezTo>
                <a:cubicBezTo>
                  <a:pt x="2225" y="1750"/>
                  <a:pt x="2214" y="1759"/>
                  <a:pt x="2203" y="1768"/>
                </a:cubicBezTo>
                <a:lnTo>
                  <a:pt x="2203" y="1769"/>
                </a:lnTo>
                <a:moveTo>
                  <a:pt x="798" y="2847"/>
                </a:moveTo>
                <a:cubicBezTo>
                  <a:pt x="799" y="2847"/>
                  <a:pt x="800" y="2847"/>
                  <a:pt x="801" y="2846"/>
                </a:cubicBezTo>
                <a:cubicBezTo>
                  <a:pt x="803" y="2845"/>
                  <a:pt x="805" y="2843"/>
                  <a:pt x="806" y="2841"/>
                </a:cubicBezTo>
                <a:cubicBezTo>
                  <a:pt x="807" y="2839"/>
                  <a:pt x="808" y="2838"/>
                  <a:pt x="808" y="2836"/>
                </a:cubicBezTo>
                <a:cubicBezTo>
                  <a:pt x="834" y="2718"/>
                  <a:pt x="823" y="2598"/>
                  <a:pt x="844" y="2481"/>
                </a:cubicBezTo>
                <a:cubicBezTo>
                  <a:pt x="850" y="2448"/>
                  <a:pt x="856" y="2415"/>
                  <a:pt x="861" y="2382"/>
                </a:cubicBezTo>
                <a:cubicBezTo>
                  <a:pt x="906" y="2410"/>
                  <a:pt x="951" y="2437"/>
                  <a:pt x="998" y="2462"/>
                </a:cubicBezTo>
                <a:cubicBezTo>
                  <a:pt x="1003" y="2465"/>
                  <a:pt x="1008" y="2467"/>
                  <a:pt x="1013" y="2470"/>
                </a:cubicBezTo>
                <a:cubicBezTo>
                  <a:pt x="1045" y="2488"/>
                  <a:pt x="1074" y="2514"/>
                  <a:pt x="1097" y="2543"/>
                </a:cubicBezTo>
                <a:cubicBezTo>
                  <a:pt x="1100" y="2548"/>
                  <a:pt x="1103" y="2552"/>
                  <a:pt x="1105" y="2556"/>
                </a:cubicBezTo>
                <a:cubicBezTo>
                  <a:pt x="1118" y="2578"/>
                  <a:pt x="1125" y="2602"/>
                  <a:pt x="1128" y="2627"/>
                </a:cubicBezTo>
                <a:cubicBezTo>
                  <a:pt x="1128" y="2630"/>
                  <a:pt x="1127" y="2633"/>
                  <a:pt x="1127" y="2636"/>
                </a:cubicBezTo>
                <a:cubicBezTo>
                  <a:pt x="1127" y="2651"/>
                  <a:pt x="1129" y="2665"/>
                  <a:pt x="1131" y="2680"/>
                </a:cubicBezTo>
                <a:cubicBezTo>
                  <a:pt x="1137" y="2696"/>
                  <a:pt x="1140" y="2713"/>
                  <a:pt x="1140" y="2730"/>
                </a:cubicBezTo>
                <a:cubicBezTo>
                  <a:pt x="1140" y="2751"/>
                  <a:pt x="1135" y="2772"/>
                  <a:pt x="1126" y="2791"/>
                </a:cubicBezTo>
                <a:cubicBezTo>
                  <a:pt x="1124" y="2783"/>
                  <a:pt x="1121" y="2776"/>
                  <a:pt x="1119" y="2769"/>
                </a:cubicBezTo>
                <a:cubicBezTo>
                  <a:pt x="1117" y="2761"/>
                  <a:pt x="1108" y="2764"/>
                  <a:pt x="1109" y="2770"/>
                </a:cubicBezTo>
                <a:cubicBezTo>
                  <a:pt x="1113" y="2799"/>
                  <a:pt x="1094" y="2823"/>
                  <a:pt x="1093" y="2850"/>
                </a:cubicBezTo>
                <a:cubicBezTo>
                  <a:pt x="1086" y="2860"/>
                  <a:pt x="1079" y="2870"/>
                  <a:pt x="1072" y="2878"/>
                </a:cubicBezTo>
                <a:cubicBezTo>
                  <a:pt x="1075" y="2851"/>
                  <a:pt x="1077" y="2823"/>
                  <a:pt x="1077" y="2795"/>
                </a:cubicBezTo>
                <a:cubicBezTo>
                  <a:pt x="1077" y="2789"/>
                  <a:pt x="1069" y="2788"/>
                  <a:pt x="1068" y="2795"/>
                </a:cubicBezTo>
                <a:cubicBezTo>
                  <a:pt x="1067" y="2821"/>
                  <a:pt x="1062" y="2847"/>
                  <a:pt x="1054" y="2872"/>
                </a:cubicBezTo>
                <a:cubicBezTo>
                  <a:pt x="1050" y="2885"/>
                  <a:pt x="1047" y="2901"/>
                  <a:pt x="1042" y="2915"/>
                </a:cubicBezTo>
                <a:lnTo>
                  <a:pt x="1036" y="2921"/>
                </a:lnTo>
                <a:cubicBezTo>
                  <a:pt x="1030" y="2928"/>
                  <a:pt x="1022" y="2935"/>
                  <a:pt x="1015" y="2941"/>
                </a:cubicBezTo>
                <a:cubicBezTo>
                  <a:pt x="1017" y="2932"/>
                  <a:pt x="1019" y="2922"/>
                  <a:pt x="1020" y="2913"/>
                </a:cubicBezTo>
                <a:cubicBezTo>
                  <a:pt x="1024" y="2890"/>
                  <a:pt x="1026" y="2867"/>
                  <a:pt x="1026" y="2844"/>
                </a:cubicBezTo>
                <a:cubicBezTo>
                  <a:pt x="1026" y="2831"/>
                  <a:pt x="1025" y="2818"/>
                  <a:pt x="1024" y="2805"/>
                </a:cubicBezTo>
                <a:lnTo>
                  <a:pt x="1024" y="2804"/>
                </a:lnTo>
                <a:cubicBezTo>
                  <a:pt x="1023" y="2803"/>
                  <a:pt x="1023" y="2804"/>
                  <a:pt x="1022" y="2803"/>
                </a:cubicBezTo>
                <a:cubicBezTo>
                  <a:pt x="1021" y="2802"/>
                  <a:pt x="1021" y="2802"/>
                  <a:pt x="1021" y="2802"/>
                </a:cubicBezTo>
                <a:cubicBezTo>
                  <a:pt x="1020" y="2802"/>
                  <a:pt x="1020" y="2802"/>
                  <a:pt x="1019" y="2803"/>
                </a:cubicBezTo>
                <a:cubicBezTo>
                  <a:pt x="1019" y="2803"/>
                  <a:pt x="1018" y="2803"/>
                  <a:pt x="1018" y="2804"/>
                </a:cubicBezTo>
                <a:lnTo>
                  <a:pt x="1018" y="2805"/>
                </a:lnTo>
                <a:lnTo>
                  <a:pt x="1018" y="2806"/>
                </a:lnTo>
                <a:cubicBezTo>
                  <a:pt x="1018" y="2841"/>
                  <a:pt x="1012" y="2876"/>
                  <a:pt x="1002" y="2909"/>
                </a:cubicBezTo>
                <a:cubicBezTo>
                  <a:pt x="996" y="2927"/>
                  <a:pt x="983" y="2944"/>
                  <a:pt x="983" y="2962"/>
                </a:cubicBezTo>
                <a:cubicBezTo>
                  <a:pt x="975" y="2966"/>
                  <a:pt x="967" y="2970"/>
                  <a:pt x="958" y="2974"/>
                </a:cubicBezTo>
                <a:cubicBezTo>
                  <a:pt x="961" y="2963"/>
                  <a:pt x="961" y="2951"/>
                  <a:pt x="963" y="2942"/>
                </a:cubicBezTo>
                <a:cubicBezTo>
                  <a:pt x="970" y="2917"/>
                  <a:pt x="975" y="2893"/>
                  <a:pt x="978" y="2867"/>
                </a:cubicBezTo>
                <a:cubicBezTo>
                  <a:pt x="978" y="2864"/>
                  <a:pt x="973" y="2864"/>
                  <a:pt x="973" y="2867"/>
                </a:cubicBezTo>
                <a:cubicBezTo>
                  <a:pt x="970" y="2889"/>
                  <a:pt x="964" y="2911"/>
                  <a:pt x="956" y="2931"/>
                </a:cubicBezTo>
                <a:cubicBezTo>
                  <a:pt x="951" y="2947"/>
                  <a:pt x="949" y="2964"/>
                  <a:pt x="943" y="2980"/>
                </a:cubicBezTo>
                <a:cubicBezTo>
                  <a:pt x="934" y="2984"/>
                  <a:pt x="924" y="2987"/>
                  <a:pt x="915" y="2990"/>
                </a:cubicBezTo>
                <a:cubicBezTo>
                  <a:pt x="922" y="2968"/>
                  <a:pt x="928" y="2945"/>
                  <a:pt x="933" y="2922"/>
                </a:cubicBezTo>
                <a:cubicBezTo>
                  <a:pt x="943" y="2878"/>
                  <a:pt x="948" y="2832"/>
                  <a:pt x="948" y="2786"/>
                </a:cubicBezTo>
                <a:cubicBezTo>
                  <a:pt x="948" y="2784"/>
                  <a:pt x="948" y="2782"/>
                  <a:pt x="948" y="2780"/>
                </a:cubicBezTo>
                <a:cubicBezTo>
                  <a:pt x="948" y="2776"/>
                  <a:pt x="940" y="2776"/>
                  <a:pt x="940" y="2780"/>
                </a:cubicBezTo>
                <a:cubicBezTo>
                  <a:pt x="939" y="2825"/>
                  <a:pt x="932" y="2870"/>
                  <a:pt x="918" y="2912"/>
                </a:cubicBezTo>
                <a:cubicBezTo>
                  <a:pt x="912" y="2941"/>
                  <a:pt x="903" y="2969"/>
                  <a:pt x="891" y="2995"/>
                </a:cubicBezTo>
                <a:cubicBezTo>
                  <a:pt x="885" y="2997"/>
                  <a:pt x="879" y="2998"/>
                  <a:pt x="872" y="2998"/>
                </a:cubicBezTo>
                <a:lnTo>
                  <a:pt x="866" y="2997"/>
                </a:lnTo>
                <a:cubicBezTo>
                  <a:pt x="868" y="2993"/>
                  <a:pt x="870" y="2989"/>
                  <a:pt x="872" y="2986"/>
                </a:cubicBezTo>
                <a:cubicBezTo>
                  <a:pt x="881" y="2971"/>
                  <a:pt x="887" y="2954"/>
                  <a:pt x="890" y="2938"/>
                </a:cubicBezTo>
                <a:cubicBezTo>
                  <a:pt x="901" y="2913"/>
                  <a:pt x="908" y="2886"/>
                  <a:pt x="910" y="2859"/>
                </a:cubicBezTo>
                <a:cubicBezTo>
                  <a:pt x="910" y="2854"/>
                  <a:pt x="902" y="2854"/>
                  <a:pt x="902" y="2859"/>
                </a:cubicBezTo>
                <a:cubicBezTo>
                  <a:pt x="899" y="2885"/>
                  <a:pt x="890" y="2910"/>
                  <a:pt x="878" y="2932"/>
                </a:cubicBezTo>
                <a:cubicBezTo>
                  <a:pt x="871" y="2952"/>
                  <a:pt x="863" y="2972"/>
                  <a:pt x="854" y="2991"/>
                </a:cubicBezTo>
                <a:lnTo>
                  <a:pt x="836" y="2985"/>
                </a:lnTo>
                <a:cubicBezTo>
                  <a:pt x="851" y="2948"/>
                  <a:pt x="862" y="2910"/>
                  <a:pt x="870" y="2872"/>
                </a:cubicBezTo>
                <a:cubicBezTo>
                  <a:pt x="875" y="2842"/>
                  <a:pt x="875" y="2803"/>
                  <a:pt x="889" y="2776"/>
                </a:cubicBezTo>
                <a:cubicBezTo>
                  <a:pt x="890" y="2775"/>
                  <a:pt x="890" y="2775"/>
                  <a:pt x="890" y="2774"/>
                </a:cubicBezTo>
                <a:cubicBezTo>
                  <a:pt x="890" y="2773"/>
                  <a:pt x="890" y="2772"/>
                  <a:pt x="889" y="2771"/>
                </a:cubicBezTo>
                <a:cubicBezTo>
                  <a:pt x="889" y="2771"/>
                  <a:pt x="888" y="2771"/>
                  <a:pt x="887" y="2770"/>
                </a:cubicBezTo>
                <a:cubicBezTo>
                  <a:pt x="886" y="2769"/>
                  <a:pt x="886" y="2769"/>
                  <a:pt x="885" y="2769"/>
                </a:cubicBezTo>
                <a:cubicBezTo>
                  <a:pt x="884" y="2769"/>
                  <a:pt x="883" y="2769"/>
                  <a:pt x="882" y="2770"/>
                </a:cubicBezTo>
                <a:cubicBezTo>
                  <a:pt x="882" y="2770"/>
                  <a:pt x="881" y="2770"/>
                  <a:pt x="881" y="2771"/>
                </a:cubicBezTo>
                <a:cubicBezTo>
                  <a:pt x="866" y="2796"/>
                  <a:pt x="869" y="2831"/>
                  <a:pt x="854" y="2856"/>
                </a:cubicBezTo>
                <a:cubicBezTo>
                  <a:pt x="847" y="2874"/>
                  <a:pt x="842" y="2893"/>
                  <a:pt x="839" y="2912"/>
                </a:cubicBezTo>
                <a:cubicBezTo>
                  <a:pt x="832" y="2934"/>
                  <a:pt x="823" y="2955"/>
                  <a:pt x="815" y="2977"/>
                </a:cubicBezTo>
                <a:lnTo>
                  <a:pt x="815" y="2978"/>
                </a:lnTo>
                <a:cubicBezTo>
                  <a:pt x="811" y="2978"/>
                  <a:pt x="807" y="2977"/>
                  <a:pt x="802" y="2977"/>
                </a:cubicBezTo>
                <a:cubicBezTo>
                  <a:pt x="801" y="2977"/>
                  <a:pt x="800" y="2977"/>
                  <a:pt x="798" y="2977"/>
                </a:cubicBezTo>
                <a:cubicBezTo>
                  <a:pt x="815" y="2949"/>
                  <a:pt x="818" y="2914"/>
                  <a:pt x="827" y="2882"/>
                </a:cubicBezTo>
                <a:cubicBezTo>
                  <a:pt x="832" y="2860"/>
                  <a:pt x="834" y="2836"/>
                  <a:pt x="834" y="2813"/>
                </a:cubicBezTo>
                <a:cubicBezTo>
                  <a:pt x="834" y="2806"/>
                  <a:pt x="834" y="2798"/>
                  <a:pt x="833" y="2790"/>
                </a:cubicBezTo>
                <a:cubicBezTo>
                  <a:pt x="833" y="2785"/>
                  <a:pt x="826" y="2786"/>
                  <a:pt x="826" y="2790"/>
                </a:cubicBezTo>
                <a:cubicBezTo>
                  <a:pt x="824" y="2824"/>
                  <a:pt x="815" y="2857"/>
                  <a:pt x="801" y="2888"/>
                </a:cubicBezTo>
                <a:cubicBezTo>
                  <a:pt x="794" y="2913"/>
                  <a:pt x="784" y="2936"/>
                  <a:pt x="772" y="2959"/>
                </a:cubicBezTo>
                <a:cubicBezTo>
                  <a:pt x="760" y="2982"/>
                  <a:pt x="772" y="2959"/>
                  <a:pt x="772" y="2960"/>
                </a:cubicBezTo>
                <a:cubicBezTo>
                  <a:pt x="770" y="2957"/>
                  <a:pt x="768" y="2953"/>
                  <a:pt x="766" y="2949"/>
                </a:cubicBezTo>
                <a:cubicBezTo>
                  <a:pt x="783" y="2933"/>
                  <a:pt x="792" y="2887"/>
                  <a:pt x="798" y="2847"/>
                </a:cubicBezTo>
                <a:moveTo>
                  <a:pt x="1830" y="3383"/>
                </a:moveTo>
                <a:cubicBezTo>
                  <a:pt x="1830" y="3385"/>
                  <a:pt x="1830" y="3387"/>
                  <a:pt x="1831" y="3388"/>
                </a:cubicBezTo>
                <a:lnTo>
                  <a:pt x="1826" y="3388"/>
                </a:lnTo>
                <a:cubicBezTo>
                  <a:pt x="1827" y="3387"/>
                  <a:pt x="1828" y="3386"/>
                  <a:pt x="1829" y="3385"/>
                </a:cubicBezTo>
                <a:cubicBezTo>
                  <a:pt x="1829" y="3384"/>
                  <a:pt x="1829" y="3384"/>
                  <a:pt x="1830" y="3383"/>
                </a:cubicBezTo>
                <a:moveTo>
                  <a:pt x="3895" y="3104"/>
                </a:moveTo>
                <a:cubicBezTo>
                  <a:pt x="3894" y="3112"/>
                  <a:pt x="3871" y="3125"/>
                  <a:pt x="3865" y="3130"/>
                </a:cubicBezTo>
                <a:cubicBezTo>
                  <a:pt x="3858" y="3136"/>
                  <a:pt x="3850" y="3142"/>
                  <a:pt x="3842" y="3147"/>
                </a:cubicBezTo>
                <a:cubicBezTo>
                  <a:pt x="3835" y="3151"/>
                  <a:pt x="3827" y="3154"/>
                  <a:pt x="3819" y="3157"/>
                </a:cubicBezTo>
                <a:cubicBezTo>
                  <a:pt x="3824" y="3150"/>
                  <a:pt x="3828" y="3141"/>
                  <a:pt x="3831" y="3134"/>
                </a:cubicBezTo>
                <a:cubicBezTo>
                  <a:pt x="3834" y="3127"/>
                  <a:pt x="3837" y="3120"/>
                  <a:pt x="3841" y="3113"/>
                </a:cubicBezTo>
                <a:cubicBezTo>
                  <a:pt x="3844" y="3108"/>
                  <a:pt x="3847" y="3103"/>
                  <a:pt x="3851" y="3098"/>
                </a:cubicBezTo>
                <a:cubicBezTo>
                  <a:pt x="3855" y="3094"/>
                  <a:pt x="3849" y="3088"/>
                  <a:pt x="3845" y="3092"/>
                </a:cubicBezTo>
                <a:cubicBezTo>
                  <a:pt x="3839" y="3098"/>
                  <a:pt x="3834" y="3104"/>
                  <a:pt x="3829" y="3111"/>
                </a:cubicBezTo>
                <a:cubicBezTo>
                  <a:pt x="3821" y="3121"/>
                  <a:pt x="3812" y="3128"/>
                  <a:pt x="3804" y="3136"/>
                </a:cubicBezTo>
                <a:cubicBezTo>
                  <a:pt x="3801" y="3139"/>
                  <a:pt x="3798" y="3145"/>
                  <a:pt x="3796" y="3147"/>
                </a:cubicBezTo>
                <a:cubicBezTo>
                  <a:pt x="3793" y="3149"/>
                  <a:pt x="3785" y="3151"/>
                  <a:pt x="3782" y="3156"/>
                </a:cubicBezTo>
                <a:cubicBezTo>
                  <a:pt x="3778" y="3160"/>
                  <a:pt x="3776" y="3167"/>
                  <a:pt x="3773" y="3171"/>
                </a:cubicBezTo>
                <a:lnTo>
                  <a:pt x="3753" y="3177"/>
                </a:lnTo>
                <a:cubicBezTo>
                  <a:pt x="3764" y="3156"/>
                  <a:pt x="3777" y="3138"/>
                  <a:pt x="3788" y="3116"/>
                </a:cubicBezTo>
                <a:cubicBezTo>
                  <a:pt x="3789" y="3115"/>
                  <a:pt x="3790" y="3114"/>
                  <a:pt x="3790" y="3113"/>
                </a:cubicBezTo>
                <a:cubicBezTo>
                  <a:pt x="3796" y="3103"/>
                  <a:pt x="3801" y="3093"/>
                  <a:pt x="3804" y="3082"/>
                </a:cubicBezTo>
                <a:lnTo>
                  <a:pt x="3804" y="3081"/>
                </a:lnTo>
                <a:cubicBezTo>
                  <a:pt x="3804" y="3080"/>
                  <a:pt x="3804" y="3079"/>
                  <a:pt x="3804" y="3078"/>
                </a:cubicBezTo>
                <a:cubicBezTo>
                  <a:pt x="3803" y="3077"/>
                  <a:pt x="3803" y="3077"/>
                  <a:pt x="3802" y="3077"/>
                </a:cubicBezTo>
                <a:cubicBezTo>
                  <a:pt x="3801" y="3076"/>
                  <a:pt x="3800" y="3076"/>
                  <a:pt x="3800" y="3076"/>
                </a:cubicBezTo>
                <a:cubicBezTo>
                  <a:pt x="3799" y="3076"/>
                  <a:pt x="3798" y="3076"/>
                  <a:pt x="3797" y="3077"/>
                </a:cubicBezTo>
                <a:lnTo>
                  <a:pt x="3796" y="3078"/>
                </a:lnTo>
                <a:cubicBezTo>
                  <a:pt x="3796" y="3079"/>
                  <a:pt x="3795" y="3079"/>
                  <a:pt x="3795" y="3079"/>
                </a:cubicBezTo>
                <a:cubicBezTo>
                  <a:pt x="3789" y="3089"/>
                  <a:pt x="3782" y="3099"/>
                  <a:pt x="3774" y="3107"/>
                </a:cubicBezTo>
                <a:cubicBezTo>
                  <a:pt x="3769" y="3114"/>
                  <a:pt x="3763" y="3120"/>
                  <a:pt x="3757" y="3126"/>
                </a:cubicBezTo>
                <a:cubicBezTo>
                  <a:pt x="3748" y="3137"/>
                  <a:pt x="3739" y="3149"/>
                  <a:pt x="3732" y="3162"/>
                </a:cubicBezTo>
                <a:lnTo>
                  <a:pt x="3725" y="3149"/>
                </a:lnTo>
                <a:cubicBezTo>
                  <a:pt x="3730" y="3133"/>
                  <a:pt x="3739" y="3117"/>
                  <a:pt x="3746" y="3102"/>
                </a:cubicBezTo>
                <a:cubicBezTo>
                  <a:pt x="3750" y="3086"/>
                  <a:pt x="3757" y="3070"/>
                  <a:pt x="3764" y="3055"/>
                </a:cubicBezTo>
                <a:cubicBezTo>
                  <a:pt x="3766" y="3052"/>
                  <a:pt x="3761" y="3048"/>
                  <a:pt x="3759" y="3051"/>
                </a:cubicBezTo>
                <a:cubicBezTo>
                  <a:pt x="3748" y="3063"/>
                  <a:pt x="3742" y="3079"/>
                  <a:pt x="3732" y="3092"/>
                </a:cubicBezTo>
                <a:cubicBezTo>
                  <a:pt x="3723" y="3102"/>
                  <a:pt x="3716" y="3113"/>
                  <a:pt x="3710" y="3124"/>
                </a:cubicBezTo>
                <a:cubicBezTo>
                  <a:pt x="3707" y="3120"/>
                  <a:pt x="3703" y="3116"/>
                  <a:pt x="3700" y="3112"/>
                </a:cubicBezTo>
                <a:cubicBezTo>
                  <a:pt x="3701" y="3111"/>
                  <a:pt x="3701" y="3111"/>
                  <a:pt x="3702" y="3110"/>
                </a:cubicBezTo>
                <a:cubicBezTo>
                  <a:pt x="3702" y="3108"/>
                  <a:pt x="3703" y="3107"/>
                  <a:pt x="3703" y="3105"/>
                </a:cubicBezTo>
                <a:lnTo>
                  <a:pt x="3703" y="3104"/>
                </a:lnTo>
                <a:cubicBezTo>
                  <a:pt x="3704" y="3093"/>
                  <a:pt x="3707" y="3082"/>
                  <a:pt x="3712" y="3072"/>
                </a:cubicBezTo>
                <a:cubicBezTo>
                  <a:pt x="3719" y="3058"/>
                  <a:pt x="3723" y="3042"/>
                  <a:pt x="3723" y="3027"/>
                </a:cubicBezTo>
                <a:cubicBezTo>
                  <a:pt x="3723" y="3026"/>
                  <a:pt x="3723" y="3025"/>
                  <a:pt x="3723" y="3024"/>
                </a:cubicBezTo>
                <a:cubicBezTo>
                  <a:pt x="3723" y="3021"/>
                  <a:pt x="3717" y="3022"/>
                  <a:pt x="3717" y="3024"/>
                </a:cubicBezTo>
                <a:cubicBezTo>
                  <a:pt x="3715" y="3051"/>
                  <a:pt x="3688" y="3071"/>
                  <a:pt x="3683" y="3097"/>
                </a:cubicBezTo>
                <a:cubicBezTo>
                  <a:pt x="3678" y="3093"/>
                  <a:pt x="3674" y="3090"/>
                  <a:pt x="3669" y="3088"/>
                </a:cubicBezTo>
                <a:cubicBezTo>
                  <a:pt x="3666" y="3086"/>
                  <a:pt x="3663" y="3084"/>
                  <a:pt x="3659" y="3083"/>
                </a:cubicBezTo>
                <a:cubicBezTo>
                  <a:pt x="3660" y="3082"/>
                  <a:pt x="3660" y="3082"/>
                  <a:pt x="3660" y="3082"/>
                </a:cubicBezTo>
                <a:cubicBezTo>
                  <a:pt x="3661" y="3081"/>
                  <a:pt x="3661" y="3080"/>
                  <a:pt x="3661" y="3078"/>
                </a:cubicBezTo>
                <a:cubicBezTo>
                  <a:pt x="3666" y="3054"/>
                  <a:pt x="3673" y="3031"/>
                  <a:pt x="3683" y="3009"/>
                </a:cubicBezTo>
                <a:cubicBezTo>
                  <a:pt x="3684" y="3004"/>
                  <a:pt x="3677" y="3000"/>
                  <a:pt x="3675" y="3005"/>
                </a:cubicBezTo>
                <a:cubicBezTo>
                  <a:pt x="3663" y="3027"/>
                  <a:pt x="3636" y="3046"/>
                  <a:pt x="3640" y="3074"/>
                </a:cubicBezTo>
                <a:cubicBezTo>
                  <a:pt x="3632" y="3071"/>
                  <a:pt x="3622" y="3068"/>
                  <a:pt x="3613" y="3066"/>
                </a:cubicBezTo>
                <a:cubicBezTo>
                  <a:pt x="3616" y="3060"/>
                  <a:pt x="3619" y="3055"/>
                  <a:pt x="3620" y="3049"/>
                </a:cubicBezTo>
                <a:cubicBezTo>
                  <a:pt x="3623" y="3041"/>
                  <a:pt x="3618" y="3029"/>
                  <a:pt x="3617" y="3021"/>
                </a:cubicBezTo>
                <a:cubicBezTo>
                  <a:pt x="3617" y="3020"/>
                  <a:pt x="3617" y="3019"/>
                  <a:pt x="3617" y="3019"/>
                </a:cubicBezTo>
                <a:cubicBezTo>
                  <a:pt x="3616" y="3018"/>
                  <a:pt x="3616" y="3017"/>
                  <a:pt x="3615" y="3017"/>
                </a:cubicBezTo>
                <a:cubicBezTo>
                  <a:pt x="3614" y="3017"/>
                  <a:pt x="3613" y="3016"/>
                  <a:pt x="3613" y="3016"/>
                </a:cubicBezTo>
                <a:cubicBezTo>
                  <a:pt x="3612" y="3016"/>
                  <a:pt x="3611" y="3017"/>
                  <a:pt x="3610" y="3017"/>
                </a:cubicBezTo>
                <a:cubicBezTo>
                  <a:pt x="3610" y="3017"/>
                  <a:pt x="3609" y="3018"/>
                  <a:pt x="3609" y="3019"/>
                </a:cubicBezTo>
                <a:cubicBezTo>
                  <a:pt x="3608" y="3020"/>
                  <a:pt x="3608" y="3020"/>
                  <a:pt x="3608" y="3021"/>
                </a:cubicBezTo>
                <a:cubicBezTo>
                  <a:pt x="3608" y="3030"/>
                  <a:pt x="3606" y="3039"/>
                  <a:pt x="3602" y="3047"/>
                </a:cubicBezTo>
                <a:cubicBezTo>
                  <a:pt x="3602" y="3048"/>
                  <a:pt x="3602" y="3048"/>
                  <a:pt x="3601" y="3049"/>
                </a:cubicBezTo>
                <a:cubicBezTo>
                  <a:pt x="3599" y="3053"/>
                  <a:pt x="3598" y="3057"/>
                  <a:pt x="3598" y="3062"/>
                </a:cubicBezTo>
                <a:cubicBezTo>
                  <a:pt x="3590" y="3060"/>
                  <a:pt x="3583" y="3058"/>
                  <a:pt x="3575" y="3057"/>
                </a:cubicBezTo>
                <a:cubicBezTo>
                  <a:pt x="3577" y="3052"/>
                  <a:pt x="3578" y="3047"/>
                  <a:pt x="3578" y="3042"/>
                </a:cubicBezTo>
                <a:cubicBezTo>
                  <a:pt x="3578" y="3034"/>
                  <a:pt x="3579" y="3026"/>
                  <a:pt x="3581" y="3019"/>
                </a:cubicBezTo>
                <a:cubicBezTo>
                  <a:pt x="3581" y="3016"/>
                  <a:pt x="3577" y="3013"/>
                  <a:pt x="3576" y="3016"/>
                </a:cubicBezTo>
                <a:cubicBezTo>
                  <a:pt x="3572" y="3025"/>
                  <a:pt x="3569" y="3035"/>
                  <a:pt x="3568" y="3044"/>
                </a:cubicBezTo>
                <a:cubicBezTo>
                  <a:pt x="3566" y="3048"/>
                  <a:pt x="3565" y="3052"/>
                  <a:pt x="3563" y="3055"/>
                </a:cubicBezTo>
                <a:cubicBezTo>
                  <a:pt x="3556" y="3054"/>
                  <a:pt x="3549" y="3053"/>
                  <a:pt x="3543" y="3053"/>
                </a:cubicBezTo>
                <a:lnTo>
                  <a:pt x="3543" y="3050"/>
                </a:lnTo>
                <a:cubicBezTo>
                  <a:pt x="3544" y="3049"/>
                  <a:pt x="3544" y="3048"/>
                  <a:pt x="3544" y="3046"/>
                </a:cubicBezTo>
                <a:cubicBezTo>
                  <a:pt x="3544" y="3039"/>
                  <a:pt x="3542" y="3032"/>
                  <a:pt x="3539" y="3026"/>
                </a:cubicBezTo>
                <a:cubicBezTo>
                  <a:pt x="3539" y="3026"/>
                  <a:pt x="3538" y="3026"/>
                  <a:pt x="3538" y="3025"/>
                </a:cubicBezTo>
                <a:cubicBezTo>
                  <a:pt x="3537" y="3024"/>
                  <a:pt x="3537" y="3024"/>
                  <a:pt x="3536" y="3023"/>
                </a:cubicBezTo>
                <a:cubicBezTo>
                  <a:pt x="3536" y="3023"/>
                  <a:pt x="3535" y="3023"/>
                  <a:pt x="3534" y="3023"/>
                </a:cubicBezTo>
                <a:cubicBezTo>
                  <a:pt x="3533" y="3023"/>
                  <a:pt x="3532" y="3022"/>
                  <a:pt x="3531" y="3023"/>
                </a:cubicBezTo>
                <a:cubicBezTo>
                  <a:pt x="3530" y="3023"/>
                  <a:pt x="3529" y="3024"/>
                  <a:pt x="3529" y="3025"/>
                </a:cubicBezTo>
                <a:cubicBezTo>
                  <a:pt x="3529" y="3026"/>
                  <a:pt x="3529" y="3026"/>
                  <a:pt x="3529" y="3026"/>
                </a:cubicBezTo>
                <a:cubicBezTo>
                  <a:pt x="3526" y="3032"/>
                  <a:pt x="3524" y="3039"/>
                  <a:pt x="3522" y="3046"/>
                </a:cubicBezTo>
                <a:cubicBezTo>
                  <a:pt x="3521" y="3048"/>
                  <a:pt x="3520" y="3050"/>
                  <a:pt x="3520" y="3052"/>
                </a:cubicBezTo>
                <a:lnTo>
                  <a:pt x="3506" y="3052"/>
                </a:lnTo>
                <a:cubicBezTo>
                  <a:pt x="3507" y="3049"/>
                  <a:pt x="3507" y="3046"/>
                  <a:pt x="3507" y="3044"/>
                </a:cubicBezTo>
                <a:cubicBezTo>
                  <a:pt x="3507" y="3041"/>
                  <a:pt x="3507" y="3038"/>
                  <a:pt x="3506" y="3036"/>
                </a:cubicBezTo>
                <a:cubicBezTo>
                  <a:pt x="3505" y="3023"/>
                  <a:pt x="3516" y="3011"/>
                  <a:pt x="3517" y="2997"/>
                </a:cubicBezTo>
                <a:cubicBezTo>
                  <a:pt x="3517" y="2993"/>
                  <a:pt x="3511" y="2993"/>
                  <a:pt x="3510" y="2997"/>
                </a:cubicBezTo>
                <a:cubicBezTo>
                  <a:pt x="3506" y="3008"/>
                  <a:pt x="3497" y="3014"/>
                  <a:pt x="3493" y="3024"/>
                </a:cubicBezTo>
                <a:cubicBezTo>
                  <a:pt x="3492" y="3029"/>
                  <a:pt x="3491" y="3034"/>
                  <a:pt x="3491" y="3040"/>
                </a:cubicBezTo>
                <a:cubicBezTo>
                  <a:pt x="3491" y="3042"/>
                  <a:pt x="3491" y="3043"/>
                  <a:pt x="3491" y="3045"/>
                </a:cubicBezTo>
                <a:cubicBezTo>
                  <a:pt x="3491" y="3048"/>
                  <a:pt x="3491" y="3050"/>
                  <a:pt x="3490" y="3052"/>
                </a:cubicBezTo>
                <a:cubicBezTo>
                  <a:pt x="3483" y="3052"/>
                  <a:pt x="3475" y="3052"/>
                  <a:pt x="3468" y="3054"/>
                </a:cubicBezTo>
                <a:cubicBezTo>
                  <a:pt x="3468" y="3053"/>
                  <a:pt x="3468" y="3051"/>
                  <a:pt x="3468" y="3050"/>
                </a:cubicBezTo>
                <a:cubicBezTo>
                  <a:pt x="3468" y="3045"/>
                  <a:pt x="3467" y="3040"/>
                  <a:pt x="3465" y="3035"/>
                </a:cubicBezTo>
                <a:cubicBezTo>
                  <a:pt x="3465" y="3034"/>
                  <a:pt x="3464" y="3035"/>
                  <a:pt x="3464" y="3034"/>
                </a:cubicBezTo>
                <a:cubicBezTo>
                  <a:pt x="3463" y="3033"/>
                  <a:pt x="3463" y="3033"/>
                  <a:pt x="3463" y="3032"/>
                </a:cubicBezTo>
                <a:cubicBezTo>
                  <a:pt x="3462" y="3031"/>
                  <a:pt x="3461" y="3032"/>
                  <a:pt x="3461" y="3032"/>
                </a:cubicBezTo>
                <a:cubicBezTo>
                  <a:pt x="3460" y="3032"/>
                  <a:pt x="3459" y="3032"/>
                  <a:pt x="3459" y="3032"/>
                </a:cubicBezTo>
                <a:cubicBezTo>
                  <a:pt x="3458" y="3033"/>
                  <a:pt x="3458" y="3033"/>
                  <a:pt x="3457" y="3034"/>
                </a:cubicBezTo>
                <a:lnTo>
                  <a:pt x="3457" y="3035"/>
                </a:lnTo>
                <a:cubicBezTo>
                  <a:pt x="3455" y="3039"/>
                  <a:pt x="3454" y="3044"/>
                  <a:pt x="3451" y="3048"/>
                </a:cubicBezTo>
                <a:cubicBezTo>
                  <a:pt x="3450" y="3050"/>
                  <a:pt x="3449" y="3051"/>
                  <a:pt x="3448" y="3053"/>
                </a:cubicBezTo>
                <a:lnTo>
                  <a:pt x="3448" y="3054"/>
                </a:lnTo>
                <a:cubicBezTo>
                  <a:pt x="3448" y="3055"/>
                  <a:pt x="3448" y="3055"/>
                  <a:pt x="3448" y="3056"/>
                </a:cubicBezTo>
                <a:lnTo>
                  <a:pt x="3438" y="3058"/>
                </a:lnTo>
                <a:cubicBezTo>
                  <a:pt x="3438" y="3056"/>
                  <a:pt x="3438" y="3054"/>
                  <a:pt x="3438" y="3053"/>
                </a:cubicBezTo>
                <a:cubicBezTo>
                  <a:pt x="3437" y="3050"/>
                  <a:pt x="3437" y="3047"/>
                  <a:pt x="3437" y="3045"/>
                </a:cubicBezTo>
                <a:cubicBezTo>
                  <a:pt x="3437" y="3042"/>
                  <a:pt x="3437" y="3040"/>
                  <a:pt x="3438" y="3038"/>
                </a:cubicBezTo>
                <a:cubicBezTo>
                  <a:pt x="3442" y="3029"/>
                  <a:pt x="3446" y="3021"/>
                  <a:pt x="3448" y="3012"/>
                </a:cubicBezTo>
                <a:cubicBezTo>
                  <a:pt x="3448" y="3007"/>
                  <a:pt x="3442" y="3005"/>
                  <a:pt x="3440" y="3010"/>
                </a:cubicBezTo>
                <a:cubicBezTo>
                  <a:pt x="3438" y="3016"/>
                  <a:pt x="3435" y="3022"/>
                  <a:pt x="3431" y="3028"/>
                </a:cubicBezTo>
                <a:cubicBezTo>
                  <a:pt x="3429" y="3031"/>
                  <a:pt x="3428" y="3034"/>
                  <a:pt x="3425" y="3037"/>
                </a:cubicBezTo>
                <a:cubicBezTo>
                  <a:pt x="3424" y="3042"/>
                  <a:pt x="3422" y="3047"/>
                  <a:pt x="3421" y="3052"/>
                </a:cubicBezTo>
                <a:cubicBezTo>
                  <a:pt x="3419" y="3055"/>
                  <a:pt x="3418" y="3059"/>
                  <a:pt x="3417" y="3062"/>
                </a:cubicBezTo>
                <a:cubicBezTo>
                  <a:pt x="3410" y="3064"/>
                  <a:pt x="3403" y="3066"/>
                  <a:pt x="3396" y="3068"/>
                </a:cubicBezTo>
                <a:cubicBezTo>
                  <a:pt x="3382" y="3019"/>
                  <a:pt x="3464" y="2940"/>
                  <a:pt x="3494" y="2914"/>
                </a:cubicBezTo>
                <a:cubicBezTo>
                  <a:pt x="3505" y="2906"/>
                  <a:pt x="3514" y="2898"/>
                  <a:pt x="3526" y="2892"/>
                </a:cubicBezTo>
                <a:cubicBezTo>
                  <a:pt x="3568" y="2867"/>
                  <a:pt x="3616" y="2855"/>
                  <a:pt x="3665" y="2855"/>
                </a:cubicBezTo>
                <a:cubicBezTo>
                  <a:pt x="3666" y="2856"/>
                  <a:pt x="3667" y="2856"/>
                  <a:pt x="3668" y="2857"/>
                </a:cubicBezTo>
                <a:cubicBezTo>
                  <a:pt x="3670" y="2859"/>
                  <a:pt x="3673" y="2859"/>
                  <a:pt x="3676" y="2859"/>
                </a:cubicBezTo>
                <a:cubicBezTo>
                  <a:pt x="3679" y="2859"/>
                  <a:pt x="3682" y="2859"/>
                  <a:pt x="3685" y="2857"/>
                </a:cubicBezTo>
                <a:cubicBezTo>
                  <a:pt x="3686" y="2856"/>
                  <a:pt x="3687" y="2856"/>
                  <a:pt x="3688" y="2855"/>
                </a:cubicBezTo>
                <a:cubicBezTo>
                  <a:pt x="3760" y="2855"/>
                  <a:pt x="3819" y="2882"/>
                  <a:pt x="3885" y="2910"/>
                </a:cubicBezTo>
                <a:cubicBezTo>
                  <a:pt x="3958" y="2941"/>
                  <a:pt x="4003" y="3002"/>
                  <a:pt x="4062" y="3051"/>
                </a:cubicBezTo>
                <a:cubicBezTo>
                  <a:pt x="4009" y="3079"/>
                  <a:pt x="3956" y="3105"/>
                  <a:pt x="3901" y="3128"/>
                </a:cubicBezTo>
                <a:cubicBezTo>
                  <a:pt x="3905" y="3121"/>
                  <a:pt x="3907" y="3113"/>
                  <a:pt x="3907" y="3105"/>
                </a:cubicBezTo>
                <a:lnTo>
                  <a:pt x="3907" y="3104"/>
                </a:lnTo>
                <a:cubicBezTo>
                  <a:pt x="3907" y="3103"/>
                  <a:pt x="3907" y="3102"/>
                  <a:pt x="3906" y="3101"/>
                </a:cubicBezTo>
                <a:cubicBezTo>
                  <a:pt x="3906" y="3101"/>
                  <a:pt x="3905" y="3099"/>
                  <a:pt x="3904" y="3099"/>
                </a:cubicBezTo>
                <a:cubicBezTo>
                  <a:pt x="3903" y="3098"/>
                  <a:pt x="3902" y="3098"/>
                  <a:pt x="3901" y="3098"/>
                </a:cubicBezTo>
                <a:cubicBezTo>
                  <a:pt x="3900" y="3098"/>
                  <a:pt x="3899" y="3098"/>
                  <a:pt x="3898" y="3099"/>
                </a:cubicBezTo>
                <a:cubicBezTo>
                  <a:pt x="3897" y="3099"/>
                  <a:pt x="3896" y="3100"/>
                  <a:pt x="3896" y="3101"/>
                </a:cubicBezTo>
                <a:cubicBezTo>
                  <a:pt x="3895" y="3102"/>
                  <a:pt x="3895" y="3103"/>
                  <a:pt x="3895" y="3104"/>
                </a:cubicBezTo>
                <a:moveTo>
                  <a:pt x="3914" y="2420"/>
                </a:moveTo>
                <a:cubicBezTo>
                  <a:pt x="3918" y="2407"/>
                  <a:pt x="3921" y="2414"/>
                  <a:pt x="3922" y="2420"/>
                </a:cubicBezTo>
                <a:lnTo>
                  <a:pt x="3914" y="2420"/>
                </a:lnTo>
                <a:moveTo>
                  <a:pt x="4274" y="2908"/>
                </a:moveTo>
                <a:cubicBezTo>
                  <a:pt x="4275" y="2910"/>
                  <a:pt x="4275" y="2912"/>
                  <a:pt x="4276" y="2913"/>
                </a:cubicBezTo>
                <a:cubicBezTo>
                  <a:pt x="4277" y="2914"/>
                  <a:pt x="4277" y="2915"/>
                  <a:pt x="4278" y="2916"/>
                </a:cubicBezTo>
                <a:lnTo>
                  <a:pt x="4268" y="2923"/>
                </a:lnTo>
                <a:cubicBezTo>
                  <a:pt x="4270" y="2918"/>
                  <a:pt x="4272" y="2913"/>
                  <a:pt x="4274" y="2908"/>
                </a:cubicBezTo>
                <a:moveTo>
                  <a:pt x="2711" y="1901"/>
                </a:moveTo>
                <a:cubicBezTo>
                  <a:pt x="2744" y="1953"/>
                  <a:pt x="2757" y="2014"/>
                  <a:pt x="2780" y="2070"/>
                </a:cubicBezTo>
                <a:cubicBezTo>
                  <a:pt x="2808" y="2138"/>
                  <a:pt x="2798" y="2202"/>
                  <a:pt x="2774" y="2264"/>
                </a:cubicBezTo>
                <a:cubicBezTo>
                  <a:pt x="2774" y="2258"/>
                  <a:pt x="2773" y="2252"/>
                  <a:pt x="2773" y="2246"/>
                </a:cubicBezTo>
                <a:cubicBezTo>
                  <a:pt x="2773" y="2233"/>
                  <a:pt x="2772" y="2221"/>
                  <a:pt x="2771" y="2208"/>
                </a:cubicBezTo>
                <a:cubicBezTo>
                  <a:pt x="2771" y="2191"/>
                  <a:pt x="2759" y="2177"/>
                  <a:pt x="2759" y="2160"/>
                </a:cubicBezTo>
                <a:cubicBezTo>
                  <a:pt x="2759" y="2156"/>
                  <a:pt x="2751" y="2155"/>
                  <a:pt x="2751" y="2160"/>
                </a:cubicBezTo>
                <a:cubicBezTo>
                  <a:pt x="2751" y="2173"/>
                  <a:pt x="2756" y="2185"/>
                  <a:pt x="2755" y="2199"/>
                </a:cubicBezTo>
                <a:cubicBezTo>
                  <a:pt x="2755" y="2208"/>
                  <a:pt x="2752" y="2218"/>
                  <a:pt x="2751" y="2227"/>
                </a:cubicBezTo>
                <a:cubicBezTo>
                  <a:pt x="2751" y="2240"/>
                  <a:pt x="2750" y="2254"/>
                  <a:pt x="2750" y="2267"/>
                </a:cubicBezTo>
                <a:cubicBezTo>
                  <a:pt x="2750" y="2280"/>
                  <a:pt x="2751" y="2294"/>
                  <a:pt x="2751" y="2307"/>
                </a:cubicBezTo>
                <a:cubicBezTo>
                  <a:pt x="2751" y="2309"/>
                  <a:pt x="2752" y="2310"/>
                  <a:pt x="2753" y="2312"/>
                </a:cubicBezTo>
                <a:cubicBezTo>
                  <a:pt x="2753" y="2312"/>
                  <a:pt x="2753" y="2313"/>
                  <a:pt x="2754" y="2313"/>
                </a:cubicBezTo>
                <a:lnTo>
                  <a:pt x="2749" y="2325"/>
                </a:lnTo>
                <a:cubicBezTo>
                  <a:pt x="2749" y="2313"/>
                  <a:pt x="2748" y="2301"/>
                  <a:pt x="2747" y="2290"/>
                </a:cubicBezTo>
                <a:cubicBezTo>
                  <a:pt x="2745" y="2263"/>
                  <a:pt x="2734" y="2236"/>
                  <a:pt x="2733" y="2209"/>
                </a:cubicBezTo>
                <a:cubicBezTo>
                  <a:pt x="2733" y="2208"/>
                  <a:pt x="2733" y="2207"/>
                  <a:pt x="2733" y="2205"/>
                </a:cubicBezTo>
                <a:cubicBezTo>
                  <a:pt x="2733" y="2196"/>
                  <a:pt x="2732" y="2186"/>
                  <a:pt x="2728" y="2177"/>
                </a:cubicBezTo>
                <a:cubicBezTo>
                  <a:pt x="2727" y="2176"/>
                  <a:pt x="2727" y="2176"/>
                  <a:pt x="2726" y="2175"/>
                </a:cubicBezTo>
                <a:lnTo>
                  <a:pt x="2725" y="2175"/>
                </a:lnTo>
                <a:cubicBezTo>
                  <a:pt x="2724" y="2175"/>
                  <a:pt x="2723" y="2175"/>
                  <a:pt x="2723" y="2175"/>
                </a:cubicBezTo>
                <a:cubicBezTo>
                  <a:pt x="2722" y="2176"/>
                  <a:pt x="2722" y="2176"/>
                  <a:pt x="2721" y="2177"/>
                </a:cubicBezTo>
                <a:lnTo>
                  <a:pt x="2721" y="2178"/>
                </a:lnTo>
                <a:cubicBezTo>
                  <a:pt x="2721" y="2179"/>
                  <a:pt x="2721" y="2179"/>
                  <a:pt x="2721" y="2180"/>
                </a:cubicBezTo>
                <a:cubicBezTo>
                  <a:pt x="2723" y="2186"/>
                  <a:pt x="2724" y="2192"/>
                  <a:pt x="2724" y="2199"/>
                </a:cubicBezTo>
                <a:cubicBezTo>
                  <a:pt x="2724" y="2205"/>
                  <a:pt x="2723" y="2212"/>
                  <a:pt x="2721" y="2219"/>
                </a:cubicBezTo>
                <a:cubicBezTo>
                  <a:pt x="2718" y="2242"/>
                  <a:pt x="2725" y="2266"/>
                  <a:pt x="2723" y="2290"/>
                </a:cubicBezTo>
                <a:cubicBezTo>
                  <a:pt x="2720" y="2321"/>
                  <a:pt x="2717" y="2352"/>
                  <a:pt x="2716" y="2383"/>
                </a:cubicBezTo>
                <a:cubicBezTo>
                  <a:pt x="2716" y="2384"/>
                  <a:pt x="2716" y="2384"/>
                  <a:pt x="2716" y="2385"/>
                </a:cubicBezTo>
                <a:cubicBezTo>
                  <a:pt x="2716" y="2386"/>
                  <a:pt x="2716" y="2386"/>
                  <a:pt x="2716" y="2387"/>
                </a:cubicBezTo>
                <a:cubicBezTo>
                  <a:pt x="2717" y="2388"/>
                  <a:pt x="2716" y="2387"/>
                  <a:pt x="2716" y="2387"/>
                </a:cubicBezTo>
                <a:cubicBezTo>
                  <a:pt x="2709" y="2400"/>
                  <a:pt x="2701" y="2413"/>
                  <a:pt x="2692" y="2426"/>
                </a:cubicBezTo>
                <a:cubicBezTo>
                  <a:pt x="2705" y="2371"/>
                  <a:pt x="2698" y="2319"/>
                  <a:pt x="2694" y="2261"/>
                </a:cubicBezTo>
                <a:cubicBezTo>
                  <a:pt x="2694" y="2260"/>
                  <a:pt x="2694" y="2259"/>
                  <a:pt x="2694" y="2259"/>
                </a:cubicBezTo>
                <a:cubicBezTo>
                  <a:pt x="2693" y="2258"/>
                  <a:pt x="2693" y="2258"/>
                  <a:pt x="2692" y="2257"/>
                </a:cubicBezTo>
                <a:cubicBezTo>
                  <a:pt x="2691" y="2256"/>
                  <a:pt x="2691" y="2256"/>
                  <a:pt x="2690" y="2256"/>
                </a:cubicBezTo>
                <a:cubicBezTo>
                  <a:pt x="2689" y="2256"/>
                  <a:pt x="2689" y="2256"/>
                  <a:pt x="2688" y="2257"/>
                </a:cubicBezTo>
                <a:cubicBezTo>
                  <a:pt x="2687" y="2258"/>
                  <a:pt x="2686" y="2258"/>
                  <a:pt x="2686" y="2259"/>
                </a:cubicBezTo>
                <a:cubicBezTo>
                  <a:pt x="2686" y="2259"/>
                  <a:pt x="2685" y="2260"/>
                  <a:pt x="2685" y="2261"/>
                </a:cubicBezTo>
                <a:cubicBezTo>
                  <a:pt x="2683" y="2294"/>
                  <a:pt x="2678" y="2326"/>
                  <a:pt x="2677" y="2360"/>
                </a:cubicBezTo>
                <a:cubicBezTo>
                  <a:pt x="2676" y="2393"/>
                  <a:pt x="2661" y="2426"/>
                  <a:pt x="2656" y="2459"/>
                </a:cubicBezTo>
                <a:cubicBezTo>
                  <a:pt x="2648" y="2464"/>
                  <a:pt x="2640" y="2470"/>
                  <a:pt x="2631" y="2475"/>
                </a:cubicBezTo>
                <a:cubicBezTo>
                  <a:pt x="2641" y="2448"/>
                  <a:pt x="2648" y="2420"/>
                  <a:pt x="2651" y="2392"/>
                </a:cubicBezTo>
                <a:cubicBezTo>
                  <a:pt x="2654" y="2365"/>
                  <a:pt x="2654" y="2336"/>
                  <a:pt x="2658" y="2309"/>
                </a:cubicBezTo>
                <a:cubicBezTo>
                  <a:pt x="2658" y="2308"/>
                  <a:pt x="2658" y="2307"/>
                  <a:pt x="2658" y="2307"/>
                </a:cubicBezTo>
                <a:cubicBezTo>
                  <a:pt x="2658" y="2306"/>
                  <a:pt x="2657" y="2306"/>
                  <a:pt x="2657" y="2306"/>
                </a:cubicBezTo>
                <a:cubicBezTo>
                  <a:pt x="2656" y="2305"/>
                  <a:pt x="2656" y="2305"/>
                  <a:pt x="2655" y="2305"/>
                </a:cubicBezTo>
                <a:cubicBezTo>
                  <a:pt x="2654" y="2305"/>
                  <a:pt x="2654" y="2305"/>
                  <a:pt x="2653" y="2306"/>
                </a:cubicBezTo>
                <a:cubicBezTo>
                  <a:pt x="2653" y="2306"/>
                  <a:pt x="2652" y="2306"/>
                  <a:pt x="2652" y="2307"/>
                </a:cubicBezTo>
                <a:cubicBezTo>
                  <a:pt x="2639" y="2373"/>
                  <a:pt x="2617" y="2437"/>
                  <a:pt x="2586" y="2498"/>
                </a:cubicBezTo>
                <a:lnTo>
                  <a:pt x="2572" y="2505"/>
                </a:lnTo>
                <a:lnTo>
                  <a:pt x="2555" y="2502"/>
                </a:lnTo>
                <a:cubicBezTo>
                  <a:pt x="2619" y="2445"/>
                  <a:pt x="2630" y="2325"/>
                  <a:pt x="2614" y="2249"/>
                </a:cubicBezTo>
                <a:cubicBezTo>
                  <a:pt x="2614" y="2247"/>
                  <a:pt x="2612" y="2248"/>
                  <a:pt x="2612" y="2249"/>
                </a:cubicBezTo>
                <a:cubicBezTo>
                  <a:pt x="2598" y="2337"/>
                  <a:pt x="2589" y="2434"/>
                  <a:pt x="2515" y="2497"/>
                </a:cubicBezTo>
                <a:lnTo>
                  <a:pt x="2503" y="2497"/>
                </a:lnTo>
                <a:cubicBezTo>
                  <a:pt x="2568" y="2438"/>
                  <a:pt x="2565" y="2334"/>
                  <a:pt x="2554" y="2252"/>
                </a:cubicBezTo>
                <a:cubicBezTo>
                  <a:pt x="2554" y="2249"/>
                  <a:pt x="2549" y="2250"/>
                  <a:pt x="2548" y="2252"/>
                </a:cubicBezTo>
                <a:cubicBezTo>
                  <a:pt x="2543" y="2321"/>
                  <a:pt x="2537" y="2412"/>
                  <a:pt x="2489" y="2465"/>
                </a:cubicBezTo>
                <a:cubicBezTo>
                  <a:pt x="2494" y="2448"/>
                  <a:pt x="2496" y="2429"/>
                  <a:pt x="2496" y="2411"/>
                </a:cubicBezTo>
                <a:cubicBezTo>
                  <a:pt x="2496" y="2404"/>
                  <a:pt x="2496" y="2398"/>
                  <a:pt x="2495" y="2392"/>
                </a:cubicBezTo>
                <a:cubicBezTo>
                  <a:pt x="2495" y="2386"/>
                  <a:pt x="2494" y="2380"/>
                  <a:pt x="2494" y="2374"/>
                </a:cubicBezTo>
                <a:cubicBezTo>
                  <a:pt x="2494" y="2364"/>
                  <a:pt x="2495" y="2354"/>
                  <a:pt x="2497" y="2344"/>
                </a:cubicBezTo>
                <a:cubicBezTo>
                  <a:pt x="2503" y="2313"/>
                  <a:pt x="2491" y="2273"/>
                  <a:pt x="2490" y="2241"/>
                </a:cubicBezTo>
                <a:cubicBezTo>
                  <a:pt x="2490" y="2237"/>
                  <a:pt x="2483" y="2237"/>
                  <a:pt x="2483" y="2241"/>
                </a:cubicBezTo>
                <a:cubicBezTo>
                  <a:pt x="2480" y="2322"/>
                  <a:pt x="2459" y="2393"/>
                  <a:pt x="2443" y="2469"/>
                </a:cubicBezTo>
                <a:cubicBezTo>
                  <a:pt x="2440" y="2458"/>
                  <a:pt x="2437" y="2446"/>
                  <a:pt x="2434" y="2435"/>
                </a:cubicBezTo>
                <a:cubicBezTo>
                  <a:pt x="2436" y="2434"/>
                  <a:pt x="2438" y="2431"/>
                  <a:pt x="2439" y="2430"/>
                </a:cubicBezTo>
                <a:cubicBezTo>
                  <a:pt x="2440" y="2428"/>
                  <a:pt x="2440" y="2427"/>
                  <a:pt x="2440" y="2425"/>
                </a:cubicBezTo>
                <a:cubicBezTo>
                  <a:pt x="2440" y="2424"/>
                  <a:pt x="2440" y="2422"/>
                  <a:pt x="2440" y="2421"/>
                </a:cubicBezTo>
                <a:cubicBezTo>
                  <a:pt x="2441" y="2390"/>
                  <a:pt x="2447" y="2358"/>
                  <a:pt x="2448" y="2327"/>
                </a:cubicBezTo>
                <a:cubicBezTo>
                  <a:pt x="2450" y="2281"/>
                  <a:pt x="2443" y="2233"/>
                  <a:pt x="2443" y="2187"/>
                </a:cubicBezTo>
                <a:cubicBezTo>
                  <a:pt x="2443" y="2181"/>
                  <a:pt x="2434" y="2180"/>
                  <a:pt x="2434" y="2187"/>
                </a:cubicBezTo>
                <a:cubicBezTo>
                  <a:pt x="2434" y="2228"/>
                  <a:pt x="2434" y="2269"/>
                  <a:pt x="2430" y="2310"/>
                </a:cubicBezTo>
                <a:cubicBezTo>
                  <a:pt x="2426" y="2336"/>
                  <a:pt x="2422" y="2361"/>
                  <a:pt x="2415" y="2386"/>
                </a:cubicBezTo>
                <a:cubicBezTo>
                  <a:pt x="2413" y="2381"/>
                  <a:pt x="2410" y="2375"/>
                  <a:pt x="2407" y="2369"/>
                </a:cubicBezTo>
                <a:cubicBezTo>
                  <a:pt x="2409" y="2368"/>
                  <a:pt x="2410" y="2367"/>
                  <a:pt x="2411" y="2365"/>
                </a:cubicBezTo>
                <a:cubicBezTo>
                  <a:pt x="2412" y="2364"/>
                  <a:pt x="2412" y="2363"/>
                  <a:pt x="2413" y="2361"/>
                </a:cubicBezTo>
                <a:cubicBezTo>
                  <a:pt x="2424" y="2314"/>
                  <a:pt x="2410" y="2262"/>
                  <a:pt x="2408" y="2214"/>
                </a:cubicBezTo>
                <a:cubicBezTo>
                  <a:pt x="2408" y="2210"/>
                  <a:pt x="2400" y="2210"/>
                  <a:pt x="2400" y="2214"/>
                </a:cubicBezTo>
                <a:cubicBezTo>
                  <a:pt x="2400" y="2240"/>
                  <a:pt x="2398" y="2265"/>
                  <a:pt x="2394" y="2291"/>
                </a:cubicBezTo>
                <a:cubicBezTo>
                  <a:pt x="2391" y="2306"/>
                  <a:pt x="2389" y="2321"/>
                  <a:pt x="2388" y="2337"/>
                </a:cubicBezTo>
                <a:cubicBezTo>
                  <a:pt x="2383" y="2330"/>
                  <a:pt x="2379" y="2324"/>
                  <a:pt x="2374" y="2318"/>
                </a:cubicBezTo>
                <a:cubicBezTo>
                  <a:pt x="2375" y="2318"/>
                  <a:pt x="2375" y="2317"/>
                  <a:pt x="2376" y="2316"/>
                </a:cubicBezTo>
                <a:cubicBezTo>
                  <a:pt x="2376" y="2315"/>
                  <a:pt x="2376" y="2315"/>
                  <a:pt x="2377" y="2314"/>
                </a:cubicBezTo>
                <a:cubicBezTo>
                  <a:pt x="2378" y="2307"/>
                  <a:pt x="2378" y="2300"/>
                  <a:pt x="2378" y="2294"/>
                </a:cubicBezTo>
                <a:cubicBezTo>
                  <a:pt x="2378" y="2287"/>
                  <a:pt x="2378" y="2281"/>
                  <a:pt x="2377" y="2275"/>
                </a:cubicBezTo>
                <a:cubicBezTo>
                  <a:pt x="2375" y="2260"/>
                  <a:pt x="2372" y="2246"/>
                  <a:pt x="2371" y="2231"/>
                </a:cubicBezTo>
                <a:cubicBezTo>
                  <a:pt x="2371" y="2227"/>
                  <a:pt x="2363" y="2227"/>
                  <a:pt x="2362" y="2231"/>
                </a:cubicBezTo>
                <a:cubicBezTo>
                  <a:pt x="2361" y="2246"/>
                  <a:pt x="2357" y="2260"/>
                  <a:pt x="2356" y="2274"/>
                </a:cubicBezTo>
                <a:cubicBezTo>
                  <a:pt x="2356" y="2281"/>
                  <a:pt x="2355" y="2287"/>
                  <a:pt x="2354" y="2294"/>
                </a:cubicBezTo>
                <a:cubicBezTo>
                  <a:pt x="2349" y="2289"/>
                  <a:pt x="2345" y="2284"/>
                  <a:pt x="2340" y="2279"/>
                </a:cubicBezTo>
                <a:cubicBezTo>
                  <a:pt x="2340" y="2278"/>
                  <a:pt x="2341" y="2276"/>
                  <a:pt x="2341" y="2275"/>
                </a:cubicBezTo>
                <a:cubicBezTo>
                  <a:pt x="2341" y="2273"/>
                  <a:pt x="2340" y="2273"/>
                  <a:pt x="2340" y="2272"/>
                </a:cubicBezTo>
                <a:lnTo>
                  <a:pt x="2337" y="2266"/>
                </a:lnTo>
                <a:cubicBezTo>
                  <a:pt x="2337" y="2265"/>
                  <a:pt x="2336" y="2265"/>
                  <a:pt x="2335" y="2264"/>
                </a:cubicBezTo>
                <a:lnTo>
                  <a:pt x="2334" y="2264"/>
                </a:lnTo>
                <a:cubicBezTo>
                  <a:pt x="2330" y="2228"/>
                  <a:pt x="2339" y="2190"/>
                  <a:pt x="2326" y="2154"/>
                </a:cubicBezTo>
                <a:cubicBezTo>
                  <a:pt x="2324" y="2148"/>
                  <a:pt x="2314" y="2150"/>
                  <a:pt x="2316" y="2157"/>
                </a:cubicBezTo>
                <a:cubicBezTo>
                  <a:pt x="2323" y="2176"/>
                  <a:pt x="2315" y="2196"/>
                  <a:pt x="2315" y="2216"/>
                </a:cubicBezTo>
                <a:cubicBezTo>
                  <a:pt x="2315" y="2228"/>
                  <a:pt x="2313" y="2241"/>
                  <a:pt x="2313" y="2255"/>
                </a:cubicBezTo>
                <a:lnTo>
                  <a:pt x="2297" y="2242"/>
                </a:lnTo>
                <a:cubicBezTo>
                  <a:pt x="2298" y="2242"/>
                  <a:pt x="2298" y="2241"/>
                  <a:pt x="2298" y="2240"/>
                </a:cubicBezTo>
                <a:cubicBezTo>
                  <a:pt x="2299" y="2234"/>
                  <a:pt x="2300" y="2227"/>
                  <a:pt x="2300" y="2221"/>
                </a:cubicBezTo>
                <a:cubicBezTo>
                  <a:pt x="2300" y="2213"/>
                  <a:pt x="2299" y="2204"/>
                  <a:pt x="2297" y="2196"/>
                </a:cubicBezTo>
                <a:cubicBezTo>
                  <a:pt x="2296" y="2181"/>
                  <a:pt x="2293" y="2167"/>
                  <a:pt x="2286" y="2154"/>
                </a:cubicBezTo>
                <a:cubicBezTo>
                  <a:pt x="2284" y="2151"/>
                  <a:pt x="2278" y="2154"/>
                  <a:pt x="2280" y="2157"/>
                </a:cubicBezTo>
                <a:cubicBezTo>
                  <a:pt x="2285" y="2170"/>
                  <a:pt x="2276" y="2192"/>
                  <a:pt x="2274" y="2207"/>
                </a:cubicBezTo>
                <a:cubicBezTo>
                  <a:pt x="2273" y="2212"/>
                  <a:pt x="2273" y="2217"/>
                  <a:pt x="2273" y="2222"/>
                </a:cubicBezTo>
                <a:cubicBezTo>
                  <a:pt x="2273" y="2223"/>
                  <a:pt x="2273" y="2224"/>
                  <a:pt x="2273" y="2225"/>
                </a:cubicBezTo>
                <a:lnTo>
                  <a:pt x="2262" y="2218"/>
                </a:lnTo>
                <a:cubicBezTo>
                  <a:pt x="2262" y="2217"/>
                  <a:pt x="2262" y="2216"/>
                  <a:pt x="2262" y="2215"/>
                </a:cubicBezTo>
                <a:cubicBezTo>
                  <a:pt x="2262" y="2215"/>
                  <a:pt x="2262" y="2214"/>
                  <a:pt x="2262" y="2213"/>
                </a:cubicBezTo>
                <a:cubicBezTo>
                  <a:pt x="2257" y="2193"/>
                  <a:pt x="2252" y="2174"/>
                  <a:pt x="2245" y="2154"/>
                </a:cubicBezTo>
                <a:cubicBezTo>
                  <a:pt x="2238" y="2132"/>
                  <a:pt x="2233" y="2109"/>
                  <a:pt x="2230" y="2086"/>
                </a:cubicBezTo>
                <a:lnTo>
                  <a:pt x="2230" y="2085"/>
                </a:lnTo>
                <a:cubicBezTo>
                  <a:pt x="2229" y="2084"/>
                  <a:pt x="2229" y="2084"/>
                  <a:pt x="2229" y="2084"/>
                </a:cubicBezTo>
                <a:cubicBezTo>
                  <a:pt x="2228" y="2084"/>
                  <a:pt x="2228" y="2083"/>
                  <a:pt x="2227" y="2083"/>
                </a:cubicBezTo>
                <a:cubicBezTo>
                  <a:pt x="2227" y="2083"/>
                  <a:pt x="2227" y="2084"/>
                  <a:pt x="2226" y="2084"/>
                </a:cubicBezTo>
                <a:lnTo>
                  <a:pt x="2225" y="2085"/>
                </a:lnTo>
                <a:lnTo>
                  <a:pt x="2225" y="2086"/>
                </a:lnTo>
                <a:cubicBezTo>
                  <a:pt x="2225" y="2093"/>
                  <a:pt x="2219" y="2115"/>
                  <a:pt x="2223" y="2122"/>
                </a:cubicBezTo>
                <a:cubicBezTo>
                  <a:pt x="2227" y="2129"/>
                  <a:pt x="2221" y="2140"/>
                  <a:pt x="2223" y="2148"/>
                </a:cubicBezTo>
                <a:cubicBezTo>
                  <a:pt x="2225" y="2159"/>
                  <a:pt x="2226" y="2170"/>
                  <a:pt x="2226" y="2181"/>
                </a:cubicBezTo>
                <a:cubicBezTo>
                  <a:pt x="2226" y="2186"/>
                  <a:pt x="2228" y="2192"/>
                  <a:pt x="2230" y="2197"/>
                </a:cubicBezTo>
                <a:lnTo>
                  <a:pt x="2217" y="2190"/>
                </a:lnTo>
                <a:cubicBezTo>
                  <a:pt x="2218" y="2189"/>
                  <a:pt x="2218" y="2187"/>
                  <a:pt x="2218" y="2186"/>
                </a:cubicBezTo>
                <a:cubicBezTo>
                  <a:pt x="2218" y="2184"/>
                  <a:pt x="2218" y="2182"/>
                  <a:pt x="2217" y="2181"/>
                </a:cubicBezTo>
                <a:cubicBezTo>
                  <a:pt x="2216" y="2179"/>
                  <a:pt x="2215" y="2178"/>
                  <a:pt x="2214" y="2177"/>
                </a:cubicBezTo>
                <a:cubicBezTo>
                  <a:pt x="2208" y="2166"/>
                  <a:pt x="2197" y="2158"/>
                  <a:pt x="2196" y="2144"/>
                </a:cubicBezTo>
                <a:cubicBezTo>
                  <a:pt x="2195" y="2141"/>
                  <a:pt x="2195" y="2139"/>
                  <a:pt x="2193" y="2137"/>
                </a:cubicBezTo>
                <a:cubicBezTo>
                  <a:pt x="2192" y="2135"/>
                  <a:pt x="2191" y="2134"/>
                  <a:pt x="2190" y="2132"/>
                </a:cubicBezTo>
                <a:cubicBezTo>
                  <a:pt x="2189" y="2131"/>
                  <a:pt x="2183" y="2113"/>
                  <a:pt x="2183" y="2113"/>
                </a:cubicBezTo>
                <a:cubicBezTo>
                  <a:pt x="2182" y="2113"/>
                  <a:pt x="2175" y="2110"/>
                  <a:pt x="2176" y="2114"/>
                </a:cubicBezTo>
                <a:cubicBezTo>
                  <a:pt x="2177" y="2117"/>
                  <a:pt x="2177" y="2121"/>
                  <a:pt x="2177" y="2124"/>
                </a:cubicBezTo>
                <a:cubicBezTo>
                  <a:pt x="2177" y="2127"/>
                  <a:pt x="2177" y="2131"/>
                  <a:pt x="2176" y="2134"/>
                </a:cubicBezTo>
                <a:cubicBezTo>
                  <a:pt x="2175" y="2138"/>
                  <a:pt x="2177" y="2143"/>
                  <a:pt x="2176" y="2148"/>
                </a:cubicBezTo>
                <a:cubicBezTo>
                  <a:pt x="2176" y="2156"/>
                  <a:pt x="2178" y="2163"/>
                  <a:pt x="2182" y="2170"/>
                </a:cubicBezTo>
                <a:cubicBezTo>
                  <a:pt x="2183" y="2172"/>
                  <a:pt x="2184" y="2173"/>
                  <a:pt x="2185" y="2175"/>
                </a:cubicBezTo>
                <a:lnTo>
                  <a:pt x="2160" y="2163"/>
                </a:lnTo>
                <a:cubicBezTo>
                  <a:pt x="2157" y="2155"/>
                  <a:pt x="2155" y="2146"/>
                  <a:pt x="2155" y="2137"/>
                </a:cubicBezTo>
                <a:cubicBezTo>
                  <a:pt x="2154" y="2129"/>
                  <a:pt x="2154" y="2120"/>
                  <a:pt x="2152" y="2112"/>
                </a:cubicBezTo>
                <a:cubicBezTo>
                  <a:pt x="2152" y="2106"/>
                  <a:pt x="2151" y="2100"/>
                  <a:pt x="2151" y="2094"/>
                </a:cubicBezTo>
                <a:cubicBezTo>
                  <a:pt x="2151" y="2079"/>
                  <a:pt x="2153" y="2064"/>
                  <a:pt x="2155" y="2049"/>
                </a:cubicBezTo>
                <a:cubicBezTo>
                  <a:pt x="2155" y="2043"/>
                  <a:pt x="2147" y="2043"/>
                  <a:pt x="2146" y="2049"/>
                </a:cubicBezTo>
                <a:cubicBezTo>
                  <a:pt x="2139" y="2082"/>
                  <a:pt x="2136" y="2116"/>
                  <a:pt x="2136" y="2150"/>
                </a:cubicBezTo>
                <a:cubicBezTo>
                  <a:pt x="2136" y="2151"/>
                  <a:pt x="2136" y="2152"/>
                  <a:pt x="2136" y="2153"/>
                </a:cubicBezTo>
                <a:cubicBezTo>
                  <a:pt x="2127" y="2149"/>
                  <a:pt x="2119" y="2146"/>
                  <a:pt x="2110" y="2144"/>
                </a:cubicBezTo>
                <a:cubicBezTo>
                  <a:pt x="2110" y="2142"/>
                  <a:pt x="2110" y="2141"/>
                  <a:pt x="2109" y="2140"/>
                </a:cubicBezTo>
                <a:cubicBezTo>
                  <a:pt x="2108" y="2139"/>
                  <a:pt x="2108" y="2139"/>
                  <a:pt x="2107" y="2138"/>
                </a:cubicBezTo>
                <a:cubicBezTo>
                  <a:pt x="2103" y="2131"/>
                  <a:pt x="2101" y="2124"/>
                  <a:pt x="2101" y="2116"/>
                </a:cubicBezTo>
                <a:cubicBezTo>
                  <a:pt x="2099" y="2103"/>
                  <a:pt x="2097" y="2090"/>
                  <a:pt x="2096" y="2077"/>
                </a:cubicBezTo>
                <a:cubicBezTo>
                  <a:pt x="2096" y="2072"/>
                  <a:pt x="2088" y="2072"/>
                  <a:pt x="2088" y="2077"/>
                </a:cubicBezTo>
                <a:cubicBezTo>
                  <a:pt x="2087" y="2094"/>
                  <a:pt x="2082" y="2110"/>
                  <a:pt x="2081" y="2127"/>
                </a:cubicBezTo>
                <a:cubicBezTo>
                  <a:pt x="2081" y="2129"/>
                  <a:pt x="2081" y="2131"/>
                  <a:pt x="2081" y="2132"/>
                </a:cubicBezTo>
                <a:cubicBezTo>
                  <a:pt x="2081" y="2134"/>
                  <a:pt x="2081" y="2135"/>
                  <a:pt x="2081" y="2137"/>
                </a:cubicBezTo>
                <a:cubicBezTo>
                  <a:pt x="2072" y="2135"/>
                  <a:pt x="2062" y="2134"/>
                  <a:pt x="2053" y="2133"/>
                </a:cubicBezTo>
                <a:cubicBezTo>
                  <a:pt x="2042" y="2004"/>
                  <a:pt x="2121" y="1871"/>
                  <a:pt x="2214" y="1787"/>
                </a:cubicBezTo>
                <a:cubicBezTo>
                  <a:pt x="2355" y="1657"/>
                  <a:pt x="2617" y="1753"/>
                  <a:pt x="2711" y="1901"/>
                </a:cubicBezTo>
                <a:moveTo>
                  <a:pt x="2502" y="1724"/>
                </a:moveTo>
                <a:cubicBezTo>
                  <a:pt x="2488" y="1719"/>
                  <a:pt x="2473" y="1715"/>
                  <a:pt x="2457" y="1711"/>
                </a:cubicBezTo>
                <a:cubicBezTo>
                  <a:pt x="2403" y="1698"/>
                  <a:pt x="2319" y="1697"/>
                  <a:pt x="2263" y="1724"/>
                </a:cubicBezTo>
                <a:cubicBezTo>
                  <a:pt x="2148" y="1709"/>
                  <a:pt x="2036" y="1737"/>
                  <a:pt x="1921" y="1730"/>
                </a:cubicBezTo>
                <a:cubicBezTo>
                  <a:pt x="1801" y="1723"/>
                  <a:pt x="1681" y="1744"/>
                  <a:pt x="1561" y="1750"/>
                </a:cubicBezTo>
                <a:cubicBezTo>
                  <a:pt x="1514" y="1752"/>
                  <a:pt x="1467" y="1765"/>
                  <a:pt x="1420" y="1771"/>
                </a:cubicBezTo>
                <a:cubicBezTo>
                  <a:pt x="1365" y="1778"/>
                  <a:pt x="1308" y="1780"/>
                  <a:pt x="1253" y="1791"/>
                </a:cubicBezTo>
                <a:cubicBezTo>
                  <a:pt x="1159" y="1808"/>
                  <a:pt x="1068" y="1830"/>
                  <a:pt x="976" y="1854"/>
                </a:cubicBezTo>
                <a:cubicBezTo>
                  <a:pt x="1003" y="1777"/>
                  <a:pt x="1034" y="1701"/>
                  <a:pt x="1072" y="1628"/>
                </a:cubicBezTo>
                <a:cubicBezTo>
                  <a:pt x="1096" y="1579"/>
                  <a:pt x="1119" y="1527"/>
                  <a:pt x="1141" y="1477"/>
                </a:cubicBezTo>
                <a:cubicBezTo>
                  <a:pt x="1167" y="1425"/>
                  <a:pt x="1189" y="1372"/>
                  <a:pt x="1207" y="1317"/>
                </a:cubicBezTo>
                <a:cubicBezTo>
                  <a:pt x="1236" y="1261"/>
                  <a:pt x="1283" y="1211"/>
                  <a:pt x="1309" y="1154"/>
                </a:cubicBezTo>
                <a:lnTo>
                  <a:pt x="1320" y="1138"/>
                </a:lnTo>
                <a:cubicBezTo>
                  <a:pt x="1465" y="961"/>
                  <a:pt x="1581" y="760"/>
                  <a:pt x="1731" y="586"/>
                </a:cubicBezTo>
                <a:cubicBezTo>
                  <a:pt x="1740" y="577"/>
                  <a:pt x="1749" y="569"/>
                  <a:pt x="1759" y="561"/>
                </a:cubicBezTo>
                <a:cubicBezTo>
                  <a:pt x="1791" y="535"/>
                  <a:pt x="1820" y="505"/>
                  <a:pt x="1852" y="478"/>
                </a:cubicBezTo>
                <a:cubicBezTo>
                  <a:pt x="1867" y="465"/>
                  <a:pt x="1887" y="458"/>
                  <a:pt x="1901" y="443"/>
                </a:cubicBezTo>
                <a:cubicBezTo>
                  <a:pt x="1960" y="383"/>
                  <a:pt x="2058" y="339"/>
                  <a:pt x="2130" y="296"/>
                </a:cubicBezTo>
                <a:cubicBezTo>
                  <a:pt x="2132" y="295"/>
                  <a:pt x="2135" y="294"/>
                  <a:pt x="2137" y="292"/>
                </a:cubicBezTo>
                <a:cubicBezTo>
                  <a:pt x="2239" y="233"/>
                  <a:pt x="2350" y="189"/>
                  <a:pt x="2466" y="162"/>
                </a:cubicBezTo>
                <a:cubicBezTo>
                  <a:pt x="2556" y="138"/>
                  <a:pt x="2648" y="125"/>
                  <a:pt x="2741" y="122"/>
                </a:cubicBezTo>
                <a:cubicBezTo>
                  <a:pt x="2760" y="120"/>
                  <a:pt x="2778" y="119"/>
                  <a:pt x="2797" y="119"/>
                </a:cubicBezTo>
                <a:cubicBezTo>
                  <a:pt x="2826" y="119"/>
                  <a:pt x="2856" y="121"/>
                  <a:pt x="2885" y="125"/>
                </a:cubicBezTo>
                <a:lnTo>
                  <a:pt x="2886" y="126"/>
                </a:lnTo>
                <a:lnTo>
                  <a:pt x="2887" y="127"/>
                </a:lnTo>
                <a:cubicBezTo>
                  <a:pt x="2888" y="128"/>
                  <a:pt x="2888" y="128"/>
                  <a:pt x="2888" y="128"/>
                </a:cubicBezTo>
                <a:cubicBezTo>
                  <a:pt x="2911" y="133"/>
                  <a:pt x="2928" y="150"/>
                  <a:pt x="2949" y="159"/>
                </a:cubicBezTo>
                <a:cubicBezTo>
                  <a:pt x="2976" y="169"/>
                  <a:pt x="3003" y="182"/>
                  <a:pt x="3029" y="197"/>
                </a:cubicBezTo>
                <a:cubicBezTo>
                  <a:pt x="3037" y="201"/>
                  <a:pt x="3045" y="206"/>
                  <a:pt x="3053" y="211"/>
                </a:cubicBezTo>
                <a:cubicBezTo>
                  <a:pt x="3084" y="234"/>
                  <a:pt x="3118" y="255"/>
                  <a:pt x="3149" y="277"/>
                </a:cubicBezTo>
                <a:cubicBezTo>
                  <a:pt x="3211" y="321"/>
                  <a:pt x="3251" y="393"/>
                  <a:pt x="3289" y="457"/>
                </a:cubicBezTo>
                <a:cubicBezTo>
                  <a:pt x="3293" y="464"/>
                  <a:pt x="3297" y="471"/>
                  <a:pt x="3301" y="478"/>
                </a:cubicBezTo>
                <a:cubicBezTo>
                  <a:pt x="3375" y="606"/>
                  <a:pt x="3433" y="743"/>
                  <a:pt x="3474" y="886"/>
                </a:cubicBezTo>
                <a:cubicBezTo>
                  <a:pt x="3488" y="960"/>
                  <a:pt x="3506" y="1035"/>
                  <a:pt x="3513" y="1109"/>
                </a:cubicBezTo>
                <a:cubicBezTo>
                  <a:pt x="3527" y="1250"/>
                  <a:pt x="3523" y="1394"/>
                  <a:pt x="3526" y="1536"/>
                </a:cubicBezTo>
                <a:cubicBezTo>
                  <a:pt x="3525" y="1536"/>
                  <a:pt x="3524" y="1536"/>
                  <a:pt x="3523" y="1536"/>
                </a:cubicBezTo>
                <a:cubicBezTo>
                  <a:pt x="3523" y="1536"/>
                  <a:pt x="3522" y="1536"/>
                  <a:pt x="3521" y="1536"/>
                </a:cubicBezTo>
                <a:cubicBezTo>
                  <a:pt x="3406" y="1567"/>
                  <a:pt x="3435" y="1746"/>
                  <a:pt x="3477" y="1829"/>
                </a:cubicBezTo>
                <a:cubicBezTo>
                  <a:pt x="3472" y="1828"/>
                  <a:pt x="3467" y="1827"/>
                  <a:pt x="3461" y="1827"/>
                </a:cubicBezTo>
                <a:cubicBezTo>
                  <a:pt x="3407" y="1824"/>
                  <a:pt x="3352" y="1807"/>
                  <a:pt x="3298" y="1807"/>
                </a:cubicBezTo>
                <a:cubicBezTo>
                  <a:pt x="3235" y="1805"/>
                  <a:pt x="3173" y="1795"/>
                  <a:pt x="3113" y="1777"/>
                </a:cubicBezTo>
                <a:cubicBezTo>
                  <a:pt x="3056" y="1762"/>
                  <a:pt x="2998" y="1752"/>
                  <a:pt x="2939" y="1749"/>
                </a:cubicBezTo>
                <a:cubicBezTo>
                  <a:pt x="2875" y="1746"/>
                  <a:pt x="2809" y="1744"/>
                  <a:pt x="2745" y="1738"/>
                </a:cubicBezTo>
                <a:cubicBezTo>
                  <a:pt x="2707" y="1733"/>
                  <a:pt x="2669" y="1730"/>
                  <a:pt x="2631" y="1730"/>
                </a:cubicBezTo>
                <a:cubicBezTo>
                  <a:pt x="2627" y="1730"/>
                  <a:pt x="2622" y="1730"/>
                  <a:pt x="2618" y="1730"/>
                </a:cubicBezTo>
                <a:cubicBezTo>
                  <a:pt x="2595" y="1731"/>
                  <a:pt x="2529" y="1737"/>
                  <a:pt x="2508" y="1723"/>
                </a:cubicBezTo>
                <a:cubicBezTo>
                  <a:pt x="2508" y="1723"/>
                  <a:pt x="2507" y="1723"/>
                  <a:pt x="2506" y="1723"/>
                </a:cubicBezTo>
                <a:cubicBezTo>
                  <a:pt x="2505" y="1723"/>
                  <a:pt x="2504" y="1723"/>
                  <a:pt x="2504" y="1723"/>
                </a:cubicBezTo>
                <a:cubicBezTo>
                  <a:pt x="2503" y="1724"/>
                  <a:pt x="2502" y="1724"/>
                  <a:pt x="2502" y="1725"/>
                </a:cubicBezTo>
                <a:lnTo>
                  <a:pt x="2502" y="1724"/>
                </a:lnTo>
                <a:moveTo>
                  <a:pt x="3702" y="1724"/>
                </a:moveTo>
                <a:cubicBezTo>
                  <a:pt x="3700" y="1714"/>
                  <a:pt x="3698" y="1703"/>
                  <a:pt x="3697" y="1693"/>
                </a:cubicBezTo>
                <a:cubicBezTo>
                  <a:pt x="3698" y="1694"/>
                  <a:pt x="3699" y="1694"/>
                  <a:pt x="3701" y="1695"/>
                </a:cubicBezTo>
                <a:cubicBezTo>
                  <a:pt x="3703" y="1696"/>
                  <a:pt x="3705" y="1697"/>
                  <a:pt x="3708" y="1697"/>
                </a:cubicBezTo>
                <a:cubicBezTo>
                  <a:pt x="3745" y="1697"/>
                  <a:pt x="3775" y="1732"/>
                  <a:pt x="3789" y="1762"/>
                </a:cubicBezTo>
                <a:cubicBezTo>
                  <a:pt x="3794" y="1774"/>
                  <a:pt x="3798" y="1786"/>
                  <a:pt x="3800" y="1799"/>
                </a:cubicBezTo>
                <a:cubicBezTo>
                  <a:pt x="3798" y="1794"/>
                  <a:pt x="3795" y="1789"/>
                  <a:pt x="3793" y="1785"/>
                </a:cubicBezTo>
                <a:cubicBezTo>
                  <a:pt x="3788" y="1777"/>
                  <a:pt x="3783" y="1770"/>
                  <a:pt x="3777" y="1764"/>
                </a:cubicBezTo>
                <a:cubicBezTo>
                  <a:pt x="3770" y="1758"/>
                  <a:pt x="3762" y="1752"/>
                  <a:pt x="3753" y="1747"/>
                </a:cubicBezTo>
                <a:cubicBezTo>
                  <a:pt x="3749" y="1745"/>
                  <a:pt x="3745" y="1743"/>
                  <a:pt x="3741" y="1741"/>
                </a:cubicBezTo>
                <a:cubicBezTo>
                  <a:pt x="3729" y="1734"/>
                  <a:pt x="3711" y="1741"/>
                  <a:pt x="3706" y="1727"/>
                </a:cubicBezTo>
                <a:cubicBezTo>
                  <a:pt x="3706" y="1726"/>
                  <a:pt x="3706" y="1726"/>
                  <a:pt x="3706" y="1726"/>
                </a:cubicBezTo>
                <a:cubicBezTo>
                  <a:pt x="3705" y="1726"/>
                  <a:pt x="3705" y="1725"/>
                  <a:pt x="3704" y="1725"/>
                </a:cubicBezTo>
                <a:lnTo>
                  <a:pt x="3703" y="1725"/>
                </a:lnTo>
                <a:cubicBezTo>
                  <a:pt x="3702" y="1725"/>
                  <a:pt x="3701" y="1725"/>
                  <a:pt x="3701" y="1725"/>
                </a:cubicBezTo>
                <a:lnTo>
                  <a:pt x="3702" y="1724"/>
                </a:lnTo>
                <a:moveTo>
                  <a:pt x="3737" y="1554"/>
                </a:moveTo>
                <a:cubicBezTo>
                  <a:pt x="3724" y="1547"/>
                  <a:pt x="3711" y="1541"/>
                  <a:pt x="3697" y="1536"/>
                </a:cubicBezTo>
                <a:cubicBezTo>
                  <a:pt x="3696" y="1535"/>
                  <a:pt x="3695" y="1535"/>
                  <a:pt x="3694" y="1535"/>
                </a:cubicBezTo>
                <a:cubicBezTo>
                  <a:pt x="3693" y="1535"/>
                  <a:pt x="3692" y="1535"/>
                  <a:pt x="3691" y="1536"/>
                </a:cubicBezTo>
                <a:cubicBezTo>
                  <a:pt x="3690" y="1488"/>
                  <a:pt x="3688" y="1441"/>
                  <a:pt x="3682" y="1394"/>
                </a:cubicBezTo>
                <a:cubicBezTo>
                  <a:pt x="3682" y="1392"/>
                  <a:pt x="3682" y="1390"/>
                  <a:pt x="3682" y="1387"/>
                </a:cubicBezTo>
                <a:cubicBezTo>
                  <a:pt x="3699" y="1443"/>
                  <a:pt x="3742" y="1493"/>
                  <a:pt x="3736" y="1555"/>
                </a:cubicBezTo>
                <a:lnTo>
                  <a:pt x="3737" y="1554"/>
                </a:lnTo>
                <a:moveTo>
                  <a:pt x="3705" y="1269"/>
                </a:moveTo>
                <a:cubicBezTo>
                  <a:pt x="3761" y="1271"/>
                  <a:pt x="3789" y="1343"/>
                  <a:pt x="3813" y="1384"/>
                </a:cubicBezTo>
                <a:cubicBezTo>
                  <a:pt x="3837" y="1428"/>
                  <a:pt x="3854" y="1475"/>
                  <a:pt x="3861" y="1525"/>
                </a:cubicBezTo>
                <a:cubicBezTo>
                  <a:pt x="3868" y="1574"/>
                  <a:pt x="3861" y="1525"/>
                  <a:pt x="3861" y="1525"/>
                </a:cubicBezTo>
                <a:cubicBezTo>
                  <a:pt x="3860" y="1553"/>
                  <a:pt x="3852" y="1582"/>
                  <a:pt x="3839" y="1607"/>
                </a:cubicBezTo>
                <a:cubicBezTo>
                  <a:pt x="3837" y="1610"/>
                  <a:pt x="3833" y="1617"/>
                  <a:pt x="3830" y="1625"/>
                </a:cubicBezTo>
                <a:cubicBezTo>
                  <a:pt x="3809" y="1604"/>
                  <a:pt x="3786" y="1584"/>
                  <a:pt x="3761" y="1568"/>
                </a:cubicBezTo>
                <a:cubicBezTo>
                  <a:pt x="3782" y="1475"/>
                  <a:pt x="3702" y="1408"/>
                  <a:pt x="3683" y="1324"/>
                </a:cubicBezTo>
                <a:cubicBezTo>
                  <a:pt x="3687" y="1303"/>
                  <a:pt x="3689" y="1270"/>
                  <a:pt x="3704" y="1270"/>
                </a:cubicBezTo>
                <a:lnTo>
                  <a:pt x="3705" y="1269"/>
                </a:lnTo>
                <a:moveTo>
                  <a:pt x="1343" y="821"/>
                </a:moveTo>
                <a:cubicBezTo>
                  <a:pt x="1397" y="749"/>
                  <a:pt x="1447" y="674"/>
                  <a:pt x="1500" y="602"/>
                </a:cubicBezTo>
                <a:cubicBezTo>
                  <a:pt x="1506" y="595"/>
                  <a:pt x="1512" y="589"/>
                  <a:pt x="1518" y="582"/>
                </a:cubicBezTo>
                <a:cubicBezTo>
                  <a:pt x="1529" y="572"/>
                  <a:pt x="1539" y="561"/>
                  <a:pt x="1549" y="550"/>
                </a:cubicBezTo>
                <a:cubicBezTo>
                  <a:pt x="1614" y="491"/>
                  <a:pt x="1674" y="426"/>
                  <a:pt x="1748" y="377"/>
                </a:cubicBezTo>
                <a:cubicBezTo>
                  <a:pt x="1806" y="339"/>
                  <a:pt x="1857" y="293"/>
                  <a:pt x="1914" y="255"/>
                </a:cubicBezTo>
                <a:cubicBezTo>
                  <a:pt x="1932" y="244"/>
                  <a:pt x="1949" y="233"/>
                  <a:pt x="1967" y="223"/>
                </a:cubicBezTo>
                <a:cubicBezTo>
                  <a:pt x="2013" y="197"/>
                  <a:pt x="2061" y="172"/>
                  <a:pt x="2110" y="151"/>
                </a:cubicBezTo>
                <a:cubicBezTo>
                  <a:pt x="2254" y="83"/>
                  <a:pt x="2428" y="54"/>
                  <a:pt x="2585" y="34"/>
                </a:cubicBezTo>
                <a:cubicBezTo>
                  <a:pt x="2688" y="21"/>
                  <a:pt x="2784" y="46"/>
                  <a:pt x="2884" y="53"/>
                </a:cubicBezTo>
                <a:cubicBezTo>
                  <a:pt x="2919" y="61"/>
                  <a:pt x="2954" y="72"/>
                  <a:pt x="2986" y="88"/>
                </a:cubicBezTo>
                <a:cubicBezTo>
                  <a:pt x="3059" y="128"/>
                  <a:pt x="3146" y="141"/>
                  <a:pt x="3207" y="201"/>
                </a:cubicBezTo>
                <a:cubicBezTo>
                  <a:pt x="3236" y="225"/>
                  <a:pt x="3264" y="251"/>
                  <a:pt x="3290" y="278"/>
                </a:cubicBezTo>
                <a:cubicBezTo>
                  <a:pt x="3321" y="314"/>
                  <a:pt x="3343" y="356"/>
                  <a:pt x="3375" y="393"/>
                </a:cubicBezTo>
                <a:cubicBezTo>
                  <a:pt x="3410" y="432"/>
                  <a:pt x="3439" y="475"/>
                  <a:pt x="3466" y="520"/>
                </a:cubicBezTo>
                <a:cubicBezTo>
                  <a:pt x="3468" y="524"/>
                  <a:pt x="3471" y="529"/>
                  <a:pt x="3473" y="533"/>
                </a:cubicBezTo>
                <a:lnTo>
                  <a:pt x="3473" y="534"/>
                </a:lnTo>
                <a:cubicBezTo>
                  <a:pt x="3473" y="535"/>
                  <a:pt x="3473" y="536"/>
                  <a:pt x="3473" y="536"/>
                </a:cubicBezTo>
                <a:cubicBezTo>
                  <a:pt x="3565" y="711"/>
                  <a:pt x="3616" y="899"/>
                  <a:pt x="3644" y="1095"/>
                </a:cubicBezTo>
                <a:cubicBezTo>
                  <a:pt x="3652" y="1156"/>
                  <a:pt x="3658" y="1218"/>
                  <a:pt x="3662" y="1280"/>
                </a:cubicBezTo>
                <a:cubicBezTo>
                  <a:pt x="3661" y="1286"/>
                  <a:pt x="3660" y="1293"/>
                  <a:pt x="3660" y="1299"/>
                </a:cubicBezTo>
                <a:cubicBezTo>
                  <a:pt x="3660" y="1310"/>
                  <a:pt x="3662" y="1321"/>
                  <a:pt x="3665" y="1332"/>
                </a:cubicBezTo>
                <a:cubicBezTo>
                  <a:pt x="3672" y="1468"/>
                  <a:pt x="3675" y="1605"/>
                  <a:pt x="3692" y="1741"/>
                </a:cubicBezTo>
                <a:cubicBezTo>
                  <a:pt x="3692" y="1742"/>
                  <a:pt x="3693" y="1742"/>
                  <a:pt x="3693" y="1743"/>
                </a:cubicBezTo>
                <a:cubicBezTo>
                  <a:pt x="3693" y="1743"/>
                  <a:pt x="3694" y="1743"/>
                  <a:pt x="3695" y="1744"/>
                </a:cubicBezTo>
                <a:cubicBezTo>
                  <a:pt x="3695" y="1745"/>
                  <a:pt x="3696" y="1745"/>
                  <a:pt x="3696" y="1745"/>
                </a:cubicBezTo>
                <a:cubicBezTo>
                  <a:pt x="3701" y="1757"/>
                  <a:pt x="3721" y="1757"/>
                  <a:pt x="3736" y="1765"/>
                </a:cubicBezTo>
                <a:cubicBezTo>
                  <a:pt x="3739" y="1766"/>
                  <a:pt x="3743" y="1767"/>
                  <a:pt x="3746" y="1768"/>
                </a:cubicBezTo>
                <a:cubicBezTo>
                  <a:pt x="3758" y="1768"/>
                  <a:pt x="3769" y="1798"/>
                  <a:pt x="3772" y="1806"/>
                </a:cubicBezTo>
                <a:cubicBezTo>
                  <a:pt x="3776" y="1819"/>
                  <a:pt x="3772" y="1831"/>
                  <a:pt x="3773" y="1844"/>
                </a:cubicBezTo>
                <a:cubicBezTo>
                  <a:pt x="3675" y="1883"/>
                  <a:pt x="3593" y="1811"/>
                  <a:pt x="3570" y="1718"/>
                </a:cubicBezTo>
                <a:cubicBezTo>
                  <a:pt x="3540" y="1598"/>
                  <a:pt x="3550" y="1468"/>
                  <a:pt x="3547" y="1346"/>
                </a:cubicBezTo>
                <a:cubicBezTo>
                  <a:pt x="3547" y="1245"/>
                  <a:pt x="3541" y="1145"/>
                  <a:pt x="3530" y="1045"/>
                </a:cubicBezTo>
                <a:cubicBezTo>
                  <a:pt x="3524" y="999"/>
                  <a:pt x="3513" y="953"/>
                  <a:pt x="3499" y="909"/>
                </a:cubicBezTo>
                <a:cubicBezTo>
                  <a:pt x="3500" y="830"/>
                  <a:pt x="3442" y="748"/>
                  <a:pt x="3424" y="673"/>
                </a:cubicBezTo>
                <a:cubicBezTo>
                  <a:pt x="3401" y="581"/>
                  <a:pt x="3330" y="494"/>
                  <a:pt x="3286" y="410"/>
                </a:cubicBezTo>
                <a:cubicBezTo>
                  <a:pt x="3235" y="312"/>
                  <a:pt x="3154" y="262"/>
                  <a:pt x="3070" y="198"/>
                </a:cubicBezTo>
                <a:cubicBezTo>
                  <a:pt x="3033" y="170"/>
                  <a:pt x="2962" y="121"/>
                  <a:pt x="2909" y="115"/>
                </a:cubicBezTo>
                <a:cubicBezTo>
                  <a:pt x="2873" y="103"/>
                  <a:pt x="2835" y="97"/>
                  <a:pt x="2797" y="95"/>
                </a:cubicBezTo>
                <a:cubicBezTo>
                  <a:pt x="2778" y="94"/>
                  <a:pt x="2759" y="94"/>
                  <a:pt x="2740" y="94"/>
                </a:cubicBezTo>
                <a:cubicBezTo>
                  <a:pt x="2662" y="94"/>
                  <a:pt x="2585" y="104"/>
                  <a:pt x="2509" y="123"/>
                </a:cubicBezTo>
                <a:cubicBezTo>
                  <a:pt x="2406" y="147"/>
                  <a:pt x="2306" y="172"/>
                  <a:pt x="2211" y="221"/>
                </a:cubicBezTo>
                <a:cubicBezTo>
                  <a:pt x="2132" y="261"/>
                  <a:pt x="2042" y="304"/>
                  <a:pt x="1975" y="360"/>
                </a:cubicBezTo>
                <a:cubicBezTo>
                  <a:pt x="1944" y="385"/>
                  <a:pt x="1909" y="406"/>
                  <a:pt x="1878" y="430"/>
                </a:cubicBezTo>
                <a:cubicBezTo>
                  <a:pt x="1828" y="471"/>
                  <a:pt x="1780" y="515"/>
                  <a:pt x="1731" y="558"/>
                </a:cubicBezTo>
                <a:cubicBezTo>
                  <a:pt x="1667" y="615"/>
                  <a:pt x="1622" y="688"/>
                  <a:pt x="1572" y="757"/>
                </a:cubicBezTo>
                <a:cubicBezTo>
                  <a:pt x="1547" y="788"/>
                  <a:pt x="1523" y="820"/>
                  <a:pt x="1501" y="854"/>
                </a:cubicBezTo>
                <a:cubicBezTo>
                  <a:pt x="1469" y="902"/>
                  <a:pt x="1419" y="948"/>
                  <a:pt x="1394" y="1000"/>
                </a:cubicBezTo>
                <a:cubicBezTo>
                  <a:pt x="1378" y="1027"/>
                  <a:pt x="1360" y="1052"/>
                  <a:pt x="1339" y="1076"/>
                </a:cubicBezTo>
                <a:cubicBezTo>
                  <a:pt x="1335" y="1081"/>
                  <a:pt x="1331" y="1087"/>
                  <a:pt x="1328" y="1093"/>
                </a:cubicBezTo>
                <a:cubicBezTo>
                  <a:pt x="1323" y="1102"/>
                  <a:pt x="1319" y="1111"/>
                  <a:pt x="1315" y="1120"/>
                </a:cubicBezTo>
                <a:cubicBezTo>
                  <a:pt x="1314" y="1120"/>
                  <a:pt x="1314" y="1120"/>
                  <a:pt x="1313" y="1120"/>
                </a:cubicBezTo>
                <a:lnTo>
                  <a:pt x="1312" y="1121"/>
                </a:lnTo>
                <a:cubicBezTo>
                  <a:pt x="1274" y="1171"/>
                  <a:pt x="1240" y="1223"/>
                  <a:pt x="1209" y="1277"/>
                </a:cubicBezTo>
                <a:cubicBezTo>
                  <a:pt x="1204" y="1285"/>
                  <a:pt x="1199" y="1294"/>
                  <a:pt x="1194" y="1303"/>
                </a:cubicBezTo>
                <a:cubicBezTo>
                  <a:pt x="1183" y="1315"/>
                  <a:pt x="1173" y="1327"/>
                  <a:pt x="1166" y="1341"/>
                </a:cubicBezTo>
                <a:cubicBezTo>
                  <a:pt x="1165" y="1342"/>
                  <a:pt x="1164" y="1343"/>
                  <a:pt x="1164" y="1344"/>
                </a:cubicBezTo>
                <a:cubicBezTo>
                  <a:pt x="1153" y="1365"/>
                  <a:pt x="1146" y="1390"/>
                  <a:pt x="1138" y="1412"/>
                </a:cubicBezTo>
                <a:cubicBezTo>
                  <a:pt x="1126" y="1437"/>
                  <a:pt x="1114" y="1462"/>
                  <a:pt x="1102" y="1488"/>
                </a:cubicBezTo>
                <a:lnTo>
                  <a:pt x="1091" y="1514"/>
                </a:lnTo>
                <a:cubicBezTo>
                  <a:pt x="1071" y="1552"/>
                  <a:pt x="1051" y="1590"/>
                  <a:pt x="1036" y="1630"/>
                </a:cubicBezTo>
                <a:cubicBezTo>
                  <a:pt x="1003" y="1714"/>
                  <a:pt x="963" y="1796"/>
                  <a:pt x="932" y="1881"/>
                </a:cubicBezTo>
                <a:cubicBezTo>
                  <a:pt x="928" y="1893"/>
                  <a:pt x="924" y="1905"/>
                  <a:pt x="921" y="1917"/>
                </a:cubicBezTo>
                <a:cubicBezTo>
                  <a:pt x="919" y="1918"/>
                  <a:pt x="917" y="1920"/>
                  <a:pt x="916" y="1922"/>
                </a:cubicBezTo>
                <a:cubicBezTo>
                  <a:pt x="915" y="1924"/>
                  <a:pt x="914" y="1925"/>
                  <a:pt x="914" y="1928"/>
                </a:cubicBezTo>
                <a:cubicBezTo>
                  <a:pt x="914" y="1930"/>
                  <a:pt x="915" y="1933"/>
                  <a:pt x="916" y="1935"/>
                </a:cubicBezTo>
                <a:lnTo>
                  <a:pt x="912" y="1952"/>
                </a:lnTo>
                <a:cubicBezTo>
                  <a:pt x="903" y="1981"/>
                  <a:pt x="895" y="2011"/>
                  <a:pt x="888" y="2040"/>
                </a:cubicBezTo>
                <a:cubicBezTo>
                  <a:pt x="884" y="2050"/>
                  <a:pt x="879" y="2060"/>
                  <a:pt x="874" y="2070"/>
                </a:cubicBezTo>
                <a:cubicBezTo>
                  <a:pt x="848" y="2116"/>
                  <a:pt x="854" y="2193"/>
                  <a:pt x="844" y="2245"/>
                </a:cubicBezTo>
                <a:cubicBezTo>
                  <a:pt x="834" y="2296"/>
                  <a:pt x="829" y="2345"/>
                  <a:pt x="822" y="2396"/>
                </a:cubicBezTo>
                <a:cubicBezTo>
                  <a:pt x="820" y="2415"/>
                  <a:pt x="817" y="2434"/>
                  <a:pt x="814" y="2453"/>
                </a:cubicBezTo>
                <a:cubicBezTo>
                  <a:pt x="800" y="2531"/>
                  <a:pt x="792" y="2611"/>
                  <a:pt x="791" y="2691"/>
                </a:cubicBezTo>
                <a:cubicBezTo>
                  <a:pt x="790" y="2717"/>
                  <a:pt x="787" y="2744"/>
                  <a:pt x="783" y="2770"/>
                </a:cubicBezTo>
                <a:cubicBezTo>
                  <a:pt x="779" y="2788"/>
                  <a:pt x="775" y="2805"/>
                  <a:pt x="771" y="2823"/>
                </a:cubicBezTo>
                <a:cubicBezTo>
                  <a:pt x="767" y="2840"/>
                  <a:pt x="756" y="2902"/>
                  <a:pt x="752" y="2922"/>
                </a:cubicBezTo>
                <a:cubicBezTo>
                  <a:pt x="746" y="2914"/>
                  <a:pt x="739" y="2907"/>
                  <a:pt x="732" y="2900"/>
                </a:cubicBezTo>
                <a:cubicBezTo>
                  <a:pt x="702" y="2876"/>
                  <a:pt x="683" y="2856"/>
                  <a:pt x="658" y="2847"/>
                </a:cubicBezTo>
                <a:cubicBezTo>
                  <a:pt x="660" y="2844"/>
                  <a:pt x="662" y="2842"/>
                  <a:pt x="663" y="2839"/>
                </a:cubicBezTo>
                <a:cubicBezTo>
                  <a:pt x="666" y="2834"/>
                  <a:pt x="668" y="2828"/>
                  <a:pt x="668" y="2822"/>
                </a:cubicBezTo>
                <a:cubicBezTo>
                  <a:pt x="675" y="2798"/>
                  <a:pt x="674" y="2772"/>
                  <a:pt x="679" y="2748"/>
                </a:cubicBezTo>
                <a:cubicBezTo>
                  <a:pt x="686" y="2716"/>
                  <a:pt x="691" y="2684"/>
                  <a:pt x="694" y="2652"/>
                </a:cubicBezTo>
                <a:cubicBezTo>
                  <a:pt x="697" y="2646"/>
                  <a:pt x="700" y="2639"/>
                  <a:pt x="703" y="2633"/>
                </a:cubicBezTo>
                <a:cubicBezTo>
                  <a:pt x="704" y="2632"/>
                  <a:pt x="704" y="2632"/>
                  <a:pt x="704" y="2631"/>
                </a:cubicBezTo>
                <a:cubicBezTo>
                  <a:pt x="705" y="2630"/>
                  <a:pt x="705" y="2629"/>
                  <a:pt x="706" y="2629"/>
                </a:cubicBezTo>
                <a:cubicBezTo>
                  <a:pt x="714" y="2614"/>
                  <a:pt x="719" y="2597"/>
                  <a:pt x="719" y="2580"/>
                </a:cubicBezTo>
                <a:cubicBezTo>
                  <a:pt x="719" y="2574"/>
                  <a:pt x="718" y="2567"/>
                  <a:pt x="717" y="2561"/>
                </a:cubicBezTo>
                <a:cubicBezTo>
                  <a:pt x="717" y="2559"/>
                  <a:pt x="717" y="2557"/>
                  <a:pt x="717" y="2555"/>
                </a:cubicBezTo>
                <a:cubicBezTo>
                  <a:pt x="717" y="2545"/>
                  <a:pt x="715" y="2535"/>
                  <a:pt x="710" y="2525"/>
                </a:cubicBezTo>
                <a:cubicBezTo>
                  <a:pt x="712" y="2523"/>
                  <a:pt x="712" y="2520"/>
                  <a:pt x="712" y="2517"/>
                </a:cubicBezTo>
                <a:cubicBezTo>
                  <a:pt x="712" y="2510"/>
                  <a:pt x="712" y="2503"/>
                  <a:pt x="712" y="2496"/>
                </a:cubicBezTo>
                <a:cubicBezTo>
                  <a:pt x="721" y="2460"/>
                  <a:pt x="716" y="2410"/>
                  <a:pt x="721" y="2381"/>
                </a:cubicBezTo>
                <a:cubicBezTo>
                  <a:pt x="727" y="2346"/>
                  <a:pt x="727" y="2310"/>
                  <a:pt x="729" y="2274"/>
                </a:cubicBezTo>
                <a:cubicBezTo>
                  <a:pt x="740" y="2197"/>
                  <a:pt x="756" y="2121"/>
                  <a:pt x="775" y="2046"/>
                </a:cubicBezTo>
                <a:cubicBezTo>
                  <a:pt x="809" y="1906"/>
                  <a:pt x="839" y="1768"/>
                  <a:pt x="897" y="1636"/>
                </a:cubicBezTo>
                <a:cubicBezTo>
                  <a:pt x="954" y="1503"/>
                  <a:pt x="1030" y="1378"/>
                  <a:pt x="1086" y="1245"/>
                </a:cubicBezTo>
                <a:cubicBezTo>
                  <a:pt x="1117" y="1175"/>
                  <a:pt x="1152" y="1107"/>
                  <a:pt x="1191" y="1040"/>
                </a:cubicBezTo>
                <a:cubicBezTo>
                  <a:pt x="1203" y="1019"/>
                  <a:pt x="1215" y="999"/>
                  <a:pt x="1228" y="978"/>
                </a:cubicBezTo>
                <a:cubicBezTo>
                  <a:pt x="1268" y="931"/>
                  <a:pt x="1303" y="873"/>
                  <a:pt x="1343" y="821"/>
                </a:cubicBezTo>
                <a:moveTo>
                  <a:pt x="65" y="2731"/>
                </a:moveTo>
                <a:cubicBezTo>
                  <a:pt x="51" y="2699"/>
                  <a:pt x="41" y="2666"/>
                  <a:pt x="33" y="2633"/>
                </a:cubicBezTo>
                <a:cubicBezTo>
                  <a:pt x="26" y="2605"/>
                  <a:pt x="22" y="2577"/>
                  <a:pt x="22" y="2549"/>
                </a:cubicBezTo>
                <a:cubicBezTo>
                  <a:pt x="22" y="2545"/>
                  <a:pt x="22" y="2541"/>
                  <a:pt x="22" y="2537"/>
                </a:cubicBezTo>
                <a:cubicBezTo>
                  <a:pt x="24" y="2537"/>
                  <a:pt x="25" y="2537"/>
                  <a:pt x="25" y="2534"/>
                </a:cubicBezTo>
                <a:cubicBezTo>
                  <a:pt x="14" y="2467"/>
                  <a:pt x="66" y="2344"/>
                  <a:pt x="115" y="2295"/>
                </a:cubicBezTo>
                <a:cubicBezTo>
                  <a:pt x="185" y="2225"/>
                  <a:pt x="243" y="2154"/>
                  <a:pt x="331" y="2105"/>
                </a:cubicBezTo>
                <a:cubicBezTo>
                  <a:pt x="356" y="2091"/>
                  <a:pt x="381" y="2078"/>
                  <a:pt x="406" y="2064"/>
                </a:cubicBezTo>
                <a:cubicBezTo>
                  <a:pt x="443" y="2042"/>
                  <a:pt x="491" y="2032"/>
                  <a:pt x="526" y="2008"/>
                </a:cubicBezTo>
                <a:cubicBezTo>
                  <a:pt x="560" y="1984"/>
                  <a:pt x="603" y="1983"/>
                  <a:pt x="638" y="1963"/>
                </a:cubicBezTo>
                <a:cubicBezTo>
                  <a:pt x="658" y="1952"/>
                  <a:pt x="680" y="1943"/>
                  <a:pt x="703" y="1935"/>
                </a:cubicBezTo>
                <a:cubicBezTo>
                  <a:pt x="703" y="1936"/>
                  <a:pt x="703" y="1936"/>
                  <a:pt x="704" y="1936"/>
                </a:cubicBezTo>
                <a:lnTo>
                  <a:pt x="705" y="1937"/>
                </a:lnTo>
                <a:cubicBezTo>
                  <a:pt x="707" y="1937"/>
                  <a:pt x="709" y="1937"/>
                  <a:pt x="711" y="1937"/>
                </a:cubicBezTo>
                <a:cubicBezTo>
                  <a:pt x="732" y="1937"/>
                  <a:pt x="752" y="1931"/>
                  <a:pt x="769" y="1921"/>
                </a:cubicBezTo>
                <a:cubicBezTo>
                  <a:pt x="770" y="1920"/>
                  <a:pt x="770" y="1921"/>
                  <a:pt x="770" y="1921"/>
                </a:cubicBezTo>
                <a:cubicBezTo>
                  <a:pt x="766" y="1937"/>
                  <a:pt x="763" y="1953"/>
                  <a:pt x="759" y="1968"/>
                </a:cubicBezTo>
                <a:cubicBezTo>
                  <a:pt x="724" y="1979"/>
                  <a:pt x="691" y="1992"/>
                  <a:pt x="658" y="2006"/>
                </a:cubicBezTo>
                <a:cubicBezTo>
                  <a:pt x="605" y="2024"/>
                  <a:pt x="553" y="2046"/>
                  <a:pt x="503" y="2071"/>
                </a:cubicBezTo>
                <a:cubicBezTo>
                  <a:pt x="457" y="2097"/>
                  <a:pt x="409" y="2121"/>
                  <a:pt x="365" y="2148"/>
                </a:cubicBezTo>
                <a:cubicBezTo>
                  <a:pt x="345" y="2159"/>
                  <a:pt x="326" y="2168"/>
                  <a:pt x="308" y="2180"/>
                </a:cubicBezTo>
                <a:cubicBezTo>
                  <a:pt x="289" y="2191"/>
                  <a:pt x="273" y="2214"/>
                  <a:pt x="253" y="2223"/>
                </a:cubicBezTo>
                <a:cubicBezTo>
                  <a:pt x="208" y="2246"/>
                  <a:pt x="138" y="2322"/>
                  <a:pt x="116" y="2365"/>
                </a:cubicBezTo>
                <a:cubicBezTo>
                  <a:pt x="94" y="2407"/>
                  <a:pt x="69" y="2447"/>
                  <a:pt x="72" y="2496"/>
                </a:cubicBezTo>
                <a:cubicBezTo>
                  <a:pt x="74" y="2523"/>
                  <a:pt x="77" y="2551"/>
                  <a:pt x="81" y="2578"/>
                </a:cubicBezTo>
                <a:cubicBezTo>
                  <a:pt x="82" y="2610"/>
                  <a:pt x="89" y="2641"/>
                  <a:pt x="101" y="2670"/>
                </a:cubicBezTo>
                <a:cubicBezTo>
                  <a:pt x="128" y="2729"/>
                  <a:pt x="165" y="2779"/>
                  <a:pt x="199" y="2834"/>
                </a:cubicBezTo>
                <a:cubicBezTo>
                  <a:pt x="230" y="2884"/>
                  <a:pt x="282" y="2909"/>
                  <a:pt x="322" y="2948"/>
                </a:cubicBezTo>
                <a:cubicBezTo>
                  <a:pt x="343" y="2967"/>
                  <a:pt x="381" y="2975"/>
                  <a:pt x="406" y="2993"/>
                </a:cubicBezTo>
                <a:cubicBezTo>
                  <a:pt x="412" y="2997"/>
                  <a:pt x="418" y="3000"/>
                  <a:pt x="424" y="3004"/>
                </a:cubicBezTo>
                <a:cubicBezTo>
                  <a:pt x="434" y="3009"/>
                  <a:pt x="445" y="3015"/>
                  <a:pt x="456" y="3020"/>
                </a:cubicBezTo>
                <a:cubicBezTo>
                  <a:pt x="456" y="3021"/>
                  <a:pt x="457" y="3023"/>
                  <a:pt x="458" y="3025"/>
                </a:cubicBezTo>
                <a:cubicBezTo>
                  <a:pt x="462" y="3032"/>
                  <a:pt x="468" y="3038"/>
                  <a:pt x="474" y="3043"/>
                </a:cubicBezTo>
                <a:lnTo>
                  <a:pt x="490" y="3056"/>
                </a:lnTo>
                <a:cubicBezTo>
                  <a:pt x="494" y="3082"/>
                  <a:pt x="504" y="3138"/>
                  <a:pt x="485" y="3134"/>
                </a:cubicBezTo>
                <a:cubicBezTo>
                  <a:pt x="469" y="3132"/>
                  <a:pt x="431" y="3097"/>
                  <a:pt x="418" y="3086"/>
                </a:cubicBezTo>
                <a:cubicBezTo>
                  <a:pt x="392" y="3066"/>
                  <a:pt x="354" y="3027"/>
                  <a:pt x="318" y="3014"/>
                </a:cubicBezTo>
                <a:cubicBezTo>
                  <a:pt x="305" y="2982"/>
                  <a:pt x="243" y="2943"/>
                  <a:pt x="215" y="2925"/>
                </a:cubicBezTo>
                <a:cubicBezTo>
                  <a:pt x="174" y="2899"/>
                  <a:pt x="115" y="2835"/>
                  <a:pt x="98" y="2787"/>
                </a:cubicBezTo>
                <a:cubicBezTo>
                  <a:pt x="94" y="2778"/>
                  <a:pt x="89" y="2770"/>
                  <a:pt x="84" y="2761"/>
                </a:cubicBezTo>
                <a:cubicBezTo>
                  <a:pt x="78" y="2751"/>
                  <a:pt x="72" y="2741"/>
                  <a:pt x="65" y="2731"/>
                </a:cubicBezTo>
                <a:moveTo>
                  <a:pt x="3699" y="5772"/>
                </a:moveTo>
                <a:cubicBezTo>
                  <a:pt x="3697" y="5776"/>
                  <a:pt x="3694" y="5780"/>
                  <a:pt x="3692" y="5784"/>
                </a:cubicBezTo>
                <a:cubicBezTo>
                  <a:pt x="3691" y="5784"/>
                  <a:pt x="3690" y="5784"/>
                  <a:pt x="3689" y="5785"/>
                </a:cubicBezTo>
                <a:cubicBezTo>
                  <a:pt x="3688" y="5785"/>
                  <a:pt x="3686" y="5787"/>
                  <a:pt x="3685" y="5788"/>
                </a:cubicBezTo>
                <a:cubicBezTo>
                  <a:pt x="3654" y="5826"/>
                  <a:pt x="3615" y="5863"/>
                  <a:pt x="3582" y="5900"/>
                </a:cubicBezTo>
                <a:cubicBezTo>
                  <a:pt x="3565" y="5920"/>
                  <a:pt x="3546" y="5938"/>
                  <a:pt x="3526" y="5955"/>
                </a:cubicBezTo>
                <a:cubicBezTo>
                  <a:pt x="3519" y="5959"/>
                  <a:pt x="3513" y="5963"/>
                  <a:pt x="3506" y="5967"/>
                </a:cubicBezTo>
                <a:cubicBezTo>
                  <a:pt x="3495" y="5973"/>
                  <a:pt x="3485" y="5979"/>
                  <a:pt x="3474" y="5984"/>
                </a:cubicBezTo>
                <a:cubicBezTo>
                  <a:pt x="3454" y="5996"/>
                  <a:pt x="3435" y="6011"/>
                  <a:pt x="3418" y="6026"/>
                </a:cubicBezTo>
                <a:cubicBezTo>
                  <a:pt x="3409" y="6033"/>
                  <a:pt x="3399" y="6039"/>
                  <a:pt x="3389" y="6046"/>
                </a:cubicBezTo>
                <a:cubicBezTo>
                  <a:pt x="3350" y="6067"/>
                  <a:pt x="3311" y="6087"/>
                  <a:pt x="3270" y="6105"/>
                </a:cubicBezTo>
                <a:lnTo>
                  <a:pt x="3259" y="6110"/>
                </a:lnTo>
                <a:cubicBezTo>
                  <a:pt x="3200" y="6135"/>
                  <a:pt x="3141" y="6159"/>
                  <a:pt x="3081" y="6181"/>
                </a:cubicBezTo>
                <a:cubicBezTo>
                  <a:pt x="3014" y="6207"/>
                  <a:pt x="2948" y="6232"/>
                  <a:pt x="2882" y="6255"/>
                </a:cubicBezTo>
                <a:cubicBezTo>
                  <a:pt x="2859" y="6259"/>
                  <a:pt x="2837" y="6264"/>
                  <a:pt x="2815" y="6271"/>
                </a:cubicBezTo>
                <a:cubicBezTo>
                  <a:pt x="2761" y="6291"/>
                  <a:pt x="2698" y="6291"/>
                  <a:pt x="2642" y="6305"/>
                </a:cubicBezTo>
                <a:cubicBezTo>
                  <a:pt x="2615" y="6312"/>
                  <a:pt x="2582" y="6305"/>
                  <a:pt x="2554" y="6309"/>
                </a:cubicBezTo>
                <a:cubicBezTo>
                  <a:pt x="2520" y="6313"/>
                  <a:pt x="2487" y="6313"/>
                  <a:pt x="2453" y="6314"/>
                </a:cubicBezTo>
                <a:lnTo>
                  <a:pt x="2450" y="6314"/>
                </a:lnTo>
                <a:cubicBezTo>
                  <a:pt x="2328" y="6304"/>
                  <a:pt x="2203" y="6306"/>
                  <a:pt x="2082" y="6288"/>
                </a:cubicBezTo>
                <a:cubicBezTo>
                  <a:pt x="1999" y="6276"/>
                  <a:pt x="1915" y="6277"/>
                  <a:pt x="1831" y="6268"/>
                </a:cubicBezTo>
                <a:lnTo>
                  <a:pt x="1761" y="6255"/>
                </a:lnTo>
                <a:cubicBezTo>
                  <a:pt x="1748" y="6249"/>
                  <a:pt x="1734" y="6245"/>
                  <a:pt x="1720" y="6243"/>
                </a:cubicBezTo>
                <a:cubicBezTo>
                  <a:pt x="1696" y="6239"/>
                  <a:pt x="1673" y="6234"/>
                  <a:pt x="1650" y="6227"/>
                </a:cubicBezTo>
                <a:cubicBezTo>
                  <a:pt x="1623" y="6213"/>
                  <a:pt x="1594" y="6203"/>
                  <a:pt x="1564" y="6197"/>
                </a:cubicBezTo>
                <a:cubicBezTo>
                  <a:pt x="1546" y="6191"/>
                  <a:pt x="1527" y="6184"/>
                  <a:pt x="1510" y="6177"/>
                </a:cubicBezTo>
                <a:cubicBezTo>
                  <a:pt x="1492" y="6170"/>
                  <a:pt x="1477" y="6155"/>
                  <a:pt x="1456" y="6154"/>
                </a:cubicBezTo>
                <a:lnTo>
                  <a:pt x="1454" y="6154"/>
                </a:lnTo>
                <a:lnTo>
                  <a:pt x="1454" y="6145"/>
                </a:lnTo>
                <a:cubicBezTo>
                  <a:pt x="1450" y="6111"/>
                  <a:pt x="1446" y="6078"/>
                  <a:pt x="1439" y="6043"/>
                </a:cubicBezTo>
                <a:cubicBezTo>
                  <a:pt x="1439" y="6040"/>
                  <a:pt x="1433" y="6039"/>
                  <a:pt x="1432" y="6043"/>
                </a:cubicBezTo>
                <a:cubicBezTo>
                  <a:pt x="1426" y="6075"/>
                  <a:pt x="1422" y="6107"/>
                  <a:pt x="1422" y="6140"/>
                </a:cubicBezTo>
                <a:cubicBezTo>
                  <a:pt x="1422" y="6159"/>
                  <a:pt x="1424" y="6177"/>
                  <a:pt x="1400" y="6179"/>
                </a:cubicBezTo>
                <a:cubicBezTo>
                  <a:pt x="1398" y="6179"/>
                  <a:pt x="1396" y="6179"/>
                  <a:pt x="1395" y="6179"/>
                </a:cubicBezTo>
                <a:cubicBezTo>
                  <a:pt x="1393" y="6179"/>
                  <a:pt x="1392" y="6179"/>
                  <a:pt x="1391" y="6179"/>
                </a:cubicBezTo>
                <a:cubicBezTo>
                  <a:pt x="1363" y="6162"/>
                  <a:pt x="1329" y="6157"/>
                  <a:pt x="1325" y="6116"/>
                </a:cubicBezTo>
                <a:cubicBezTo>
                  <a:pt x="1320" y="6060"/>
                  <a:pt x="1322" y="6004"/>
                  <a:pt x="1312" y="5949"/>
                </a:cubicBezTo>
                <a:cubicBezTo>
                  <a:pt x="1312" y="5949"/>
                  <a:pt x="1313" y="5948"/>
                  <a:pt x="1312" y="5948"/>
                </a:cubicBezTo>
                <a:cubicBezTo>
                  <a:pt x="1311" y="5947"/>
                  <a:pt x="1311" y="5947"/>
                  <a:pt x="1310" y="5947"/>
                </a:cubicBezTo>
                <a:lnTo>
                  <a:pt x="1309" y="5947"/>
                </a:lnTo>
                <a:cubicBezTo>
                  <a:pt x="1308" y="5947"/>
                  <a:pt x="1308" y="5947"/>
                  <a:pt x="1307" y="5947"/>
                </a:cubicBezTo>
                <a:lnTo>
                  <a:pt x="1306" y="5948"/>
                </a:lnTo>
                <a:cubicBezTo>
                  <a:pt x="1306" y="5949"/>
                  <a:pt x="1306" y="5949"/>
                  <a:pt x="1306" y="5949"/>
                </a:cubicBezTo>
                <a:cubicBezTo>
                  <a:pt x="1299" y="5987"/>
                  <a:pt x="1296" y="6026"/>
                  <a:pt x="1296" y="6065"/>
                </a:cubicBezTo>
                <a:cubicBezTo>
                  <a:pt x="1296" y="6087"/>
                  <a:pt x="1297" y="6110"/>
                  <a:pt x="1299" y="6132"/>
                </a:cubicBezTo>
                <a:cubicBezTo>
                  <a:pt x="1289" y="6128"/>
                  <a:pt x="1278" y="6125"/>
                  <a:pt x="1268" y="6122"/>
                </a:cubicBezTo>
                <a:cubicBezTo>
                  <a:pt x="1269" y="6115"/>
                  <a:pt x="1270" y="6108"/>
                  <a:pt x="1270" y="6101"/>
                </a:cubicBezTo>
                <a:cubicBezTo>
                  <a:pt x="1270" y="6097"/>
                  <a:pt x="1270" y="6092"/>
                  <a:pt x="1269" y="6087"/>
                </a:cubicBezTo>
                <a:cubicBezTo>
                  <a:pt x="1269" y="6069"/>
                  <a:pt x="1267" y="6050"/>
                  <a:pt x="1266" y="6032"/>
                </a:cubicBezTo>
                <a:cubicBezTo>
                  <a:pt x="1266" y="6021"/>
                  <a:pt x="1248" y="6022"/>
                  <a:pt x="1247" y="6032"/>
                </a:cubicBezTo>
                <a:cubicBezTo>
                  <a:pt x="1246" y="6048"/>
                  <a:pt x="1245" y="6064"/>
                  <a:pt x="1244" y="6079"/>
                </a:cubicBezTo>
                <a:cubicBezTo>
                  <a:pt x="1243" y="6087"/>
                  <a:pt x="1242" y="6095"/>
                  <a:pt x="1242" y="6103"/>
                </a:cubicBezTo>
                <a:cubicBezTo>
                  <a:pt x="1242" y="6107"/>
                  <a:pt x="1243" y="6110"/>
                  <a:pt x="1243" y="6114"/>
                </a:cubicBezTo>
                <a:cubicBezTo>
                  <a:pt x="1236" y="6112"/>
                  <a:pt x="1229" y="6110"/>
                  <a:pt x="1223" y="6107"/>
                </a:cubicBezTo>
                <a:cubicBezTo>
                  <a:pt x="1228" y="6101"/>
                  <a:pt x="1225" y="6093"/>
                  <a:pt x="1223" y="6085"/>
                </a:cubicBezTo>
                <a:cubicBezTo>
                  <a:pt x="1219" y="6071"/>
                  <a:pt x="1217" y="6057"/>
                  <a:pt x="1216" y="6042"/>
                </a:cubicBezTo>
                <a:cubicBezTo>
                  <a:pt x="1216" y="6038"/>
                  <a:pt x="1208" y="6038"/>
                  <a:pt x="1207" y="6042"/>
                </a:cubicBezTo>
                <a:cubicBezTo>
                  <a:pt x="1206" y="6053"/>
                  <a:pt x="1205" y="6064"/>
                  <a:pt x="1205" y="6075"/>
                </a:cubicBezTo>
                <a:cubicBezTo>
                  <a:pt x="1205" y="6078"/>
                  <a:pt x="1205" y="6080"/>
                  <a:pt x="1205" y="6082"/>
                </a:cubicBezTo>
                <a:cubicBezTo>
                  <a:pt x="1205" y="6088"/>
                  <a:pt x="1206" y="6094"/>
                  <a:pt x="1208" y="6100"/>
                </a:cubicBezTo>
                <a:cubicBezTo>
                  <a:pt x="1201" y="6097"/>
                  <a:pt x="1194" y="6093"/>
                  <a:pt x="1187" y="6089"/>
                </a:cubicBezTo>
                <a:cubicBezTo>
                  <a:pt x="1188" y="6087"/>
                  <a:pt x="1188" y="6086"/>
                  <a:pt x="1188" y="6084"/>
                </a:cubicBezTo>
                <a:cubicBezTo>
                  <a:pt x="1188" y="6082"/>
                  <a:pt x="1188" y="6080"/>
                  <a:pt x="1187" y="6078"/>
                </a:cubicBezTo>
                <a:cubicBezTo>
                  <a:pt x="1188" y="6078"/>
                  <a:pt x="1188" y="6077"/>
                  <a:pt x="1189" y="6076"/>
                </a:cubicBezTo>
                <a:cubicBezTo>
                  <a:pt x="1190" y="6074"/>
                  <a:pt x="1190" y="6072"/>
                  <a:pt x="1190" y="6070"/>
                </a:cubicBezTo>
                <a:cubicBezTo>
                  <a:pt x="1190" y="6068"/>
                  <a:pt x="1190" y="6066"/>
                  <a:pt x="1189" y="6064"/>
                </a:cubicBezTo>
                <a:cubicBezTo>
                  <a:pt x="1183" y="6046"/>
                  <a:pt x="1179" y="6027"/>
                  <a:pt x="1177" y="6007"/>
                </a:cubicBezTo>
                <a:cubicBezTo>
                  <a:pt x="1177" y="6006"/>
                  <a:pt x="1176" y="6006"/>
                  <a:pt x="1176" y="6005"/>
                </a:cubicBezTo>
                <a:cubicBezTo>
                  <a:pt x="1175" y="6002"/>
                  <a:pt x="1173" y="6002"/>
                  <a:pt x="1172" y="6001"/>
                </a:cubicBezTo>
                <a:cubicBezTo>
                  <a:pt x="1170" y="6000"/>
                  <a:pt x="1169" y="6000"/>
                  <a:pt x="1167" y="6000"/>
                </a:cubicBezTo>
                <a:cubicBezTo>
                  <a:pt x="1165" y="6000"/>
                  <a:pt x="1164" y="6000"/>
                  <a:pt x="1162" y="6001"/>
                </a:cubicBezTo>
                <a:cubicBezTo>
                  <a:pt x="1160" y="6002"/>
                  <a:pt x="1159" y="6002"/>
                  <a:pt x="1158" y="6005"/>
                </a:cubicBezTo>
                <a:cubicBezTo>
                  <a:pt x="1158" y="6006"/>
                  <a:pt x="1158" y="6006"/>
                  <a:pt x="1157" y="6007"/>
                </a:cubicBezTo>
                <a:cubicBezTo>
                  <a:pt x="1155" y="6016"/>
                  <a:pt x="1153" y="6026"/>
                  <a:pt x="1153" y="6035"/>
                </a:cubicBezTo>
                <a:cubicBezTo>
                  <a:pt x="1153" y="6049"/>
                  <a:pt x="1156" y="6062"/>
                  <a:pt x="1162" y="6075"/>
                </a:cubicBezTo>
                <a:lnTo>
                  <a:pt x="1136" y="6061"/>
                </a:lnTo>
                <a:cubicBezTo>
                  <a:pt x="1137" y="6060"/>
                  <a:pt x="1137" y="6060"/>
                  <a:pt x="1138" y="6059"/>
                </a:cubicBezTo>
                <a:cubicBezTo>
                  <a:pt x="1138" y="6058"/>
                  <a:pt x="1139" y="6056"/>
                  <a:pt x="1139" y="6055"/>
                </a:cubicBezTo>
                <a:cubicBezTo>
                  <a:pt x="1139" y="6054"/>
                  <a:pt x="1139" y="6053"/>
                  <a:pt x="1139" y="6052"/>
                </a:cubicBezTo>
                <a:cubicBezTo>
                  <a:pt x="1139" y="6030"/>
                  <a:pt x="1137" y="6009"/>
                  <a:pt x="1132" y="5987"/>
                </a:cubicBezTo>
                <a:cubicBezTo>
                  <a:pt x="1132" y="5987"/>
                  <a:pt x="1131" y="5986"/>
                  <a:pt x="1131" y="5985"/>
                </a:cubicBezTo>
                <a:cubicBezTo>
                  <a:pt x="1130" y="5983"/>
                  <a:pt x="1129" y="5982"/>
                  <a:pt x="1128" y="5982"/>
                </a:cubicBezTo>
                <a:cubicBezTo>
                  <a:pt x="1127" y="5981"/>
                  <a:pt x="1125" y="5981"/>
                  <a:pt x="1124" y="5981"/>
                </a:cubicBezTo>
                <a:cubicBezTo>
                  <a:pt x="1123" y="5981"/>
                  <a:pt x="1121" y="5981"/>
                  <a:pt x="1120" y="5982"/>
                </a:cubicBezTo>
                <a:cubicBezTo>
                  <a:pt x="1119" y="5982"/>
                  <a:pt x="1118" y="5984"/>
                  <a:pt x="1117" y="5985"/>
                </a:cubicBezTo>
                <a:cubicBezTo>
                  <a:pt x="1116" y="5986"/>
                  <a:pt x="1116" y="5987"/>
                  <a:pt x="1116" y="5987"/>
                </a:cubicBezTo>
                <a:cubicBezTo>
                  <a:pt x="1113" y="5998"/>
                  <a:pt x="1111" y="6010"/>
                  <a:pt x="1111" y="6021"/>
                </a:cubicBezTo>
                <a:cubicBezTo>
                  <a:pt x="1111" y="6030"/>
                  <a:pt x="1112" y="6039"/>
                  <a:pt x="1114" y="6048"/>
                </a:cubicBezTo>
                <a:lnTo>
                  <a:pt x="1101" y="6041"/>
                </a:lnTo>
                <a:cubicBezTo>
                  <a:pt x="1102" y="6036"/>
                  <a:pt x="1102" y="6031"/>
                  <a:pt x="1102" y="6026"/>
                </a:cubicBezTo>
                <a:cubicBezTo>
                  <a:pt x="1102" y="6018"/>
                  <a:pt x="1101" y="6010"/>
                  <a:pt x="1100" y="6002"/>
                </a:cubicBezTo>
                <a:cubicBezTo>
                  <a:pt x="1099" y="5996"/>
                  <a:pt x="1096" y="5997"/>
                  <a:pt x="1095" y="5993"/>
                </a:cubicBezTo>
                <a:cubicBezTo>
                  <a:pt x="1093" y="5983"/>
                  <a:pt x="1092" y="5974"/>
                  <a:pt x="1091" y="5965"/>
                </a:cubicBezTo>
                <a:cubicBezTo>
                  <a:pt x="1091" y="5964"/>
                  <a:pt x="1091" y="5963"/>
                  <a:pt x="1091" y="5962"/>
                </a:cubicBezTo>
                <a:cubicBezTo>
                  <a:pt x="1090" y="5960"/>
                  <a:pt x="1090" y="5960"/>
                  <a:pt x="1089" y="5960"/>
                </a:cubicBezTo>
                <a:cubicBezTo>
                  <a:pt x="1088" y="5959"/>
                  <a:pt x="1087" y="5959"/>
                  <a:pt x="1086" y="5959"/>
                </a:cubicBezTo>
                <a:cubicBezTo>
                  <a:pt x="1085" y="5959"/>
                  <a:pt x="1084" y="5959"/>
                  <a:pt x="1083" y="5960"/>
                </a:cubicBezTo>
                <a:cubicBezTo>
                  <a:pt x="1082" y="5960"/>
                  <a:pt x="1082" y="5960"/>
                  <a:pt x="1081" y="5962"/>
                </a:cubicBezTo>
                <a:cubicBezTo>
                  <a:pt x="1080" y="5963"/>
                  <a:pt x="1080" y="5964"/>
                  <a:pt x="1080" y="5965"/>
                </a:cubicBezTo>
                <a:cubicBezTo>
                  <a:pt x="1079" y="5978"/>
                  <a:pt x="1070" y="5996"/>
                  <a:pt x="1078" y="6008"/>
                </a:cubicBezTo>
                <a:cubicBezTo>
                  <a:pt x="1078" y="6015"/>
                  <a:pt x="1079" y="6022"/>
                  <a:pt x="1080" y="6029"/>
                </a:cubicBezTo>
                <a:lnTo>
                  <a:pt x="1062" y="6018"/>
                </a:lnTo>
                <a:cubicBezTo>
                  <a:pt x="1064" y="6015"/>
                  <a:pt x="1064" y="6011"/>
                  <a:pt x="1064" y="6007"/>
                </a:cubicBezTo>
                <a:cubicBezTo>
                  <a:pt x="1064" y="6005"/>
                  <a:pt x="1064" y="6002"/>
                  <a:pt x="1064" y="6000"/>
                </a:cubicBezTo>
                <a:cubicBezTo>
                  <a:pt x="1055" y="5969"/>
                  <a:pt x="1049" y="5938"/>
                  <a:pt x="1046" y="5906"/>
                </a:cubicBezTo>
                <a:cubicBezTo>
                  <a:pt x="1046" y="5905"/>
                  <a:pt x="1046" y="5904"/>
                  <a:pt x="1045" y="5903"/>
                </a:cubicBezTo>
                <a:cubicBezTo>
                  <a:pt x="1045" y="5903"/>
                  <a:pt x="1044" y="5902"/>
                  <a:pt x="1043" y="5901"/>
                </a:cubicBezTo>
                <a:cubicBezTo>
                  <a:pt x="1043" y="5901"/>
                  <a:pt x="1042" y="5901"/>
                  <a:pt x="1041" y="5901"/>
                </a:cubicBezTo>
                <a:cubicBezTo>
                  <a:pt x="1040" y="5901"/>
                  <a:pt x="1039" y="5900"/>
                  <a:pt x="1038" y="5901"/>
                </a:cubicBezTo>
                <a:cubicBezTo>
                  <a:pt x="1037" y="5901"/>
                  <a:pt x="1037" y="5902"/>
                  <a:pt x="1036" y="5903"/>
                </a:cubicBezTo>
                <a:cubicBezTo>
                  <a:pt x="1035" y="5903"/>
                  <a:pt x="1035" y="5905"/>
                  <a:pt x="1035" y="5906"/>
                </a:cubicBezTo>
                <a:cubicBezTo>
                  <a:pt x="1032" y="5920"/>
                  <a:pt x="1031" y="5933"/>
                  <a:pt x="1031" y="5947"/>
                </a:cubicBezTo>
                <a:cubicBezTo>
                  <a:pt x="1031" y="5967"/>
                  <a:pt x="1034" y="5986"/>
                  <a:pt x="1040" y="6004"/>
                </a:cubicBezTo>
                <a:lnTo>
                  <a:pt x="1022" y="5992"/>
                </a:lnTo>
                <a:cubicBezTo>
                  <a:pt x="1015" y="5974"/>
                  <a:pt x="1011" y="5955"/>
                  <a:pt x="1009" y="5935"/>
                </a:cubicBezTo>
                <a:cubicBezTo>
                  <a:pt x="1009" y="5902"/>
                  <a:pt x="1009" y="5870"/>
                  <a:pt x="1008" y="5837"/>
                </a:cubicBezTo>
                <a:cubicBezTo>
                  <a:pt x="1008" y="5831"/>
                  <a:pt x="998" y="5830"/>
                  <a:pt x="997" y="5837"/>
                </a:cubicBezTo>
                <a:cubicBezTo>
                  <a:pt x="995" y="5885"/>
                  <a:pt x="985" y="5928"/>
                  <a:pt x="994" y="5972"/>
                </a:cubicBezTo>
                <a:lnTo>
                  <a:pt x="979" y="5961"/>
                </a:lnTo>
                <a:cubicBezTo>
                  <a:pt x="974" y="5934"/>
                  <a:pt x="970" y="5908"/>
                  <a:pt x="967" y="5882"/>
                </a:cubicBezTo>
                <a:cubicBezTo>
                  <a:pt x="967" y="5850"/>
                  <a:pt x="966" y="5818"/>
                  <a:pt x="963" y="5786"/>
                </a:cubicBezTo>
                <a:cubicBezTo>
                  <a:pt x="963" y="5779"/>
                  <a:pt x="952" y="5779"/>
                  <a:pt x="952" y="5786"/>
                </a:cubicBezTo>
                <a:cubicBezTo>
                  <a:pt x="952" y="5817"/>
                  <a:pt x="942" y="5849"/>
                  <a:pt x="941" y="5881"/>
                </a:cubicBezTo>
                <a:cubicBezTo>
                  <a:pt x="940" y="5886"/>
                  <a:pt x="940" y="5892"/>
                  <a:pt x="940" y="5897"/>
                </a:cubicBezTo>
                <a:cubicBezTo>
                  <a:pt x="940" y="5902"/>
                  <a:pt x="940" y="5907"/>
                  <a:pt x="941" y="5912"/>
                </a:cubicBezTo>
                <a:cubicBezTo>
                  <a:pt x="930" y="5883"/>
                  <a:pt x="924" y="5851"/>
                  <a:pt x="922" y="5820"/>
                </a:cubicBezTo>
                <a:cubicBezTo>
                  <a:pt x="920" y="5781"/>
                  <a:pt x="918" y="5741"/>
                  <a:pt x="915" y="5703"/>
                </a:cubicBezTo>
                <a:cubicBezTo>
                  <a:pt x="915" y="5699"/>
                  <a:pt x="909" y="5699"/>
                  <a:pt x="908" y="5703"/>
                </a:cubicBezTo>
                <a:cubicBezTo>
                  <a:pt x="904" y="5751"/>
                  <a:pt x="900" y="5800"/>
                  <a:pt x="898" y="5848"/>
                </a:cubicBezTo>
                <a:cubicBezTo>
                  <a:pt x="898" y="5851"/>
                  <a:pt x="898" y="5855"/>
                  <a:pt x="898" y="5858"/>
                </a:cubicBezTo>
                <a:cubicBezTo>
                  <a:pt x="897" y="5850"/>
                  <a:pt x="895" y="5839"/>
                  <a:pt x="895" y="5837"/>
                </a:cubicBezTo>
                <a:cubicBezTo>
                  <a:pt x="890" y="5813"/>
                  <a:pt x="887" y="5788"/>
                  <a:pt x="887" y="5763"/>
                </a:cubicBezTo>
                <a:lnTo>
                  <a:pt x="887" y="5762"/>
                </a:lnTo>
                <a:cubicBezTo>
                  <a:pt x="887" y="5712"/>
                  <a:pt x="887" y="5664"/>
                  <a:pt x="886" y="5613"/>
                </a:cubicBezTo>
                <a:cubicBezTo>
                  <a:pt x="886" y="5607"/>
                  <a:pt x="875" y="5607"/>
                  <a:pt x="875" y="5613"/>
                </a:cubicBezTo>
                <a:cubicBezTo>
                  <a:pt x="872" y="5672"/>
                  <a:pt x="870" y="5734"/>
                  <a:pt x="865" y="5793"/>
                </a:cubicBezTo>
                <a:cubicBezTo>
                  <a:pt x="862" y="5779"/>
                  <a:pt x="854" y="5764"/>
                  <a:pt x="854" y="5756"/>
                </a:cubicBezTo>
                <a:cubicBezTo>
                  <a:pt x="852" y="5710"/>
                  <a:pt x="844" y="5664"/>
                  <a:pt x="840" y="5619"/>
                </a:cubicBezTo>
                <a:cubicBezTo>
                  <a:pt x="840" y="5618"/>
                  <a:pt x="841" y="5616"/>
                  <a:pt x="840" y="5616"/>
                </a:cubicBezTo>
                <a:cubicBezTo>
                  <a:pt x="839" y="5615"/>
                  <a:pt x="839" y="5615"/>
                  <a:pt x="838" y="5615"/>
                </a:cubicBezTo>
                <a:cubicBezTo>
                  <a:pt x="837" y="5614"/>
                  <a:pt x="836" y="5614"/>
                  <a:pt x="835" y="5614"/>
                </a:cubicBezTo>
                <a:cubicBezTo>
                  <a:pt x="835" y="5614"/>
                  <a:pt x="834" y="5614"/>
                  <a:pt x="833" y="5615"/>
                </a:cubicBezTo>
                <a:cubicBezTo>
                  <a:pt x="832" y="5615"/>
                  <a:pt x="832" y="5615"/>
                  <a:pt x="831" y="5616"/>
                </a:cubicBezTo>
                <a:cubicBezTo>
                  <a:pt x="830" y="5616"/>
                  <a:pt x="831" y="5618"/>
                  <a:pt x="831" y="5619"/>
                </a:cubicBezTo>
                <a:cubicBezTo>
                  <a:pt x="827" y="5641"/>
                  <a:pt x="824" y="5664"/>
                  <a:pt x="824" y="5686"/>
                </a:cubicBezTo>
                <a:cubicBezTo>
                  <a:pt x="824" y="5693"/>
                  <a:pt x="825" y="5701"/>
                  <a:pt x="825" y="5708"/>
                </a:cubicBezTo>
                <a:cubicBezTo>
                  <a:pt x="826" y="5713"/>
                  <a:pt x="826" y="5717"/>
                  <a:pt x="826" y="5723"/>
                </a:cubicBezTo>
                <a:cubicBezTo>
                  <a:pt x="826" y="5728"/>
                  <a:pt x="826" y="5734"/>
                  <a:pt x="825" y="5739"/>
                </a:cubicBezTo>
                <a:cubicBezTo>
                  <a:pt x="808" y="5678"/>
                  <a:pt x="799" y="5614"/>
                  <a:pt x="799" y="5551"/>
                </a:cubicBezTo>
                <a:cubicBezTo>
                  <a:pt x="799" y="5547"/>
                  <a:pt x="799" y="5543"/>
                  <a:pt x="799" y="5540"/>
                </a:cubicBezTo>
                <a:cubicBezTo>
                  <a:pt x="799" y="5492"/>
                  <a:pt x="798" y="5443"/>
                  <a:pt x="796" y="5395"/>
                </a:cubicBezTo>
                <a:cubicBezTo>
                  <a:pt x="797" y="5398"/>
                  <a:pt x="798" y="5400"/>
                  <a:pt x="799" y="5403"/>
                </a:cubicBezTo>
                <a:cubicBezTo>
                  <a:pt x="805" y="5415"/>
                  <a:pt x="813" y="5448"/>
                  <a:pt x="833" y="5442"/>
                </a:cubicBezTo>
                <a:cubicBezTo>
                  <a:pt x="834" y="5442"/>
                  <a:pt x="834" y="5441"/>
                  <a:pt x="835" y="5441"/>
                </a:cubicBezTo>
                <a:cubicBezTo>
                  <a:pt x="837" y="5439"/>
                  <a:pt x="838" y="5439"/>
                  <a:pt x="839" y="5437"/>
                </a:cubicBezTo>
                <a:cubicBezTo>
                  <a:pt x="840" y="5435"/>
                  <a:pt x="841" y="5433"/>
                  <a:pt x="841" y="5431"/>
                </a:cubicBezTo>
                <a:cubicBezTo>
                  <a:pt x="841" y="5429"/>
                  <a:pt x="841" y="5428"/>
                  <a:pt x="840" y="5426"/>
                </a:cubicBezTo>
                <a:cubicBezTo>
                  <a:pt x="832" y="5404"/>
                  <a:pt x="819" y="5384"/>
                  <a:pt x="810" y="5362"/>
                </a:cubicBezTo>
                <a:cubicBezTo>
                  <a:pt x="806" y="5346"/>
                  <a:pt x="803" y="5330"/>
                  <a:pt x="802" y="5314"/>
                </a:cubicBezTo>
                <a:cubicBezTo>
                  <a:pt x="806" y="5296"/>
                  <a:pt x="810" y="5279"/>
                  <a:pt x="814" y="5262"/>
                </a:cubicBezTo>
                <a:cubicBezTo>
                  <a:pt x="838" y="5313"/>
                  <a:pt x="863" y="5364"/>
                  <a:pt x="885" y="5415"/>
                </a:cubicBezTo>
                <a:cubicBezTo>
                  <a:pt x="888" y="5422"/>
                  <a:pt x="891" y="5427"/>
                  <a:pt x="895" y="5434"/>
                </a:cubicBezTo>
                <a:cubicBezTo>
                  <a:pt x="897" y="5437"/>
                  <a:pt x="900" y="5442"/>
                  <a:pt x="902" y="5446"/>
                </a:cubicBezTo>
                <a:lnTo>
                  <a:pt x="903" y="5450"/>
                </a:lnTo>
                <a:cubicBezTo>
                  <a:pt x="904" y="5451"/>
                  <a:pt x="903" y="5451"/>
                  <a:pt x="904" y="5452"/>
                </a:cubicBezTo>
                <a:cubicBezTo>
                  <a:pt x="905" y="5453"/>
                  <a:pt x="906" y="5454"/>
                  <a:pt x="908" y="5455"/>
                </a:cubicBezTo>
                <a:lnTo>
                  <a:pt x="909" y="5456"/>
                </a:lnTo>
                <a:cubicBezTo>
                  <a:pt x="916" y="5466"/>
                  <a:pt x="924" y="5475"/>
                  <a:pt x="932" y="5486"/>
                </a:cubicBezTo>
                <a:cubicBezTo>
                  <a:pt x="938" y="5505"/>
                  <a:pt x="945" y="5524"/>
                  <a:pt x="955" y="5541"/>
                </a:cubicBezTo>
                <a:cubicBezTo>
                  <a:pt x="956" y="5543"/>
                  <a:pt x="958" y="5545"/>
                  <a:pt x="959" y="5546"/>
                </a:cubicBezTo>
                <a:cubicBezTo>
                  <a:pt x="961" y="5547"/>
                  <a:pt x="963" y="5547"/>
                  <a:pt x="965" y="5547"/>
                </a:cubicBezTo>
                <a:cubicBezTo>
                  <a:pt x="966" y="5547"/>
                  <a:pt x="967" y="5547"/>
                  <a:pt x="968" y="5547"/>
                </a:cubicBezTo>
                <a:cubicBezTo>
                  <a:pt x="970" y="5550"/>
                  <a:pt x="971" y="5553"/>
                  <a:pt x="973" y="5555"/>
                </a:cubicBezTo>
                <a:cubicBezTo>
                  <a:pt x="981" y="5569"/>
                  <a:pt x="990" y="5582"/>
                  <a:pt x="1000" y="5594"/>
                </a:cubicBezTo>
                <a:cubicBezTo>
                  <a:pt x="1042" y="5642"/>
                  <a:pt x="1091" y="5671"/>
                  <a:pt x="1140" y="5709"/>
                </a:cubicBezTo>
                <a:cubicBezTo>
                  <a:pt x="1159" y="5722"/>
                  <a:pt x="1178" y="5734"/>
                  <a:pt x="1197" y="5746"/>
                </a:cubicBezTo>
                <a:cubicBezTo>
                  <a:pt x="1230" y="5765"/>
                  <a:pt x="1265" y="5781"/>
                  <a:pt x="1301" y="5794"/>
                </a:cubicBezTo>
                <a:cubicBezTo>
                  <a:pt x="1301" y="5799"/>
                  <a:pt x="1301" y="5804"/>
                  <a:pt x="1301" y="5809"/>
                </a:cubicBezTo>
                <a:cubicBezTo>
                  <a:pt x="1259" y="5786"/>
                  <a:pt x="1209" y="5780"/>
                  <a:pt x="1167" y="5758"/>
                </a:cubicBezTo>
                <a:cubicBezTo>
                  <a:pt x="1092" y="5720"/>
                  <a:pt x="990" y="5668"/>
                  <a:pt x="942" y="5593"/>
                </a:cubicBezTo>
                <a:cubicBezTo>
                  <a:pt x="942" y="5593"/>
                  <a:pt x="939" y="5593"/>
                  <a:pt x="940" y="5593"/>
                </a:cubicBezTo>
                <a:cubicBezTo>
                  <a:pt x="949" y="5624"/>
                  <a:pt x="973" y="5638"/>
                  <a:pt x="994" y="5661"/>
                </a:cubicBezTo>
                <a:cubicBezTo>
                  <a:pt x="1026" y="5696"/>
                  <a:pt x="1063" y="5727"/>
                  <a:pt x="1104" y="5752"/>
                </a:cubicBezTo>
                <a:cubicBezTo>
                  <a:pt x="1164" y="5789"/>
                  <a:pt x="1232" y="5808"/>
                  <a:pt x="1295" y="5840"/>
                </a:cubicBezTo>
                <a:cubicBezTo>
                  <a:pt x="1296" y="5841"/>
                  <a:pt x="1298" y="5841"/>
                  <a:pt x="1299" y="5841"/>
                </a:cubicBezTo>
                <a:cubicBezTo>
                  <a:pt x="1299" y="5847"/>
                  <a:pt x="1297" y="5852"/>
                  <a:pt x="1297" y="5857"/>
                </a:cubicBezTo>
                <a:cubicBezTo>
                  <a:pt x="1297" y="5861"/>
                  <a:pt x="1296" y="5866"/>
                  <a:pt x="1296" y="5870"/>
                </a:cubicBezTo>
                <a:cubicBezTo>
                  <a:pt x="1296" y="5881"/>
                  <a:pt x="1297" y="5892"/>
                  <a:pt x="1298" y="5903"/>
                </a:cubicBezTo>
                <a:cubicBezTo>
                  <a:pt x="1298" y="5905"/>
                  <a:pt x="1299" y="5908"/>
                  <a:pt x="1300" y="5910"/>
                </a:cubicBezTo>
                <a:cubicBezTo>
                  <a:pt x="1301" y="5912"/>
                  <a:pt x="1303" y="5912"/>
                  <a:pt x="1305" y="5914"/>
                </a:cubicBezTo>
                <a:cubicBezTo>
                  <a:pt x="1307" y="5915"/>
                  <a:pt x="1308" y="5916"/>
                  <a:pt x="1311" y="5916"/>
                </a:cubicBezTo>
                <a:cubicBezTo>
                  <a:pt x="1313" y="5916"/>
                  <a:pt x="1316" y="5915"/>
                  <a:pt x="1318" y="5914"/>
                </a:cubicBezTo>
                <a:cubicBezTo>
                  <a:pt x="1320" y="5912"/>
                  <a:pt x="1322" y="5911"/>
                  <a:pt x="1323" y="5910"/>
                </a:cubicBezTo>
                <a:cubicBezTo>
                  <a:pt x="1324" y="5908"/>
                  <a:pt x="1324" y="5908"/>
                  <a:pt x="1324" y="5907"/>
                </a:cubicBezTo>
                <a:cubicBezTo>
                  <a:pt x="1326" y="5899"/>
                  <a:pt x="1327" y="5890"/>
                  <a:pt x="1327" y="5882"/>
                </a:cubicBezTo>
                <a:cubicBezTo>
                  <a:pt x="1327" y="5877"/>
                  <a:pt x="1327" y="5872"/>
                  <a:pt x="1326" y="5868"/>
                </a:cubicBezTo>
                <a:cubicBezTo>
                  <a:pt x="1327" y="5852"/>
                  <a:pt x="1328" y="5836"/>
                  <a:pt x="1331" y="5821"/>
                </a:cubicBezTo>
                <a:cubicBezTo>
                  <a:pt x="1331" y="5816"/>
                  <a:pt x="1331" y="5810"/>
                  <a:pt x="1331" y="5805"/>
                </a:cubicBezTo>
                <a:cubicBezTo>
                  <a:pt x="1358" y="5815"/>
                  <a:pt x="1386" y="5824"/>
                  <a:pt x="1414" y="5833"/>
                </a:cubicBezTo>
                <a:cubicBezTo>
                  <a:pt x="1414" y="5835"/>
                  <a:pt x="1415" y="5836"/>
                  <a:pt x="1415" y="5838"/>
                </a:cubicBezTo>
                <a:cubicBezTo>
                  <a:pt x="1417" y="5840"/>
                  <a:pt x="1420" y="5843"/>
                  <a:pt x="1422" y="5844"/>
                </a:cubicBezTo>
                <a:cubicBezTo>
                  <a:pt x="1424" y="5845"/>
                  <a:pt x="1426" y="5846"/>
                  <a:pt x="1427" y="5846"/>
                </a:cubicBezTo>
                <a:cubicBezTo>
                  <a:pt x="1427" y="5860"/>
                  <a:pt x="1427" y="5875"/>
                  <a:pt x="1427" y="5889"/>
                </a:cubicBezTo>
                <a:cubicBezTo>
                  <a:pt x="1427" y="5909"/>
                  <a:pt x="1421" y="5937"/>
                  <a:pt x="1439" y="5949"/>
                </a:cubicBezTo>
                <a:cubicBezTo>
                  <a:pt x="1440" y="5950"/>
                  <a:pt x="1440" y="5950"/>
                  <a:pt x="1442" y="5950"/>
                </a:cubicBezTo>
                <a:cubicBezTo>
                  <a:pt x="1443" y="5950"/>
                  <a:pt x="1445" y="5950"/>
                  <a:pt x="1446" y="5949"/>
                </a:cubicBezTo>
                <a:cubicBezTo>
                  <a:pt x="1461" y="5938"/>
                  <a:pt x="1456" y="5923"/>
                  <a:pt x="1455" y="5905"/>
                </a:cubicBezTo>
                <a:cubicBezTo>
                  <a:pt x="1455" y="5903"/>
                  <a:pt x="1455" y="5900"/>
                  <a:pt x="1455" y="5897"/>
                </a:cubicBezTo>
                <a:cubicBezTo>
                  <a:pt x="1460" y="5899"/>
                  <a:pt x="1464" y="5902"/>
                  <a:pt x="1467" y="5904"/>
                </a:cubicBezTo>
                <a:cubicBezTo>
                  <a:pt x="1468" y="5905"/>
                  <a:pt x="1469" y="5905"/>
                  <a:pt x="1470" y="5906"/>
                </a:cubicBezTo>
                <a:cubicBezTo>
                  <a:pt x="1478" y="5910"/>
                  <a:pt x="1487" y="5914"/>
                  <a:pt x="1497" y="5915"/>
                </a:cubicBezTo>
                <a:cubicBezTo>
                  <a:pt x="1512" y="5917"/>
                  <a:pt x="1526" y="5921"/>
                  <a:pt x="1540" y="5927"/>
                </a:cubicBezTo>
                <a:cubicBezTo>
                  <a:pt x="1541" y="5927"/>
                  <a:pt x="1542" y="5928"/>
                  <a:pt x="1543" y="5928"/>
                </a:cubicBezTo>
                <a:cubicBezTo>
                  <a:pt x="1545" y="5928"/>
                  <a:pt x="1547" y="5927"/>
                  <a:pt x="1548" y="5926"/>
                </a:cubicBezTo>
                <a:cubicBezTo>
                  <a:pt x="1549" y="5925"/>
                  <a:pt x="1550" y="5924"/>
                  <a:pt x="1551" y="5923"/>
                </a:cubicBezTo>
                <a:cubicBezTo>
                  <a:pt x="1551" y="5921"/>
                  <a:pt x="1553" y="5919"/>
                  <a:pt x="1553" y="5918"/>
                </a:cubicBezTo>
                <a:cubicBezTo>
                  <a:pt x="1553" y="5916"/>
                  <a:pt x="1552" y="5915"/>
                  <a:pt x="1551" y="5914"/>
                </a:cubicBezTo>
                <a:cubicBezTo>
                  <a:pt x="1550" y="5913"/>
                  <a:pt x="1551" y="5913"/>
                  <a:pt x="1551" y="5912"/>
                </a:cubicBezTo>
                <a:cubicBezTo>
                  <a:pt x="1547" y="5909"/>
                  <a:pt x="1543" y="5906"/>
                  <a:pt x="1538" y="5903"/>
                </a:cubicBezTo>
                <a:cubicBezTo>
                  <a:pt x="1530" y="5898"/>
                  <a:pt x="1520" y="5895"/>
                  <a:pt x="1510" y="5895"/>
                </a:cubicBezTo>
                <a:cubicBezTo>
                  <a:pt x="1500" y="5894"/>
                  <a:pt x="1490" y="5891"/>
                  <a:pt x="1480" y="5886"/>
                </a:cubicBezTo>
                <a:cubicBezTo>
                  <a:pt x="1477" y="5885"/>
                  <a:pt x="1474" y="5883"/>
                  <a:pt x="1471" y="5882"/>
                </a:cubicBezTo>
                <a:cubicBezTo>
                  <a:pt x="1465" y="5878"/>
                  <a:pt x="1460" y="5875"/>
                  <a:pt x="1455" y="5871"/>
                </a:cubicBezTo>
                <a:cubicBezTo>
                  <a:pt x="1455" y="5863"/>
                  <a:pt x="1455" y="5855"/>
                  <a:pt x="1453" y="5847"/>
                </a:cubicBezTo>
                <a:cubicBezTo>
                  <a:pt x="1471" y="5853"/>
                  <a:pt x="1488" y="5860"/>
                  <a:pt x="1506" y="5867"/>
                </a:cubicBezTo>
                <a:cubicBezTo>
                  <a:pt x="1562" y="5889"/>
                  <a:pt x="1627" y="5890"/>
                  <a:pt x="1686" y="5910"/>
                </a:cubicBezTo>
                <a:cubicBezTo>
                  <a:pt x="1711" y="5918"/>
                  <a:pt x="1740" y="5915"/>
                  <a:pt x="1767" y="5922"/>
                </a:cubicBezTo>
                <a:cubicBezTo>
                  <a:pt x="1792" y="5931"/>
                  <a:pt x="1818" y="5937"/>
                  <a:pt x="1845" y="5941"/>
                </a:cubicBezTo>
                <a:cubicBezTo>
                  <a:pt x="1904" y="5942"/>
                  <a:pt x="1961" y="5953"/>
                  <a:pt x="2021" y="5952"/>
                </a:cubicBezTo>
                <a:cubicBezTo>
                  <a:pt x="2025" y="5952"/>
                  <a:pt x="2057" y="5950"/>
                  <a:pt x="2090" y="5947"/>
                </a:cubicBezTo>
                <a:cubicBezTo>
                  <a:pt x="2091" y="5947"/>
                  <a:pt x="2092" y="5948"/>
                  <a:pt x="2094" y="5948"/>
                </a:cubicBezTo>
                <a:cubicBezTo>
                  <a:pt x="2095" y="5948"/>
                  <a:pt x="2097" y="5947"/>
                  <a:pt x="2098" y="5947"/>
                </a:cubicBezTo>
                <a:lnTo>
                  <a:pt x="2130" y="5943"/>
                </a:lnTo>
                <a:cubicBezTo>
                  <a:pt x="2181" y="5943"/>
                  <a:pt x="2281" y="5944"/>
                  <a:pt x="2286" y="5943"/>
                </a:cubicBezTo>
                <a:cubicBezTo>
                  <a:pt x="2306" y="5940"/>
                  <a:pt x="2327" y="5937"/>
                  <a:pt x="2347" y="5935"/>
                </a:cubicBezTo>
                <a:cubicBezTo>
                  <a:pt x="2349" y="5936"/>
                  <a:pt x="2350" y="5937"/>
                  <a:pt x="2353" y="5937"/>
                </a:cubicBezTo>
                <a:cubicBezTo>
                  <a:pt x="2355" y="5937"/>
                  <a:pt x="2358" y="5936"/>
                  <a:pt x="2360" y="5935"/>
                </a:cubicBezTo>
                <a:cubicBezTo>
                  <a:pt x="2360" y="5935"/>
                  <a:pt x="2361" y="5934"/>
                  <a:pt x="2362" y="5934"/>
                </a:cubicBezTo>
                <a:cubicBezTo>
                  <a:pt x="2414" y="5929"/>
                  <a:pt x="2468" y="5925"/>
                  <a:pt x="2519" y="5920"/>
                </a:cubicBezTo>
                <a:lnTo>
                  <a:pt x="2530" y="5918"/>
                </a:lnTo>
                <a:cubicBezTo>
                  <a:pt x="2530" y="5919"/>
                  <a:pt x="2531" y="5919"/>
                  <a:pt x="2532" y="5919"/>
                </a:cubicBezTo>
                <a:cubicBezTo>
                  <a:pt x="2533" y="5919"/>
                  <a:pt x="2533" y="5919"/>
                  <a:pt x="2534" y="5918"/>
                </a:cubicBezTo>
                <a:cubicBezTo>
                  <a:pt x="2685" y="5902"/>
                  <a:pt x="2837" y="5885"/>
                  <a:pt x="2984" y="5842"/>
                </a:cubicBezTo>
                <a:cubicBezTo>
                  <a:pt x="3029" y="5829"/>
                  <a:pt x="3073" y="5814"/>
                  <a:pt x="3117" y="5798"/>
                </a:cubicBezTo>
                <a:lnTo>
                  <a:pt x="3121" y="5798"/>
                </a:lnTo>
                <a:cubicBezTo>
                  <a:pt x="3122" y="5797"/>
                  <a:pt x="3124" y="5797"/>
                  <a:pt x="3125" y="5796"/>
                </a:cubicBezTo>
                <a:lnTo>
                  <a:pt x="3126" y="5796"/>
                </a:lnTo>
                <a:cubicBezTo>
                  <a:pt x="3127" y="5795"/>
                  <a:pt x="3128" y="5794"/>
                  <a:pt x="3129" y="5793"/>
                </a:cubicBezTo>
                <a:cubicBezTo>
                  <a:pt x="3204" y="5764"/>
                  <a:pt x="3277" y="5728"/>
                  <a:pt x="3346" y="5688"/>
                </a:cubicBezTo>
                <a:cubicBezTo>
                  <a:pt x="3384" y="5665"/>
                  <a:pt x="3421" y="5643"/>
                  <a:pt x="3457" y="5619"/>
                </a:cubicBezTo>
                <a:cubicBezTo>
                  <a:pt x="3486" y="5599"/>
                  <a:pt x="3515" y="5579"/>
                  <a:pt x="3545" y="5560"/>
                </a:cubicBezTo>
                <a:cubicBezTo>
                  <a:pt x="3574" y="5540"/>
                  <a:pt x="3599" y="5504"/>
                  <a:pt x="3629" y="5479"/>
                </a:cubicBezTo>
                <a:cubicBezTo>
                  <a:pt x="3645" y="5462"/>
                  <a:pt x="3659" y="5443"/>
                  <a:pt x="3670" y="5423"/>
                </a:cubicBezTo>
                <a:cubicBezTo>
                  <a:pt x="3680" y="5406"/>
                  <a:pt x="3689" y="5387"/>
                  <a:pt x="3695" y="5368"/>
                </a:cubicBezTo>
                <a:cubicBezTo>
                  <a:pt x="3696" y="5368"/>
                  <a:pt x="3697" y="5368"/>
                  <a:pt x="3697" y="5368"/>
                </a:cubicBezTo>
                <a:cubicBezTo>
                  <a:pt x="3698" y="5368"/>
                  <a:pt x="3699" y="5368"/>
                  <a:pt x="3700" y="5368"/>
                </a:cubicBezTo>
                <a:cubicBezTo>
                  <a:pt x="3703" y="5386"/>
                  <a:pt x="3706" y="5404"/>
                  <a:pt x="3707" y="5422"/>
                </a:cubicBezTo>
                <a:cubicBezTo>
                  <a:pt x="3687" y="5445"/>
                  <a:pt x="3684" y="5464"/>
                  <a:pt x="3665" y="5491"/>
                </a:cubicBezTo>
                <a:cubicBezTo>
                  <a:pt x="3642" y="5525"/>
                  <a:pt x="3614" y="5557"/>
                  <a:pt x="3583" y="5584"/>
                </a:cubicBezTo>
                <a:cubicBezTo>
                  <a:pt x="3522" y="5638"/>
                  <a:pt x="3455" y="5677"/>
                  <a:pt x="3389" y="5723"/>
                </a:cubicBezTo>
                <a:cubicBezTo>
                  <a:pt x="3257" y="5817"/>
                  <a:pt x="3084" y="5872"/>
                  <a:pt x="2926" y="5906"/>
                </a:cubicBezTo>
                <a:cubicBezTo>
                  <a:pt x="2923" y="5906"/>
                  <a:pt x="2923" y="5911"/>
                  <a:pt x="2926" y="5911"/>
                </a:cubicBezTo>
                <a:cubicBezTo>
                  <a:pt x="3080" y="5906"/>
                  <a:pt x="3224" y="5831"/>
                  <a:pt x="3360" y="5766"/>
                </a:cubicBezTo>
                <a:cubicBezTo>
                  <a:pt x="3427" y="5733"/>
                  <a:pt x="3488" y="5686"/>
                  <a:pt x="3550" y="5645"/>
                </a:cubicBezTo>
                <a:cubicBezTo>
                  <a:pt x="3591" y="5617"/>
                  <a:pt x="3629" y="5586"/>
                  <a:pt x="3665" y="5551"/>
                </a:cubicBezTo>
                <a:cubicBezTo>
                  <a:pt x="3675" y="5539"/>
                  <a:pt x="3685" y="5526"/>
                  <a:pt x="3693" y="5512"/>
                </a:cubicBezTo>
                <a:cubicBezTo>
                  <a:pt x="3700" y="5500"/>
                  <a:pt x="3706" y="5487"/>
                  <a:pt x="3711" y="5474"/>
                </a:cubicBezTo>
                <a:cubicBezTo>
                  <a:pt x="3718" y="5584"/>
                  <a:pt x="3717" y="5739"/>
                  <a:pt x="3699" y="5772"/>
                </a:cubicBezTo>
                <a:moveTo>
                  <a:pt x="1036" y="5584"/>
                </a:moveTo>
                <a:cubicBezTo>
                  <a:pt x="1036" y="5587"/>
                  <a:pt x="1037" y="5590"/>
                  <a:pt x="1038" y="5594"/>
                </a:cubicBezTo>
                <a:lnTo>
                  <a:pt x="1033" y="5589"/>
                </a:lnTo>
                <a:cubicBezTo>
                  <a:pt x="1034" y="5588"/>
                  <a:pt x="1034" y="5587"/>
                  <a:pt x="1035" y="5586"/>
                </a:cubicBezTo>
                <a:cubicBezTo>
                  <a:pt x="1035" y="5585"/>
                  <a:pt x="1036" y="5585"/>
                  <a:pt x="1036" y="5584"/>
                </a:cubicBezTo>
                <a:moveTo>
                  <a:pt x="1089" y="5626"/>
                </a:moveTo>
                <a:lnTo>
                  <a:pt x="1092" y="5641"/>
                </a:lnTo>
                <a:cubicBezTo>
                  <a:pt x="1088" y="5638"/>
                  <a:pt x="1085" y="5635"/>
                  <a:pt x="1082" y="5633"/>
                </a:cubicBezTo>
                <a:cubicBezTo>
                  <a:pt x="1085" y="5631"/>
                  <a:pt x="1087" y="5629"/>
                  <a:pt x="1089" y="5626"/>
                </a:cubicBezTo>
                <a:moveTo>
                  <a:pt x="4345" y="3188"/>
                </a:moveTo>
                <a:cubicBezTo>
                  <a:pt x="4319" y="3263"/>
                  <a:pt x="4288" y="3348"/>
                  <a:pt x="4282" y="3427"/>
                </a:cubicBezTo>
                <a:cubicBezTo>
                  <a:pt x="4275" y="3506"/>
                  <a:pt x="4235" y="3588"/>
                  <a:pt x="4205" y="3658"/>
                </a:cubicBezTo>
                <a:cubicBezTo>
                  <a:pt x="4187" y="3709"/>
                  <a:pt x="4173" y="3761"/>
                  <a:pt x="4163" y="3814"/>
                </a:cubicBezTo>
                <a:cubicBezTo>
                  <a:pt x="4147" y="3882"/>
                  <a:pt x="4128" y="3948"/>
                  <a:pt x="4113" y="4017"/>
                </a:cubicBezTo>
                <a:cubicBezTo>
                  <a:pt x="4087" y="4140"/>
                  <a:pt x="4034" y="4259"/>
                  <a:pt x="3995" y="4378"/>
                </a:cubicBezTo>
                <a:cubicBezTo>
                  <a:pt x="3956" y="4496"/>
                  <a:pt x="3916" y="4613"/>
                  <a:pt x="3887" y="4734"/>
                </a:cubicBezTo>
                <a:cubicBezTo>
                  <a:pt x="3854" y="4873"/>
                  <a:pt x="3812" y="5011"/>
                  <a:pt x="3763" y="5147"/>
                </a:cubicBezTo>
                <a:cubicBezTo>
                  <a:pt x="3752" y="5177"/>
                  <a:pt x="3739" y="5208"/>
                  <a:pt x="3727" y="5238"/>
                </a:cubicBezTo>
                <a:cubicBezTo>
                  <a:pt x="3736" y="5188"/>
                  <a:pt x="3745" y="5138"/>
                  <a:pt x="3751" y="5086"/>
                </a:cubicBezTo>
                <a:cubicBezTo>
                  <a:pt x="3751" y="5085"/>
                  <a:pt x="3750" y="5085"/>
                  <a:pt x="3750" y="5084"/>
                </a:cubicBezTo>
                <a:cubicBezTo>
                  <a:pt x="3749" y="5083"/>
                  <a:pt x="3749" y="5082"/>
                  <a:pt x="3748" y="5082"/>
                </a:cubicBezTo>
                <a:cubicBezTo>
                  <a:pt x="3747" y="5081"/>
                  <a:pt x="3746" y="5081"/>
                  <a:pt x="3745" y="5081"/>
                </a:cubicBezTo>
                <a:cubicBezTo>
                  <a:pt x="3744" y="5081"/>
                  <a:pt x="3743" y="5081"/>
                  <a:pt x="3742" y="5082"/>
                </a:cubicBezTo>
                <a:cubicBezTo>
                  <a:pt x="3741" y="5082"/>
                  <a:pt x="3740" y="5083"/>
                  <a:pt x="3740" y="5084"/>
                </a:cubicBezTo>
                <a:cubicBezTo>
                  <a:pt x="3739" y="5084"/>
                  <a:pt x="3739" y="5085"/>
                  <a:pt x="3739" y="5085"/>
                </a:cubicBezTo>
                <a:cubicBezTo>
                  <a:pt x="3733" y="5139"/>
                  <a:pt x="3711" y="5193"/>
                  <a:pt x="3698" y="5246"/>
                </a:cubicBezTo>
                <a:cubicBezTo>
                  <a:pt x="3689" y="5281"/>
                  <a:pt x="3667" y="5323"/>
                  <a:pt x="3669" y="5360"/>
                </a:cubicBezTo>
                <a:lnTo>
                  <a:pt x="3661" y="5376"/>
                </a:lnTo>
                <a:cubicBezTo>
                  <a:pt x="3671" y="5340"/>
                  <a:pt x="3674" y="5300"/>
                  <a:pt x="3681" y="5264"/>
                </a:cubicBezTo>
                <a:cubicBezTo>
                  <a:pt x="3689" y="5225"/>
                  <a:pt x="3692" y="5185"/>
                  <a:pt x="3692" y="5145"/>
                </a:cubicBezTo>
                <a:cubicBezTo>
                  <a:pt x="3692" y="5137"/>
                  <a:pt x="3692" y="5128"/>
                  <a:pt x="3692" y="5119"/>
                </a:cubicBezTo>
                <a:cubicBezTo>
                  <a:pt x="3692" y="5113"/>
                  <a:pt x="3680" y="5113"/>
                  <a:pt x="3680" y="5119"/>
                </a:cubicBezTo>
                <a:cubicBezTo>
                  <a:pt x="3679" y="5177"/>
                  <a:pt x="3659" y="5240"/>
                  <a:pt x="3647" y="5296"/>
                </a:cubicBezTo>
                <a:cubicBezTo>
                  <a:pt x="3641" y="5330"/>
                  <a:pt x="3631" y="5364"/>
                  <a:pt x="3642" y="5397"/>
                </a:cubicBezTo>
                <a:cubicBezTo>
                  <a:pt x="3642" y="5398"/>
                  <a:pt x="3642" y="5397"/>
                  <a:pt x="3643" y="5398"/>
                </a:cubicBezTo>
                <a:cubicBezTo>
                  <a:pt x="3643" y="5398"/>
                  <a:pt x="3644" y="5400"/>
                  <a:pt x="3645" y="5401"/>
                </a:cubicBezTo>
                <a:lnTo>
                  <a:pt x="3646" y="5401"/>
                </a:lnTo>
                <a:lnTo>
                  <a:pt x="3619" y="5447"/>
                </a:lnTo>
                <a:cubicBezTo>
                  <a:pt x="3610" y="5457"/>
                  <a:pt x="3601" y="5467"/>
                  <a:pt x="3591" y="5475"/>
                </a:cubicBezTo>
                <a:cubicBezTo>
                  <a:pt x="3611" y="5406"/>
                  <a:pt x="3603" y="5325"/>
                  <a:pt x="3603" y="5254"/>
                </a:cubicBezTo>
                <a:cubicBezTo>
                  <a:pt x="3603" y="5253"/>
                  <a:pt x="3602" y="5252"/>
                  <a:pt x="3602" y="5251"/>
                </a:cubicBezTo>
                <a:cubicBezTo>
                  <a:pt x="3601" y="5249"/>
                  <a:pt x="3600" y="5248"/>
                  <a:pt x="3599" y="5248"/>
                </a:cubicBezTo>
                <a:cubicBezTo>
                  <a:pt x="3598" y="5247"/>
                  <a:pt x="3597" y="5247"/>
                  <a:pt x="3596" y="5247"/>
                </a:cubicBezTo>
                <a:cubicBezTo>
                  <a:pt x="3595" y="5247"/>
                  <a:pt x="3594" y="5247"/>
                  <a:pt x="3593" y="5248"/>
                </a:cubicBezTo>
                <a:cubicBezTo>
                  <a:pt x="3592" y="5248"/>
                  <a:pt x="3590" y="5249"/>
                  <a:pt x="3590" y="5251"/>
                </a:cubicBezTo>
                <a:cubicBezTo>
                  <a:pt x="3589" y="5252"/>
                  <a:pt x="3589" y="5253"/>
                  <a:pt x="3589" y="5254"/>
                </a:cubicBezTo>
                <a:cubicBezTo>
                  <a:pt x="3589" y="5326"/>
                  <a:pt x="3561" y="5413"/>
                  <a:pt x="3582" y="5483"/>
                </a:cubicBezTo>
                <a:cubicBezTo>
                  <a:pt x="3567" y="5497"/>
                  <a:pt x="3552" y="5510"/>
                  <a:pt x="3535" y="5523"/>
                </a:cubicBezTo>
                <a:cubicBezTo>
                  <a:pt x="3540" y="5484"/>
                  <a:pt x="3543" y="5445"/>
                  <a:pt x="3543" y="5406"/>
                </a:cubicBezTo>
                <a:cubicBezTo>
                  <a:pt x="3547" y="5368"/>
                  <a:pt x="3549" y="5330"/>
                  <a:pt x="3549" y="5292"/>
                </a:cubicBezTo>
                <a:cubicBezTo>
                  <a:pt x="3549" y="5287"/>
                  <a:pt x="3549" y="5282"/>
                  <a:pt x="3549" y="5278"/>
                </a:cubicBezTo>
                <a:cubicBezTo>
                  <a:pt x="3549" y="5271"/>
                  <a:pt x="3539" y="5272"/>
                  <a:pt x="3539" y="5278"/>
                </a:cubicBezTo>
                <a:cubicBezTo>
                  <a:pt x="3538" y="5320"/>
                  <a:pt x="3534" y="5363"/>
                  <a:pt x="3528" y="5404"/>
                </a:cubicBezTo>
                <a:cubicBezTo>
                  <a:pt x="3522" y="5444"/>
                  <a:pt x="3511" y="5493"/>
                  <a:pt x="3520" y="5533"/>
                </a:cubicBezTo>
                <a:cubicBezTo>
                  <a:pt x="3504" y="5546"/>
                  <a:pt x="3487" y="5558"/>
                  <a:pt x="3470" y="5569"/>
                </a:cubicBezTo>
                <a:cubicBezTo>
                  <a:pt x="3474" y="5543"/>
                  <a:pt x="3477" y="5517"/>
                  <a:pt x="3477" y="5490"/>
                </a:cubicBezTo>
                <a:cubicBezTo>
                  <a:pt x="3477" y="5478"/>
                  <a:pt x="3476" y="5467"/>
                  <a:pt x="3475" y="5455"/>
                </a:cubicBezTo>
                <a:cubicBezTo>
                  <a:pt x="3473" y="5411"/>
                  <a:pt x="3479" y="5367"/>
                  <a:pt x="3475" y="5322"/>
                </a:cubicBezTo>
                <a:cubicBezTo>
                  <a:pt x="3475" y="5321"/>
                  <a:pt x="3475" y="5321"/>
                  <a:pt x="3475" y="5320"/>
                </a:cubicBezTo>
                <a:cubicBezTo>
                  <a:pt x="3474" y="5318"/>
                  <a:pt x="3473" y="5317"/>
                  <a:pt x="3472" y="5317"/>
                </a:cubicBezTo>
                <a:cubicBezTo>
                  <a:pt x="3471" y="5316"/>
                  <a:pt x="3470" y="5316"/>
                  <a:pt x="3469" y="5316"/>
                </a:cubicBezTo>
                <a:cubicBezTo>
                  <a:pt x="3467" y="5316"/>
                  <a:pt x="3466" y="5316"/>
                  <a:pt x="3465" y="5317"/>
                </a:cubicBezTo>
                <a:cubicBezTo>
                  <a:pt x="3464" y="5317"/>
                  <a:pt x="3463" y="5319"/>
                  <a:pt x="3463" y="5320"/>
                </a:cubicBezTo>
                <a:cubicBezTo>
                  <a:pt x="3462" y="5321"/>
                  <a:pt x="3462" y="5321"/>
                  <a:pt x="3462" y="5322"/>
                </a:cubicBezTo>
                <a:cubicBezTo>
                  <a:pt x="3455" y="5366"/>
                  <a:pt x="3450" y="5411"/>
                  <a:pt x="3448" y="5455"/>
                </a:cubicBezTo>
                <a:cubicBezTo>
                  <a:pt x="3447" y="5481"/>
                  <a:pt x="3445" y="5507"/>
                  <a:pt x="3441" y="5532"/>
                </a:cubicBezTo>
                <a:cubicBezTo>
                  <a:pt x="3440" y="5544"/>
                  <a:pt x="3447" y="5570"/>
                  <a:pt x="3447" y="5586"/>
                </a:cubicBezTo>
                <a:lnTo>
                  <a:pt x="3421" y="5603"/>
                </a:lnTo>
                <a:lnTo>
                  <a:pt x="3406" y="5613"/>
                </a:lnTo>
                <a:cubicBezTo>
                  <a:pt x="3415" y="5547"/>
                  <a:pt x="3408" y="5474"/>
                  <a:pt x="3406" y="5409"/>
                </a:cubicBezTo>
                <a:cubicBezTo>
                  <a:pt x="3406" y="5401"/>
                  <a:pt x="3394" y="5400"/>
                  <a:pt x="3393" y="5409"/>
                </a:cubicBezTo>
                <a:cubicBezTo>
                  <a:pt x="3391" y="5480"/>
                  <a:pt x="3369" y="5558"/>
                  <a:pt x="3382" y="5629"/>
                </a:cubicBezTo>
                <a:cubicBezTo>
                  <a:pt x="3370" y="5637"/>
                  <a:pt x="3357" y="5645"/>
                  <a:pt x="3345" y="5652"/>
                </a:cubicBezTo>
                <a:cubicBezTo>
                  <a:pt x="3354" y="5597"/>
                  <a:pt x="3345" y="5533"/>
                  <a:pt x="3341" y="5478"/>
                </a:cubicBezTo>
                <a:cubicBezTo>
                  <a:pt x="3341" y="5477"/>
                  <a:pt x="3340" y="5476"/>
                  <a:pt x="3340" y="5475"/>
                </a:cubicBezTo>
                <a:cubicBezTo>
                  <a:pt x="3339" y="5473"/>
                  <a:pt x="3338" y="5473"/>
                  <a:pt x="3337" y="5473"/>
                </a:cubicBezTo>
                <a:cubicBezTo>
                  <a:pt x="3336" y="5472"/>
                  <a:pt x="3335" y="5472"/>
                  <a:pt x="3334" y="5472"/>
                </a:cubicBezTo>
                <a:cubicBezTo>
                  <a:pt x="3333" y="5472"/>
                  <a:pt x="3332" y="5472"/>
                  <a:pt x="3331" y="5473"/>
                </a:cubicBezTo>
                <a:cubicBezTo>
                  <a:pt x="3329" y="5473"/>
                  <a:pt x="3329" y="5474"/>
                  <a:pt x="3328" y="5475"/>
                </a:cubicBezTo>
                <a:cubicBezTo>
                  <a:pt x="3327" y="5476"/>
                  <a:pt x="3327" y="5477"/>
                  <a:pt x="3327" y="5478"/>
                </a:cubicBezTo>
                <a:cubicBezTo>
                  <a:pt x="3322" y="5536"/>
                  <a:pt x="3312" y="5604"/>
                  <a:pt x="3324" y="5661"/>
                </a:cubicBezTo>
                <a:cubicBezTo>
                  <a:pt x="3324" y="5661"/>
                  <a:pt x="3325" y="5662"/>
                  <a:pt x="3326" y="5663"/>
                </a:cubicBezTo>
                <a:cubicBezTo>
                  <a:pt x="3311" y="5671"/>
                  <a:pt x="3297" y="5679"/>
                  <a:pt x="3282" y="5686"/>
                </a:cubicBezTo>
                <a:cubicBezTo>
                  <a:pt x="3295" y="5617"/>
                  <a:pt x="3281" y="5536"/>
                  <a:pt x="3277" y="5467"/>
                </a:cubicBezTo>
                <a:cubicBezTo>
                  <a:pt x="3277" y="5460"/>
                  <a:pt x="3266" y="5461"/>
                  <a:pt x="3266" y="5467"/>
                </a:cubicBezTo>
                <a:cubicBezTo>
                  <a:pt x="3262" y="5539"/>
                  <a:pt x="3246" y="5624"/>
                  <a:pt x="3263" y="5696"/>
                </a:cubicBezTo>
                <a:cubicBezTo>
                  <a:pt x="3249" y="5703"/>
                  <a:pt x="3236" y="5709"/>
                  <a:pt x="3223" y="5716"/>
                </a:cubicBezTo>
                <a:cubicBezTo>
                  <a:pt x="3224" y="5703"/>
                  <a:pt x="3225" y="5689"/>
                  <a:pt x="3225" y="5677"/>
                </a:cubicBezTo>
                <a:cubicBezTo>
                  <a:pt x="3225" y="5664"/>
                  <a:pt x="3224" y="5652"/>
                  <a:pt x="3223" y="5639"/>
                </a:cubicBezTo>
                <a:cubicBezTo>
                  <a:pt x="3223" y="5604"/>
                  <a:pt x="3220" y="5569"/>
                  <a:pt x="3216" y="5534"/>
                </a:cubicBezTo>
                <a:cubicBezTo>
                  <a:pt x="3216" y="5533"/>
                  <a:pt x="3216" y="5532"/>
                  <a:pt x="3215" y="5531"/>
                </a:cubicBezTo>
                <a:cubicBezTo>
                  <a:pt x="3214" y="5530"/>
                  <a:pt x="3214" y="5528"/>
                  <a:pt x="3213" y="5528"/>
                </a:cubicBezTo>
                <a:cubicBezTo>
                  <a:pt x="3212" y="5527"/>
                  <a:pt x="3210" y="5527"/>
                  <a:pt x="3209" y="5527"/>
                </a:cubicBezTo>
                <a:cubicBezTo>
                  <a:pt x="3207" y="5527"/>
                  <a:pt x="3207" y="5527"/>
                  <a:pt x="3206" y="5528"/>
                </a:cubicBezTo>
                <a:cubicBezTo>
                  <a:pt x="3205" y="5528"/>
                  <a:pt x="3204" y="5530"/>
                  <a:pt x="3204" y="5531"/>
                </a:cubicBezTo>
                <a:cubicBezTo>
                  <a:pt x="3203" y="5532"/>
                  <a:pt x="3203" y="5533"/>
                  <a:pt x="3203" y="5534"/>
                </a:cubicBezTo>
                <a:cubicBezTo>
                  <a:pt x="3199" y="5570"/>
                  <a:pt x="3196" y="5605"/>
                  <a:pt x="3195" y="5641"/>
                </a:cubicBezTo>
                <a:cubicBezTo>
                  <a:pt x="3195" y="5652"/>
                  <a:pt x="3194" y="5662"/>
                  <a:pt x="3194" y="5672"/>
                </a:cubicBezTo>
                <a:cubicBezTo>
                  <a:pt x="3194" y="5691"/>
                  <a:pt x="3195" y="5709"/>
                  <a:pt x="3198" y="5727"/>
                </a:cubicBezTo>
                <a:lnTo>
                  <a:pt x="3181" y="5735"/>
                </a:lnTo>
                <a:cubicBezTo>
                  <a:pt x="3181" y="5730"/>
                  <a:pt x="3181" y="5724"/>
                  <a:pt x="3181" y="5719"/>
                </a:cubicBezTo>
                <a:cubicBezTo>
                  <a:pt x="3181" y="5690"/>
                  <a:pt x="3176" y="5660"/>
                  <a:pt x="3174" y="5630"/>
                </a:cubicBezTo>
                <a:cubicBezTo>
                  <a:pt x="3174" y="5623"/>
                  <a:pt x="3163" y="5624"/>
                  <a:pt x="3163" y="5630"/>
                </a:cubicBezTo>
                <a:cubicBezTo>
                  <a:pt x="3161" y="5662"/>
                  <a:pt x="3157" y="5694"/>
                  <a:pt x="3156" y="5726"/>
                </a:cubicBezTo>
                <a:cubicBezTo>
                  <a:pt x="3156" y="5733"/>
                  <a:pt x="3155" y="5740"/>
                  <a:pt x="3154" y="5746"/>
                </a:cubicBezTo>
                <a:lnTo>
                  <a:pt x="3132" y="5754"/>
                </a:lnTo>
                <a:cubicBezTo>
                  <a:pt x="3132" y="5690"/>
                  <a:pt x="3124" y="5626"/>
                  <a:pt x="3121" y="5561"/>
                </a:cubicBezTo>
                <a:cubicBezTo>
                  <a:pt x="3121" y="5560"/>
                  <a:pt x="3122" y="5558"/>
                  <a:pt x="3121" y="5558"/>
                </a:cubicBezTo>
                <a:cubicBezTo>
                  <a:pt x="3120" y="5557"/>
                  <a:pt x="3120" y="5557"/>
                  <a:pt x="3119" y="5557"/>
                </a:cubicBezTo>
                <a:cubicBezTo>
                  <a:pt x="3118" y="5556"/>
                  <a:pt x="3117" y="5556"/>
                  <a:pt x="3117" y="5556"/>
                </a:cubicBezTo>
                <a:cubicBezTo>
                  <a:pt x="3116" y="5556"/>
                  <a:pt x="3115" y="5556"/>
                  <a:pt x="3114" y="5557"/>
                </a:cubicBezTo>
                <a:lnTo>
                  <a:pt x="3113" y="5558"/>
                </a:lnTo>
                <a:cubicBezTo>
                  <a:pt x="3112" y="5559"/>
                  <a:pt x="3112" y="5560"/>
                  <a:pt x="3112" y="5561"/>
                </a:cubicBezTo>
                <a:cubicBezTo>
                  <a:pt x="3109" y="5629"/>
                  <a:pt x="3106" y="5696"/>
                  <a:pt x="3108" y="5764"/>
                </a:cubicBezTo>
                <a:cubicBezTo>
                  <a:pt x="3092" y="5770"/>
                  <a:pt x="3076" y="5776"/>
                  <a:pt x="3060" y="5782"/>
                </a:cubicBezTo>
                <a:cubicBezTo>
                  <a:pt x="3060" y="5780"/>
                  <a:pt x="3060" y="5778"/>
                  <a:pt x="3060" y="5776"/>
                </a:cubicBezTo>
                <a:cubicBezTo>
                  <a:pt x="3060" y="5761"/>
                  <a:pt x="3055" y="5745"/>
                  <a:pt x="3053" y="5730"/>
                </a:cubicBezTo>
                <a:cubicBezTo>
                  <a:pt x="3053" y="5724"/>
                  <a:pt x="3043" y="5724"/>
                  <a:pt x="3042" y="5730"/>
                </a:cubicBezTo>
                <a:cubicBezTo>
                  <a:pt x="3041" y="5744"/>
                  <a:pt x="3038" y="5758"/>
                  <a:pt x="3036" y="5771"/>
                </a:cubicBezTo>
                <a:cubicBezTo>
                  <a:pt x="3036" y="5775"/>
                  <a:pt x="3035" y="5778"/>
                  <a:pt x="3035" y="5781"/>
                </a:cubicBezTo>
                <a:cubicBezTo>
                  <a:pt x="3035" y="5784"/>
                  <a:pt x="3036" y="5788"/>
                  <a:pt x="3036" y="5791"/>
                </a:cubicBezTo>
                <a:lnTo>
                  <a:pt x="2993" y="5805"/>
                </a:lnTo>
                <a:cubicBezTo>
                  <a:pt x="2993" y="5799"/>
                  <a:pt x="2993" y="5792"/>
                  <a:pt x="2993" y="5786"/>
                </a:cubicBezTo>
                <a:cubicBezTo>
                  <a:pt x="2993" y="5747"/>
                  <a:pt x="2992" y="5707"/>
                  <a:pt x="2988" y="5667"/>
                </a:cubicBezTo>
                <a:cubicBezTo>
                  <a:pt x="2988" y="5660"/>
                  <a:pt x="2977" y="5661"/>
                  <a:pt x="2976" y="5667"/>
                </a:cubicBezTo>
                <a:cubicBezTo>
                  <a:pt x="2973" y="5704"/>
                  <a:pt x="2972" y="5742"/>
                  <a:pt x="2972" y="5779"/>
                </a:cubicBezTo>
                <a:cubicBezTo>
                  <a:pt x="2972" y="5790"/>
                  <a:pt x="2972" y="5800"/>
                  <a:pt x="2972" y="5810"/>
                </a:cubicBezTo>
                <a:cubicBezTo>
                  <a:pt x="2957" y="5814"/>
                  <a:pt x="2943" y="5818"/>
                  <a:pt x="2928" y="5822"/>
                </a:cubicBezTo>
                <a:cubicBezTo>
                  <a:pt x="2929" y="5822"/>
                  <a:pt x="2930" y="5821"/>
                  <a:pt x="2931" y="5821"/>
                </a:cubicBezTo>
                <a:cubicBezTo>
                  <a:pt x="2933" y="5820"/>
                  <a:pt x="2934" y="5818"/>
                  <a:pt x="2935" y="5817"/>
                </a:cubicBezTo>
                <a:cubicBezTo>
                  <a:pt x="2936" y="5815"/>
                  <a:pt x="2936" y="5814"/>
                  <a:pt x="2936" y="5812"/>
                </a:cubicBezTo>
                <a:cubicBezTo>
                  <a:pt x="2936" y="5811"/>
                  <a:pt x="2936" y="5809"/>
                  <a:pt x="2935" y="5808"/>
                </a:cubicBezTo>
                <a:cubicBezTo>
                  <a:pt x="2935" y="5804"/>
                  <a:pt x="2935" y="5800"/>
                  <a:pt x="2935" y="5796"/>
                </a:cubicBezTo>
                <a:cubicBezTo>
                  <a:pt x="2935" y="5774"/>
                  <a:pt x="2934" y="5752"/>
                  <a:pt x="2931" y="5729"/>
                </a:cubicBezTo>
                <a:cubicBezTo>
                  <a:pt x="2932" y="5723"/>
                  <a:pt x="2932" y="5717"/>
                  <a:pt x="2932" y="5711"/>
                </a:cubicBezTo>
                <a:cubicBezTo>
                  <a:pt x="2932" y="5684"/>
                  <a:pt x="2929" y="5657"/>
                  <a:pt x="2922" y="5631"/>
                </a:cubicBezTo>
                <a:cubicBezTo>
                  <a:pt x="2922" y="5631"/>
                  <a:pt x="2921" y="5631"/>
                  <a:pt x="2921" y="5630"/>
                </a:cubicBezTo>
                <a:cubicBezTo>
                  <a:pt x="2921" y="5629"/>
                  <a:pt x="2920" y="5629"/>
                  <a:pt x="2919" y="5628"/>
                </a:cubicBezTo>
                <a:cubicBezTo>
                  <a:pt x="2919" y="5628"/>
                  <a:pt x="2918" y="5628"/>
                  <a:pt x="2917" y="5628"/>
                </a:cubicBezTo>
                <a:cubicBezTo>
                  <a:pt x="2916" y="5628"/>
                  <a:pt x="2915" y="5627"/>
                  <a:pt x="2914" y="5628"/>
                </a:cubicBezTo>
                <a:cubicBezTo>
                  <a:pt x="2913" y="5628"/>
                  <a:pt x="2912" y="5629"/>
                  <a:pt x="2912" y="5630"/>
                </a:cubicBezTo>
                <a:cubicBezTo>
                  <a:pt x="2911" y="5631"/>
                  <a:pt x="2912" y="5632"/>
                  <a:pt x="2912" y="5633"/>
                </a:cubicBezTo>
                <a:cubicBezTo>
                  <a:pt x="2912" y="5633"/>
                  <a:pt x="2912" y="5634"/>
                  <a:pt x="2912" y="5635"/>
                </a:cubicBezTo>
                <a:cubicBezTo>
                  <a:pt x="2913" y="5645"/>
                  <a:pt x="2913" y="5655"/>
                  <a:pt x="2913" y="5665"/>
                </a:cubicBezTo>
                <a:cubicBezTo>
                  <a:pt x="2913" y="5681"/>
                  <a:pt x="2912" y="5698"/>
                  <a:pt x="2909" y="5714"/>
                </a:cubicBezTo>
                <a:cubicBezTo>
                  <a:pt x="2908" y="5726"/>
                  <a:pt x="2907" y="5738"/>
                  <a:pt x="2907" y="5750"/>
                </a:cubicBezTo>
                <a:cubicBezTo>
                  <a:pt x="2907" y="5772"/>
                  <a:pt x="2910" y="5794"/>
                  <a:pt x="2914" y="5815"/>
                </a:cubicBezTo>
                <a:cubicBezTo>
                  <a:pt x="2915" y="5816"/>
                  <a:pt x="2915" y="5817"/>
                  <a:pt x="2915" y="5817"/>
                </a:cubicBezTo>
                <a:cubicBezTo>
                  <a:pt x="2916" y="5819"/>
                  <a:pt x="2917" y="5820"/>
                  <a:pt x="2919" y="5821"/>
                </a:cubicBezTo>
                <a:cubicBezTo>
                  <a:pt x="2920" y="5822"/>
                  <a:pt x="2923" y="5822"/>
                  <a:pt x="2924" y="5822"/>
                </a:cubicBezTo>
                <a:cubicBezTo>
                  <a:pt x="2925" y="5822"/>
                  <a:pt x="2926" y="5822"/>
                  <a:pt x="2927" y="5822"/>
                </a:cubicBezTo>
                <a:cubicBezTo>
                  <a:pt x="2907" y="5827"/>
                  <a:pt x="2887" y="5832"/>
                  <a:pt x="2866" y="5836"/>
                </a:cubicBezTo>
                <a:cubicBezTo>
                  <a:pt x="2865" y="5825"/>
                  <a:pt x="2864" y="5814"/>
                  <a:pt x="2864" y="5804"/>
                </a:cubicBezTo>
                <a:cubicBezTo>
                  <a:pt x="2863" y="5793"/>
                  <a:pt x="2845" y="5795"/>
                  <a:pt x="2844" y="5805"/>
                </a:cubicBezTo>
                <a:cubicBezTo>
                  <a:pt x="2842" y="5817"/>
                  <a:pt x="2842" y="5828"/>
                  <a:pt x="2842" y="5840"/>
                </a:cubicBezTo>
                <a:lnTo>
                  <a:pt x="2822" y="5844"/>
                </a:lnTo>
                <a:cubicBezTo>
                  <a:pt x="2822" y="5842"/>
                  <a:pt x="2821" y="5841"/>
                  <a:pt x="2820" y="5839"/>
                </a:cubicBezTo>
                <a:cubicBezTo>
                  <a:pt x="2820" y="5838"/>
                  <a:pt x="2819" y="5828"/>
                  <a:pt x="2818" y="5825"/>
                </a:cubicBezTo>
                <a:cubicBezTo>
                  <a:pt x="2817" y="5822"/>
                  <a:pt x="2815" y="5818"/>
                  <a:pt x="2814" y="5814"/>
                </a:cubicBezTo>
                <a:cubicBezTo>
                  <a:pt x="2813" y="5807"/>
                  <a:pt x="2813" y="5801"/>
                  <a:pt x="2812" y="5794"/>
                </a:cubicBezTo>
                <a:cubicBezTo>
                  <a:pt x="2812" y="5793"/>
                  <a:pt x="2812" y="5791"/>
                  <a:pt x="2811" y="5790"/>
                </a:cubicBezTo>
                <a:cubicBezTo>
                  <a:pt x="2810" y="5789"/>
                  <a:pt x="2808" y="5787"/>
                  <a:pt x="2807" y="5786"/>
                </a:cubicBezTo>
                <a:cubicBezTo>
                  <a:pt x="2805" y="5785"/>
                  <a:pt x="2804" y="5785"/>
                  <a:pt x="2802" y="5785"/>
                </a:cubicBezTo>
                <a:cubicBezTo>
                  <a:pt x="2800" y="5785"/>
                  <a:pt x="2798" y="5785"/>
                  <a:pt x="2797" y="5786"/>
                </a:cubicBezTo>
                <a:cubicBezTo>
                  <a:pt x="2795" y="5787"/>
                  <a:pt x="2794" y="5789"/>
                  <a:pt x="2793" y="5790"/>
                </a:cubicBezTo>
                <a:cubicBezTo>
                  <a:pt x="2792" y="5791"/>
                  <a:pt x="2792" y="5792"/>
                  <a:pt x="2792" y="5793"/>
                </a:cubicBezTo>
                <a:cubicBezTo>
                  <a:pt x="2790" y="5800"/>
                  <a:pt x="2789" y="5808"/>
                  <a:pt x="2788" y="5815"/>
                </a:cubicBezTo>
                <a:cubicBezTo>
                  <a:pt x="2787" y="5822"/>
                  <a:pt x="2791" y="5829"/>
                  <a:pt x="2791" y="5835"/>
                </a:cubicBezTo>
                <a:cubicBezTo>
                  <a:pt x="2791" y="5835"/>
                  <a:pt x="2791" y="5836"/>
                  <a:pt x="2791" y="5837"/>
                </a:cubicBezTo>
                <a:cubicBezTo>
                  <a:pt x="2791" y="5841"/>
                  <a:pt x="2792" y="5845"/>
                  <a:pt x="2793" y="5848"/>
                </a:cubicBezTo>
                <a:lnTo>
                  <a:pt x="2766" y="5852"/>
                </a:lnTo>
                <a:cubicBezTo>
                  <a:pt x="2764" y="5843"/>
                  <a:pt x="2763" y="5833"/>
                  <a:pt x="2763" y="5824"/>
                </a:cubicBezTo>
                <a:cubicBezTo>
                  <a:pt x="2763" y="5823"/>
                  <a:pt x="2763" y="5822"/>
                  <a:pt x="2763" y="5820"/>
                </a:cubicBezTo>
                <a:cubicBezTo>
                  <a:pt x="2763" y="5811"/>
                  <a:pt x="2763" y="5801"/>
                  <a:pt x="2761" y="5791"/>
                </a:cubicBezTo>
                <a:cubicBezTo>
                  <a:pt x="2761" y="5786"/>
                  <a:pt x="2761" y="5778"/>
                  <a:pt x="2758" y="5774"/>
                </a:cubicBezTo>
                <a:lnTo>
                  <a:pt x="2757" y="5773"/>
                </a:lnTo>
                <a:cubicBezTo>
                  <a:pt x="2756" y="5772"/>
                  <a:pt x="2754" y="5772"/>
                  <a:pt x="2753" y="5772"/>
                </a:cubicBezTo>
                <a:cubicBezTo>
                  <a:pt x="2751" y="5772"/>
                  <a:pt x="2751" y="5772"/>
                  <a:pt x="2750" y="5773"/>
                </a:cubicBezTo>
                <a:cubicBezTo>
                  <a:pt x="2749" y="5774"/>
                  <a:pt x="2748" y="5773"/>
                  <a:pt x="2748" y="5775"/>
                </a:cubicBezTo>
                <a:cubicBezTo>
                  <a:pt x="2747" y="5776"/>
                  <a:pt x="2747" y="5777"/>
                  <a:pt x="2747" y="5778"/>
                </a:cubicBezTo>
                <a:cubicBezTo>
                  <a:pt x="2746" y="5801"/>
                  <a:pt x="2735" y="5831"/>
                  <a:pt x="2741" y="5856"/>
                </a:cubicBezTo>
                <a:lnTo>
                  <a:pt x="2719" y="5859"/>
                </a:lnTo>
                <a:cubicBezTo>
                  <a:pt x="2719" y="5817"/>
                  <a:pt x="2718" y="5776"/>
                  <a:pt x="2715" y="5734"/>
                </a:cubicBezTo>
                <a:cubicBezTo>
                  <a:pt x="2715" y="5734"/>
                  <a:pt x="2716" y="5733"/>
                  <a:pt x="2715" y="5733"/>
                </a:cubicBezTo>
                <a:cubicBezTo>
                  <a:pt x="2714" y="5732"/>
                  <a:pt x="2714" y="5733"/>
                  <a:pt x="2713" y="5732"/>
                </a:cubicBezTo>
                <a:lnTo>
                  <a:pt x="2712" y="5732"/>
                </a:lnTo>
                <a:cubicBezTo>
                  <a:pt x="2711" y="5732"/>
                  <a:pt x="2711" y="5731"/>
                  <a:pt x="2710" y="5732"/>
                </a:cubicBezTo>
                <a:cubicBezTo>
                  <a:pt x="2709" y="5732"/>
                  <a:pt x="2709" y="5733"/>
                  <a:pt x="2709" y="5733"/>
                </a:cubicBezTo>
                <a:cubicBezTo>
                  <a:pt x="2709" y="5734"/>
                  <a:pt x="2709" y="5734"/>
                  <a:pt x="2709" y="5734"/>
                </a:cubicBezTo>
                <a:cubicBezTo>
                  <a:pt x="2707" y="5777"/>
                  <a:pt x="2697" y="5819"/>
                  <a:pt x="2698" y="5862"/>
                </a:cubicBezTo>
                <a:lnTo>
                  <a:pt x="2646" y="5868"/>
                </a:lnTo>
                <a:cubicBezTo>
                  <a:pt x="2646" y="5868"/>
                  <a:pt x="2646" y="5867"/>
                  <a:pt x="2646" y="5866"/>
                </a:cubicBezTo>
                <a:cubicBezTo>
                  <a:pt x="2645" y="5852"/>
                  <a:pt x="2642" y="5838"/>
                  <a:pt x="2641" y="5824"/>
                </a:cubicBezTo>
                <a:cubicBezTo>
                  <a:pt x="2641" y="5818"/>
                  <a:pt x="2631" y="5817"/>
                  <a:pt x="2630" y="5824"/>
                </a:cubicBezTo>
                <a:cubicBezTo>
                  <a:pt x="2629" y="5836"/>
                  <a:pt x="2628" y="5848"/>
                  <a:pt x="2626" y="5860"/>
                </a:cubicBezTo>
                <a:cubicBezTo>
                  <a:pt x="2625" y="5863"/>
                  <a:pt x="2625" y="5867"/>
                  <a:pt x="2625" y="5871"/>
                </a:cubicBezTo>
                <a:lnTo>
                  <a:pt x="2598" y="5874"/>
                </a:lnTo>
                <a:cubicBezTo>
                  <a:pt x="2596" y="5863"/>
                  <a:pt x="2595" y="5852"/>
                  <a:pt x="2593" y="5841"/>
                </a:cubicBezTo>
                <a:cubicBezTo>
                  <a:pt x="2592" y="5834"/>
                  <a:pt x="2593" y="5827"/>
                  <a:pt x="2592" y="5819"/>
                </a:cubicBezTo>
                <a:cubicBezTo>
                  <a:pt x="2590" y="5816"/>
                  <a:pt x="2589" y="5812"/>
                  <a:pt x="2587" y="5809"/>
                </a:cubicBezTo>
                <a:cubicBezTo>
                  <a:pt x="2587" y="5806"/>
                  <a:pt x="2586" y="5804"/>
                  <a:pt x="2586" y="5801"/>
                </a:cubicBezTo>
                <a:cubicBezTo>
                  <a:pt x="2586" y="5799"/>
                  <a:pt x="2587" y="5796"/>
                  <a:pt x="2587" y="5794"/>
                </a:cubicBezTo>
                <a:cubicBezTo>
                  <a:pt x="2587" y="5793"/>
                  <a:pt x="2586" y="5792"/>
                  <a:pt x="2586" y="5791"/>
                </a:cubicBezTo>
                <a:cubicBezTo>
                  <a:pt x="2585" y="5789"/>
                  <a:pt x="2584" y="5788"/>
                  <a:pt x="2583" y="5788"/>
                </a:cubicBezTo>
                <a:cubicBezTo>
                  <a:pt x="2582" y="5787"/>
                  <a:pt x="2581" y="5787"/>
                  <a:pt x="2580" y="5787"/>
                </a:cubicBezTo>
                <a:cubicBezTo>
                  <a:pt x="2579" y="5787"/>
                  <a:pt x="2578" y="5787"/>
                  <a:pt x="2577" y="5788"/>
                </a:cubicBezTo>
                <a:cubicBezTo>
                  <a:pt x="2576" y="5788"/>
                  <a:pt x="2575" y="5790"/>
                  <a:pt x="2575" y="5791"/>
                </a:cubicBezTo>
                <a:cubicBezTo>
                  <a:pt x="2574" y="5792"/>
                  <a:pt x="2574" y="5793"/>
                  <a:pt x="2574" y="5794"/>
                </a:cubicBezTo>
                <a:cubicBezTo>
                  <a:pt x="2573" y="5800"/>
                  <a:pt x="2572" y="5806"/>
                  <a:pt x="2572" y="5812"/>
                </a:cubicBezTo>
                <a:cubicBezTo>
                  <a:pt x="2572" y="5813"/>
                  <a:pt x="2573" y="5815"/>
                  <a:pt x="2573" y="5816"/>
                </a:cubicBezTo>
                <a:cubicBezTo>
                  <a:pt x="2574" y="5821"/>
                  <a:pt x="2575" y="5827"/>
                  <a:pt x="2575" y="5832"/>
                </a:cubicBezTo>
                <a:cubicBezTo>
                  <a:pt x="2575" y="5843"/>
                  <a:pt x="2576" y="5853"/>
                  <a:pt x="2577" y="5864"/>
                </a:cubicBezTo>
                <a:cubicBezTo>
                  <a:pt x="2577" y="5869"/>
                  <a:pt x="2577" y="5873"/>
                  <a:pt x="2577" y="5877"/>
                </a:cubicBezTo>
                <a:lnTo>
                  <a:pt x="2544" y="5881"/>
                </a:lnTo>
                <a:cubicBezTo>
                  <a:pt x="2545" y="5823"/>
                  <a:pt x="2544" y="5764"/>
                  <a:pt x="2541" y="5707"/>
                </a:cubicBezTo>
                <a:cubicBezTo>
                  <a:pt x="2541" y="5701"/>
                  <a:pt x="2531" y="5700"/>
                  <a:pt x="2530" y="5707"/>
                </a:cubicBezTo>
                <a:cubicBezTo>
                  <a:pt x="2526" y="5766"/>
                  <a:pt x="2520" y="5825"/>
                  <a:pt x="2521" y="5884"/>
                </a:cubicBezTo>
                <a:lnTo>
                  <a:pt x="2515" y="5884"/>
                </a:lnTo>
                <a:cubicBezTo>
                  <a:pt x="2506" y="5885"/>
                  <a:pt x="2495" y="5886"/>
                  <a:pt x="2487" y="5887"/>
                </a:cubicBezTo>
                <a:cubicBezTo>
                  <a:pt x="2486" y="5881"/>
                  <a:pt x="2485" y="5875"/>
                  <a:pt x="2483" y="5870"/>
                </a:cubicBezTo>
                <a:cubicBezTo>
                  <a:pt x="2480" y="5865"/>
                  <a:pt x="2483" y="5861"/>
                  <a:pt x="2479" y="5856"/>
                </a:cubicBezTo>
                <a:cubicBezTo>
                  <a:pt x="2476" y="5848"/>
                  <a:pt x="2474" y="5840"/>
                  <a:pt x="2474" y="5831"/>
                </a:cubicBezTo>
                <a:cubicBezTo>
                  <a:pt x="2474" y="5830"/>
                  <a:pt x="2474" y="5829"/>
                  <a:pt x="2474" y="5827"/>
                </a:cubicBezTo>
                <a:cubicBezTo>
                  <a:pt x="2474" y="5827"/>
                  <a:pt x="2474" y="5826"/>
                  <a:pt x="2474" y="5825"/>
                </a:cubicBezTo>
                <a:cubicBezTo>
                  <a:pt x="2473" y="5824"/>
                  <a:pt x="2473" y="5823"/>
                  <a:pt x="2472" y="5823"/>
                </a:cubicBezTo>
                <a:cubicBezTo>
                  <a:pt x="2471" y="5822"/>
                  <a:pt x="2471" y="5823"/>
                  <a:pt x="2470" y="5823"/>
                </a:cubicBezTo>
                <a:cubicBezTo>
                  <a:pt x="2469" y="5823"/>
                  <a:pt x="2468" y="5822"/>
                  <a:pt x="2467" y="5823"/>
                </a:cubicBezTo>
                <a:cubicBezTo>
                  <a:pt x="2466" y="5823"/>
                  <a:pt x="2466" y="5824"/>
                  <a:pt x="2466" y="5825"/>
                </a:cubicBezTo>
                <a:cubicBezTo>
                  <a:pt x="2465" y="5826"/>
                  <a:pt x="2465" y="5827"/>
                  <a:pt x="2465" y="5827"/>
                </a:cubicBezTo>
                <a:cubicBezTo>
                  <a:pt x="2464" y="5835"/>
                  <a:pt x="2463" y="5842"/>
                  <a:pt x="2463" y="5849"/>
                </a:cubicBezTo>
                <a:cubicBezTo>
                  <a:pt x="2463" y="5857"/>
                  <a:pt x="2464" y="5864"/>
                  <a:pt x="2465" y="5871"/>
                </a:cubicBezTo>
                <a:cubicBezTo>
                  <a:pt x="2466" y="5877"/>
                  <a:pt x="2467" y="5883"/>
                  <a:pt x="2468" y="5889"/>
                </a:cubicBezTo>
                <a:lnTo>
                  <a:pt x="2434" y="5892"/>
                </a:lnTo>
                <a:cubicBezTo>
                  <a:pt x="2431" y="5868"/>
                  <a:pt x="2433" y="5842"/>
                  <a:pt x="2431" y="5818"/>
                </a:cubicBezTo>
                <a:cubicBezTo>
                  <a:pt x="2430" y="5790"/>
                  <a:pt x="2430" y="5762"/>
                  <a:pt x="2428" y="5734"/>
                </a:cubicBezTo>
                <a:lnTo>
                  <a:pt x="2428" y="5733"/>
                </a:lnTo>
                <a:cubicBezTo>
                  <a:pt x="2427" y="5733"/>
                  <a:pt x="2427" y="5732"/>
                  <a:pt x="2427" y="5732"/>
                </a:cubicBezTo>
                <a:cubicBezTo>
                  <a:pt x="2426" y="5732"/>
                  <a:pt x="2426" y="5732"/>
                  <a:pt x="2425" y="5732"/>
                </a:cubicBezTo>
                <a:cubicBezTo>
                  <a:pt x="2424" y="5732"/>
                  <a:pt x="2424" y="5732"/>
                  <a:pt x="2423" y="5732"/>
                </a:cubicBezTo>
                <a:cubicBezTo>
                  <a:pt x="2423" y="5732"/>
                  <a:pt x="2423" y="5733"/>
                  <a:pt x="2422" y="5733"/>
                </a:cubicBezTo>
                <a:lnTo>
                  <a:pt x="2422" y="5734"/>
                </a:lnTo>
                <a:cubicBezTo>
                  <a:pt x="2420" y="5762"/>
                  <a:pt x="2414" y="5790"/>
                  <a:pt x="2412" y="5818"/>
                </a:cubicBezTo>
                <a:cubicBezTo>
                  <a:pt x="2409" y="5835"/>
                  <a:pt x="2407" y="5852"/>
                  <a:pt x="2407" y="5869"/>
                </a:cubicBezTo>
                <a:cubicBezTo>
                  <a:pt x="2407" y="5877"/>
                  <a:pt x="2408" y="5886"/>
                  <a:pt x="2408" y="5894"/>
                </a:cubicBezTo>
                <a:lnTo>
                  <a:pt x="2366" y="5896"/>
                </a:lnTo>
                <a:cubicBezTo>
                  <a:pt x="2365" y="5876"/>
                  <a:pt x="2362" y="5855"/>
                  <a:pt x="2359" y="5834"/>
                </a:cubicBezTo>
                <a:cubicBezTo>
                  <a:pt x="2359" y="5830"/>
                  <a:pt x="2353" y="5830"/>
                  <a:pt x="2352" y="5834"/>
                </a:cubicBezTo>
                <a:cubicBezTo>
                  <a:pt x="2350" y="5855"/>
                  <a:pt x="2347" y="5876"/>
                  <a:pt x="2346" y="5897"/>
                </a:cubicBezTo>
                <a:lnTo>
                  <a:pt x="2303" y="5900"/>
                </a:lnTo>
                <a:cubicBezTo>
                  <a:pt x="2308" y="5874"/>
                  <a:pt x="2310" y="5718"/>
                  <a:pt x="2309" y="5693"/>
                </a:cubicBezTo>
                <a:cubicBezTo>
                  <a:pt x="2309" y="5692"/>
                  <a:pt x="2308" y="5691"/>
                  <a:pt x="2308" y="5691"/>
                </a:cubicBezTo>
                <a:cubicBezTo>
                  <a:pt x="2308" y="5690"/>
                  <a:pt x="2307" y="5689"/>
                  <a:pt x="2306" y="5689"/>
                </a:cubicBezTo>
                <a:cubicBezTo>
                  <a:pt x="2305" y="5688"/>
                  <a:pt x="2305" y="5688"/>
                  <a:pt x="2304" y="5688"/>
                </a:cubicBezTo>
                <a:cubicBezTo>
                  <a:pt x="2303" y="5688"/>
                  <a:pt x="2302" y="5688"/>
                  <a:pt x="2301" y="5689"/>
                </a:cubicBezTo>
                <a:cubicBezTo>
                  <a:pt x="2300" y="5689"/>
                  <a:pt x="2300" y="5690"/>
                  <a:pt x="2299" y="5691"/>
                </a:cubicBezTo>
                <a:cubicBezTo>
                  <a:pt x="2299" y="5691"/>
                  <a:pt x="2299" y="5692"/>
                  <a:pt x="2299" y="5693"/>
                </a:cubicBezTo>
                <a:cubicBezTo>
                  <a:pt x="2296" y="5762"/>
                  <a:pt x="2281" y="5830"/>
                  <a:pt x="2286" y="5900"/>
                </a:cubicBezTo>
                <a:lnTo>
                  <a:pt x="2256" y="5902"/>
                </a:lnTo>
                <a:cubicBezTo>
                  <a:pt x="2256" y="5900"/>
                  <a:pt x="2255" y="5898"/>
                  <a:pt x="2254" y="5896"/>
                </a:cubicBezTo>
                <a:cubicBezTo>
                  <a:pt x="2253" y="5890"/>
                  <a:pt x="2252" y="5885"/>
                  <a:pt x="2251" y="5879"/>
                </a:cubicBezTo>
                <a:cubicBezTo>
                  <a:pt x="2251" y="5878"/>
                  <a:pt x="2251" y="5877"/>
                  <a:pt x="2250" y="5876"/>
                </a:cubicBezTo>
                <a:cubicBezTo>
                  <a:pt x="2249" y="5875"/>
                  <a:pt x="2247" y="5873"/>
                  <a:pt x="2246" y="5873"/>
                </a:cubicBezTo>
                <a:cubicBezTo>
                  <a:pt x="2244" y="5872"/>
                  <a:pt x="2242" y="5871"/>
                  <a:pt x="2241" y="5871"/>
                </a:cubicBezTo>
                <a:cubicBezTo>
                  <a:pt x="2239" y="5871"/>
                  <a:pt x="2237" y="5872"/>
                  <a:pt x="2236" y="5873"/>
                </a:cubicBezTo>
                <a:cubicBezTo>
                  <a:pt x="2234" y="5873"/>
                  <a:pt x="2234" y="5875"/>
                  <a:pt x="2233" y="5876"/>
                </a:cubicBezTo>
                <a:cubicBezTo>
                  <a:pt x="2232" y="5877"/>
                  <a:pt x="2232" y="5878"/>
                  <a:pt x="2232" y="5879"/>
                </a:cubicBezTo>
                <a:cubicBezTo>
                  <a:pt x="2232" y="5881"/>
                  <a:pt x="2231" y="5883"/>
                  <a:pt x="2231" y="5884"/>
                </a:cubicBezTo>
                <a:cubicBezTo>
                  <a:pt x="2231" y="5891"/>
                  <a:pt x="2232" y="5898"/>
                  <a:pt x="2234" y="5904"/>
                </a:cubicBezTo>
                <a:lnTo>
                  <a:pt x="2204" y="5907"/>
                </a:lnTo>
                <a:cubicBezTo>
                  <a:pt x="2204" y="5906"/>
                  <a:pt x="2204" y="5905"/>
                  <a:pt x="2204" y="5903"/>
                </a:cubicBezTo>
                <a:cubicBezTo>
                  <a:pt x="2204" y="5900"/>
                  <a:pt x="2204" y="5897"/>
                  <a:pt x="2203" y="5893"/>
                </a:cubicBezTo>
                <a:cubicBezTo>
                  <a:pt x="2201" y="5884"/>
                  <a:pt x="2199" y="5874"/>
                  <a:pt x="2197" y="5864"/>
                </a:cubicBezTo>
                <a:cubicBezTo>
                  <a:pt x="2197" y="5863"/>
                  <a:pt x="2197" y="5863"/>
                  <a:pt x="2197" y="5862"/>
                </a:cubicBezTo>
                <a:cubicBezTo>
                  <a:pt x="2196" y="5860"/>
                  <a:pt x="2195" y="5860"/>
                  <a:pt x="2194" y="5859"/>
                </a:cubicBezTo>
                <a:cubicBezTo>
                  <a:pt x="2192" y="5858"/>
                  <a:pt x="2191" y="5858"/>
                  <a:pt x="2190" y="5858"/>
                </a:cubicBezTo>
                <a:cubicBezTo>
                  <a:pt x="2188" y="5858"/>
                  <a:pt x="2187" y="5858"/>
                  <a:pt x="2186" y="5859"/>
                </a:cubicBezTo>
                <a:cubicBezTo>
                  <a:pt x="2185" y="5860"/>
                  <a:pt x="2183" y="5860"/>
                  <a:pt x="2183" y="5862"/>
                </a:cubicBezTo>
                <a:cubicBezTo>
                  <a:pt x="2182" y="5863"/>
                  <a:pt x="2182" y="5863"/>
                  <a:pt x="2182" y="5864"/>
                </a:cubicBezTo>
                <a:cubicBezTo>
                  <a:pt x="2181" y="5872"/>
                  <a:pt x="2180" y="5879"/>
                  <a:pt x="2180" y="5887"/>
                </a:cubicBezTo>
                <a:cubicBezTo>
                  <a:pt x="2180" y="5890"/>
                  <a:pt x="2180" y="5894"/>
                  <a:pt x="2181" y="5898"/>
                </a:cubicBezTo>
                <a:cubicBezTo>
                  <a:pt x="2181" y="5901"/>
                  <a:pt x="2181" y="5904"/>
                  <a:pt x="2183" y="5907"/>
                </a:cubicBezTo>
                <a:cubicBezTo>
                  <a:pt x="2183" y="5907"/>
                  <a:pt x="2184" y="5908"/>
                  <a:pt x="2185" y="5909"/>
                </a:cubicBezTo>
                <a:lnTo>
                  <a:pt x="2181" y="5909"/>
                </a:lnTo>
                <a:cubicBezTo>
                  <a:pt x="2172" y="5907"/>
                  <a:pt x="2164" y="5907"/>
                  <a:pt x="2155" y="5907"/>
                </a:cubicBezTo>
                <a:cubicBezTo>
                  <a:pt x="2154" y="5907"/>
                  <a:pt x="2153" y="5907"/>
                  <a:pt x="2151" y="5907"/>
                </a:cubicBezTo>
                <a:cubicBezTo>
                  <a:pt x="2159" y="5896"/>
                  <a:pt x="2154" y="5883"/>
                  <a:pt x="2153" y="5871"/>
                </a:cubicBezTo>
                <a:cubicBezTo>
                  <a:pt x="2152" y="5860"/>
                  <a:pt x="2150" y="5849"/>
                  <a:pt x="2148" y="5838"/>
                </a:cubicBezTo>
                <a:lnTo>
                  <a:pt x="2147" y="5837"/>
                </a:lnTo>
                <a:cubicBezTo>
                  <a:pt x="2146" y="5836"/>
                  <a:pt x="2146" y="5834"/>
                  <a:pt x="2145" y="5834"/>
                </a:cubicBezTo>
                <a:cubicBezTo>
                  <a:pt x="2143" y="5833"/>
                  <a:pt x="2142" y="5833"/>
                  <a:pt x="2141" y="5833"/>
                </a:cubicBezTo>
                <a:cubicBezTo>
                  <a:pt x="2140" y="5833"/>
                  <a:pt x="2139" y="5833"/>
                  <a:pt x="2138" y="5834"/>
                </a:cubicBezTo>
                <a:cubicBezTo>
                  <a:pt x="2137" y="5834"/>
                  <a:pt x="2136" y="5836"/>
                  <a:pt x="2135" y="5837"/>
                </a:cubicBezTo>
                <a:cubicBezTo>
                  <a:pt x="2135" y="5837"/>
                  <a:pt x="2135" y="5838"/>
                  <a:pt x="2134" y="5838"/>
                </a:cubicBezTo>
                <a:cubicBezTo>
                  <a:pt x="2129" y="5851"/>
                  <a:pt x="2127" y="5864"/>
                  <a:pt x="2127" y="5878"/>
                </a:cubicBezTo>
                <a:cubicBezTo>
                  <a:pt x="2127" y="5885"/>
                  <a:pt x="2127" y="5893"/>
                  <a:pt x="2129" y="5900"/>
                </a:cubicBezTo>
                <a:cubicBezTo>
                  <a:pt x="2129" y="5901"/>
                  <a:pt x="2130" y="5902"/>
                  <a:pt x="2130" y="5902"/>
                </a:cubicBezTo>
                <a:cubicBezTo>
                  <a:pt x="2131" y="5904"/>
                  <a:pt x="2133" y="5906"/>
                  <a:pt x="2134" y="5907"/>
                </a:cubicBezTo>
                <a:lnTo>
                  <a:pt x="2117" y="5909"/>
                </a:lnTo>
                <a:cubicBezTo>
                  <a:pt x="2117" y="5903"/>
                  <a:pt x="2115" y="5897"/>
                  <a:pt x="2112" y="5892"/>
                </a:cubicBezTo>
                <a:cubicBezTo>
                  <a:pt x="2110" y="5886"/>
                  <a:pt x="2108" y="5880"/>
                  <a:pt x="2107" y="5874"/>
                </a:cubicBezTo>
                <a:cubicBezTo>
                  <a:pt x="2106" y="5872"/>
                  <a:pt x="2104" y="5869"/>
                  <a:pt x="2103" y="5867"/>
                </a:cubicBezTo>
                <a:cubicBezTo>
                  <a:pt x="2102" y="5863"/>
                  <a:pt x="2102" y="5860"/>
                  <a:pt x="2102" y="5856"/>
                </a:cubicBezTo>
                <a:cubicBezTo>
                  <a:pt x="2102" y="5849"/>
                  <a:pt x="2091" y="5850"/>
                  <a:pt x="2090" y="5856"/>
                </a:cubicBezTo>
                <a:cubicBezTo>
                  <a:pt x="2089" y="5863"/>
                  <a:pt x="2088" y="5869"/>
                  <a:pt x="2088" y="5876"/>
                </a:cubicBezTo>
                <a:cubicBezTo>
                  <a:pt x="2088" y="5888"/>
                  <a:pt x="2090" y="5900"/>
                  <a:pt x="2095" y="5911"/>
                </a:cubicBezTo>
                <a:cubicBezTo>
                  <a:pt x="2082" y="5913"/>
                  <a:pt x="2069" y="5914"/>
                  <a:pt x="2055" y="5915"/>
                </a:cubicBezTo>
                <a:lnTo>
                  <a:pt x="2053" y="5915"/>
                </a:lnTo>
                <a:cubicBezTo>
                  <a:pt x="2053" y="5913"/>
                  <a:pt x="2053" y="5910"/>
                  <a:pt x="2053" y="5908"/>
                </a:cubicBezTo>
                <a:cubicBezTo>
                  <a:pt x="2053" y="5900"/>
                  <a:pt x="2053" y="5893"/>
                  <a:pt x="2051" y="5885"/>
                </a:cubicBezTo>
                <a:cubicBezTo>
                  <a:pt x="2050" y="5869"/>
                  <a:pt x="2048" y="5853"/>
                  <a:pt x="2043" y="5837"/>
                </a:cubicBezTo>
                <a:cubicBezTo>
                  <a:pt x="2041" y="5830"/>
                  <a:pt x="2031" y="5832"/>
                  <a:pt x="2030" y="5837"/>
                </a:cubicBezTo>
                <a:cubicBezTo>
                  <a:pt x="2025" y="5857"/>
                  <a:pt x="2015" y="5893"/>
                  <a:pt x="2026" y="5914"/>
                </a:cubicBezTo>
                <a:lnTo>
                  <a:pt x="2001" y="5913"/>
                </a:lnTo>
                <a:cubicBezTo>
                  <a:pt x="2002" y="5912"/>
                  <a:pt x="2002" y="5911"/>
                  <a:pt x="2002" y="5911"/>
                </a:cubicBezTo>
                <a:cubicBezTo>
                  <a:pt x="2002" y="5909"/>
                  <a:pt x="2001" y="5907"/>
                  <a:pt x="2000" y="5906"/>
                </a:cubicBezTo>
                <a:cubicBezTo>
                  <a:pt x="1996" y="5898"/>
                  <a:pt x="1998" y="5885"/>
                  <a:pt x="1996" y="5876"/>
                </a:cubicBezTo>
                <a:cubicBezTo>
                  <a:pt x="1995" y="5860"/>
                  <a:pt x="1992" y="5844"/>
                  <a:pt x="1988" y="5828"/>
                </a:cubicBezTo>
                <a:cubicBezTo>
                  <a:pt x="1987" y="5827"/>
                  <a:pt x="1986" y="5826"/>
                  <a:pt x="1985" y="5825"/>
                </a:cubicBezTo>
                <a:cubicBezTo>
                  <a:pt x="1984" y="5824"/>
                  <a:pt x="1982" y="5824"/>
                  <a:pt x="1981" y="5824"/>
                </a:cubicBezTo>
                <a:cubicBezTo>
                  <a:pt x="1980" y="5824"/>
                  <a:pt x="1978" y="5824"/>
                  <a:pt x="1977" y="5825"/>
                </a:cubicBezTo>
                <a:cubicBezTo>
                  <a:pt x="1976" y="5826"/>
                  <a:pt x="1975" y="5827"/>
                  <a:pt x="1974" y="5828"/>
                </a:cubicBezTo>
                <a:cubicBezTo>
                  <a:pt x="1970" y="5839"/>
                  <a:pt x="1968" y="5851"/>
                  <a:pt x="1968" y="5863"/>
                </a:cubicBezTo>
                <a:cubicBezTo>
                  <a:pt x="1968" y="5869"/>
                  <a:pt x="1969" y="5876"/>
                  <a:pt x="1970" y="5883"/>
                </a:cubicBezTo>
                <a:cubicBezTo>
                  <a:pt x="1970" y="5892"/>
                  <a:pt x="1971" y="5901"/>
                  <a:pt x="1973" y="5910"/>
                </a:cubicBezTo>
                <a:lnTo>
                  <a:pt x="1953" y="5908"/>
                </a:lnTo>
                <a:cubicBezTo>
                  <a:pt x="1954" y="5907"/>
                  <a:pt x="1954" y="5905"/>
                  <a:pt x="1954" y="5904"/>
                </a:cubicBezTo>
                <a:cubicBezTo>
                  <a:pt x="1954" y="5902"/>
                  <a:pt x="1954" y="5901"/>
                  <a:pt x="1953" y="5899"/>
                </a:cubicBezTo>
                <a:cubicBezTo>
                  <a:pt x="1941" y="5864"/>
                  <a:pt x="1949" y="5816"/>
                  <a:pt x="1948" y="5779"/>
                </a:cubicBezTo>
                <a:cubicBezTo>
                  <a:pt x="1949" y="5773"/>
                  <a:pt x="1949" y="5767"/>
                  <a:pt x="1949" y="5760"/>
                </a:cubicBezTo>
                <a:cubicBezTo>
                  <a:pt x="1949" y="5713"/>
                  <a:pt x="1946" y="5666"/>
                  <a:pt x="1941" y="5619"/>
                </a:cubicBezTo>
                <a:cubicBezTo>
                  <a:pt x="1941" y="5618"/>
                  <a:pt x="1941" y="5618"/>
                  <a:pt x="1940" y="5617"/>
                </a:cubicBezTo>
                <a:cubicBezTo>
                  <a:pt x="1939" y="5616"/>
                  <a:pt x="1939" y="5615"/>
                  <a:pt x="1938" y="5615"/>
                </a:cubicBezTo>
                <a:cubicBezTo>
                  <a:pt x="1937" y="5614"/>
                  <a:pt x="1936" y="5614"/>
                  <a:pt x="1935" y="5614"/>
                </a:cubicBezTo>
                <a:cubicBezTo>
                  <a:pt x="1934" y="5614"/>
                  <a:pt x="1933" y="5615"/>
                  <a:pt x="1933" y="5615"/>
                </a:cubicBezTo>
                <a:cubicBezTo>
                  <a:pt x="1932" y="5616"/>
                  <a:pt x="1931" y="5615"/>
                  <a:pt x="1930" y="5617"/>
                </a:cubicBezTo>
                <a:cubicBezTo>
                  <a:pt x="1929" y="5618"/>
                  <a:pt x="1930" y="5618"/>
                  <a:pt x="1930" y="5619"/>
                </a:cubicBezTo>
                <a:cubicBezTo>
                  <a:pt x="1925" y="5670"/>
                  <a:pt x="1922" y="5721"/>
                  <a:pt x="1922" y="5772"/>
                </a:cubicBezTo>
                <a:cubicBezTo>
                  <a:pt x="1922" y="5782"/>
                  <a:pt x="1922" y="5791"/>
                  <a:pt x="1922" y="5800"/>
                </a:cubicBezTo>
                <a:cubicBezTo>
                  <a:pt x="1922" y="5833"/>
                  <a:pt x="1915" y="5874"/>
                  <a:pt x="1927" y="5906"/>
                </a:cubicBezTo>
                <a:lnTo>
                  <a:pt x="1899" y="5904"/>
                </a:lnTo>
                <a:cubicBezTo>
                  <a:pt x="1899" y="5901"/>
                  <a:pt x="1898" y="5898"/>
                  <a:pt x="1897" y="5897"/>
                </a:cubicBezTo>
                <a:cubicBezTo>
                  <a:pt x="1896" y="5895"/>
                  <a:pt x="1896" y="5896"/>
                  <a:pt x="1895" y="5895"/>
                </a:cubicBezTo>
                <a:cubicBezTo>
                  <a:pt x="1893" y="5887"/>
                  <a:pt x="1892" y="5879"/>
                  <a:pt x="1891" y="5871"/>
                </a:cubicBezTo>
                <a:cubicBezTo>
                  <a:pt x="1889" y="5863"/>
                  <a:pt x="1889" y="5854"/>
                  <a:pt x="1887" y="5846"/>
                </a:cubicBezTo>
                <a:cubicBezTo>
                  <a:pt x="1885" y="5838"/>
                  <a:pt x="1882" y="5832"/>
                  <a:pt x="1881" y="5825"/>
                </a:cubicBezTo>
                <a:cubicBezTo>
                  <a:pt x="1880" y="5817"/>
                  <a:pt x="1865" y="5818"/>
                  <a:pt x="1865" y="5827"/>
                </a:cubicBezTo>
                <a:cubicBezTo>
                  <a:pt x="1866" y="5833"/>
                  <a:pt x="1866" y="5840"/>
                  <a:pt x="1866" y="5846"/>
                </a:cubicBezTo>
                <a:cubicBezTo>
                  <a:pt x="1866" y="5848"/>
                  <a:pt x="1866" y="5850"/>
                  <a:pt x="1866" y="5852"/>
                </a:cubicBezTo>
                <a:cubicBezTo>
                  <a:pt x="1865" y="5856"/>
                  <a:pt x="1865" y="5860"/>
                  <a:pt x="1865" y="5865"/>
                </a:cubicBezTo>
                <a:cubicBezTo>
                  <a:pt x="1865" y="5865"/>
                  <a:pt x="1865" y="5866"/>
                  <a:pt x="1865" y="5867"/>
                </a:cubicBezTo>
                <a:cubicBezTo>
                  <a:pt x="1866" y="5879"/>
                  <a:pt x="1867" y="5892"/>
                  <a:pt x="1870" y="5903"/>
                </a:cubicBezTo>
                <a:lnTo>
                  <a:pt x="1864" y="5903"/>
                </a:lnTo>
                <a:cubicBezTo>
                  <a:pt x="1862" y="5904"/>
                  <a:pt x="1859" y="5904"/>
                  <a:pt x="1857" y="5904"/>
                </a:cubicBezTo>
                <a:cubicBezTo>
                  <a:pt x="1854" y="5904"/>
                  <a:pt x="1853" y="5904"/>
                  <a:pt x="1851" y="5903"/>
                </a:cubicBezTo>
                <a:cubicBezTo>
                  <a:pt x="1849" y="5893"/>
                  <a:pt x="1846" y="5883"/>
                  <a:pt x="1843" y="5873"/>
                </a:cubicBezTo>
                <a:cubicBezTo>
                  <a:pt x="1841" y="5868"/>
                  <a:pt x="1840" y="5863"/>
                  <a:pt x="1839" y="5857"/>
                </a:cubicBezTo>
                <a:cubicBezTo>
                  <a:pt x="1839" y="5851"/>
                  <a:pt x="1834" y="5846"/>
                  <a:pt x="1833" y="5841"/>
                </a:cubicBezTo>
                <a:cubicBezTo>
                  <a:pt x="1833" y="5840"/>
                  <a:pt x="1832" y="5838"/>
                  <a:pt x="1832" y="5838"/>
                </a:cubicBezTo>
                <a:cubicBezTo>
                  <a:pt x="1831" y="5836"/>
                  <a:pt x="1829" y="5835"/>
                  <a:pt x="1828" y="5834"/>
                </a:cubicBezTo>
                <a:cubicBezTo>
                  <a:pt x="1826" y="5833"/>
                  <a:pt x="1825" y="5833"/>
                  <a:pt x="1824" y="5833"/>
                </a:cubicBezTo>
                <a:cubicBezTo>
                  <a:pt x="1823" y="5833"/>
                  <a:pt x="1822" y="5833"/>
                  <a:pt x="1822" y="5833"/>
                </a:cubicBezTo>
                <a:cubicBezTo>
                  <a:pt x="1816" y="5834"/>
                  <a:pt x="1815" y="5839"/>
                  <a:pt x="1814" y="5844"/>
                </a:cubicBezTo>
                <a:cubicBezTo>
                  <a:pt x="1813" y="5849"/>
                  <a:pt x="1817" y="5859"/>
                  <a:pt x="1816" y="5867"/>
                </a:cubicBezTo>
                <a:cubicBezTo>
                  <a:pt x="1815" y="5869"/>
                  <a:pt x="1815" y="5871"/>
                  <a:pt x="1815" y="5874"/>
                </a:cubicBezTo>
                <a:cubicBezTo>
                  <a:pt x="1815" y="5876"/>
                  <a:pt x="1815" y="5878"/>
                  <a:pt x="1816" y="5881"/>
                </a:cubicBezTo>
                <a:cubicBezTo>
                  <a:pt x="1818" y="5887"/>
                  <a:pt x="1819" y="5893"/>
                  <a:pt x="1821" y="5899"/>
                </a:cubicBezTo>
                <a:lnTo>
                  <a:pt x="1805" y="5895"/>
                </a:lnTo>
                <a:lnTo>
                  <a:pt x="1805" y="5894"/>
                </a:lnTo>
                <a:cubicBezTo>
                  <a:pt x="1805" y="5893"/>
                  <a:pt x="1805" y="5893"/>
                  <a:pt x="1805" y="5892"/>
                </a:cubicBezTo>
                <a:cubicBezTo>
                  <a:pt x="1785" y="5859"/>
                  <a:pt x="1792" y="5805"/>
                  <a:pt x="1790" y="5768"/>
                </a:cubicBezTo>
                <a:cubicBezTo>
                  <a:pt x="1788" y="5731"/>
                  <a:pt x="1787" y="5693"/>
                  <a:pt x="1784" y="5656"/>
                </a:cubicBezTo>
                <a:cubicBezTo>
                  <a:pt x="1784" y="5655"/>
                  <a:pt x="1783" y="5654"/>
                  <a:pt x="1783" y="5653"/>
                </a:cubicBezTo>
                <a:cubicBezTo>
                  <a:pt x="1782" y="5652"/>
                  <a:pt x="1782" y="5652"/>
                  <a:pt x="1781" y="5651"/>
                </a:cubicBezTo>
                <a:cubicBezTo>
                  <a:pt x="1781" y="5651"/>
                  <a:pt x="1780" y="5651"/>
                  <a:pt x="1779" y="5651"/>
                </a:cubicBezTo>
                <a:cubicBezTo>
                  <a:pt x="1778" y="5651"/>
                  <a:pt x="1777" y="5650"/>
                  <a:pt x="1776" y="5651"/>
                </a:cubicBezTo>
                <a:cubicBezTo>
                  <a:pt x="1775" y="5651"/>
                  <a:pt x="1775" y="5652"/>
                  <a:pt x="1775" y="5653"/>
                </a:cubicBezTo>
                <a:cubicBezTo>
                  <a:pt x="1774" y="5654"/>
                  <a:pt x="1774" y="5655"/>
                  <a:pt x="1774" y="5656"/>
                </a:cubicBezTo>
                <a:cubicBezTo>
                  <a:pt x="1772" y="5678"/>
                  <a:pt x="1754" y="5829"/>
                  <a:pt x="1774" y="5886"/>
                </a:cubicBezTo>
                <a:lnTo>
                  <a:pt x="1772" y="5886"/>
                </a:lnTo>
                <a:cubicBezTo>
                  <a:pt x="1766" y="5885"/>
                  <a:pt x="1760" y="5884"/>
                  <a:pt x="1755" y="5882"/>
                </a:cubicBezTo>
                <a:cubicBezTo>
                  <a:pt x="1761" y="5871"/>
                  <a:pt x="1747" y="5843"/>
                  <a:pt x="1744" y="5835"/>
                </a:cubicBezTo>
                <a:cubicBezTo>
                  <a:pt x="1739" y="5817"/>
                  <a:pt x="1737" y="5799"/>
                  <a:pt x="1736" y="5780"/>
                </a:cubicBezTo>
                <a:cubicBezTo>
                  <a:pt x="1736" y="5779"/>
                  <a:pt x="1735" y="5779"/>
                  <a:pt x="1735" y="5778"/>
                </a:cubicBezTo>
                <a:cubicBezTo>
                  <a:pt x="1735" y="5777"/>
                  <a:pt x="1734" y="5776"/>
                  <a:pt x="1733" y="5776"/>
                </a:cubicBezTo>
                <a:cubicBezTo>
                  <a:pt x="1732" y="5775"/>
                  <a:pt x="1731" y="5775"/>
                  <a:pt x="1730" y="5775"/>
                </a:cubicBezTo>
                <a:cubicBezTo>
                  <a:pt x="1729" y="5775"/>
                  <a:pt x="1728" y="5775"/>
                  <a:pt x="1727" y="5776"/>
                </a:cubicBezTo>
                <a:cubicBezTo>
                  <a:pt x="1726" y="5776"/>
                  <a:pt x="1726" y="5776"/>
                  <a:pt x="1725" y="5778"/>
                </a:cubicBezTo>
                <a:cubicBezTo>
                  <a:pt x="1724" y="5779"/>
                  <a:pt x="1725" y="5779"/>
                  <a:pt x="1725" y="5780"/>
                </a:cubicBezTo>
                <a:cubicBezTo>
                  <a:pt x="1723" y="5793"/>
                  <a:pt x="1722" y="5806"/>
                  <a:pt x="1722" y="5819"/>
                </a:cubicBezTo>
                <a:cubicBezTo>
                  <a:pt x="1722" y="5832"/>
                  <a:pt x="1723" y="5846"/>
                  <a:pt x="1725" y="5859"/>
                </a:cubicBezTo>
                <a:cubicBezTo>
                  <a:pt x="1725" y="5863"/>
                  <a:pt x="1727" y="5870"/>
                  <a:pt x="1729" y="5877"/>
                </a:cubicBezTo>
                <a:lnTo>
                  <a:pt x="1714" y="5874"/>
                </a:lnTo>
                <a:cubicBezTo>
                  <a:pt x="1709" y="5857"/>
                  <a:pt x="1703" y="5839"/>
                  <a:pt x="1699" y="5823"/>
                </a:cubicBezTo>
                <a:cubicBezTo>
                  <a:pt x="1694" y="5806"/>
                  <a:pt x="1692" y="5790"/>
                  <a:pt x="1688" y="5774"/>
                </a:cubicBezTo>
                <a:cubicBezTo>
                  <a:pt x="1682" y="5758"/>
                  <a:pt x="1677" y="5741"/>
                  <a:pt x="1674" y="5724"/>
                </a:cubicBezTo>
                <a:cubicBezTo>
                  <a:pt x="1674" y="5721"/>
                  <a:pt x="1669" y="5721"/>
                  <a:pt x="1669" y="5724"/>
                </a:cubicBezTo>
                <a:cubicBezTo>
                  <a:pt x="1669" y="5725"/>
                  <a:pt x="1669" y="5727"/>
                  <a:pt x="1669" y="5728"/>
                </a:cubicBezTo>
                <a:cubicBezTo>
                  <a:pt x="1669" y="5744"/>
                  <a:pt x="1671" y="5761"/>
                  <a:pt x="1675" y="5776"/>
                </a:cubicBezTo>
                <a:cubicBezTo>
                  <a:pt x="1680" y="5796"/>
                  <a:pt x="1677" y="5821"/>
                  <a:pt x="1684" y="5839"/>
                </a:cubicBezTo>
                <a:cubicBezTo>
                  <a:pt x="1686" y="5845"/>
                  <a:pt x="1687" y="5853"/>
                  <a:pt x="1687" y="5860"/>
                </a:cubicBezTo>
                <a:cubicBezTo>
                  <a:pt x="1687" y="5863"/>
                  <a:pt x="1687" y="5866"/>
                  <a:pt x="1687" y="5868"/>
                </a:cubicBezTo>
                <a:cubicBezTo>
                  <a:pt x="1679" y="5867"/>
                  <a:pt x="1672" y="5865"/>
                  <a:pt x="1666" y="5863"/>
                </a:cubicBezTo>
                <a:cubicBezTo>
                  <a:pt x="1660" y="5861"/>
                  <a:pt x="1654" y="5859"/>
                  <a:pt x="1649" y="5857"/>
                </a:cubicBezTo>
                <a:cubicBezTo>
                  <a:pt x="1649" y="5855"/>
                  <a:pt x="1648" y="5854"/>
                  <a:pt x="1647" y="5852"/>
                </a:cubicBezTo>
                <a:cubicBezTo>
                  <a:pt x="1647" y="5851"/>
                  <a:pt x="1646" y="5850"/>
                  <a:pt x="1645" y="5849"/>
                </a:cubicBezTo>
                <a:cubicBezTo>
                  <a:pt x="1634" y="5839"/>
                  <a:pt x="1645" y="5817"/>
                  <a:pt x="1640" y="5803"/>
                </a:cubicBezTo>
                <a:cubicBezTo>
                  <a:pt x="1633" y="5780"/>
                  <a:pt x="1638" y="5756"/>
                  <a:pt x="1631" y="5733"/>
                </a:cubicBezTo>
                <a:cubicBezTo>
                  <a:pt x="1622" y="5705"/>
                  <a:pt x="1628" y="5665"/>
                  <a:pt x="1623" y="5635"/>
                </a:cubicBezTo>
                <a:cubicBezTo>
                  <a:pt x="1621" y="5628"/>
                  <a:pt x="1609" y="5630"/>
                  <a:pt x="1610" y="5637"/>
                </a:cubicBezTo>
                <a:cubicBezTo>
                  <a:pt x="1613" y="5688"/>
                  <a:pt x="1612" y="5742"/>
                  <a:pt x="1610" y="5793"/>
                </a:cubicBezTo>
                <a:cubicBezTo>
                  <a:pt x="1609" y="5800"/>
                  <a:pt x="1609" y="5808"/>
                  <a:pt x="1609" y="5815"/>
                </a:cubicBezTo>
                <a:cubicBezTo>
                  <a:pt x="1609" y="5826"/>
                  <a:pt x="1609" y="5837"/>
                  <a:pt x="1611" y="5848"/>
                </a:cubicBezTo>
                <a:lnTo>
                  <a:pt x="1598" y="5845"/>
                </a:lnTo>
                <a:cubicBezTo>
                  <a:pt x="1597" y="5835"/>
                  <a:pt x="1594" y="5824"/>
                  <a:pt x="1592" y="5814"/>
                </a:cubicBezTo>
                <a:cubicBezTo>
                  <a:pt x="1588" y="5794"/>
                  <a:pt x="1582" y="5775"/>
                  <a:pt x="1576" y="5754"/>
                </a:cubicBezTo>
                <a:cubicBezTo>
                  <a:pt x="1575" y="5750"/>
                  <a:pt x="1568" y="5747"/>
                  <a:pt x="1566" y="5753"/>
                </a:cubicBezTo>
                <a:cubicBezTo>
                  <a:pt x="1555" y="5782"/>
                  <a:pt x="1564" y="5810"/>
                  <a:pt x="1568" y="5839"/>
                </a:cubicBezTo>
                <a:lnTo>
                  <a:pt x="1556" y="5837"/>
                </a:lnTo>
                <a:cubicBezTo>
                  <a:pt x="1540" y="5802"/>
                  <a:pt x="1544" y="5758"/>
                  <a:pt x="1532" y="5723"/>
                </a:cubicBezTo>
                <a:cubicBezTo>
                  <a:pt x="1519" y="5680"/>
                  <a:pt x="1513" y="5637"/>
                  <a:pt x="1512" y="5593"/>
                </a:cubicBezTo>
                <a:cubicBezTo>
                  <a:pt x="1512" y="5592"/>
                  <a:pt x="1512" y="5591"/>
                  <a:pt x="1512" y="5591"/>
                </a:cubicBezTo>
                <a:cubicBezTo>
                  <a:pt x="1511" y="5590"/>
                  <a:pt x="1511" y="5589"/>
                  <a:pt x="1510" y="5589"/>
                </a:cubicBezTo>
                <a:cubicBezTo>
                  <a:pt x="1510" y="5589"/>
                  <a:pt x="1509" y="5589"/>
                  <a:pt x="1508" y="5589"/>
                </a:cubicBezTo>
                <a:cubicBezTo>
                  <a:pt x="1507" y="5589"/>
                  <a:pt x="1507" y="5589"/>
                  <a:pt x="1506" y="5589"/>
                </a:cubicBezTo>
                <a:cubicBezTo>
                  <a:pt x="1505" y="5589"/>
                  <a:pt x="1505" y="5590"/>
                  <a:pt x="1504" y="5591"/>
                </a:cubicBezTo>
                <a:cubicBezTo>
                  <a:pt x="1504" y="5591"/>
                  <a:pt x="1504" y="5592"/>
                  <a:pt x="1504" y="5593"/>
                </a:cubicBezTo>
                <a:cubicBezTo>
                  <a:pt x="1500" y="5616"/>
                  <a:pt x="1499" y="5638"/>
                  <a:pt x="1499" y="5661"/>
                </a:cubicBezTo>
                <a:cubicBezTo>
                  <a:pt x="1499" y="5680"/>
                  <a:pt x="1500" y="5699"/>
                  <a:pt x="1502" y="5717"/>
                </a:cubicBezTo>
                <a:cubicBezTo>
                  <a:pt x="1508" y="5750"/>
                  <a:pt x="1505" y="5793"/>
                  <a:pt x="1515" y="5828"/>
                </a:cubicBezTo>
                <a:lnTo>
                  <a:pt x="1500" y="5823"/>
                </a:lnTo>
                <a:cubicBezTo>
                  <a:pt x="1501" y="5822"/>
                  <a:pt x="1502" y="5821"/>
                  <a:pt x="1503" y="5820"/>
                </a:cubicBezTo>
                <a:cubicBezTo>
                  <a:pt x="1504" y="5817"/>
                  <a:pt x="1505" y="5815"/>
                  <a:pt x="1505" y="5813"/>
                </a:cubicBezTo>
                <a:cubicBezTo>
                  <a:pt x="1505" y="5812"/>
                  <a:pt x="1505" y="5811"/>
                  <a:pt x="1505" y="5810"/>
                </a:cubicBezTo>
                <a:cubicBezTo>
                  <a:pt x="1491" y="5745"/>
                  <a:pt x="1480" y="5679"/>
                  <a:pt x="1473" y="5613"/>
                </a:cubicBezTo>
                <a:cubicBezTo>
                  <a:pt x="1470" y="5576"/>
                  <a:pt x="1452" y="5538"/>
                  <a:pt x="1446" y="5500"/>
                </a:cubicBezTo>
                <a:cubicBezTo>
                  <a:pt x="1446" y="5500"/>
                  <a:pt x="1446" y="5499"/>
                  <a:pt x="1445" y="5498"/>
                </a:cubicBezTo>
                <a:cubicBezTo>
                  <a:pt x="1445" y="5498"/>
                  <a:pt x="1445" y="5497"/>
                  <a:pt x="1444" y="5497"/>
                </a:cubicBezTo>
                <a:cubicBezTo>
                  <a:pt x="1444" y="5497"/>
                  <a:pt x="1443" y="5496"/>
                  <a:pt x="1442" y="5496"/>
                </a:cubicBezTo>
                <a:cubicBezTo>
                  <a:pt x="1442" y="5496"/>
                  <a:pt x="1441" y="5497"/>
                  <a:pt x="1440" y="5497"/>
                </a:cubicBezTo>
                <a:lnTo>
                  <a:pt x="1439" y="5498"/>
                </a:lnTo>
                <a:cubicBezTo>
                  <a:pt x="1439" y="5499"/>
                  <a:pt x="1438" y="5500"/>
                  <a:pt x="1438" y="5500"/>
                </a:cubicBezTo>
                <a:cubicBezTo>
                  <a:pt x="1439" y="5537"/>
                  <a:pt x="1443" y="5574"/>
                  <a:pt x="1449" y="5610"/>
                </a:cubicBezTo>
                <a:cubicBezTo>
                  <a:pt x="1465" y="5676"/>
                  <a:pt x="1453" y="5748"/>
                  <a:pt x="1469" y="5814"/>
                </a:cubicBezTo>
                <a:lnTo>
                  <a:pt x="1446" y="5806"/>
                </a:lnTo>
                <a:cubicBezTo>
                  <a:pt x="1445" y="5784"/>
                  <a:pt x="1438" y="5762"/>
                  <a:pt x="1438" y="5740"/>
                </a:cubicBezTo>
                <a:cubicBezTo>
                  <a:pt x="1438" y="5693"/>
                  <a:pt x="1421" y="5645"/>
                  <a:pt x="1414" y="5598"/>
                </a:cubicBezTo>
                <a:cubicBezTo>
                  <a:pt x="1399" y="5497"/>
                  <a:pt x="1379" y="5396"/>
                  <a:pt x="1353" y="5298"/>
                </a:cubicBezTo>
                <a:cubicBezTo>
                  <a:pt x="1352" y="5293"/>
                  <a:pt x="1346" y="5295"/>
                  <a:pt x="1346" y="5299"/>
                </a:cubicBezTo>
                <a:cubicBezTo>
                  <a:pt x="1365" y="5383"/>
                  <a:pt x="1362" y="5470"/>
                  <a:pt x="1376" y="5555"/>
                </a:cubicBezTo>
                <a:cubicBezTo>
                  <a:pt x="1383" y="5599"/>
                  <a:pt x="1387" y="5647"/>
                  <a:pt x="1390" y="5693"/>
                </a:cubicBezTo>
                <a:cubicBezTo>
                  <a:pt x="1391" y="5728"/>
                  <a:pt x="1395" y="5763"/>
                  <a:pt x="1401" y="5797"/>
                </a:cubicBezTo>
                <a:cubicBezTo>
                  <a:pt x="1376" y="5789"/>
                  <a:pt x="1351" y="5781"/>
                  <a:pt x="1326" y="5772"/>
                </a:cubicBezTo>
                <a:cubicBezTo>
                  <a:pt x="1325" y="5768"/>
                  <a:pt x="1324" y="5764"/>
                  <a:pt x="1322" y="5761"/>
                </a:cubicBezTo>
                <a:cubicBezTo>
                  <a:pt x="1323" y="5758"/>
                  <a:pt x="1324" y="5756"/>
                  <a:pt x="1324" y="5753"/>
                </a:cubicBezTo>
                <a:cubicBezTo>
                  <a:pt x="1324" y="5750"/>
                  <a:pt x="1322" y="5747"/>
                  <a:pt x="1321" y="5745"/>
                </a:cubicBezTo>
                <a:cubicBezTo>
                  <a:pt x="1319" y="5742"/>
                  <a:pt x="1318" y="5741"/>
                  <a:pt x="1315" y="5739"/>
                </a:cubicBezTo>
                <a:cubicBezTo>
                  <a:pt x="1314" y="5738"/>
                  <a:pt x="1312" y="5738"/>
                  <a:pt x="1310" y="5737"/>
                </a:cubicBezTo>
                <a:cubicBezTo>
                  <a:pt x="1306" y="5737"/>
                  <a:pt x="1289" y="5610"/>
                  <a:pt x="1286" y="5600"/>
                </a:cubicBezTo>
                <a:cubicBezTo>
                  <a:pt x="1271" y="5545"/>
                  <a:pt x="1274" y="5485"/>
                  <a:pt x="1267" y="5429"/>
                </a:cubicBezTo>
                <a:cubicBezTo>
                  <a:pt x="1249" y="5307"/>
                  <a:pt x="1219" y="5184"/>
                  <a:pt x="1194" y="5062"/>
                </a:cubicBezTo>
                <a:cubicBezTo>
                  <a:pt x="1175" y="4958"/>
                  <a:pt x="1145" y="4855"/>
                  <a:pt x="1116" y="4753"/>
                </a:cubicBezTo>
                <a:cubicBezTo>
                  <a:pt x="1081" y="4629"/>
                  <a:pt x="1064" y="4496"/>
                  <a:pt x="1014" y="4377"/>
                </a:cubicBezTo>
                <a:cubicBezTo>
                  <a:pt x="1013" y="4374"/>
                  <a:pt x="1008" y="4375"/>
                  <a:pt x="1009" y="4378"/>
                </a:cubicBezTo>
                <a:cubicBezTo>
                  <a:pt x="1059" y="4616"/>
                  <a:pt x="1124" y="4850"/>
                  <a:pt x="1170" y="5090"/>
                </a:cubicBezTo>
                <a:cubicBezTo>
                  <a:pt x="1193" y="5215"/>
                  <a:pt x="1217" y="5339"/>
                  <a:pt x="1240" y="5464"/>
                </a:cubicBezTo>
                <a:cubicBezTo>
                  <a:pt x="1249" y="5508"/>
                  <a:pt x="1242" y="5556"/>
                  <a:pt x="1254" y="5600"/>
                </a:cubicBezTo>
                <a:cubicBezTo>
                  <a:pt x="1266" y="5644"/>
                  <a:pt x="1274" y="5689"/>
                  <a:pt x="1283" y="5733"/>
                </a:cubicBezTo>
                <a:cubicBezTo>
                  <a:pt x="1269" y="5728"/>
                  <a:pt x="1270" y="5730"/>
                  <a:pt x="1264" y="5708"/>
                </a:cubicBezTo>
                <a:cubicBezTo>
                  <a:pt x="1256" y="5677"/>
                  <a:pt x="1244" y="5644"/>
                  <a:pt x="1239" y="5613"/>
                </a:cubicBezTo>
                <a:cubicBezTo>
                  <a:pt x="1231" y="5562"/>
                  <a:pt x="1216" y="5512"/>
                  <a:pt x="1208" y="5462"/>
                </a:cubicBezTo>
                <a:cubicBezTo>
                  <a:pt x="1203" y="5422"/>
                  <a:pt x="1203" y="5374"/>
                  <a:pt x="1187" y="5337"/>
                </a:cubicBezTo>
                <a:cubicBezTo>
                  <a:pt x="1184" y="5331"/>
                  <a:pt x="1176" y="5336"/>
                  <a:pt x="1178" y="5341"/>
                </a:cubicBezTo>
                <a:cubicBezTo>
                  <a:pt x="1196" y="5385"/>
                  <a:pt x="1198" y="5462"/>
                  <a:pt x="1198" y="5509"/>
                </a:cubicBezTo>
                <a:cubicBezTo>
                  <a:pt x="1198" y="5550"/>
                  <a:pt x="1216" y="5598"/>
                  <a:pt x="1211" y="5636"/>
                </a:cubicBezTo>
                <a:cubicBezTo>
                  <a:pt x="1211" y="5639"/>
                  <a:pt x="1211" y="5642"/>
                  <a:pt x="1211" y="5646"/>
                </a:cubicBezTo>
                <a:cubicBezTo>
                  <a:pt x="1211" y="5672"/>
                  <a:pt x="1215" y="5698"/>
                  <a:pt x="1223" y="5724"/>
                </a:cubicBezTo>
                <a:lnTo>
                  <a:pt x="1216" y="5720"/>
                </a:lnTo>
                <a:cubicBezTo>
                  <a:pt x="1217" y="5719"/>
                  <a:pt x="1217" y="5717"/>
                  <a:pt x="1217" y="5716"/>
                </a:cubicBezTo>
                <a:cubicBezTo>
                  <a:pt x="1217" y="5714"/>
                  <a:pt x="1217" y="5712"/>
                  <a:pt x="1216" y="5711"/>
                </a:cubicBezTo>
                <a:cubicBezTo>
                  <a:pt x="1203" y="5684"/>
                  <a:pt x="1207" y="5650"/>
                  <a:pt x="1199" y="5623"/>
                </a:cubicBezTo>
                <a:cubicBezTo>
                  <a:pt x="1189" y="5591"/>
                  <a:pt x="1183" y="5558"/>
                  <a:pt x="1181" y="5526"/>
                </a:cubicBezTo>
                <a:cubicBezTo>
                  <a:pt x="1178" y="5464"/>
                  <a:pt x="1156" y="5398"/>
                  <a:pt x="1142" y="5338"/>
                </a:cubicBezTo>
                <a:cubicBezTo>
                  <a:pt x="1140" y="5333"/>
                  <a:pt x="1132" y="5334"/>
                  <a:pt x="1132" y="5339"/>
                </a:cubicBezTo>
                <a:cubicBezTo>
                  <a:pt x="1139" y="5407"/>
                  <a:pt x="1147" y="5474"/>
                  <a:pt x="1158" y="5542"/>
                </a:cubicBezTo>
                <a:cubicBezTo>
                  <a:pt x="1165" y="5592"/>
                  <a:pt x="1167" y="5657"/>
                  <a:pt x="1189" y="5705"/>
                </a:cubicBezTo>
                <a:lnTo>
                  <a:pt x="1176" y="5698"/>
                </a:lnTo>
                <a:cubicBezTo>
                  <a:pt x="1177" y="5697"/>
                  <a:pt x="1177" y="5696"/>
                  <a:pt x="1177" y="5695"/>
                </a:cubicBezTo>
                <a:cubicBezTo>
                  <a:pt x="1177" y="5693"/>
                  <a:pt x="1177" y="5692"/>
                  <a:pt x="1176" y="5691"/>
                </a:cubicBezTo>
                <a:cubicBezTo>
                  <a:pt x="1165" y="5655"/>
                  <a:pt x="1158" y="5619"/>
                  <a:pt x="1154" y="5582"/>
                </a:cubicBezTo>
                <a:cubicBezTo>
                  <a:pt x="1150" y="5549"/>
                  <a:pt x="1134" y="5517"/>
                  <a:pt x="1132" y="5484"/>
                </a:cubicBezTo>
                <a:lnTo>
                  <a:pt x="1131" y="5484"/>
                </a:lnTo>
                <a:cubicBezTo>
                  <a:pt x="1130" y="5483"/>
                  <a:pt x="1131" y="5483"/>
                  <a:pt x="1131" y="5483"/>
                </a:cubicBezTo>
                <a:cubicBezTo>
                  <a:pt x="1130" y="5483"/>
                  <a:pt x="1130" y="5483"/>
                  <a:pt x="1130" y="5483"/>
                </a:cubicBezTo>
                <a:cubicBezTo>
                  <a:pt x="1129" y="5483"/>
                  <a:pt x="1129" y="5483"/>
                  <a:pt x="1129" y="5483"/>
                </a:cubicBezTo>
                <a:cubicBezTo>
                  <a:pt x="1128" y="5483"/>
                  <a:pt x="1128" y="5483"/>
                  <a:pt x="1128" y="5484"/>
                </a:cubicBezTo>
                <a:cubicBezTo>
                  <a:pt x="1129" y="5524"/>
                  <a:pt x="1134" y="5563"/>
                  <a:pt x="1133" y="5601"/>
                </a:cubicBezTo>
                <a:cubicBezTo>
                  <a:pt x="1133" y="5627"/>
                  <a:pt x="1137" y="5654"/>
                  <a:pt x="1145" y="5679"/>
                </a:cubicBezTo>
                <a:lnTo>
                  <a:pt x="1124" y="5665"/>
                </a:lnTo>
                <a:cubicBezTo>
                  <a:pt x="1124" y="5664"/>
                  <a:pt x="1124" y="5664"/>
                  <a:pt x="1124" y="5664"/>
                </a:cubicBezTo>
                <a:cubicBezTo>
                  <a:pt x="1125" y="5662"/>
                  <a:pt x="1126" y="5660"/>
                  <a:pt x="1126" y="5658"/>
                </a:cubicBezTo>
                <a:cubicBezTo>
                  <a:pt x="1126" y="5658"/>
                  <a:pt x="1126" y="5657"/>
                  <a:pt x="1125" y="5656"/>
                </a:cubicBezTo>
                <a:cubicBezTo>
                  <a:pt x="1103" y="5536"/>
                  <a:pt x="1078" y="5417"/>
                  <a:pt x="1057" y="5297"/>
                </a:cubicBezTo>
                <a:lnTo>
                  <a:pt x="1057" y="5296"/>
                </a:lnTo>
                <a:cubicBezTo>
                  <a:pt x="1056" y="5295"/>
                  <a:pt x="1056" y="5295"/>
                  <a:pt x="1055" y="5294"/>
                </a:cubicBezTo>
                <a:lnTo>
                  <a:pt x="1054" y="5294"/>
                </a:lnTo>
                <a:cubicBezTo>
                  <a:pt x="1053" y="5294"/>
                  <a:pt x="1052" y="5294"/>
                  <a:pt x="1052" y="5294"/>
                </a:cubicBezTo>
                <a:cubicBezTo>
                  <a:pt x="1051" y="5295"/>
                  <a:pt x="1052" y="5295"/>
                  <a:pt x="1051" y="5296"/>
                </a:cubicBezTo>
                <a:cubicBezTo>
                  <a:pt x="1050" y="5296"/>
                  <a:pt x="1050" y="5297"/>
                  <a:pt x="1050" y="5297"/>
                </a:cubicBezTo>
                <a:cubicBezTo>
                  <a:pt x="1051" y="5401"/>
                  <a:pt x="1062" y="5505"/>
                  <a:pt x="1084" y="5606"/>
                </a:cubicBezTo>
                <a:cubicBezTo>
                  <a:pt x="1071" y="5597"/>
                  <a:pt x="1068" y="5551"/>
                  <a:pt x="1064" y="5538"/>
                </a:cubicBezTo>
                <a:cubicBezTo>
                  <a:pt x="1060" y="5505"/>
                  <a:pt x="1053" y="5473"/>
                  <a:pt x="1042" y="5441"/>
                </a:cubicBezTo>
                <a:cubicBezTo>
                  <a:pt x="1026" y="5408"/>
                  <a:pt x="1021" y="5355"/>
                  <a:pt x="1015" y="5318"/>
                </a:cubicBezTo>
                <a:cubicBezTo>
                  <a:pt x="1015" y="5314"/>
                  <a:pt x="1008" y="5313"/>
                  <a:pt x="1007" y="5318"/>
                </a:cubicBezTo>
                <a:cubicBezTo>
                  <a:pt x="1007" y="5326"/>
                  <a:pt x="1007" y="5333"/>
                  <a:pt x="1007" y="5341"/>
                </a:cubicBezTo>
                <a:cubicBezTo>
                  <a:pt x="1007" y="5376"/>
                  <a:pt x="1011" y="5410"/>
                  <a:pt x="1018" y="5443"/>
                </a:cubicBezTo>
                <a:cubicBezTo>
                  <a:pt x="1029" y="5486"/>
                  <a:pt x="1030" y="5530"/>
                  <a:pt x="1038" y="5572"/>
                </a:cubicBezTo>
                <a:cubicBezTo>
                  <a:pt x="1037" y="5572"/>
                  <a:pt x="1036" y="5573"/>
                  <a:pt x="1036" y="5573"/>
                </a:cubicBezTo>
                <a:cubicBezTo>
                  <a:pt x="1035" y="5573"/>
                  <a:pt x="1035" y="5574"/>
                  <a:pt x="1035" y="5574"/>
                </a:cubicBezTo>
                <a:cubicBezTo>
                  <a:pt x="1031" y="5546"/>
                  <a:pt x="1012" y="5519"/>
                  <a:pt x="1005" y="5491"/>
                </a:cubicBezTo>
                <a:cubicBezTo>
                  <a:pt x="995" y="5456"/>
                  <a:pt x="998" y="5417"/>
                  <a:pt x="988" y="5382"/>
                </a:cubicBezTo>
                <a:cubicBezTo>
                  <a:pt x="970" y="5323"/>
                  <a:pt x="972" y="5252"/>
                  <a:pt x="945" y="5195"/>
                </a:cubicBezTo>
                <a:cubicBezTo>
                  <a:pt x="945" y="5195"/>
                  <a:pt x="945" y="5194"/>
                  <a:pt x="944" y="5194"/>
                </a:cubicBezTo>
                <a:cubicBezTo>
                  <a:pt x="943" y="5193"/>
                  <a:pt x="943" y="5194"/>
                  <a:pt x="942" y="5194"/>
                </a:cubicBezTo>
                <a:cubicBezTo>
                  <a:pt x="941" y="5194"/>
                  <a:pt x="940" y="5194"/>
                  <a:pt x="940" y="5194"/>
                </a:cubicBezTo>
                <a:cubicBezTo>
                  <a:pt x="939" y="5195"/>
                  <a:pt x="939" y="5195"/>
                  <a:pt x="938" y="5196"/>
                </a:cubicBezTo>
                <a:cubicBezTo>
                  <a:pt x="938" y="5196"/>
                  <a:pt x="938" y="5197"/>
                  <a:pt x="938" y="5198"/>
                </a:cubicBezTo>
                <a:lnTo>
                  <a:pt x="938" y="5199"/>
                </a:lnTo>
                <a:cubicBezTo>
                  <a:pt x="958" y="5261"/>
                  <a:pt x="943" y="5336"/>
                  <a:pt x="958" y="5400"/>
                </a:cubicBezTo>
                <a:cubicBezTo>
                  <a:pt x="967" y="5442"/>
                  <a:pt x="965" y="5484"/>
                  <a:pt x="975" y="5523"/>
                </a:cubicBezTo>
                <a:lnTo>
                  <a:pt x="974" y="5522"/>
                </a:lnTo>
                <a:cubicBezTo>
                  <a:pt x="971" y="5507"/>
                  <a:pt x="963" y="5492"/>
                  <a:pt x="960" y="5477"/>
                </a:cubicBezTo>
                <a:cubicBezTo>
                  <a:pt x="944" y="5412"/>
                  <a:pt x="927" y="5348"/>
                  <a:pt x="917" y="5282"/>
                </a:cubicBezTo>
                <a:cubicBezTo>
                  <a:pt x="903" y="5197"/>
                  <a:pt x="879" y="5113"/>
                  <a:pt x="858" y="5030"/>
                </a:cubicBezTo>
                <a:cubicBezTo>
                  <a:pt x="858" y="5028"/>
                  <a:pt x="853" y="5029"/>
                  <a:pt x="854" y="5030"/>
                </a:cubicBezTo>
                <a:cubicBezTo>
                  <a:pt x="857" y="5063"/>
                  <a:pt x="866" y="5096"/>
                  <a:pt x="872" y="5129"/>
                </a:cubicBezTo>
                <a:cubicBezTo>
                  <a:pt x="878" y="5162"/>
                  <a:pt x="870" y="5229"/>
                  <a:pt x="889" y="5259"/>
                </a:cubicBezTo>
                <a:cubicBezTo>
                  <a:pt x="893" y="5273"/>
                  <a:pt x="894" y="5288"/>
                  <a:pt x="894" y="5302"/>
                </a:cubicBezTo>
                <a:cubicBezTo>
                  <a:pt x="894" y="5303"/>
                  <a:pt x="894" y="5304"/>
                  <a:pt x="894" y="5306"/>
                </a:cubicBezTo>
                <a:cubicBezTo>
                  <a:pt x="895" y="5315"/>
                  <a:pt x="897" y="5325"/>
                  <a:pt x="899" y="5335"/>
                </a:cubicBezTo>
                <a:cubicBezTo>
                  <a:pt x="893" y="5315"/>
                  <a:pt x="888" y="5297"/>
                  <a:pt x="883" y="5278"/>
                </a:cubicBezTo>
                <a:cubicBezTo>
                  <a:pt x="868" y="5216"/>
                  <a:pt x="867" y="5150"/>
                  <a:pt x="841" y="5091"/>
                </a:cubicBezTo>
                <a:cubicBezTo>
                  <a:pt x="808" y="5017"/>
                  <a:pt x="791" y="4937"/>
                  <a:pt x="757" y="4864"/>
                </a:cubicBezTo>
                <a:cubicBezTo>
                  <a:pt x="756" y="4862"/>
                  <a:pt x="752" y="4863"/>
                  <a:pt x="753" y="4865"/>
                </a:cubicBezTo>
                <a:cubicBezTo>
                  <a:pt x="784" y="4940"/>
                  <a:pt x="807" y="5018"/>
                  <a:pt x="824" y="5097"/>
                </a:cubicBezTo>
                <a:cubicBezTo>
                  <a:pt x="837" y="5181"/>
                  <a:pt x="852" y="5263"/>
                  <a:pt x="872" y="5344"/>
                </a:cubicBezTo>
                <a:cubicBezTo>
                  <a:pt x="863" y="5321"/>
                  <a:pt x="855" y="5298"/>
                  <a:pt x="847" y="5277"/>
                </a:cubicBezTo>
                <a:cubicBezTo>
                  <a:pt x="799" y="5151"/>
                  <a:pt x="768" y="5023"/>
                  <a:pt x="727" y="4895"/>
                </a:cubicBezTo>
                <a:cubicBezTo>
                  <a:pt x="650" y="4658"/>
                  <a:pt x="588" y="4417"/>
                  <a:pt x="523" y="4176"/>
                </a:cubicBezTo>
                <a:cubicBezTo>
                  <a:pt x="463" y="3949"/>
                  <a:pt x="405" y="3719"/>
                  <a:pt x="330" y="3497"/>
                </a:cubicBezTo>
                <a:cubicBezTo>
                  <a:pt x="290" y="3389"/>
                  <a:pt x="257" y="3279"/>
                  <a:pt x="230" y="3167"/>
                </a:cubicBezTo>
                <a:cubicBezTo>
                  <a:pt x="216" y="3108"/>
                  <a:pt x="196" y="3051"/>
                  <a:pt x="171" y="2996"/>
                </a:cubicBezTo>
                <a:cubicBezTo>
                  <a:pt x="157" y="2964"/>
                  <a:pt x="155" y="2927"/>
                  <a:pt x="145" y="2892"/>
                </a:cubicBezTo>
                <a:cubicBezTo>
                  <a:pt x="181" y="2937"/>
                  <a:pt x="225" y="2974"/>
                  <a:pt x="274" y="3002"/>
                </a:cubicBezTo>
                <a:cubicBezTo>
                  <a:pt x="279" y="3005"/>
                  <a:pt x="284" y="3008"/>
                  <a:pt x="289" y="3010"/>
                </a:cubicBezTo>
                <a:cubicBezTo>
                  <a:pt x="248" y="3016"/>
                  <a:pt x="226" y="3080"/>
                  <a:pt x="241" y="3114"/>
                </a:cubicBezTo>
                <a:cubicBezTo>
                  <a:pt x="253" y="3141"/>
                  <a:pt x="266" y="3166"/>
                  <a:pt x="280" y="3191"/>
                </a:cubicBezTo>
                <a:cubicBezTo>
                  <a:pt x="287" y="3204"/>
                  <a:pt x="294" y="3216"/>
                  <a:pt x="302" y="3227"/>
                </a:cubicBezTo>
                <a:cubicBezTo>
                  <a:pt x="302" y="3250"/>
                  <a:pt x="307" y="3273"/>
                  <a:pt x="316" y="3294"/>
                </a:cubicBezTo>
                <a:cubicBezTo>
                  <a:pt x="322" y="3310"/>
                  <a:pt x="328" y="3326"/>
                  <a:pt x="333" y="3343"/>
                </a:cubicBezTo>
                <a:cubicBezTo>
                  <a:pt x="335" y="3348"/>
                  <a:pt x="338" y="3354"/>
                  <a:pt x="341" y="3359"/>
                </a:cubicBezTo>
                <a:cubicBezTo>
                  <a:pt x="346" y="3368"/>
                  <a:pt x="352" y="3376"/>
                  <a:pt x="359" y="3384"/>
                </a:cubicBezTo>
                <a:lnTo>
                  <a:pt x="360" y="3385"/>
                </a:lnTo>
                <a:cubicBezTo>
                  <a:pt x="361" y="3385"/>
                  <a:pt x="362" y="3386"/>
                  <a:pt x="363" y="3386"/>
                </a:cubicBezTo>
                <a:cubicBezTo>
                  <a:pt x="364" y="3386"/>
                  <a:pt x="364" y="3385"/>
                  <a:pt x="365" y="3385"/>
                </a:cubicBezTo>
                <a:cubicBezTo>
                  <a:pt x="366" y="3385"/>
                  <a:pt x="366" y="3384"/>
                  <a:pt x="367" y="3383"/>
                </a:cubicBezTo>
                <a:cubicBezTo>
                  <a:pt x="367" y="3383"/>
                  <a:pt x="368" y="3382"/>
                  <a:pt x="368" y="3381"/>
                </a:cubicBezTo>
                <a:cubicBezTo>
                  <a:pt x="368" y="3381"/>
                  <a:pt x="368" y="3380"/>
                  <a:pt x="367" y="3380"/>
                </a:cubicBezTo>
                <a:cubicBezTo>
                  <a:pt x="361" y="3355"/>
                  <a:pt x="353" y="3331"/>
                  <a:pt x="346" y="3306"/>
                </a:cubicBezTo>
                <a:cubicBezTo>
                  <a:pt x="342" y="3293"/>
                  <a:pt x="337" y="3281"/>
                  <a:pt x="333" y="3269"/>
                </a:cubicBezTo>
                <a:cubicBezTo>
                  <a:pt x="339" y="3276"/>
                  <a:pt x="344" y="3281"/>
                  <a:pt x="351" y="3288"/>
                </a:cubicBezTo>
                <a:cubicBezTo>
                  <a:pt x="357" y="3294"/>
                  <a:pt x="361" y="3298"/>
                  <a:pt x="366" y="3303"/>
                </a:cubicBezTo>
                <a:cubicBezTo>
                  <a:pt x="367" y="3324"/>
                  <a:pt x="372" y="3345"/>
                  <a:pt x="380" y="3365"/>
                </a:cubicBezTo>
                <a:cubicBezTo>
                  <a:pt x="391" y="3394"/>
                  <a:pt x="398" y="3431"/>
                  <a:pt x="418" y="3456"/>
                </a:cubicBezTo>
                <a:cubicBezTo>
                  <a:pt x="422" y="3461"/>
                  <a:pt x="428" y="3455"/>
                  <a:pt x="425" y="3450"/>
                </a:cubicBezTo>
                <a:cubicBezTo>
                  <a:pt x="419" y="3439"/>
                  <a:pt x="415" y="3427"/>
                  <a:pt x="413" y="3414"/>
                </a:cubicBezTo>
                <a:cubicBezTo>
                  <a:pt x="409" y="3396"/>
                  <a:pt x="401" y="3379"/>
                  <a:pt x="398" y="3360"/>
                </a:cubicBezTo>
                <a:cubicBezTo>
                  <a:pt x="395" y="3349"/>
                  <a:pt x="394" y="3337"/>
                  <a:pt x="392" y="3325"/>
                </a:cubicBezTo>
                <a:cubicBezTo>
                  <a:pt x="401" y="3333"/>
                  <a:pt x="411" y="3340"/>
                  <a:pt x="420" y="3348"/>
                </a:cubicBezTo>
                <a:cubicBezTo>
                  <a:pt x="425" y="3354"/>
                  <a:pt x="422" y="3364"/>
                  <a:pt x="423" y="3371"/>
                </a:cubicBezTo>
                <a:cubicBezTo>
                  <a:pt x="424" y="3377"/>
                  <a:pt x="426" y="3383"/>
                  <a:pt x="429" y="3388"/>
                </a:cubicBezTo>
                <a:cubicBezTo>
                  <a:pt x="431" y="3397"/>
                  <a:pt x="433" y="3405"/>
                  <a:pt x="434" y="3414"/>
                </a:cubicBezTo>
                <a:cubicBezTo>
                  <a:pt x="438" y="3428"/>
                  <a:pt x="443" y="3441"/>
                  <a:pt x="449" y="3455"/>
                </a:cubicBezTo>
                <a:lnTo>
                  <a:pt x="449" y="3456"/>
                </a:lnTo>
                <a:cubicBezTo>
                  <a:pt x="450" y="3456"/>
                  <a:pt x="450" y="3456"/>
                  <a:pt x="451" y="3457"/>
                </a:cubicBezTo>
                <a:cubicBezTo>
                  <a:pt x="452" y="3457"/>
                  <a:pt x="452" y="3458"/>
                  <a:pt x="453" y="3458"/>
                </a:cubicBezTo>
                <a:cubicBezTo>
                  <a:pt x="453" y="3458"/>
                  <a:pt x="454" y="3458"/>
                  <a:pt x="455" y="3457"/>
                </a:cubicBezTo>
                <a:lnTo>
                  <a:pt x="456" y="3456"/>
                </a:lnTo>
                <a:lnTo>
                  <a:pt x="456" y="3455"/>
                </a:lnTo>
                <a:cubicBezTo>
                  <a:pt x="457" y="3452"/>
                  <a:pt x="457" y="3450"/>
                  <a:pt x="457" y="3447"/>
                </a:cubicBezTo>
                <a:cubicBezTo>
                  <a:pt x="457" y="3439"/>
                  <a:pt x="455" y="3431"/>
                  <a:pt x="452" y="3424"/>
                </a:cubicBezTo>
                <a:cubicBezTo>
                  <a:pt x="448" y="3412"/>
                  <a:pt x="448" y="3398"/>
                  <a:pt x="445" y="3385"/>
                </a:cubicBezTo>
                <a:cubicBezTo>
                  <a:pt x="444" y="3379"/>
                  <a:pt x="443" y="3373"/>
                  <a:pt x="442" y="3366"/>
                </a:cubicBezTo>
                <a:cubicBezTo>
                  <a:pt x="453" y="3375"/>
                  <a:pt x="464" y="3385"/>
                  <a:pt x="474" y="3394"/>
                </a:cubicBezTo>
                <a:cubicBezTo>
                  <a:pt x="474" y="3396"/>
                  <a:pt x="473" y="3398"/>
                  <a:pt x="473" y="3400"/>
                </a:cubicBezTo>
                <a:cubicBezTo>
                  <a:pt x="473" y="3466"/>
                  <a:pt x="507" y="3522"/>
                  <a:pt x="523" y="3583"/>
                </a:cubicBezTo>
                <a:cubicBezTo>
                  <a:pt x="523" y="3585"/>
                  <a:pt x="528" y="3584"/>
                  <a:pt x="528" y="3583"/>
                </a:cubicBezTo>
                <a:cubicBezTo>
                  <a:pt x="522" y="3534"/>
                  <a:pt x="519" y="3485"/>
                  <a:pt x="510" y="3437"/>
                </a:cubicBezTo>
                <a:cubicBezTo>
                  <a:pt x="512" y="3440"/>
                  <a:pt x="514" y="3443"/>
                  <a:pt x="516" y="3446"/>
                </a:cubicBezTo>
                <a:cubicBezTo>
                  <a:pt x="526" y="3462"/>
                  <a:pt x="537" y="3478"/>
                  <a:pt x="549" y="3493"/>
                </a:cubicBezTo>
                <a:cubicBezTo>
                  <a:pt x="548" y="3502"/>
                  <a:pt x="548" y="3511"/>
                  <a:pt x="548" y="3520"/>
                </a:cubicBezTo>
                <a:cubicBezTo>
                  <a:pt x="548" y="3538"/>
                  <a:pt x="549" y="3556"/>
                  <a:pt x="552" y="3573"/>
                </a:cubicBezTo>
                <a:cubicBezTo>
                  <a:pt x="552" y="3609"/>
                  <a:pt x="559" y="3645"/>
                  <a:pt x="572" y="3678"/>
                </a:cubicBezTo>
                <a:cubicBezTo>
                  <a:pt x="572" y="3678"/>
                  <a:pt x="572" y="3679"/>
                  <a:pt x="573" y="3679"/>
                </a:cubicBezTo>
                <a:cubicBezTo>
                  <a:pt x="573" y="3679"/>
                  <a:pt x="573" y="3680"/>
                  <a:pt x="574" y="3681"/>
                </a:cubicBezTo>
                <a:cubicBezTo>
                  <a:pt x="575" y="3681"/>
                  <a:pt x="576" y="3681"/>
                  <a:pt x="577" y="3681"/>
                </a:cubicBezTo>
                <a:cubicBezTo>
                  <a:pt x="578" y="3681"/>
                  <a:pt x="579" y="3681"/>
                  <a:pt x="580" y="3681"/>
                </a:cubicBezTo>
                <a:cubicBezTo>
                  <a:pt x="581" y="3680"/>
                  <a:pt x="581" y="3679"/>
                  <a:pt x="582" y="3679"/>
                </a:cubicBezTo>
                <a:cubicBezTo>
                  <a:pt x="583" y="3678"/>
                  <a:pt x="582" y="3677"/>
                  <a:pt x="582" y="3676"/>
                </a:cubicBezTo>
                <a:cubicBezTo>
                  <a:pt x="583" y="3670"/>
                  <a:pt x="583" y="3663"/>
                  <a:pt x="583" y="3657"/>
                </a:cubicBezTo>
                <a:cubicBezTo>
                  <a:pt x="583" y="3632"/>
                  <a:pt x="581" y="3607"/>
                  <a:pt x="578" y="3583"/>
                </a:cubicBezTo>
                <a:cubicBezTo>
                  <a:pt x="577" y="3566"/>
                  <a:pt x="577" y="3549"/>
                  <a:pt x="576" y="3531"/>
                </a:cubicBezTo>
                <a:cubicBezTo>
                  <a:pt x="581" y="3539"/>
                  <a:pt x="585" y="3547"/>
                  <a:pt x="590" y="3555"/>
                </a:cubicBezTo>
                <a:cubicBezTo>
                  <a:pt x="602" y="3576"/>
                  <a:pt x="614" y="3599"/>
                  <a:pt x="623" y="3621"/>
                </a:cubicBezTo>
                <a:cubicBezTo>
                  <a:pt x="623" y="3625"/>
                  <a:pt x="623" y="3629"/>
                  <a:pt x="623" y="3632"/>
                </a:cubicBezTo>
                <a:cubicBezTo>
                  <a:pt x="623" y="3659"/>
                  <a:pt x="628" y="3687"/>
                  <a:pt x="637" y="3712"/>
                </a:cubicBezTo>
                <a:cubicBezTo>
                  <a:pt x="647" y="3748"/>
                  <a:pt x="653" y="3784"/>
                  <a:pt x="663" y="3819"/>
                </a:cubicBezTo>
                <a:cubicBezTo>
                  <a:pt x="677" y="3868"/>
                  <a:pt x="680" y="3931"/>
                  <a:pt x="708" y="3974"/>
                </a:cubicBezTo>
                <a:cubicBezTo>
                  <a:pt x="711" y="3979"/>
                  <a:pt x="719" y="3975"/>
                  <a:pt x="717" y="3970"/>
                </a:cubicBezTo>
                <a:cubicBezTo>
                  <a:pt x="711" y="3946"/>
                  <a:pt x="707" y="3922"/>
                  <a:pt x="705" y="3898"/>
                </a:cubicBezTo>
                <a:cubicBezTo>
                  <a:pt x="698" y="3873"/>
                  <a:pt x="693" y="3848"/>
                  <a:pt x="689" y="3822"/>
                </a:cubicBezTo>
                <a:cubicBezTo>
                  <a:pt x="689" y="3789"/>
                  <a:pt x="684" y="3757"/>
                  <a:pt x="674" y="3726"/>
                </a:cubicBezTo>
                <a:cubicBezTo>
                  <a:pt x="674" y="3727"/>
                  <a:pt x="675" y="3728"/>
                  <a:pt x="675" y="3728"/>
                </a:cubicBezTo>
                <a:cubicBezTo>
                  <a:pt x="691" y="3756"/>
                  <a:pt x="711" y="3780"/>
                  <a:pt x="735" y="3800"/>
                </a:cubicBezTo>
                <a:cubicBezTo>
                  <a:pt x="729" y="3862"/>
                  <a:pt x="762" y="3925"/>
                  <a:pt x="772" y="3985"/>
                </a:cubicBezTo>
                <a:cubicBezTo>
                  <a:pt x="772" y="3987"/>
                  <a:pt x="775" y="3986"/>
                  <a:pt x="775" y="3985"/>
                </a:cubicBezTo>
                <a:cubicBezTo>
                  <a:pt x="775" y="3929"/>
                  <a:pt x="770" y="3873"/>
                  <a:pt x="761" y="3817"/>
                </a:cubicBezTo>
                <a:cubicBezTo>
                  <a:pt x="770" y="3822"/>
                  <a:pt x="779" y="3826"/>
                  <a:pt x="788" y="3829"/>
                </a:cubicBezTo>
                <a:cubicBezTo>
                  <a:pt x="783" y="3849"/>
                  <a:pt x="790" y="3870"/>
                  <a:pt x="790" y="3891"/>
                </a:cubicBezTo>
                <a:cubicBezTo>
                  <a:pt x="790" y="3892"/>
                  <a:pt x="790" y="3892"/>
                  <a:pt x="790" y="3892"/>
                </a:cubicBezTo>
                <a:cubicBezTo>
                  <a:pt x="790" y="3897"/>
                  <a:pt x="792" y="3901"/>
                  <a:pt x="794" y="3905"/>
                </a:cubicBezTo>
                <a:cubicBezTo>
                  <a:pt x="800" y="3913"/>
                  <a:pt x="797" y="3922"/>
                  <a:pt x="804" y="3930"/>
                </a:cubicBezTo>
                <a:cubicBezTo>
                  <a:pt x="808" y="3934"/>
                  <a:pt x="816" y="3930"/>
                  <a:pt x="814" y="3925"/>
                </a:cubicBezTo>
                <a:cubicBezTo>
                  <a:pt x="813" y="3922"/>
                  <a:pt x="812" y="3918"/>
                  <a:pt x="812" y="3915"/>
                </a:cubicBezTo>
                <a:cubicBezTo>
                  <a:pt x="812" y="3912"/>
                  <a:pt x="813" y="3908"/>
                  <a:pt x="814" y="3905"/>
                </a:cubicBezTo>
                <a:cubicBezTo>
                  <a:pt x="813" y="3903"/>
                  <a:pt x="813" y="3901"/>
                  <a:pt x="812" y="3899"/>
                </a:cubicBezTo>
                <a:cubicBezTo>
                  <a:pt x="811" y="3895"/>
                  <a:pt x="811" y="3892"/>
                  <a:pt x="811" y="3889"/>
                </a:cubicBezTo>
                <a:cubicBezTo>
                  <a:pt x="811" y="3885"/>
                  <a:pt x="811" y="3882"/>
                  <a:pt x="812" y="3879"/>
                </a:cubicBezTo>
                <a:cubicBezTo>
                  <a:pt x="811" y="3872"/>
                  <a:pt x="810" y="3866"/>
                  <a:pt x="809" y="3859"/>
                </a:cubicBezTo>
                <a:cubicBezTo>
                  <a:pt x="807" y="3850"/>
                  <a:pt x="809" y="3842"/>
                  <a:pt x="808" y="3833"/>
                </a:cubicBezTo>
                <a:cubicBezTo>
                  <a:pt x="817" y="3835"/>
                  <a:pt x="827" y="3837"/>
                  <a:pt x="836" y="3837"/>
                </a:cubicBezTo>
                <a:cubicBezTo>
                  <a:pt x="839" y="3921"/>
                  <a:pt x="854" y="4004"/>
                  <a:pt x="881" y="4083"/>
                </a:cubicBezTo>
                <a:cubicBezTo>
                  <a:pt x="882" y="4088"/>
                  <a:pt x="890" y="4086"/>
                  <a:pt x="889" y="4081"/>
                </a:cubicBezTo>
                <a:cubicBezTo>
                  <a:pt x="873" y="4002"/>
                  <a:pt x="881" y="3919"/>
                  <a:pt x="864" y="3839"/>
                </a:cubicBezTo>
                <a:lnTo>
                  <a:pt x="879" y="3842"/>
                </a:lnTo>
                <a:cubicBezTo>
                  <a:pt x="878" y="3849"/>
                  <a:pt x="877" y="3855"/>
                  <a:pt x="877" y="3862"/>
                </a:cubicBezTo>
                <a:cubicBezTo>
                  <a:pt x="877" y="3875"/>
                  <a:pt x="880" y="3889"/>
                  <a:pt x="886" y="3901"/>
                </a:cubicBezTo>
                <a:cubicBezTo>
                  <a:pt x="892" y="3925"/>
                  <a:pt x="901" y="3948"/>
                  <a:pt x="911" y="3971"/>
                </a:cubicBezTo>
                <a:cubicBezTo>
                  <a:pt x="912" y="3972"/>
                  <a:pt x="913" y="3973"/>
                  <a:pt x="914" y="3974"/>
                </a:cubicBezTo>
                <a:cubicBezTo>
                  <a:pt x="916" y="3975"/>
                  <a:pt x="918" y="3976"/>
                  <a:pt x="921" y="3976"/>
                </a:cubicBezTo>
                <a:cubicBezTo>
                  <a:pt x="923" y="3976"/>
                  <a:pt x="925" y="3975"/>
                  <a:pt x="927" y="3974"/>
                </a:cubicBezTo>
                <a:cubicBezTo>
                  <a:pt x="929" y="3973"/>
                  <a:pt x="930" y="3972"/>
                  <a:pt x="931" y="3970"/>
                </a:cubicBezTo>
                <a:cubicBezTo>
                  <a:pt x="931" y="3970"/>
                  <a:pt x="931" y="3969"/>
                  <a:pt x="932" y="3969"/>
                </a:cubicBezTo>
                <a:cubicBezTo>
                  <a:pt x="941" y="3949"/>
                  <a:pt x="923" y="3923"/>
                  <a:pt x="918" y="3906"/>
                </a:cubicBezTo>
                <a:cubicBezTo>
                  <a:pt x="912" y="3885"/>
                  <a:pt x="904" y="3864"/>
                  <a:pt x="893" y="3845"/>
                </a:cubicBezTo>
                <a:cubicBezTo>
                  <a:pt x="898" y="3845"/>
                  <a:pt x="903" y="3846"/>
                  <a:pt x="907" y="3846"/>
                </a:cubicBezTo>
                <a:cubicBezTo>
                  <a:pt x="933" y="3846"/>
                  <a:pt x="959" y="3840"/>
                  <a:pt x="982" y="3828"/>
                </a:cubicBezTo>
                <a:cubicBezTo>
                  <a:pt x="982" y="3828"/>
                  <a:pt x="981" y="3828"/>
                  <a:pt x="982" y="3829"/>
                </a:cubicBezTo>
                <a:cubicBezTo>
                  <a:pt x="983" y="3829"/>
                  <a:pt x="983" y="3830"/>
                  <a:pt x="984" y="3830"/>
                </a:cubicBezTo>
                <a:lnTo>
                  <a:pt x="984" y="3831"/>
                </a:lnTo>
                <a:cubicBezTo>
                  <a:pt x="986" y="3831"/>
                  <a:pt x="987" y="3832"/>
                  <a:pt x="988" y="3831"/>
                </a:cubicBezTo>
                <a:cubicBezTo>
                  <a:pt x="960" y="3850"/>
                  <a:pt x="1018" y="3985"/>
                  <a:pt x="1024" y="4015"/>
                </a:cubicBezTo>
                <a:cubicBezTo>
                  <a:pt x="1036" y="4079"/>
                  <a:pt x="1054" y="4142"/>
                  <a:pt x="1077" y="4203"/>
                </a:cubicBezTo>
                <a:cubicBezTo>
                  <a:pt x="1077" y="4204"/>
                  <a:pt x="1078" y="4204"/>
                  <a:pt x="1079" y="4205"/>
                </a:cubicBezTo>
                <a:cubicBezTo>
                  <a:pt x="1080" y="4205"/>
                  <a:pt x="1081" y="4206"/>
                  <a:pt x="1082" y="4206"/>
                </a:cubicBezTo>
                <a:cubicBezTo>
                  <a:pt x="1083" y="4206"/>
                  <a:pt x="1085" y="4206"/>
                  <a:pt x="1086" y="4205"/>
                </a:cubicBezTo>
                <a:cubicBezTo>
                  <a:pt x="1086" y="4205"/>
                  <a:pt x="1087" y="4204"/>
                  <a:pt x="1088" y="4203"/>
                </a:cubicBezTo>
                <a:lnTo>
                  <a:pt x="1088" y="4202"/>
                </a:lnTo>
                <a:cubicBezTo>
                  <a:pt x="1103" y="4137"/>
                  <a:pt x="1059" y="4054"/>
                  <a:pt x="1045" y="3989"/>
                </a:cubicBezTo>
                <a:cubicBezTo>
                  <a:pt x="1037" y="3950"/>
                  <a:pt x="1020" y="3913"/>
                  <a:pt x="1009" y="3874"/>
                </a:cubicBezTo>
                <a:cubicBezTo>
                  <a:pt x="1004" y="3855"/>
                  <a:pt x="1009" y="3837"/>
                  <a:pt x="992" y="3823"/>
                </a:cubicBezTo>
                <a:cubicBezTo>
                  <a:pt x="1013" y="3813"/>
                  <a:pt x="1034" y="3803"/>
                  <a:pt x="1053" y="3794"/>
                </a:cubicBezTo>
                <a:cubicBezTo>
                  <a:pt x="1054" y="3830"/>
                  <a:pt x="1071" y="3859"/>
                  <a:pt x="1075" y="3896"/>
                </a:cubicBezTo>
                <a:cubicBezTo>
                  <a:pt x="1080" y="3918"/>
                  <a:pt x="1088" y="3939"/>
                  <a:pt x="1098" y="3959"/>
                </a:cubicBezTo>
                <a:cubicBezTo>
                  <a:pt x="1099" y="3959"/>
                  <a:pt x="1099" y="3960"/>
                  <a:pt x="1100" y="3961"/>
                </a:cubicBezTo>
                <a:cubicBezTo>
                  <a:pt x="1101" y="3961"/>
                  <a:pt x="1102" y="3961"/>
                  <a:pt x="1103" y="3961"/>
                </a:cubicBezTo>
                <a:cubicBezTo>
                  <a:pt x="1104" y="3961"/>
                  <a:pt x="1105" y="3961"/>
                  <a:pt x="1106" y="3961"/>
                </a:cubicBezTo>
                <a:cubicBezTo>
                  <a:pt x="1107" y="3960"/>
                  <a:pt x="1107" y="3958"/>
                  <a:pt x="1108" y="3958"/>
                </a:cubicBezTo>
                <a:cubicBezTo>
                  <a:pt x="1109" y="3957"/>
                  <a:pt x="1109" y="3957"/>
                  <a:pt x="1109" y="3956"/>
                </a:cubicBezTo>
                <a:cubicBezTo>
                  <a:pt x="1109" y="3955"/>
                  <a:pt x="1109" y="3955"/>
                  <a:pt x="1109" y="3954"/>
                </a:cubicBezTo>
                <a:cubicBezTo>
                  <a:pt x="1102" y="3929"/>
                  <a:pt x="1098" y="3902"/>
                  <a:pt x="1098" y="3876"/>
                </a:cubicBezTo>
                <a:cubicBezTo>
                  <a:pt x="1092" y="3846"/>
                  <a:pt x="1088" y="3817"/>
                  <a:pt x="1085" y="3787"/>
                </a:cubicBezTo>
                <a:cubicBezTo>
                  <a:pt x="1085" y="3785"/>
                  <a:pt x="1084" y="3784"/>
                  <a:pt x="1084" y="3782"/>
                </a:cubicBezTo>
                <a:cubicBezTo>
                  <a:pt x="1091" y="3779"/>
                  <a:pt x="1098" y="3775"/>
                  <a:pt x="1105" y="3772"/>
                </a:cubicBezTo>
                <a:cubicBezTo>
                  <a:pt x="1107" y="3784"/>
                  <a:pt x="1109" y="3795"/>
                  <a:pt x="1111" y="3807"/>
                </a:cubicBezTo>
                <a:cubicBezTo>
                  <a:pt x="1113" y="3816"/>
                  <a:pt x="1115" y="3825"/>
                  <a:pt x="1117" y="3834"/>
                </a:cubicBezTo>
                <a:cubicBezTo>
                  <a:pt x="1121" y="3847"/>
                  <a:pt x="1132" y="3857"/>
                  <a:pt x="1133" y="3871"/>
                </a:cubicBezTo>
                <a:cubicBezTo>
                  <a:pt x="1133" y="3877"/>
                  <a:pt x="1143" y="3877"/>
                  <a:pt x="1143" y="3871"/>
                </a:cubicBezTo>
                <a:cubicBezTo>
                  <a:pt x="1143" y="3833"/>
                  <a:pt x="1134" y="3795"/>
                  <a:pt x="1131" y="3757"/>
                </a:cubicBezTo>
                <a:cubicBezTo>
                  <a:pt x="1140" y="3751"/>
                  <a:pt x="1149" y="3744"/>
                  <a:pt x="1157" y="3737"/>
                </a:cubicBezTo>
                <a:cubicBezTo>
                  <a:pt x="1157" y="3753"/>
                  <a:pt x="1160" y="3768"/>
                  <a:pt x="1164" y="3783"/>
                </a:cubicBezTo>
                <a:lnTo>
                  <a:pt x="1164" y="3784"/>
                </a:lnTo>
                <a:cubicBezTo>
                  <a:pt x="1165" y="3785"/>
                  <a:pt x="1166" y="3785"/>
                  <a:pt x="1167" y="3786"/>
                </a:cubicBezTo>
                <a:cubicBezTo>
                  <a:pt x="1168" y="3786"/>
                  <a:pt x="1169" y="3787"/>
                  <a:pt x="1170" y="3787"/>
                </a:cubicBezTo>
                <a:cubicBezTo>
                  <a:pt x="1171" y="3787"/>
                  <a:pt x="1172" y="3786"/>
                  <a:pt x="1173" y="3786"/>
                </a:cubicBezTo>
                <a:cubicBezTo>
                  <a:pt x="1174" y="3785"/>
                  <a:pt x="1174" y="3785"/>
                  <a:pt x="1175" y="3784"/>
                </a:cubicBezTo>
                <a:lnTo>
                  <a:pt x="1175" y="3783"/>
                </a:lnTo>
                <a:cubicBezTo>
                  <a:pt x="1180" y="3765"/>
                  <a:pt x="1183" y="3746"/>
                  <a:pt x="1183" y="3727"/>
                </a:cubicBezTo>
                <a:cubicBezTo>
                  <a:pt x="1183" y="3721"/>
                  <a:pt x="1183" y="3715"/>
                  <a:pt x="1182" y="3709"/>
                </a:cubicBezTo>
                <a:lnTo>
                  <a:pt x="1182" y="3708"/>
                </a:lnTo>
                <a:cubicBezTo>
                  <a:pt x="1185" y="3704"/>
                  <a:pt x="1187" y="3700"/>
                  <a:pt x="1189" y="3697"/>
                </a:cubicBezTo>
                <a:cubicBezTo>
                  <a:pt x="1192" y="3692"/>
                  <a:pt x="1195" y="3686"/>
                  <a:pt x="1197" y="3681"/>
                </a:cubicBezTo>
                <a:cubicBezTo>
                  <a:pt x="1197" y="3683"/>
                  <a:pt x="1198" y="3684"/>
                  <a:pt x="1199" y="3685"/>
                </a:cubicBezTo>
                <a:cubicBezTo>
                  <a:pt x="1200" y="3691"/>
                  <a:pt x="1209" y="3693"/>
                  <a:pt x="1210" y="3685"/>
                </a:cubicBezTo>
                <a:cubicBezTo>
                  <a:pt x="1215" y="3676"/>
                  <a:pt x="1217" y="3666"/>
                  <a:pt x="1217" y="3656"/>
                </a:cubicBezTo>
                <a:cubicBezTo>
                  <a:pt x="1217" y="3650"/>
                  <a:pt x="1216" y="3644"/>
                  <a:pt x="1215" y="3639"/>
                </a:cubicBezTo>
                <a:cubicBezTo>
                  <a:pt x="1214" y="3637"/>
                  <a:pt x="1213" y="3636"/>
                  <a:pt x="1211" y="3635"/>
                </a:cubicBezTo>
                <a:lnTo>
                  <a:pt x="1210" y="3635"/>
                </a:lnTo>
                <a:cubicBezTo>
                  <a:pt x="1211" y="3628"/>
                  <a:pt x="1212" y="3621"/>
                  <a:pt x="1212" y="3614"/>
                </a:cubicBezTo>
                <a:cubicBezTo>
                  <a:pt x="1212" y="3593"/>
                  <a:pt x="1206" y="3572"/>
                  <a:pt x="1195" y="3554"/>
                </a:cubicBezTo>
                <a:cubicBezTo>
                  <a:pt x="1189" y="3543"/>
                  <a:pt x="1181" y="3533"/>
                  <a:pt x="1172" y="3524"/>
                </a:cubicBezTo>
                <a:cubicBezTo>
                  <a:pt x="1171" y="3524"/>
                  <a:pt x="1171" y="3523"/>
                  <a:pt x="1170" y="3523"/>
                </a:cubicBezTo>
                <a:cubicBezTo>
                  <a:pt x="1169" y="3523"/>
                  <a:pt x="1168" y="3522"/>
                  <a:pt x="1167" y="3522"/>
                </a:cubicBezTo>
                <a:cubicBezTo>
                  <a:pt x="1157" y="3513"/>
                  <a:pt x="1146" y="3505"/>
                  <a:pt x="1135" y="3496"/>
                </a:cubicBezTo>
                <a:cubicBezTo>
                  <a:pt x="1122" y="3484"/>
                  <a:pt x="1108" y="3473"/>
                  <a:pt x="1094" y="3461"/>
                </a:cubicBezTo>
                <a:cubicBezTo>
                  <a:pt x="1121" y="3462"/>
                  <a:pt x="1149" y="3467"/>
                  <a:pt x="1175" y="3474"/>
                </a:cubicBezTo>
                <a:cubicBezTo>
                  <a:pt x="1196" y="3479"/>
                  <a:pt x="1217" y="3482"/>
                  <a:pt x="1238" y="3482"/>
                </a:cubicBezTo>
                <a:cubicBezTo>
                  <a:pt x="1239" y="3497"/>
                  <a:pt x="1242" y="3512"/>
                  <a:pt x="1248" y="3526"/>
                </a:cubicBezTo>
                <a:cubicBezTo>
                  <a:pt x="1259" y="3557"/>
                  <a:pt x="1265" y="3590"/>
                  <a:pt x="1268" y="3623"/>
                </a:cubicBezTo>
                <a:lnTo>
                  <a:pt x="1268" y="3624"/>
                </a:lnTo>
                <a:cubicBezTo>
                  <a:pt x="1268" y="3625"/>
                  <a:pt x="1269" y="3625"/>
                  <a:pt x="1270" y="3626"/>
                </a:cubicBezTo>
                <a:cubicBezTo>
                  <a:pt x="1270" y="3626"/>
                  <a:pt x="1271" y="3626"/>
                  <a:pt x="1272" y="3626"/>
                </a:cubicBezTo>
                <a:cubicBezTo>
                  <a:pt x="1272" y="3626"/>
                  <a:pt x="1273" y="3626"/>
                  <a:pt x="1274" y="3626"/>
                </a:cubicBezTo>
                <a:cubicBezTo>
                  <a:pt x="1275" y="3625"/>
                  <a:pt x="1275" y="3625"/>
                  <a:pt x="1275" y="3624"/>
                </a:cubicBezTo>
                <a:lnTo>
                  <a:pt x="1276" y="3623"/>
                </a:lnTo>
                <a:cubicBezTo>
                  <a:pt x="1277" y="3597"/>
                  <a:pt x="1276" y="3572"/>
                  <a:pt x="1276" y="3546"/>
                </a:cubicBezTo>
                <a:cubicBezTo>
                  <a:pt x="1276" y="3525"/>
                  <a:pt x="1267" y="3505"/>
                  <a:pt x="1266" y="3483"/>
                </a:cubicBezTo>
                <a:cubicBezTo>
                  <a:pt x="1277" y="3483"/>
                  <a:pt x="1288" y="3483"/>
                  <a:pt x="1300" y="3485"/>
                </a:cubicBezTo>
                <a:cubicBezTo>
                  <a:pt x="1300" y="3485"/>
                  <a:pt x="1299" y="3486"/>
                  <a:pt x="1299" y="3487"/>
                </a:cubicBezTo>
                <a:cubicBezTo>
                  <a:pt x="1299" y="3488"/>
                  <a:pt x="1300" y="3488"/>
                  <a:pt x="1300" y="3489"/>
                </a:cubicBezTo>
                <a:cubicBezTo>
                  <a:pt x="1326" y="3572"/>
                  <a:pt x="1328" y="3660"/>
                  <a:pt x="1330" y="3747"/>
                </a:cubicBezTo>
                <a:cubicBezTo>
                  <a:pt x="1330" y="3752"/>
                  <a:pt x="1338" y="3753"/>
                  <a:pt x="1339" y="3747"/>
                </a:cubicBezTo>
                <a:cubicBezTo>
                  <a:pt x="1340" y="3705"/>
                  <a:pt x="1342" y="3663"/>
                  <a:pt x="1343" y="3622"/>
                </a:cubicBezTo>
                <a:cubicBezTo>
                  <a:pt x="1344" y="3575"/>
                  <a:pt x="1332" y="3532"/>
                  <a:pt x="1326" y="3486"/>
                </a:cubicBezTo>
                <a:cubicBezTo>
                  <a:pt x="1333" y="3487"/>
                  <a:pt x="1340" y="3489"/>
                  <a:pt x="1347" y="3491"/>
                </a:cubicBezTo>
                <a:cubicBezTo>
                  <a:pt x="1360" y="3494"/>
                  <a:pt x="1373" y="3496"/>
                  <a:pt x="1386" y="3497"/>
                </a:cubicBezTo>
                <a:cubicBezTo>
                  <a:pt x="1388" y="3528"/>
                  <a:pt x="1389" y="3560"/>
                  <a:pt x="1394" y="3590"/>
                </a:cubicBezTo>
                <a:cubicBezTo>
                  <a:pt x="1398" y="3605"/>
                  <a:pt x="1400" y="3621"/>
                  <a:pt x="1400" y="3637"/>
                </a:cubicBezTo>
                <a:cubicBezTo>
                  <a:pt x="1400" y="3639"/>
                  <a:pt x="1400" y="3640"/>
                  <a:pt x="1400" y="3642"/>
                </a:cubicBezTo>
                <a:cubicBezTo>
                  <a:pt x="1398" y="3658"/>
                  <a:pt x="1414" y="3680"/>
                  <a:pt x="1420" y="3694"/>
                </a:cubicBezTo>
                <a:cubicBezTo>
                  <a:pt x="1420" y="3695"/>
                  <a:pt x="1421" y="3695"/>
                  <a:pt x="1422" y="3696"/>
                </a:cubicBezTo>
                <a:cubicBezTo>
                  <a:pt x="1423" y="3696"/>
                  <a:pt x="1424" y="3697"/>
                  <a:pt x="1425" y="3697"/>
                </a:cubicBezTo>
                <a:cubicBezTo>
                  <a:pt x="1426" y="3697"/>
                  <a:pt x="1427" y="3696"/>
                  <a:pt x="1428" y="3696"/>
                </a:cubicBezTo>
                <a:cubicBezTo>
                  <a:pt x="1429" y="3695"/>
                  <a:pt x="1429" y="3695"/>
                  <a:pt x="1430" y="3694"/>
                </a:cubicBezTo>
                <a:cubicBezTo>
                  <a:pt x="1430" y="3693"/>
                  <a:pt x="1431" y="3692"/>
                  <a:pt x="1431" y="3691"/>
                </a:cubicBezTo>
                <a:lnTo>
                  <a:pt x="1431" y="3690"/>
                </a:lnTo>
                <a:cubicBezTo>
                  <a:pt x="1417" y="3629"/>
                  <a:pt x="1409" y="3567"/>
                  <a:pt x="1409" y="3504"/>
                </a:cubicBezTo>
                <a:cubicBezTo>
                  <a:pt x="1409" y="3502"/>
                  <a:pt x="1409" y="3500"/>
                  <a:pt x="1409" y="3499"/>
                </a:cubicBezTo>
                <a:cubicBezTo>
                  <a:pt x="1434" y="3500"/>
                  <a:pt x="1460" y="3499"/>
                  <a:pt x="1485" y="3499"/>
                </a:cubicBezTo>
                <a:cubicBezTo>
                  <a:pt x="1485" y="3501"/>
                  <a:pt x="1485" y="3504"/>
                  <a:pt x="1486" y="3507"/>
                </a:cubicBezTo>
                <a:cubicBezTo>
                  <a:pt x="1488" y="3521"/>
                  <a:pt x="1495" y="3545"/>
                  <a:pt x="1484" y="3556"/>
                </a:cubicBezTo>
                <a:cubicBezTo>
                  <a:pt x="1478" y="3561"/>
                  <a:pt x="1486" y="3570"/>
                  <a:pt x="1491" y="3565"/>
                </a:cubicBezTo>
                <a:cubicBezTo>
                  <a:pt x="1493" y="3563"/>
                  <a:pt x="1495" y="3560"/>
                  <a:pt x="1497" y="3557"/>
                </a:cubicBezTo>
                <a:cubicBezTo>
                  <a:pt x="1502" y="3548"/>
                  <a:pt x="1505" y="3537"/>
                  <a:pt x="1505" y="3527"/>
                </a:cubicBezTo>
                <a:cubicBezTo>
                  <a:pt x="1505" y="3526"/>
                  <a:pt x="1505" y="3525"/>
                  <a:pt x="1505" y="3525"/>
                </a:cubicBezTo>
                <a:cubicBezTo>
                  <a:pt x="1505" y="3517"/>
                  <a:pt x="1507" y="3507"/>
                  <a:pt x="1507" y="3498"/>
                </a:cubicBezTo>
                <a:cubicBezTo>
                  <a:pt x="1522" y="3498"/>
                  <a:pt x="1536" y="3497"/>
                  <a:pt x="1550" y="3497"/>
                </a:cubicBezTo>
                <a:cubicBezTo>
                  <a:pt x="1621" y="3497"/>
                  <a:pt x="1691" y="3502"/>
                  <a:pt x="1762" y="3502"/>
                </a:cubicBezTo>
                <a:cubicBezTo>
                  <a:pt x="1916" y="3502"/>
                  <a:pt x="2066" y="3536"/>
                  <a:pt x="2221" y="3527"/>
                </a:cubicBezTo>
                <a:cubicBezTo>
                  <a:pt x="2275" y="3523"/>
                  <a:pt x="2326" y="3511"/>
                  <a:pt x="2378" y="3505"/>
                </a:cubicBezTo>
                <a:lnTo>
                  <a:pt x="2495" y="3502"/>
                </a:lnTo>
                <a:cubicBezTo>
                  <a:pt x="2495" y="3503"/>
                  <a:pt x="2495" y="3503"/>
                  <a:pt x="2495" y="3503"/>
                </a:cubicBezTo>
                <a:cubicBezTo>
                  <a:pt x="2496" y="3504"/>
                  <a:pt x="2496" y="3504"/>
                  <a:pt x="2497" y="3505"/>
                </a:cubicBezTo>
                <a:cubicBezTo>
                  <a:pt x="2533" y="3524"/>
                  <a:pt x="2579" y="3520"/>
                  <a:pt x="2619" y="3515"/>
                </a:cubicBezTo>
                <a:cubicBezTo>
                  <a:pt x="2653" y="3511"/>
                  <a:pt x="2687" y="3515"/>
                  <a:pt x="2720" y="3511"/>
                </a:cubicBezTo>
                <a:cubicBezTo>
                  <a:pt x="2860" y="3496"/>
                  <a:pt x="3003" y="3487"/>
                  <a:pt x="3141" y="3460"/>
                </a:cubicBezTo>
                <a:cubicBezTo>
                  <a:pt x="3321" y="3426"/>
                  <a:pt x="3502" y="3398"/>
                  <a:pt x="3678" y="3345"/>
                </a:cubicBezTo>
                <a:cubicBezTo>
                  <a:pt x="3678" y="3350"/>
                  <a:pt x="3679" y="3355"/>
                  <a:pt x="3678" y="3360"/>
                </a:cubicBezTo>
                <a:cubicBezTo>
                  <a:pt x="3677" y="3361"/>
                  <a:pt x="3677" y="3362"/>
                  <a:pt x="3677" y="3362"/>
                </a:cubicBezTo>
                <a:cubicBezTo>
                  <a:pt x="3677" y="3363"/>
                  <a:pt x="3677" y="3364"/>
                  <a:pt x="3678" y="3365"/>
                </a:cubicBezTo>
                <a:cubicBezTo>
                  <a:pt x="3678" y="3366"/>
                  <a:pt x="3679" y="3366"/>
                  <a:pt x="3680" y="3367"/>
                </a:cubicBezTo>
                <a:cubicBezTo>
                  <a:pt x="3681" y="3367"/>
                  <a:pt x="3682" y="3368"/>
                  <a:pt x="3683" y="3368"/>
                </a:cubicBezTo>
                <a:cubicBezTo>
                  <a:pt x="3684" y="3368"/>
                  <a:pt x="3685" y="3368"/>
                  <a:pt x="3686" y="3368"/>
                </a:cubicBezTo>
                <a:cubicBezTo>
                  <a:pt x="3691" y="3364"/>
                  <a:pt x="3694" y="3360"/>
                  <a:pt x="3697" y="3355"/>
                </a:cubicBezTo>
                <a:cubicBezTo>
                  <a:pt x="3698" y="3354"/>
                  <a:pt x="3698" y="3353"/>
                  <a:pt x="3699" y="3352"/>
                </a:cubicBezTo>
                <a:cubicBezTo>
                  <a:pt x="3699" y="3350"/>
                  <a:pt x="3701" y="3347"/>
                  <a:pt x="3701" y="3346"/>
                </a:cubicBezTo>
                <a:cubicBezTo>
                  <a:pt x="3703" y="3344"/>
                  <a:pt x="3704" y="3343"/>
                  <a:pt x="3705" y="3341"/>
                </a:cubicBezTo>
                <a:cubicBezTo>
                  <a:pt x="3705" y="3340"/>
                  <a:pt x="3706" y="3339"/>
                  <a:pt x="3706" y="3338"/>
                </a:cubicBezTo>
                <a:cubicBezTo>
                  <a:pt x="3706" y="3338"/>
                  <a:pt x="3705" y="3337"/>
                  <a:pt x="3705" y="3336"/>
                </a:cubicBezTo>
                <a:lnTo>
                  <a:pt x="3733" y="3327"/>
                </a:lnTo>
                <a:cubicBezTo>
                  <a:pt x="3731" y="3335"/>
                  <a:pt x="3731" y="3344"/>
                  <a:pt x="3729" y="3351"/>
                </a:cubicBezTo>
                <a:cubicBezTo>
                  <a:pt x="3725" y="3367"/>
                  <a:pt x="3723" y="3383"/>
                  <a:pt x="3723" y="3399"/>
                </a:cubicBezTo>
                <a:cubicBezTo>
                  <a:pt x="3723" y="3409"/>
                  <a:pt x="3724" y="3420"/>
                  <a:pt x="3726" y="3430"/>
                </a:cubicBezTo>
                <a:lnTo>
                  <a:pt x="3726" y="3431"/>
                </a:lnTo>
                <a:cubicBezTo>
                  <a:pt x="3726" y="3432"/>
                  <a:pt x="3726" y="3432"/>
                  <a:pt x="3727" y="3433"/>
                </a:cubicBezTo>
                <a:cubicBezTo>
                  <a:pt x="3727" y="3433"/>
                  <a:pt x="3729" y="3433"/>
                  <a:pt x="3730" y="3433"/>
                </a:cubicBezTo>
                <a:cubicBezTo>
                  <a:pt x="3730" y="3433"/>
                  <a:pt x="3731" y="3433"/>
                  <a:pt x="3732" y="3433"/>
                </a:cubicBezTo>
                <a:cubicBezTo>
                  <a:pt x="3732" y="3432"/>
                  <a:pt x="3733" y="3432"/>
                  <a:pt x="3733" y="3431"/>
                </a:cubicBezTo>
                <a:cubicBezTo>
                  <a:pt x="3733" y="3431"/>
                  <a:pt x="3733" y="3430"/>
                  <a:pt x="3734" y="3430"/>
                </a:cubicBezTo>
                <a:cubicBezTo>
                  <a:pt x="3735" y="3417"/>
                  <a:pt x="3738" y="3416"/>
                  <a:pt x="3741" y="3407"/>
                </a:cubicBezTo>
                <a:cubicBezTo>
                  <a:pt x="3744" y="3397"/>
                  <a:pt x="3744" y="3386"/>
                  <a:pt x="3746" y="3376"/>
                </a:cubicBezTo>
                <a:cubicBezTo>
                  <a:pt x="3748" y="3366"/>
                  <a:pt x="3749" y="3357"/>
                  <a:pt x="3751" y="3346"/>
                </a:cubicBezTo>
                <a:cubicBezTo>
                  <a:pt x="3753" y="3341"/>
                  <a:pt x="3751" y="3330"/>
                  <a:pt x="3756" y="3326"/>
                </a:cubicBezTo>
                <a:cubicBezTo>
                  <a:pt x="3757" y="3326"/>
                  <a:pt x="3757" y="3324"/>
                  <a:pt x="3758" y="3323"/>
                </a:cubicBezTo>
                <a:cubicBezTo>
                  <a:pt x="3758" y="3321"/>
                  <a:pt x="3760" y="3319"/>
                  <a:pt x="3760" y="3317"/>
                </a:cubicBezTo>
                <a:lnTo>
                  <a:pt x="3763" y="3316"/>
                </a:lnTo>
                <a:cubicBezTo>
                  <a:pt x="3763" y="3316"/>
                  <a:pt x="3765" y="3315"/>
                  <a:pt x="3765" y="3314"/>
                </a:cubicBezTo>
                <a:cubicBezTo>
                  <a:pt x="3773" y="3313"/>
                  <a:pt x="3781" y="3311"/>
                  <a:pt x="3788" y="3309"/>
                </a:cubicBezTo>
                <a:cubicBezTo>
                  <a:pt x="3788" y="3311"/>
                  <a:pt x="3788" y="3312"/>
                  <a:pt x="3788" y="3313"/>
                </a:cubicBezTo>
                <a:cubicBezTo>
                  <a:pt x="3788" y="3322"/>
                  <a:pt x="3786" y="3331"/>
                  <a:pt x="3785" y="3339"/>
                </a:cubicBezTo>
                <a:cubicBezTo>
                  <a:pt x="3785" y="3344"/>
                  <a:pt x="3784" y="3349"/>
                  <a:pt x="3784" y="3354"/>
                </a:cubicBezTo>
                <a:cubicBezTo>
                  <a:pt x="3784" y="3360"/>
                  <a:pt x="3786" y="3364"/>
                  <a:pt x="3787" y="3370"/>
                </a:cubicBezTo>
                <a:cubicBezTo>
                  <a:pt x="3787" y="3375"/>
                  <a:pt x="3796" y="3377"/>
                  <a:pt x="3797" y="3371"/>
                </a:cubicBezTo>
                <a:cubicBezTo>
                  <a:pt x="3799" y="3356"/>
                  <a:pt x="3803" y="3341"/>
                  <a:pt x="3808" y="3327"/>
                </a:cubicBezTo>
                <a:cubicBezTo>
                  <a:pt x="3809" y="3322"/>
                  <a:pt x="3810" y="3318"/>
                  <a:pt x="3811" y="3313"/>
                </a:cubicBezTo>
                <a:cubicBezTo>
                  <a:pt x="3811" y="3311"/>
                  <a:pt x="3811" y="3309"/>
                  <a:pt x="3811" y="3308"/>
                </a:cubicBezTo>
                <a:cubicBezTo>
                  <a:pt x="3811" y="3307"/>
                  <a:pt x="3811" y="3307"/>
                  <a:pt x="3811" y="3307"/>
                </a:cubicBezTo>
                <a:lnTo>
                  <a:pt x="3813" y="3306"/>
                </a:lnTo>
                <a:cubicBezTo>
                  <a:pt x="3814" y="3305"/>
                  <a:pt x="3815" y="3304"/>
                  <a:pt x="3816" y="3303"/>
                </a:cubicBezTo>
                <a:cubicBezTo>
                  <a:pt x="3816" y="3302"/>
                  <a:pt x="3816" y="3302"/>
                  <a:pt x="3816" y="3301"/>
                </a:cubicBezTo>
                <a:cubicBezTo>
                  <a:pt x="3826" y="3298"/>
                  <a:pt x="3835" y="3295"/>
                  <a:pt x="3844" y="3291"/>
                </a:cubicBezTo>
                <a:cubicBezTo>
                  <a:pt x="3843" y="3300"/>
                  <a:pt x="3842" y="3308"/>
                  <a:pt x="3842" y="3316"/>
                </a:cubicBezTo>
                <a:cubicBezTo>
                  <a:pt x="3842" y="3329"/>
                  <a:pt x="3844" y="3342"/>
                  <a:pt x="3848" y="3355"/>
                </a:cubicBezTo>
                <a:lnTo>
                  <a:pt x="3848" y="3356"/>
                </a:lnTo>
                <a:cubicBezTo>
                  <a:pt x="3849" y="3357"/>
                  <a:pt x="3850" y="3358"/>
                  <a:pt x="3851" y="3359"/>
                </a:cubicBezTo>
                <a:cubicBezTo>
                  <a:pt x="3852" y="3359"/>
                  <a:pt x="3853" y="3359"/>
                  <a:pt x="3854" y="3359"/>
                </a:cubicBezTo>
                <a:cubicBezTo>
                  <a:pt x="3855" y="3359"/>
                  <a:pt x="3856" y="3359"/>
                  <a:pt x="3857" y="3359"/>
                </a:cubicBezTo>
                <a:cubicBezTo>
                  <a:pt x="3858" y="3358"/>
                  <a:pt x="3859" y="3357"/>
                  <a:pt x="3860" y="3356"/>
                </a:cubicBezTo>
                <a:lnTo>
                  <a:pt x="3860" y="3355"/>
                </a:lnTo>
                <a:cubicBezTo>
                  <a:pt x="3864" y="3340"/>
                  <a:pt x="3866" y="3326"/>
                  <a:pt x="3869" y="3312"/>
                </a:cubicBezTo>
                <a:cubicBezTo>
                  <a:pt x="3871" y="3297"/>
                  <a:pt x="3878" y="3290"/>
                  <a:pt x="3881" y="3278"/>
                </a:cubicBezTo>
                <a:lnTo>
                  <a:pt x="3881" y="3277"/>
                </a:lnTo>
                <a:cubicBezTo>
                  <a:pt x="3895" y="3271"/>
                  <a:pt x="3909" y="3265"/>
                  <a:pt x="3923" y="3257"/>
                </a:cubicBezTo>
                <a:cubicBezTo>
                  <a:pt x="3912" y="3294"/>
                  <a:pt x="3905" y="3332"/>
                  <a:pt x="3901" y="3371"/>
                </a:cubicBezTo>
                <a:cubicBezTo>
                  <a:pt x="3898" y="3395"/>
                  <a:pt x="3897" y="3419"/>
                  <a:pt x="3897" y="3443"/>
                </a:cubicBezTo>
                <a:cubicBezTo>
                  <a:pt x="3897" y="3454"/>
                  <a:pt x="3897" y="3464"/>
                  <a:pt x="3898" y="3474"/>
                </a:cubicBezTo>
                <a:cubicBezTo>
                  <a:pt x="3898" y="3479"/>
                  <a:pt x="3907" y="3478"/>
                  <a:pt x="3907" y="3474"/>
                </a:cubicBezTo>
                <a:cubicBezTo>
                  <a:pt x="3909" y="3395"/>
                  <a:pt x="3949" y="3322"/>
                  <a:pt x="3954" y="3243"/>
                </a:cubicBezTo>
                <a:lnTo>
                  <a:pt x="3982" y="3230"/>
                </a:lnTo>
                <a:cubicBezTo>
                  <a:pt x="3976" y="3249"/>
                  <a:pt x="3975" y="3270"/>
                  <a:pt x="3971" y="3289"/>
                </a:cubicBezTo>
                <a:cubicBezTo>
                  <a:pt x="3962" y="3329"/>
                  <a:pt x="3966" y="3373"/>
                  <a:pt x="3959" y="3415"/>
                </a:cubicBezTo>
                <a:cubicBezTo>
                  <a:pt x="3959" y="3417"/>
                  <a:pt x="3963" y="3418"/>
                  <a:pt x="3963" y="3416"/>
                </a:cubicBezTo>
                <a:cubicBezTo>
                  <a:pt x="3975" y="3380"/>
                  <a:pt x="3985" y="3343"/>
                  <a:pt x="3991" y="3306"/>
                </a:cubicBezTo>
                <a:cubicBezTo>
                  <a:pt x="3993" y="3289"/>
                  <a:pt x="3997" y="3273"/>
                  <a:pt x="4003" y="3258"/>
                </a:cubicBezTo>
                <a:cubicBezTo>
                  <a:pt x="4006" y="3247"/>
                  <a:pt x="4003" y="3231"/>
                  <a:pt x="4009" y="3220"/>
                </a:cubicBezTo>
                <a:cubicBezTo>
                  <a:pt x="4009" y="3219"/>
                  <a:pt x="4009" y="3218"/>
                  <a:pt x="4010" y="3217"/>
                </a:cubicBezTo>
                <a:lnTo>
                  <a:pt x="4034" y="3206"/>
                </a:lnTo>
                <a:cubicBezTo>
                  <a:pt x="4024" y="3245"/>
                  <a:pt x="4019" y="3286"/>
                  <a:pt x="4019" y="3327"/>
                </a:cubicBezTo>
                <a:cubicBezTo>
                  <a:pt x="4019" y="3331"/>
                  <a:pt x="4019" y="3334"/>
                  <a:pt x="4019" y="3338"/>
                </a:cubicBezTo>
                <a:cubicBezTo>
                  <a:pt x="4019" y="3339"/>
                  <a:pt x="4018" y="3340"/>
                  <a:pt x="4019" y="3341"/>
                </a:cubicBezTo>
                <a:cubicBezTo>
                  <a:pt x="4019" y="3341"/>
                  <a:pt x="4020" y="3341"/>
                  <a:pt x="4021" y="3342"/>
                </a:cubicBezTo>
                <a:cubicBezTo>
                  <a:pt x="4022" y="3342"/>
                  <a:pt x="4022" y="3343"/>
                  <a:pt x="4023" y="3343"/>
                </a:cubicBezTo>
                <a:cubicBezTo>
                  <a:pt x="4024" y="3343"/>
                  <a:pt x="4024" y="3342"/>
                  <a:pt x="4025" y="3342"/>
                </a:cubicBezTo>
                <a:cubicBezTo>
                  <a:pt x="4025" y="3341"/>
                  <a:pt x="4027" y="3341"/>
                  <a:pt x="4027" y="3341"/>
                </a:cubicBezTo>
                <a:cubicBezTo>
                  <a:pt x="4028" y="3340"/>
                  <a:pt x="4028" y="3339"/>
                  <a:pt x="4028" y="3338"/>
                </a:cubicBezTo>
                <a:cubicBezTo>
                  <a:pt x="4030" y="3317"/>
                  <a:pt x="4039" y="3297"/>
                  <a:pt x="4041" y="3275"/>
                </a:cubicBezTo>
                <a:cubicBezTo>
                  <a:pt x="4043" y="3262"/>
                  <a:pt x="4049" y="3247"/>
                  <a:pt x="4052" y="3234"/>
                </a:cubicBezTo>
                <a:cubicBezTo>
                  <a:pt x="4052" y="3230"/>
                  <a:pt x="4056" y="3205"/>
                  <a:pt x="4057" y="3204"/>
                </a:cubicBezTo>
                <a:cubicBezTo>
                  <a:pt x="4058" y="3203"/>
                  <a:pt x="4058" y="3202"/>
                  <a:pt x="4059" y="3201"/>
                </a:cubicBezTo>
                <a:cubicBezTo>
                  <a:pt x="4060" y="3200"/>
                  <a:pt x="4060" y="3198"/>
                  <a:pt x="4060" y="3197"/>
                </a:cubicBezTo>
                <a:cubicBezTo>
                  <a:pt x="4060" y="3196"/>
                  <a:pt x="4060" y="3196"/>
                  <a:pt x="4060" y="3195"/>
                </a:cubicBezTo>
                <a:lnTo>
                  <a:pt x="4109" y="3176"/>
                </a:lnTo>
                <a:cubicBezTo>
                  <a:pt x="4107" y="3181"/>
                  <a:pt x="4105" y="3186"/>
                  <a:pt x="4104" y="3190"/>
                </a:cubicBezTo>
                <a:cubicBezTo>
                  <a:pt x="4098" y="3207"/>
                  <a:pt x="4097" y="3226"/>
                  <a:pt x="4093" y="3243"/>
                </a:cubicBezTo>
                <a:cubicBezTo>
                  <a:pt x="4087" y="3268"/>
                  <a:pt x="4083" y="3294"/>
                  <a:pt x="4081" y="3320"/>
                </a:cubicBezTo>
                <a:cubicBezTo>
                  <a:pt x="4081" y="3321"/>
                  <a:pt x="4081" y="3321"/>
                  <a:pt x="4082" y="3322"/>
                </a:cubicBezTo>
                <a:lnTo>
                  <a:pt x="4083" y="3324"/>
                </a:lnTo>
                <a:cubicBezTo>
                  <a:pt x="4084" y="3324"/>
                  <a:pt x="4085" y="3324"/>
                  <a:pt x="4085" y="3324"/>
                </a:cubicBezTo>
                <a:cubicBezTo>
                  <a:pt x="4086" y="3324"/>
                  <a:pt x="4087" y="3324"/>
                  <a:pt x="4087" y="3324"/>
                </a:cubicBezTo>
                <a:cubicBezTo>
                  <a:pt x="4088" y="3324"/>
                  <a:pt x="4089" y="3323"/>
                  <a:pt x="4089" y="3322"/>
                </a:cubicBezTo>
                <a:cubicBezTo>
                  <a:pt x="4089" y="3322"/>
                  <a:pt x="4090" y="3321"/>
                  <a:pt x="4090" y="3320"/>
                </a:cubicBezTo>
                <a:cubicBezTo>
                  <a:pt x="4096" y="3293"/>
                  <a:pt x="4105" y="3267"/>
                  <a:pt x="4115" y="3241"/>
                </a:cubicBezTo>
                <a:cubicBezTo>
                  <a:pt x="4123" y="3215"/>
                  <a:pt x="4133" y="3189"/>
                  <a:pt x="4141" y="3163"/>
                </a:cubicBezTo>
                <a:cubicBezTo>
                  <a:pt x="4153" y="3158"/>
                  <a:pt x="4165" y="3153"/>
                  <a:pt x="4176" y="3147"/>
                </a:cubicBezTo>
                <a:cubicBezTo>
                  <a:pt x="4175" y="3167"/>
                  <a:pt x="4170" y="3187"/>
                  <a:pt x="4162" y="3206"/>
                </a:cubicBezTo>
                <a:cubicBezTo>
                  <a:pt x="4161" y="3209"/>
                  <a:pt x="4165" y="3210"/>
                  <a:pt x="4167" y="3208"/>
                </a:cubicBezTo>
                <a:cubicBezTo>
                  <a:pt x="4171" y="3203"/>
                  <a:pt x="4175" y="3197"/>
                  <a:pt x="4179" y="3190"/>
                </a:cubicBezTo>
                <a:cubicBezTo>
                  <a:pt x="4183" y="3184"/>
                  <a:pt x="4186" y="3176"/>
                  <a:pt x="4189" y="3169"/>
                </a:cubicBezTo>
                <a:cubicBezTo>
                  <a:pt x="4194" y="3161"/>
                  <a:pt x="4197" y="3152"/>
                  <a:pt x="4200" y="3143"/>
                </a:cubicBezTo>
                <a:cubicBezTo>
                  <a:pt x="4201" y="3140"/>
                  <a:pt x="4203" y="3136"/>
                  <a:pt x="4204" y="3133"/>
                </a:cubicBezTo>
                <a:cubicBezTo>
                  <a:pt x="4211" y="3129"/>
                  <a:pt x="4217" y="3125"/>
                  <a:pt x="4224" y="3121"/>
                </a:cubicBezTo>
                <a:cubicBezTo>
                  <a:pt x="4217" y="3141"/>
                  <a:pt x="4211" y="3161"/>
                  <a:pt x="4207" y="3182"/>
                </a:cubicBezTo>
                <a:cubicBezTo>
                  <a:pt x="4198" y="3221"/>
                  <a:pt x="4181" y="3264"/>
                  <a:pt x="4182" y="3304"/>
                </a:cubicBezTo>
                <a:cubicBezTo>
                  <a:pt x="4182" y="3312"/>
                  <a:pt x="4195" y="3312"/>
                  <a:pt x="4196" y="3304"/>
                </a:cubicBezTo>
                <a:cubicBezTo>
                  <a:pt x="4204" y="3276"/>
                  <a:pt x="4214" y="3250"/>
                  <a:pt x="4226" y="3224"/>
                </a:cubicBezTo>
                <a:cubicBezTo>
                  <a:pt x="4242" y="3180"/>
                  <a:pt x="4252" y="3134"/>
                  <a:pt x="4267" y="3090"/>
                </a:cubicBezTo>
                <a:cubicBezTo>
                  <a:pt x="4269" y="3088"/>
                  <a:pt x="4272" y="3087"/>
                  <a:pt x="4274" y="3085"/>
                </a:cubicBezTo>
                <a:cubicBezTo>
                  <a:pt x="4284" y="3076"/>
                  <a:pt x="4294" y="3068"/>
                  <a:pt x="4305" y="3061"/>
                </a:cubicBezTo>
                <a:cubicBezTo>
                  <a:pt x="4304" y="3068"/>
                  <a:pt x="4302" y="3074"/>
                  <a:pt x="4301" y="3080"/>
                </a:cubicBezTo>
                <a:cubicBezTo>
                  <a:pt x="4293" y="3107"/>
                  <a:pt x="4288" y="3136"/>
                  <a:pt x="4288" y="3164"/>
                </a:cubicBezTo>
                <a:cubicBezTo>
                  <a:pt x="4288" y="3170"/>
                  <a:pt x="4297" y="3171"/>
                  <a:pt x="4298" y="3165"/>
                </a:cubicBezTo>
                <a:cubicBezTo>
                  <a:pt x="4304" y="3142"/>
                  <a:pt x="4313" y="3119"/>
                  <a:pt x="4325" y="3097"/>
                </a:cubicBezTo>
                <a:lnTo>
                  <a:pt x="4331" y="3084"/>
                </a:lnTo>
                <a:cubicBezTo>
                  <a:pt x="4316" y="3127"/>
                  <a:pt x="4306" y="3170"/>
                  <a:pt x="4301" y="3215"/>
                </a:cubicBezTo>
                <a:cubicBezTo>
                  <a:pt x="4301" y="3221"/>
                  <a:pt x="4310" y="3224"/>
                  <a:pt x="4312" y="3218"/>
                </a:cubicBezTo>
                <a:cubicBezTo>
                  <a:pt x="4321" y="3199"/>
                  <a:pt x="4328" y="3180"/>
                  <a:pt x="4334" y="3160"/>
                </a:cubicBezTo>
                <a:cubicBezTo>
                  <a:pt x="4345" y="3112"/>
                  <a:pt x="4361" y="3064"/>
                  <a:pt x="4380" y="3018"/>
                </a:cubicBezTo>
                <a:lnTo>
                  <a:pt x="4385" y="3015"/>
                </a:lnTo>
                <a:cubicBezTo>
                  <a:pt x="4390" y="3012"/>
                  <a:pt x="4395" y="3009"/>
                  <a:pt x="4400" y="3005"/>
                </a:cubicBezTo>
                <a:cubicBezTo>
                  <a:pt x="4379" y="3065"/>
                  <a:pt x="4366" y="3130"/>
                  <a:pt x="4345" y="3189"/>
                </a:cubicBezTo>
                <a:lnTo>
                  <a:pt x="4345" y="3188"/>
                </a:lnTo>
                <a:moveTo>
                  <a:pt x="4604" y="2594"/>
                </a:moveTo>
                <a:cubicBezTo>
                  <a:pt x="4597" y="2645"/>
                  <a:pt x="4583" y="2695"/>
                  <a:pt x="4562" y="2742"/>
                </a:cubicBezTo>
                <a:cubicBezTo>
                  <a:pt x="4530" y="2788"/>
                  <a:pt x="4508" y="2842"/>
                  <a:pt x="4471" y="2885"/>
                </a:cubicBezTo>
                <a:cubicBezTo>
                  <a:pt x="4425" y="2937"/>
                  <a:pt x="4371" y="2981"/>
                  <a:pt x="4311" y="3016"/>
                </a:cubicBezTo>
                <a:cubicBezTo>
                  <a:pt x="4299" y="3023"/>
                  <a:pt x="4287" y="3030"/>
                  <a:pt x="4275" y="3036"/>
                </a:cubicBezTo>
                <a:cubicBezTo>
                  <a:pt x="4238" y="3053"/>
                  <a:pt x="4205" y="3081"/>
                  <a:pt x="4170" y="3102"/>
                </a:cubicBezTo>
                <a:cubicBezTo>
                  <a:pt x="4117" y="3132"/>
                  <a:pt x="4061" y="3154"/>
                  <a:pt x="4006" y="3180"/>
                </a:cubicBezTo>
                <a:cubicBezTo>
                  <a:pt x="3940" y="3212"/>
                  <a:pt x="3866" y="3239"/>
                  <a:pt x="3798" y="3273"/>
                </a:cubicBezTo>
                <a:cubicBezTo>
                  <a:pt x="3788" y="3276"/>
                  <a:pt x="3777" y="3280"/>
                  <a:pt x="3766" y="3283"/>
                </a:cubicBezTo>
                <a:cubicBezTo>
                  <a:pt x="3747" y="3289"/>
                  <a:pt x="3729" y="3296"/>
                  <a:pt x="3711" y="3304"/>
                </a:cubicBezTo>
                <a:cubicBezTo>
                  <a:pt x="3663" y="3314"/>
                  <a:pt x="3616" y="3333"/>
                  <a:pt x="3566" y="3335"/>
                </a:cubicBezTo>
                <a:cubicBezTo>
                  <a:pt x="3518" y="3340"/>
                  <a:pt x="3471" y="3349"/>
                  <a:pt x="3424" y="3363"/>
                </a:cubicBezTo>
                <a:cubicBezTo>
                  <a:pt x="3334" y="3386"/>
                  <a:pt x="3236" y="3380"/>
                  <a:pt x="3145" y="3407"/>
                </a:cubicBezTo>
                <a:cubicBezTo>
                  <a:pt x="3077" y="3427"/>
                  <a:pt x="3006" y="3427"/>
                  <a:pt x="2936" y="3428"/>
                </a:cubicBezTo>
                <a:cubicBezTo>
                  <a:pt x="2875" y="3429"/>
                  <a:pt x="2816" y="3452"/>
                  <a:pt x="2756" y="3461"/>
                </a:cubicBezTo>
                <a:cubicBezTo>
                  <a:pt x="2734" y="3464"/>
                  <a:pt x="2712" y="3467"/>
                  <a:pt x="2689" y="3469"/>
                </a:cubicBezTo>
                <a:cubicBezTo>
                  <a:pt x="2549" y="3448"/>
                  <a:pt x="2409" y="3462"/>
                  <a:pt x="2269" y="3480"/>
                </a:cubicBezTo>
                <a:cubicBezTo>
                  <a:pt x="2119" y="3499"/>
                  <a:pt x="1973" y="3473"/>
                  <a:pt x="1823" y="3464"/>
                </a:cubicBezTo>
                <a:cubicBezTo>
                  <a:pt x="1682" y="3456"/>
                  <a:pt x="1538" y="3453"/>
                  <a:pt x="1395" y="3446"/>
                </a:cubicBezTo>
                <a:cubicBezTo>
                  <a:pt x="1283" y="3443"/>
                  <a:pt x="1172" y="3432"/>
                  <a:pt x="1062" y="3413"/>
                </a:cubicBezTo>
                <a:cubicBezTo>
                  <a:pt x="1058" y="3411"/>
                  <a:pt x="1028" y="3401"/>
                  <a:pt x="1011" y="3395"/>
                </a:cubicBezTo>
                <a:cubicBezTo>
                  <a:pt x="971" y="3366"/>
                  <a:pt x="936" y="3330"/>
                  <a:pt x="909" y="3289"/>
                </a:cubicBezTo>
                <a:cubicBezTo>
                  <a:pt x="907" y="3286"/>
                  <a:pt x="905" y="3283"/>
                  <a:pt x="903" y="3280"/>
                </a:cubicBezTo>
                <a:cubicBezTo>
                  <a:pt x="946" y="3313"/>
                  <a:pt x="1013" y="3326"/>
                  <a:pt x="1059" y="3344"/>
                </a:cubicBezTo>
                <a:cubicBezTo>
                  <a:pt x="1159" y="3382"/>
                  <a:pt x="1289" y="3370"/>
                  <a:pt x="1394" y="3367"/>
                </a:cubicBezTo>
                <a:cubicBezTo>
                  <a:pt x="1398" y="3367"/>
                  <a:pt x="1403" y="3367"/>
                  <a:pt x="1408" y="3367"/>
                </a:cubicBezTo>
                <a:cubicBezTo>
                  <a:pt x="1434" y="3367"/>
                  <a:pt x="1460" y="3368"/>
                  <a:pt x="1485" y="3371"/>
                </a:cubicBezTo>
                <a:cubicBezTo>
                  <a:pt x="1486" y="3371"/>
                  <a:pt x="1487" y="3372"/>
                  <a:pt x="1488" y="3373"/>
                </a:cubicBezTo>
                <a:cubicBezTo>
                  <a:pt x="1490" y="3374"/>
                  <a:pt x="1493" y="3375"/>
                  <a:pt x="1496" y="3375"/>
                </a:cubicBezTo>
                <a:cubicBezTo>
                  <a:pt x="1498" y="3375"/>
                  <a:pt x="1501" y="3374"/>
                  <a:pt x="1503" y="3373"/>
                </a:cubicBezTo>
                <a:lnTo>
                  <a:pt x="1504" y="3372"/>
                </a:lnTo>
                <a:cubicBezTo>
                  <a:pt x="1523" y="3374"/>
                  <a:pt x="1542" y="3376"/>
                  <a:pt x="1561" y="3379"/>
                </a:cubicBezTo>
                <a:cubicBezTo>
                  <a:pt x="1561" y="3379"/>
                  <a:pt x="1561" y="3378"/>
                  <a:pt x="1562" y="3379"/>
                </a:cubicBezTo>
                <a:cubicBezTo>
                  <a:pt x="1564" y="3379"/>
                  <a:pt x="1566" y="3381"/>
                  <a:pt x="1568" y="3381"/>
                </a:cubicBezTo>
                <a:cubicBezTo>
                  <a:pt x="1569" y="3381"/>
                  <a:pt x="1570" y="3381"/>
                  <a:pt x="1572" y="3380"/>
                </a:cubicBezTo>
                <a:lnTo>
                  <a:pt x="1618" y="3386"/>
                </a:lnTo>
                <a:cubicBezTo>
                  <a:pt x="1619" y="3386"/>
                  <a:pt x="1619" y="3387"/>
                  <a:pt x="1619" y="3387"/>
                </a:cubicBezTo>
                <a:cubicBezTo>
                  <a:pt x="1621" y="3388"/>
                  <a:pt x="1624" y="3388"/>
                  <a:pt x="1626" y="3388"/>
                </a:cubicBezTo>
                <a:cubicBezTo>
                  <a:pt x="1627" y="3388"/>
                  <a:pt x="1629" y="3388"/>
                  <a:pt x="1630" y="3388"/>
                </a:cubicBezTo>
                <a:lnTo>
                  <a:pt x="1657" y="3391"/>
                </a:lnTo>
                <a:cubicBezTo>
                  <a:pt x="1657" y="3392"/>
                  <a:pt x="1657" y="3392"/>
                  <a:pt x="1657" y="3392"/>
                </a:cubicBezTo>
                <a:cubicBezTo>
                  <a:pt x="1658" y="3394"/>
                  <a:pt x="1660" y="3395"/>
                  <a:pt x="1662" y="3396"/>
                </a:cubicBezTo>
                <a:cubicBezTo>
                  <a:pt x="1664" y="3397"/>
                  <a:pt x="1666" y="3398"/>
                  <a:pt x="1668" y="3398"/>
                </a:cubicBezTo>
                <a:cubicBezTo>
                  <a:pt x="1670" y="3398"/>
                  <a:pt x="1672" y="3396"/>
                  <a:pt x="1674" y="3396"/>
                </a:cubicBezTo>
                <a:cubicBezTo>
                  <a:pt x="1675" y="3395"/>
                  <a:pt x="1676" y="3395"/>
                  <a:pt x="1677" y="3394"/>
                </a:cubicBezTo>
                <a:lnTo>
                  <a:pt x="1684" y="3394"/>
                </a:lnTo>
                <a:cubicBezTo>
                  <a:pt x="1737" y="3400"/>
                  <a:pt x="1790" y="3399"/>
                  <a:pt x="1843" y="3407"/>
                </a:cubicBezTo>
                <a:cubicBezTo>
                  <a:pt x="1908" y="3417"/>
                  <a:pt x="1976" y="3403"/>
                  <a:pt x="2042" y="3407"/>
                </a:cubicBezTo>
                <a:cubicBezTo>
                  <a:pt x="2117" y="3419"/>
                  <a:pt x="2193" y="3425"/>
                  <a:pt x="2269" y="3426"/>
                </a:cubicBezTo>
                <a:cubicBezTo>
                  <a:pt x="2301" y="3426"/>
                  <a:pt x="2333" y="3424"/>
                  <a:pt x="2366" y="3422"/>
                </a:cubicBezTo>
                <a:cubicBezTo>
                  <a:pt x="2369" y="3425"/>
                  <a:pt x="2376" y="3426"/>
                  <a:pt x="2379" y="3422"/>
                </a:cubicBezTo>
                <a:lnTo>
                  <a:pt x="2380" y="3421"/>
                </a:lnTo>
                <a:lnTo>
                  <a:pt x="2436" y="3418"/>
                </a:lnTo>
                <a:cubicBezTo>
                  <a:pt x="2448" y="3418"/>
                  <a:pt x="2459" y="3419"/>
                  <a:pt x="2470" y="3419"/>
                </a:cubicBezTo>
                <a:cubicBezTo>
                  <a:pt x="2515" y="3419"/>
                  <a:pt x="2576" y="3428"/>
                  <a:pt x="2620" y="3415"/>
                </a:cubicBezTo>
                <a:cubicBezTo>
                  <a:pt x="2663" y="3402"/>
                  <a:pt x="2721" y="3403"/>
                  <a:pt x="2769" y="3402"/>
                </a:cubicBezTo>
                <a:cubicBezTo>
                  <a:pt x="2824" y="3400"/>
                  <a:pt x="2879" y="3391"/>
                  <a:pt x="2934" y="3385"/>
                </a:cubicBezTo>
                <a:cubicBezTo>
                  <a:pt x="2972" y="3382"/>
                  <a:pt x="3010" y="3376"/>
                  <a:pt x="3048" y="3370"/>
                </a:cubicBezTo>
                <a:cubicBezTo>
                  <a:pt x="3048" y="3371"/>
                  <a:pt x="3049" y="3371"/>
                  <a:pt x="3050" y="3371"/>
                </a:cubicBezTo>
                <a:cubicBezTo>
                  <a:pt x="3050" y="3371"/>
                  <a:pt x="3051" y="3371"/>
                  <a:pt x="3051" y="3370"/>
                </a:cubicBezTo>
                <a:cubicBezTo>
                  <a:pt x="3104" y="3362"/>
                  <a:pt x="3156" y="3353"/>
                  <a:pt x="3209" y="3343"/>
                </a:cubicBezTo>
                <a:cubicBezTo>
                  <a:pt x="3273" y="3332"/>
                  <a:pt x="3335" y="3316"/>
                  <a:pt x="3398" y="3300"/>
                </a:cubicBezTo>
                <a:cubicBezTo>
                  <a:pt x="3427" y="3296"/>
                  <a:pt x="3456" y="3289"/>
                  <a:pt x="3484" y="3280"/>
                </a:cubicBezTo>
                <a:cubicBezTo>
                  <a:pt x="3514" y="3276"/>
                  <a:pt x="3545" y="3269"/>
                  <a:pt x="3574" y="3259"/>
                </a:cubicBezTo>
                <a:lnTo>
                  <a:pt x="3575" y="3259"/>
                </a:lnTo>
                <a:cubicBezTo>
                  <a:pt x="3614" y="3251"/>
                  <a:pt x="3668" y="3239"/>
                  <a:pt x="3700" y="3215"/>
                </a:cubicBezTo>
                <a:lnTo>
                  <a:pt x="3714" y="3210"/>
                </a:lnTo>
                <a:cubicBezTo>
                  <a:pt x="3715" y="3211"/>
                  <a:pt x="3714" y="3212"/>
                  <a:pt x="3715" y="3213"/>
                </a:cubicBezTo>
                <a:cubicBezTo>
                  <a:pt x="3716" y="3215"/>
                  <a:pt x="3719" y="3216"/>
                  <a:pt x="3721" y="3218"/>
                </a:cubicBezTo>
                <a:cubicBezTo>
                  <a:pt x="3723" y="3219"/>
                  <a:pt x="3726" y="3220"/>
                  <a:pt x="3728" y="3220"/>
                </a:cubicBezTo>
                <a:cubicBezTo>
                  <a:pt x="3730" y="3220"/>
                  <a:pt x="3731" y="3220"/>
                  <a:pt x="3733" y="3220"/>
                </a:cubicBezTo>
                <a:cubicBezTo>
                  <a:pt x="3747" y="3216"/>
                  <a:pt x="3761" y="3210"/>
                  <a:pt x="3774" y="3202"/>
                </a:cubicBezTo>
                <a:cubicBezTo>
                  <a:pt x="3776" y="3201"/>
                  <a:pt x="3778" y="3200"/>
                  <a:pt x="3780" y="3199"/>
                </a:cubicBezTo>
                <a:lnTo>
                  <a:pt x="3783" y="3197"/>
                </a:lnTo>
                <a:cubicBezTo>
                  <a:pt x="3784" y="3197"/>
                  <a:pt x="3784" y="3197"/>
                  <a:pt x="3784" y="3197"/>
                </a:cubicBezTo>
                <a:cubicBezTo>
                  <a:pt x="3794" y="3191"/>
                  <a:pt x="3805" y="3186"/>
                  <a:pt x="3816" y="3182"/>
                </a:cubicBezTo>
                <a:lnTo>
                  <a:pt x="3820" y="3182"/>
                </a:lnTo>
                <a:lnTo>
                  <a:pt x="3827" y="3180"/>
                </a:lnTo>
                <a:cubicBezTo>
                  <a:pt x="3832" y="3179"/>
                  <a:pt x="3836" y="3178"/>
                  <a:pt x="3841" y="3178"/>
                </a:cubicBezTo>
                <a:cubicBezTo>
                  <a:pt x="3847" y="3177"/>
                  <a:pt x="3853" y="3175"/>
                  <a:pt x="3859" y="3171"/>
                </a:cubicBezTo>
                <a:cubicBezTo>
                  <a:pt x="3861" y="3170"/>
                  <a:pt x="3864" y="3168"/>
                  <a:pt x="3866" y="3167"/>
                </a:cubicBezTo>
                <a:cubicBezTo>
                  <a:pt x="3908" y="3150"/>
                  <a:pt x="3950" y="3127"/>
                  <a:pt x="3990" y="3108"/>
                </a:cubicBezTo>
                <a:cubicBezTo>
                  <a:pt x="4020" y="3093"/>
                  <a:pt x="4050" y="3077"/>
                  <a:pt x="4080" y="3061"/>
                </a:cubicBezTo>
                <a:cubicBezTo>
                  <a:pt x="4082" y="3061"/>
                  <a:pt x="4083" y="3060"/>
                  <a:pt x="4085" y="3059"/>
                </a:cubicBezTo>
                <a:cubicBezTo>
                  <a:pt x="4086" y="3058"/>
                  <a:pt x="4087" y="3057"/>
                  <a:pt x="4088" y="3056"/>
                </a:cubicBezTo>
                <a:lnTo>
                  <a:pt x="4140" y="3027"/>
                </a:lnTo>
                <a:cubicBezTo>
                  <a:pt x="4141" y="3028"/>
                  <a:pt x="4141" y="3029"/>
                  <a:pt x="4143" y="3030"/>
                </a:cubicBezTo>
                <a:cubicBezTo>
                  <a:pt x="4146" y="3031"/>
                  <a:pt x="4149" y="3032"/>
                  <a:pt x="4152" y="3032"/>
                </a:cubicBezTo>
                <a:cubicBezTo>
                  <a:pt x="4155" y="3032"/>
                  <a:pt x="4158" y="3031"/>
                  <a:pt x="4160" y="3030"/>
                </a:cubicBezTo>
                <a:lnTo>
                  <a:pt x="4161" y="3030"/>
                </a:lnTo>
                <a:cubicBezTo>
                  <a:pt x="4169" y="3023"/>
                  <a:pt x="4175" y="3016"/>
                  <a:pt x="4180" y="3007"/>
                </a:cubicBezTo>
                <a:cubicBezTo>
                  <a:pt x="4181" y="3006"/>
                  <a:pt x="4181" y="3005"/>
                  <a:pt x="4182" y="3004"/>
                </a:cubicBezTo>
                <a:cubicBezTo>
                  <a:pt x="4191" y="3000"/>
                  <a:pt x="4200" y="2995"/>
                  <a:pt x="4209" y="2990"/>
                </a:cubicBezTo>
                <a:cubicBezTo>
                  <a:pt x="4216" y="2986"/>
                  <a:pt x="4222" y="2982"/>
                  <a:pt x="4229" y="2978"/>
                </a:cubicBezTo>
                <a:cubicBezTo>
                  <a:pt x="4259" y="2958"/>
                  <a:pt x="4294" y="2916"/>
                  <a:pt x="4326" y="2902"/>
                </a:cubicBezTo>
                <a:cubicBezTo>
                  <a:pt x="4343" y="2894"/>
                  <a:pt x="4359" y="2870"/>
                  <a:pt x="4372" y="2857"/>
                </a:cubicBezTo>
                <a:lnTo>
                  <a:pt x="4393" y="2835"/>
                </a:lnTo>
                <a:cubicBezTo>
                  <a:pt x="4395" y="2834"/>
                  <a:pt x="4396" y="2832"/>
                  <a:pt x="4397" y="2831"/>
                </a:cubicBezTo>
                <a:cubicBezTo>
                  <a:pt x="4408" y="2820"/>
                  <a:pt x="4420" y="2808"/>
                  <a:pt x="4431" y="2796"/>
                </a:cubicBezTo>
                <a:cubicBezTo>
                  <a:pt x="4432" y="2796"/>
                  <a:pt x="4433" y="2795"/>
                  <a:pt x="4434" y="2795"/>
                </a:cubicBezTo>
                <a:cubicBezTo>
                  <a:pt x="4436" y="2794"/>
                  <a:pt x="4437" y="2793"/>
                  <a:pt x="4438" y="2791"/>
                </a:cubicBezTo>
                <a:cubicBezTo>
                  <a:pt x="4438" y="2791"/>
                  <a:pt x="4438" y="2790"/>
                  <a:pt x="4439" y="2789"/>
                </a:cubicBezTo>
                <a:cubicBezTo>
                  <a:pt x="4439" y="2788"/>
                  <a:pt x="4441" y="2786"/>
                  <a:pt x="4442" y="2784"/>
                </a:cubicBezTo>
                <a:cubicBezTo>
                  <a:pt x="4458" y="2767"/>
                  <a:pt x="4473" y="2748"/>
                  <a:pt x="4486" y="2729"/>
                </a:cubicBezTo>
                <a:cubicBezTo>
                  <a:pt x="4492" y="2721"/>
                  <a:pt x="4498" y="2712"/>
                  <a:pt x="4503" y="2703"/>
                </a:cubicBezTo>
                <a:cubicBezTo>
                  <a:pt x="4523" y="2668"/>
                  <a:pt x="4537" y="2630"/>
                  <a:pt x="4545" y="2590"/>
                </a:cubicBezTo>
                <a:cubicBezTo>
                  <a:pt x="4548" y="2586"/>
                  <a:pt x="4551" y="2582"/>
                  <a:pt x="4553" y="2578"/>
                </a:cubicBezTo>
                <a:cubicBezTo>
                  <a:pt x="4553" y="2578"/>
                  <a:pt x="4554" y="2577"/>
                  <a:pt x="4554" y="2576"/>
                </a:cubicBezTo>
                <a:cubicBezTo>
                  <a:pt x="4574" y="2539"/>
                  <a:pt x="4552" y="2470"/>
                  <a:pt x="4546" y="2431"/>
                </a:cubicBezTo>
                <a:cubicBezTo>
                  <a:pt x="4539" y="2391"/>
                  <a:pt x="4503" y="2364"/>
                  <a:pt x="4479" y="2334"/>
                </a:cubicBezTo>
                <a:cubicBezTo>
                  <a:pt x="4439" y="2290"/>
                  <a:pt x="4394" y="2251"/>
                  <a:pt x="4344" y="2218"/>
                </a:cubicBezTo>
                <a:cubicBezTo>
                  <a:pt x="4300" y="2186"/>
                  <a:pt x="4254" y="2157"/>
                  <a:pt x="4211" y="2124"/>
                </a:cubicBezTo>
                <a:cubicBezTo>
                  <a:pt x="4206" y="2121"/>
                  <a:pt x="4201" y="2118"/>
                  <a:pt x="4196" y="2115"/>
                </a:cubicBezTo>
                <a:cubicBezTo>
                  <a:pt x="4164" y="2097"/>
                  <a:pt x="4130" y="2082"/>
                  <a:pt x="4094" y="2071"/>
                </a:cubicBezTo>
                <a:lnTo>
                  <a:pt x="4093" y="2071"/>
                </a:lnTo>
                <a:cubicBezTo>
                  <a:pt x="4079" y="2065"/>
                  <a:pt x="4066" y="2059"/>
                  <a:pt x="4052" y="2052"/>
                </a:cubicBezTo>
                <a:lnTo>
                  <a:pt x="4052" y="2051"/>
                </a:lnTo>
                <a:cubicBezTo>
                  <a:pt x="4050" y="2049"/>
                  <a:pt x="4049" y="2047"/>
                  <a:pt x="4047" y="2046"/>
                </a:cubicBezTo>
                <a:cubicBezTo>
                  <a:pt x="4046" y="2045"/>
                  <a:pt x="4044" y="2045"/>
                  <a:pt x="4043" y="2045"/>
                </a:cubicBezTo>
                <a:lnTo>
                  <a:pt x="4038" y="2045"/>
                </a:lnTo>
                <a:cubicBezTo>
                  <a:pt x="3979" y="2014"/>
                  <a:pt x="3916" y="1993"/>
                  <a:pt x="3850" y="1984"/>
                </a:cubicBezTo>
                <a:cubicBezTo>
                  <a:pt x="3834" y="1982"/>
                  <a:pt x="3819" y="1980"/>
                  <a:pt x="3803" y="1978"/>
                </a:cubicBezTo>
                <a:cubicBezTo>
                  <a:pt x="3758" y="1963"/>
                  <a:pt x="3712" y="1949"/>
                  <a:pt x="3666" y="1939"/>
                </a:cubicBezTo>
                <a:cubicBezTo>
                  <a:pt x="3619" y="1928"/>
                  <a:pt x="3575" y="1929"/>
                  <a:pt x="3531" y="1917"/>
                </a:cubicBezTo>
                <a:cubicBezTo>
                  <a:pt x="3478" y="1903"/>
                  <a:pt x="3426" y="1896"/>
                  <a:pt x="3373" y="1884"/>
                </a:cubicBezTo>
                <a:cubicBezTo>
                  <a:pt x="3311" y="1870"/>
                  <a:pt x="3248" y="1844"/>
                  <a:pt x="3185" y="1835"/>
                </a:cubicBezTo>
                <a:cubicBezTo>
                  <a:pt x="3084" y="1821"/>
                  <a:pt x="2975" y="1800"/>
                  <a:pt x="2872" y="1799"/>
                </a:cubicBezTo>
                <a:cubicBezTo>
                  <a:pt x="2837" y="1799"/>
                  <a:pt x="2801" y="1791"/>
                  <a:pt x="2766" y="1788"/>
                </a:cubicBezTo>
                <a:cubicBezTo>
                  <a:pt x="2721" y="1783"/>
                  <a:pt x="2667" y="1795"/>
                  <a:pt x="2621" y="1788"/>
                </a:cubicBezTo>
                <a:cubicBezTo>
                  <a:pt x="2611" y="1779"/>
                  <a:pt x="2600" y="1770"/>
                  <a:pt x="2589" y="1764"/>
                </a:cubicBezTo>
                <a:cubicBezTo>
                  <a:pt x="2586" y="1762"/>
                  <a:pt x="2583" y="1761"/>
                  <a:pt x="2580" y="1760"/>
                </a:cubicBezTo>
                <a:cubicBezTo>
                  <a:pt x="2569" y="1754"/>
                  <a:pt x="2557" y="1749"/>
                  <a:pt x="2547" y="1745"/>
                </a:cubicBezTo>
                <a:cubicBezTo>
                  <a:pt x="2575" y="1751"/>
                  <a:pt x="2604" y="1755"/>
                  <a:pt x="2633" y="1755"/>
                </a:cubicBezTo>
                <a:cubicBezTo>
                  <a:pt x="2706" y="1751"/>
                  <a:pt x="2785" y="1762"/>
                  <a:pt x="2858" y="1766"/>
                </a:cubicBezTo>
                <a:cubicBezTo>
                  <a:pt x="2915" y="1768"/>
                  <a:pt x="2973" y="1773"/>
                  <a:pt x="3030" y="1781"/>
                </a:cubicBezTo>
                <a:cubicBezTo>
                  <a:pt x="3079" y="1790"/>
                  <a:pt x="3133" y="1813"/>
                  <a:pt x="3184" y="1810"/>
                </a:cubicBezTo>
                <a:cubicBezTo>
                  <a:pt x="3214" y="1809"/>
                  <a:pt x="3246" y="1822"/>
                  <a:pt x="3276" y="1824"/>
                </a:cubicBezTo>
                <a:cubicBezTo>
                  <a:pt x="3313" y="1826"/>
                  <a:pt x="3350" y="1827"/>
                  <a:pt x="3387" y="1830"/>
                </a:cubicBezTo>
                <a:cubicBezTo>
                  <a:pt x="3445" y="1838"/>
                  <a:pt x="3502" y="1851"/>
                  <a:pt x="3558" y="1868"/>
                </a:cubicBezTo>
                <a:cubicBezTo>
                  <a:pt x="3622" y="1884"/>
                  <a:pt x="3698" y="1890"/>
                  <a:pt x="3757" y="1919"/>
                </a:cubicBezTo>
                <a:cubicBezTo>
                  <a:pt x="3781" y="1931"/>
                  <a:pt x="3812" y="1932"/>
                  <a:pt x="3837" y="1941"/>
                </a:cubicBezTo>
                <a:cubicBezTo>
                  <a:pt x="3839" y="1941"/>
                  <a:pt x="3883" y="1955"/>
                  <a:pt x="3912" y="1963"/>
                </a:cubicBezTo>
                <a:cubicBezTo>
                  <a:pt x="3912" y="1964"/>
                  <a:pt x="3912" y="1965"/>
                  <a:pt x="3913" y="1967"/>
                </a:cubicBezTo>
                <a:cubicBezTo>
                  <a:pt x="3914" y="1967"/>
                  <a:pt x="3914" y="1968"/>
                  <a:pt x="3914" y="1968"/>
                </a:cubicBezTo>
                <a:cubicBezTo>
                  <a:pt x="3916" y="1971"/>
                  <a:pt x="3918" y="1973"/>
                  <a:pt x="3920" y="1974"/>
                </a:cubicBezTo>
                <a:cubicBezTo>
                  <a:pt x="3922" y="1975"/>
                  <a:pt x="3924" y="1976"/>
                  <a:pt x="3927" y="1976"/>
                </a:cubicBezTo>
                <a:cubicBezTo>
                  <a:pt x="3929" y="1976"/>
                  <a:pt x="3933" y="1975"/>
                  <a:pt x="3935" y="1974"/>
                </a:cubicBezTo>
                <a:cubicBezTo>
                  <a:pt x="3937" y="1973"/>
                  <a:pt x="3939" y="1971"/>
                  <a:pt x="3940" y="1970"/>
                </a:cubicBezTo>
                <a:cubicBezTo>
                  <a:pt x="3940" y="1970"/>
                  <a:pt x="3940" y="1971"/>
                  <a:pt x="3941" y="1972"/>
                </a:cubicBezTo>
                <a:cubicBezTo>
                  <a:pt x="3942" y="1973"/>
                  <a:pt x="3942" y="1974"/>
                  <a:pt x="3944" y="1975"/>
                </a:cubicBezTo>
                <a:cubicBezTo>
                  <a:pt x="3945" y="1975"/>
                  <a:pt x="3947" y="1977"/>
                  <a:pt x="3949" y="1977"/>
                </a:cubicBezTo>
                <a:cubicBezTo>
                  <a:pt x="3951" y="1977"/>
                  <a:pt x="3952" y="1975"/>
                  <a:pt x="3954" y="1975"/>
                </a:cubicBezTo>
                <a:cubicBezTo>
                  <a:pt x="3955" y="1974"/>
                  <a:pt x="3956" y="1973"/>
                  <a:pt x="3957" y="1972"/>
                </a:cubicBezTo>
                <a:cubicBezTo>
                  <a:pt x="3958" y="1971"/>
                  <a:pt x="3958" y="1970"/>
                  <a:pt x="3958" y="1970"/>
                </a:cubicBezTo>
                <a:cubicBezTo>
                  <a:pt x="3993" y="1986"/>
                  <a:pt x="4028" y="2007"/>
                  <a:pt x="4061" y="2024"/>
                </a:cubicBezTo>
                <a:cubicBezTo>
                  <a:pt x="4118" y="2052"/>
                  <a:pt x="4180" y="2073"/>
                  <a:pt x="4239" y="2098"/>
                </a:cubicBezTo>
                <a:cubicBezTo>
                  <a:pt x="4262" y="2109"/>
                  <a:pt x="4284" y="2120"/>
                  <a:pt x="4306" y="2133"/>
                </a:cubicBezTo>
                <a:cubicBezTo>
                  <a:pt x="4340" y="2153"/>
                  <a:pt x="4374" y="2175"/>
                  <a:pt x="4405" y="2199"/>
                </a:cubicBezTo>
                <a:cubicBezTo>
                  <a:pt x="4412" y="2205"/>
                  <a:pt x="4419" y="2210"/>
                  <a:pt x="4426" y="2216"/>
                </a:cubicBezTo>
                <a:cubicBezTo>
                  <a:pt x="4452" y="2244"/>
                  <a:pt x="4475" y="2275"/>
                  <a:pt x="4499" y="2304"/>
                </a:cubicBezTo>
                <a:cubicBezTo>
                  <a:pt x="4517" y="2327"/>
                  <a:pt x="4533" y="2350"/>
                  <a:pt x="4548" y="2375"/>
                </a:cubicBezTo>
                <a:cubicBezTo>
                  <a:pt x="4559" y="2391"/>
                  <a:pt x="4575" y="2407"/>
                  <a:pt x="4585" y="2425"/>
                </a:cubicBezTo>
                <a:cubicBezTo>
                  <a:pt x="4599" y="2469"/>
                  <a:pt x="4606" y="2514"/>
                  <a:pt x="4606" y="2559"/>
                </a:cubicBezTo>
                <a:cubicBezTo>
                  <a:pt x="4606" y="2571"/>
                  <a:pt x="4605" y="2583"/>
                  <a:pt x="4604" y="2595"/>
                </a:cubicBezTo>
                <a:lnTo>
                  <a:pt x="4604" y="2594"/>
                </a:lnTo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138;p31">
            <a:extLst>
              <a:ext uri="{FF2B5EF4-FFF2-40B4-BE49-F238E27FC236}">
                <a16:creationId xmlns:a16="http://schemas.microsoft.com/office/drawing/2014/main" id="{FD5EC219-E917-AE70-622D-60CBF68E3CB4}"/>
              </a:ext>
            </a:extLst>
          </p:cNvPr>
          <p:cNvSpPr txBox="1">
            <a:spLocks/>
          </p:cNvSpPr>
          <p:nvPr/>
        </p:nvSpPr>
        <p:spPr>
          <a:xfrm>
            <a:off x="713225" y="3576200"/>
            <a:ext cx="3292800" cy="102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r>
              <a:rPr lang="fr-FR" sz="1800" dirty="0"/>
              <a:t>Quels sont les pays les plus intéressants pour développer notre business</a:t>
            </a:r>
          </a:p>
          <a:p>
            <a:r>
              <a:rPr lang="fr-FR" sz="1800" dirty="0"/>
              <a:t>De poulet bio ?</a:t>
            </a:r>
          </a:p>
        </p:txBody>
      </p:sp>
    </p:spTree>
    <p:extLst>
      <p:ext uri="{BB962C8B-B14F-4D97-AF65-F5344CB8AC3E}">
        <p14:creationId xmlns:p14="http://schemas.microsoft.com/office/powerpoint/2010/main" val="1828757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méthodologie</a:t>
            </a:r>
            <a:endParaRPr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838794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Méthodologie</a:t>
            </a:r>
            <a:endParaRPr dirty="0"/>
          </a:p>
        </p:txBody>
      </p:sp>
      <p:sp>
        <p:nvSpPr>
          <p:cNvPr id="1651" name="Google Shape;1651;p30"/>
          <p:cNvSpPr txBox="1">
            <a:spLocks noGrp="1"/>
          </p:cNvSpPr>
          <p:nvPr>
            <p:ph type="title" idx="2"/>
          </p:nvPr>
        </p:nvSpPr>
        <p:spPr>
          <a:xfrm>
            <a:off x="832800" y="1500847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2" name="Google Shape;1652;p30"/>
          <p:cNvSpPr txBox="1">
            <a:spLocks noGrp="1"/>
          </p:cNvSpPr>
          <p:nvPr>
            <p:ph type="title" idx="3"/>
          </p:nvPr>
        </p:nvSpPr>
        <p:spPr>
          <a:xfrm>
            <a:off x="832800" y="3208753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53" name="Google Shape;1653;p30"/>
          <p:cNvSpPr txBox="1">
            <a:spLocks noGrp="1"/>
          </p:cNvSpPr>
          <p:nvPr>
            <p:ph type="title" idx="4"/>
          </p:nvPr>
        </p:nvSpPr>
        <p:spPr>
          <a:xfrm>
            <a:off x="2880000" y="1500847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54" name="Google Shape;1654;p30"/>
          <p:cNvSpPr txBox="1">
            <a:spLocks noGrp="1"/>
          </p:cNvSpPr>
          <p:nvPr>
            <p:ph type="title" idx="5"/>
          </p:nvPr>
        </p:nvSpPr>
        <p:spPr>
          <a:xfrm>
            <a:off x="2880000" y="3208753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655" name="Google Shape;1655;p30"/>
          <p:cNvSpPr txBox="1">
            <a:spLocks noGrp="1"/>
          </p:cNvSpPr>
          <p:nvPr>
            <p:ph type="title" idx="6"/>
          </p:nvPr>
        </p:nvSpPr>
        <p:spPr>
          <a:xfrm>
            <a:off x="4927200" y="1500847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56" name="Google Shape;1656;p30"/>
          <p:cNvSpPr txBox="1">
            <a:spLocks noGrp="1"/>
          </p:cNvSpPr>
          <p:nvPr>
            <p:ph type="title" idx="7"/>
          </p:nvPr>
        </p:nvSpPr>
        <p:spPr>
          <a:xfrm>
            <a:off x="4927200" y="3208753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57" name="Google Shape;1657;p30"/>
          <p:cNvSpPr txBox="1">
            <a:spLocks noGrp="1"/>
          </p:cNvSpPr>
          <p:nvPr>
            <p:ph type="subTitle" idx="1"/>
          </p:nvPr>
        </p:nvSpPr>
        <p:spPr>
          <a:xfrm>
            <a:off x="756600" y="2180300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Receuillir des données</a:t>
            </a:r>
            <a:endParaRPr dirty="0"/>
          </a:p>
        </p:txBody>
      </p:sp>
      <p:sp>
        <p:nvSpPr>
          <p:cNvPr id="1658" name="Google Shape;1658;p30"/>
          <p:cNvSpPr txBox="1">
            <a:spLocks noGrp="1"/>
          </p:cNvSpPr>
          <p:nvPr>
            <p:ph type="subTitle" idx="8"/>
          </p:nvPr>
        </p:nvSpPr>
        <p:spPr>
          <a:xfrm>
            <a:off x="2803800" y="2180300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Nettoyage et analyse</a:t>
            </a:r>
            <a:endParaRPr dirty="0"/>
          </a:p>
        </p:txBody>
      </p:sp>
      <p:sp>
        <p:nvSpPr>
          <p:cNvPr id="1659" name="Google Shape;1659;p30"/>
          <p:cNvSpPr txBox="1">
            <a:spLocks noGrp="1"/>
          </p:cNvSpPr>
          <p:nvPr>
            <p:ph type="subTitle" idx="9"/>
          </p:nvPr>
        </p:nvSpPr>
        <p:spPr>
          <a:xfrm>
            <a:off x="4851000" y="2180300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Regroupement des données</a:t>
            </a:r>
          </a:p>
        </p:txBody>
      </p:sp>
      <p:sp>
        <p:nvSpPr>
          <p:cNvPr id="1660" name="Google Shape;1660;p30"/>
          <p:cNvSpPr txBox="1">
            <a:spLocks noGrp="1"/>
          </p:cNvSpPr>
          <p:nvPr>
            <p:ph type="subTitle" idx="13"/>
          </p:nvPr>
        </p:nvSpPr>
        <p:spPr>
          <a:xfrm>
            <a:off x="756600" y="3854225"/>
            <a:ext cx="1894800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ACP</a:t>
            </a:r>
            <a:endParaRPr dirty="0"/>
          </a:p>
        </p:txBody>
      </p:sp>
      <p:sp>
        <p:nvSpPr>
          <p:cNvPr id="1661" name="Google Shape;1661;p30"/>
          <p:cNvSpPr txBox="1">
            <a:spLocks noGrp="1"/>
          </p:cNvSpPr>
          <p:nvPr>
            <p:ph type="subTitle" idx="14"/>
          </p:nvPr>
        </p:nvSpPr>
        <p:spPr>
          <a:xfrm>
            <a:off x="2803799" y="3854225"/>
            <a:ext cx="1962753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Clusterisation CAH / K-means </a:t>
            </a:r>
          </a:p>
        </p:txBody>
      </p:sp>
      <p:sp>
        <p:nvSpPr>
          <p:cNvPr id="1662" name="Google Shape;1662;p30"/>
          <p:cNvSpPr txBox="1">
            <a:spLocks noGrp="1"/>
          </p:cNvSpPr>
          <p:nvPr>
            <p:ph type="subTitle" idx="15"/>
          </p:nvPr>
        </p:nvSpPr>
        <p:spPr>
          <a:xfrm>
            <a:off x="4850999" y="3854225"/>
            <a:ext cx="2308557" cy="7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Recommandations</a:t>
            </a:r>
            <a:endParaRPr dirty="0"/>
          </a:p>
        </p:txBody>
      </p:sp>
      <p:grpSp>
        <p:nvGrpSpPr>
          <p:cNvPr id="1663" name="Google Shape;1663;p30"/>
          <p:cNvGrpSpPr/>
          <p:nvPr/>
        </p:nvGrpSpPr>
        <p:grpSpPr>
          <a:xfrm>
            <a:off x="7089321" y="1457937"/>
            <a:ext cx="4567728" cy="4066565"/>
            <a:chOff x="6414942" y="857677"/>
            <a:chExt cx="5241827" cy="4666703"/>
          </a:xfrm>
        </p:grpSpPr>
        <p:grpSp>
          <p:nvGrpSpPr>
            <p:cNvPr id="1664" name="Google Shape;1664;p30"/>
            <p:cNvGrpSpPr/>
            <p:nvPr/>
          </p:nvGrpSpPr>
          <p:grpSpPr>
            <a:xfrm>
              <a:off x="6974410" y="857677"/>
              <a:ext cx="4682360" cy="4666703"/>
              <a:chOff x="6974410" y="857677"/>
              <a:chExt cx="4682360" cy="4666703"/>
            </a:xfrm>
          </p:grpSpPr>
          <p:sp>
            <p:nvSpPr>
              <p:cNvPr id="1665" name="Google Shape;1665;p30"/>
              <p:cNvSpPr/>
              <p:nvPr/>
            </p:nvSpPr>
            <p:spPr>
              <a:xfrm rot="-755222">
                <a:off x="7352663" y="1238531"/>
                <a:ext cx="3925853" cy="3904996"/>
              </a:xfrm>
              <a:custGeom>
                <a:avLst/>
                <a:gdLst/>
                <a:ahLst/>
                <a:cxnLst/>
                <a:rect l="l" t="t" r="r" b="b"/>
                <a:pathLst>
                  <a:path w="4752" h="4727" extrusionOk="0">
                    <a:moveTo>
                      <a:pt x="926" y="106"/>
                    </a:moveTo>
                    <a:cubicBezTo>
                      <a:pt x="927" y="97"/>
                      <a:pt x="931" y="88"/>
                      <a:pt x="935" y="80"/>
                    </a:cubicBezTo>
                    <a:cubicBezTo>
                      <a:pt x="940" y="72"/>
                      <a:pt x="945" y="65"/>
                      <a:pt x="952" y="60"/>
                    </a:cubicBezTo>
                    <a:cubicBezTo>
                      <a:pt x="974" y="36"/>
                      <a:pt x="995" y="41"/>
                      <a:pt x="1003" y="74"/>
                    </a:cubicBezTo>
                    <a:cubicBezTo>
                      <a:pt x="1005" y="85"/>
                      <a:pt x="1007" y="97"/>
                      <a:pt x="1007" y="109"/>
                    </a:cubicBezTo>
                    <a:cubicBezTo>
                      <a:pt x="1007" y="114"/>
                      <a:pt x="1006" y="118"/>
                      <a:pt x="1006" y="123"/>
                    </a:cubicBezTo>
                    <a:cubicBezTo>
                      <a:pt x="1006" y="141"/>
                      <a:pt x="1003" y="160"/>
                      <a:pt x="1001" y="178"/>
                    </a:cubicBezTo>
                    <a:cubicBezTo>
                      <a:pt x="999" y="197"/>
                      <a:pt x="1008" y="204"/>
                      <a:pt x="1028" y="204"/>
                    </a:cubicBezTo>
                    <a:cubicBezTo>
                      <a:pt x="1052" y="203"/>
                      <a:pt x="1075" y="197"/>
                      <a:pt x="1096" y="186"/>
                    </a:cubicBezTo>
                    <a:cubicBezTo>
                      <a:pt x="1130" y="170"/>
                      <a:pt x="1142" y="177"/>
                      <a:pt x="1149" y="212"/>
                    </a:cubicBezTo>
                    <a:cubicBezTo>
                      <a:pt x="1151" y="225"/>
                      <a:pt x="1152" y="238"/>
                      <a:pt x="1152" y="250"/>
                    </a:cubicBezTo>
                    <a:cubicBezTo>
                      <a:pt x="1152" y="267"/>
                      <a:pt x="1151" y="283"/>
                      <a:pt x="1147" y="300"/>
                    </a:cubicBezTo>
                    <a:cubicBezTo>
                      <a:pt x="1143" y="323"/>
                      <a:pt x="1149" y="335"/>
                      <a:pt x="1174" y="336"/>
                    </a:cubicBezTo>
                    <a:cubicBezTo>
                      <a:pt x="1215" y="338"/>
                      <a:pt x="1257" y="347"/>
                      <a:pt x="1299" y="331"/>
                    </a:cubicBezTo>
                    <a:cubicBezTo>
                      <a:pt x="1328" y="320"/>
                      <a:pt x="1338" y="327"/>
                      <a:pt x="1347" y="358"/>
                    </a:cubicBezTo>
                    <a:cubicBezTo>
                      <a:pt x="1353" y="379"/>
                      <a:pt x="1357" y="401"/>
                      <a:pt x="1357" y="423"/>
                    </a:cubicBezTo>
                    <a:cubicBezTo>
                      <a:pt x="1356" y="436"/>
                      <a:pt x="1356" y="450"/>
                      <a:pt x="1356" y="463"/>
                    </a:cubicBezTo>
                    <a:cubicBezTo>
                      <a:pt x="1356" y="503"/>
                      <a:pt x="1359" y="542"/>
                      <a:pt x="1367" y="581"/>
                    </a:cubicBezTo>
                    <a:cubicBezTo>
                      <a:pt x="1377" y="622"/>
                      <a:pt x="1354" y="652"/>
                      <a:pt x="1319" y="672"/>
                    </a:cubicBezTo>
                    <a:cubicBezTo>
                      <a:pt x="1301" y="681"/>
                      <a:pt x="1282" y="689"/>
                      <a:pt x="1263" y="696"/>
                    </a:cubicBezTo>
                    <a:cubicBezTo>
                      <a:pt x="1406" y="770"/>
                      <a:pt x="1513" y="884"/>
                      <a:pt x="1643" y="966"/>
                    </a:cubicBezTo>
                    <a:cubicBezTo>
                      <a:pt x="1717" y="1018"/>
                      <a:pt x="1786" y="1076"/>
                      <a:pt x="1850" y="1139"/>
                    </a:cubicBezTo>
                    <a:cubicBezTo>
                      <a:pt x="1896" y="1181"/>
                      <a:pt x="1944" y="1220"/>
                      <a:pt x="1996" y="1255"/>
                    </a:cubicBezTo>
                    <a:cubicBezTo>
                      <a:pt x="2106" y="1328"/>
                      <a:pt x="2211" y="1409"/>
                      <a:pt x="2317" y="1487"/>
                    </a:cubicBezTo>
                    <a:cubicBezTo>
                      <a:pt x="2372" y="1528"/>
                      <a:pt x="2422" y="1574"/>
                      <a:pt x="2467" y="1625"/>
                    </a:cubicBezTo>
                    <a:cubicBezTo>
                      <a:pt x="2539" y="1704"/>
                      <a:pt x="2612" y="1781"/>
                      <a:pt x="2685" y="1859"/>
                    </a:cubicBezTo>
                    <a:cubicBezTo>
                      <a:pt x="2727" y="1904"/>
                      <a:pt x="2776" y="1943"/>
                      <a:pt x="2829" y="1974"/>
                    </a:cubicBezTo>
                    <a:cubicBezTo>
                      <a:pt x="2838" y="1979"/>
                      <a:pt x="2846" y="1983"/>
                      <a:pt x="2855" y="1988"/>
                    </a:cubicBezTo>
                    <a:cubicBezTo>
                      <a:pt x="2869" y="1995"/>
                      <a:pt x="2883" y="2003"/>
                      <a:pt x="2897" y="2011"/>
                    </a:cubicBezTo>
                    <a:cubicBezTo>
                      <a:pt x="2921" y="2025"/>
                      <a:pt x="2945" y="2040"/>
                      <a:pt x="2968" y="2055"/>
                    </a:cubicBezTo>
                    <a:cubicBezTo>
                      <a:pt x="2974" y="2060"/>
                      <a:pt x="2978" y="2063"/>
                      <a:pt x="2985" y="2067"/>
                    </a:cubicBezTo>
                    <a:cubicBezTo>
                      <a:pt x="3010" y="2081"/>
                      <a:pt x="3039" y="2089"/>
                      <a:pt x="3068" y="2089"/>
                    </a:cubicBezTo>
                    <a:cubicBezTo>
                      <a:pt x="3086" y="2089"/>
                      <a:pt x="3104" y="2086"/>
                      <a:pt x="3121" y="2080"/>
                    </a:cubicBezTo>
                    <a:cubicBezTo>
                      <a:pt x="3172" y="2069"/>
                      <a:pt x="3222" y="2061"/>
                      <a:pt x="3274" y="2058"/>
                    </a:cubicBezTo>
                    <a:cubicBezTo>
                      <a:pt x="3395" y="2040"/>
                      <a:pt x="3516" y="2016"/>
                      <a:pt x="3639" y="2009"/>
                    </a:cubicBezTo>
                    <a:cubicBezTo>
                      <a:pt x="3669" y="2007"/>
                      <a:pt x="3700" y="2006"/>
                      <a:pt x="3730" y="2006"/>
                    </a:cubicBezTo>
                    <a:cubicBezTo>
                      <a:pt x="3889" y="2006"/>
                      <a:pt x="4047" y="2030"/>
                      <a:pt x="4198" y="2077"/>
                    </a:cubicBezTo>
                    <a:cubicBezTo>
                      <a:pt x="4314" y="2112"/>
                      <a:pt x="4429" y="2151"/>
                      <a:pt x="4542" y="2189"/>
                    </a:cubicBezTo>
                    <a:cubicBezTo>
                      <a:pt x="4547" y="2190"/>
                      <a:pt x="4551" y="2191"/>
                      <a:pt x="4555" y="2193"/>
                    </a:cubicBezTo>
                    <a:cubicBezTo>
                      <a:pt x="4562" y="2197"/>
                      <a:pt x="4566" y="2202"/>
                      <a:pt x="4570" y="2208"/>
                    </a:cubicBezTo>
                    <a:cubicBezTo>
                      <a:pt x="4571" y="2211"/>
                      <a:pt x="4573" y="2214"/>
                      <a:pt x="4574" y="2218"/>
                    </a:cubicBezTo>
                    <a:cubicBezTo>
                      <a:pt x="4488" y="2228"/>
                      <a:pt x="4406" y="2218"/>
                      <a:pt x="4323" y="2214"/>
                    </a:cubicBezTo>
                    <a:cubicBezTo>
                      <a:pt x="4326" y="2217"/>
                      <a:pt x="4329" y="2222"/>
                      <a:pt x="4331" y="2223"/>
                    </a:cubicBezTo>
                    <a:cubicBezTo>
                      <a:pt x="4401" y="2241"/>
                      <a:pt x="4452" y="2293"/>
                      <a:pt x="4516" y="2320"/>
                    </a:cubicBezTo>
                    <a:cubicBezTo>
                      <a:pt x="4580" y="2347"/>
                      <a:pt x="4641" y="2383"/>
                      <a:pt x="4702" y="2416"/>
                    </a:cubicBezTo>
                    <a:cubicBezTo>
                      <a:pt x="4705" y="2418"/>
                      <a:pt x="4708" y="2419"/>
                      <a:pt x="4711" y="2421"/>
                    </a:cubicBezTo>
                    <a:cubicBezTo>
                      <a:pt x="4717" y="2425"/>
                      <a:pt x="4724" y="2429"/>
                      <a:pt x="4730" y="2433"/>
                    </a:cubicBezTo>
                    <a:cubicBezTo>
                      <a:pt x="4732" y="2435"/>
                      <a:pt x="4733" y="2437"/>
                      <a:pt x="4735" y="2439"/>
                    </a:cubicBezTo>
                    <a:cubicBezTo>
                      <a:pt x="4736" y="2441"/>
                      <a:pt x="4737" y="2444"/>
                      <a:pt x="4737" y="2447"/>
                    </a:cubicBezTo>
                    <a:cubicBezTo>
                      <a:pt x="4737" y="2449"/>
                      <a:pt x="4737" y="2451"/>
                      <a:pt x="4736" y="2452"/>
                    </a:cubicBezTo>
                    <a:cubicBezTo>
                      <a:pt x="4734" y="2462"/>
                      <a:pt x="4726" y="2462"/>
                      <a:pt x="4719" y="2462"/>
                    </a:cubicBezTo>
                    <a:cubicBezTo>
                      <a:pt x="4682" y="2462"/>
                      <a:pt x="4646" y="2456"/>
                      <a:pt x="4610" y="2446"/>
                    </a:cubicBezTo>
                    <a:cubicBezTo>
                      <a:pt x="4597" y="2442"/>
                      <a:pt x="4584" y="2439"/>
                      <a:pt x="4570" y="2439"/>
                    </a:cubicBezTo>
                    <a:cubicBezTo>
                      <a:pt x="4564" y="2439"/>
                      <a:pt x="4558" y="2440"/>
                      <a:pt x="4552" y="2441"/>
                    </a:cubicBezTo>
                    <a:cubicBezTo>
                      <a:pt x="4588" y="2472"/>
                      <a:pt x="4622" y="2499"/>
                      <a:pt x="4654" y="2529"/>
                    </a:cubicBezTo>
                    <a:cubicBezTo>
                      <a:pt x="4685" y="2558"/>
                      <a:pt x="4725" y="2572"/>
                      <a:pt x="4751" y="2613"/>
                    </a:cubicBezTo>
                    <a:cubicBezTo>
                      <a:pt x="4696" y="2612"/>
                      <a:pt x="4652" y="2582"/>
                      <a:pt x="4596" y="2581"/>
                    </a:cubicBezTo>
                    <a:cubicBezTo>
                      <a:pt x="4638" y="2638"/>
                      <a:pt x="4698" y="2673"/>
                      <a:pt x="4732" y="2731"/>
                    </a:cubicBezTo>
                    <a:cubicBezTo>
                      <a:pt x="4668" y="2728"/>
                      <a:pt x="4624" y="2685"/>
                      <a:pt x="4560" y="2652"/>
                    </a:cubicBezTo>
                    <a:cubicBezTo>
                      <a:pt x="4587" y="2699"/>
                      <a:pt x="4609" y="2734"/>
                      <a:pt x="4629" y="2770"/>
                    </a:cubicBezTo>
                    <a:cubicBezTo>
                      <a:pt x="4657" y="2820"/>
                      <a:pt x="4685" y="2870"/>
                      <a:pt x="4711" y="2920"/>
                    </a:cubicBezTo>
                    <a:cubicBezTo>
                      <a:pt x="4717" y="2932"/>
                      <a:pt x="4733" y="2946"/>
                      <a:pt x="4716" y="2959"/>
                    </a:cubicBezTo>
                    <a:cubicBezTo>
                      <a:pt x="4698" y="2971"/>
                      <a:pt x="4689" y="2953"/>
                      <a:pt x="4678" y="2945"/>
                    </a:cubicBezTo>
                    <a:cubicBezTo>
                      <a:pt x="4642" y="2916"/>
                      <a:pt x="4610" y="2883"/>
                      <a:pt x="4581" y="2848"/>
                    </a:cubicBezTo>
                    <a:cubicBezTo>
                      <a:pt x="4574" y="2836"/>
                      <a:pt x="4564" y="2826"/>
                      <a:pt x="4552" y="2819"/>
                    </a:cubicBezTo>
                    <a:cubicBezTo>
                      <a:pt x="4551" y="2819"/>
                      <a:pt x="4551" y="2818"/>
                      <a:pt x="4550" y="2818"/>
                    </a:cubicBezTo>
                    <a:cubicBezTo>
                      <a:pt x="4574" y="2910"/>
                      <a:pt x="4624" y="2989"/>
                      <a:pt x="4651" y="3082"/>
                    </a:cubicBezTo>
                    <a:cubicBezTo>
                      <a:pt x="4603" y="3072"/>
                      <a:pt x="4588" y="3035"/>
                      <a:pt x="4563" y="3011"/>
                    </a:cubicBezTo>
                    <a:cubicBezTo>
                      <a:pt x="4538" y="2987"/>
                      <a:pt x="4514" y="2958"/>
                      <a:pt x="4489" y="2929"/>
                    </a:cubicBezTo>
                    <a:cubicBezTo>
                      <a:pt x="4477" y="2944"/>
                      <a:pt x="4486" y="2956"/>
                      <a:pt x="4489" y="2966"/>
                    </a:cubicBezTo>
                    <a:cubicBezTo>
                      <a:pt x="4527" y="3094"/>
                      <a:pt x="4557" y="3224"/>
                      <a:pt x="4578" y="3356"/>
                    </a:cubicBezTo>
                    <a:cubicBezTo>
                      <a:pt x="4581" y="3371"/>
                      <a:pt x="4590" y="3393"/>
                      <a:pt x="4569" y="3400"/>
                    </a:cubicBezTo>
                    <a:cubicBezTo>
                      <a:pt x="4548" y="3406"/>
                      <a:pt x="4543" y="3384"/>
                      <a:pt x="4534" y="3371"/>
                    </a:cubicBezTo>
                    <a:cubicBezTo>
                      <a:pt x="4501" y="3309"/>
                      <a:pt x="4472" y="3246"/>
                      <a:pt x="4448" y="3180"/>
                    </a:cubicBezTo>
                    <a:cubicBezTo>
                      <a:pt x="4444" y="3166"/>
                      <a:pt x="4439" y="3152"/>
                      <a:pt x="4432" y="3140"/>
                    </a:cubicBezTo>
                    <a:cubicBezTo>
                      <a:pt x="4427" y="3132"/>
                      <a:pt x="4423" y="3126"/>
                      <a:pt x="4417" y="3119"/>
                    </a:cubicBezTo>
                    <a:cubicBezTo>
                      <a:pt x="4424" y="3209"/>
                      <a:pt x="4457" y="3291"/>
                      <a:pt x="4464" y="3385"/>
                    </a:cubicBezTo>
                    <a:cubicBezTo>
                      <a:pt x="4417" y="3362"/>
                      <a:pt x="4417" y="3315"/>
                      <a:pt x="4382" y="3285"/>
                    </a:cubicBezTo>
                    <a:cubicBezTo>
                      <a:pt x="4393" y="3338"/>
                      <a:pt x="4404" y="3385"/>
                      <a:pt x="4412" y="3431"/>
                    </a:cubicBezTo>
                    <a:cubicBezTo>
                      <a:pt x="4416" y="3457"/>
                      <a:pt x="4418" y="3482"/>
                      <a:pt x="4419" y="3508"/>
                    </a:cubicBezTo>
                    <a:cubicBezTo>
                      <a:pt x="4419" y="3520"/>
                      <a:pt x="4423" y="3536"/>
                      <a:pt x="4408" y="3541"/>
                    </a:cubicBezTo>
                    <a:cubicBezTo>
                      <a:pt x="4392" y="3546"/>
                      <a:pt x="4386" y="3531"/>
                      <a:pt x="4381" y="3520"/>
                    </a:cubicBezTo>
                    <a:cubicBezTo>
                      <a:pt x="4371" y="3499"/>
                      <a:pt x="4361" y="3477"/>
                      <a:pt x="4351" y="3455"/>
                    </a:cubicBezTo>
                    <a:cubicBezTo>
                      <a:pt x="4346" y="3444"/>
                      <a:pt x="4346" y="3431"/>
                      <a:pt x="4331" y="3422"/>
                    </a:cubicBezTo>
                    <a:cubicBezTo>
                      <a:pt x="4324" y="3469"/>
                      <a:pt x="4341" y="3513"/>
                      <a:pt x="4339" y="3558"/>
                    </a:cubicBezTo>
                    <a:cubicBezTo>
                      <a:pt x="4336" y="3603"/>
                      <a:pt x="4363" y="3647"/>
                      <a:pt x="4330" y="3699"/>
                    </a:cubicBezTo>
                    <a:cubicBezTo>
                      <a:pt x="4265" y="3579"/>
                      <a:pt x="4256" y="3452"/>
                      <a:pt x="4222" y="3332"/>
                    </a:cubicBezTo>
                    <a:cubicBezTo>
                      <a:pt x="4233" y="3478"/>
                      <a:pt x="4198" y="3618"/>
                      <a:pt x="4176" y="3768"/>
                    </a:cubicBezTo>
                    <a:cubicBezTo>
                      <a:pt x="4129" y="3727"/>
                      <a:pt x="4123" y="3673"/>
                      <a:pt x="4094" y="3618"/>
                    </a:cubicBezTo>
                    <a:cubicBezTo>
                      <a:pt x="4084" y="3729"/>
                      <a:pt x="4094" y="3830"/>
                      <a:pt x="4061" y="3925"/>
                    </a:cubicBezTo>
                    <a:cubicBezTo>
                      <a:pt x="4023" y="3802"/>
                      <a:pt x="4001" y="3674"/>
                      <a:pt x="3996" y="3545"/>
                    </a:cubicBezTo>
                    <a:cubicBezTo>
                      <a:pt x="3976" y="3545"/>
                      <a:pt x="3976" y="3561"/>
                      <a:pt x="3971" y="3571"/>
                    </a:cubicBezTo>
                    <a:cubicBezTo>
                      <a:pt x="3955" y="3602"/>
                      <a:pt x="3939" y="3633"/>
                      <a:pt x="3925" y="3665"/>
                    </a:cubicBezTo>
                    <a:cubicBezTo>
                      <a:pt x="3917" y="3683"/>
                      <a:pt x="3908" y="3701"/>
                      <a:pt x="3899" y="3718"/>
                    </a:cubicBezTo>
                    <a:cubicBezTo>
                      <a:pt x="3866" y="3774"/>
                      <a:pt x="3824" y="3824"/>
                      <a:pt x="3774" y="3865"/>
                    </a:cubicBezTo>
                    <a:cubicBezTo>
                      <a:pt x="3725" y="3907"/>
                      <a:pt x="3683" y="3956"/>
                      <a:pt x="3651" y="4013"/>
                    </a:cubicBezTo>
                    <a:cubicBezTo>
                      <a:pt x="3645" y="4022"/>
                      <a:pt x="3641" y="4032"/>
                      <a:pt x="3636" y="4042"/>
                    </a:cubicBezTo>
                    <a:cubicBezTo>
                      <a:pt x="3639" y="4060"/>
                      <a:pt x="3658" y="4058"/>
                      <a:pt x="3669" y="4068"/>
                    </a:cubicBezTo>
                    <a:cubicBezTo>
                      <a:pt x="3692" y="4091"/>
                      <a:pt x="3695" y="4114"/>
                      <a:pt x="3667" y="4131"/>
                    </a:cubicBezTo>
                    <a:cubicBezTo>
                      <a:pt x="3648" y="4144"/>
                      <a:pt x="3658" y="4149"/>
                      <a:pt x="3660" y="4164"/>
                    </a:cubicBezTo>
                    <a:cubicBezTo>
                      <a:pt x="3670" y="4233"/>
                      <a:pt x="3723" y="4280"/>
                      <a:pt x="3743" y="4343"/>
                    </a:cubicBezTo>
                    <a:cubicBezTo>
                      <a:pt x="3744" y="4346"/>
                      <a:pt x="3744" y="4349"/>
                      <a:pt x="3746" y="4352"/>
                    </a:cubicBezTo>
                    <a:cubicBezTo>
                      <a:pt x="3748" y="4356"/>
                      <a:pt x="3752" y="4359"/>
                      <a:pt x="3757" y="4362"/>
                    </a:cubicBezTo>
                    <a:cubicBezTo>
                      <a:pt x="3761" y="4364"/>
                      <a:pt x="3767" y="4366"/>
                      <a:pt x="3772" y="4366"/>
                    </a:cubicBezTo>
                    <a:cubicBezTo>
                      <a:pt x="3773" y="4366"/>
                      <a:pt x="3774" y="4366"/>
                      <a:pt x="3775" y="4366"/>
                    </a:cubicBezTo>
                    <a:lnTo>
                      <a:pt x="3776" y="4366"/>
                    </a:lnTo>
                    <a:cubicBezTo>
                      <a:pt x="3785" y="4366"/>
                      <a:pt x="3794" y="4368"/>
                      <a:pt x="3802" y="4373"/>
                    </a:cubicBezTo>
                    <a:cubicBezTo>
                      <a:pt x="3809" y="4377"/>
                      <a:pt x="3815" y="4384"/>
                      <a:pt x="3820" y="4392"/>
                    </a:cubicBezTo>
                    <a:cubicBezTo>
                      <a:pt x="3822" y="4397"/>
                      <a:pt x="3825" y="4402"/>
                      <a:pt x="3826" y="4408"/>
                    </a:cubicBezTo>
                    <a:cubicBezTo>
                      <a:pt x="3832" y="4432"/>
                      <a:pt x="3835" y="4457"/>
                      <a:pt x="3835" y="4481"/>
                    </a:cubicBezTo>
                    <a:cubicBezTo>
                      <a:pt x="3835" y="4499"/>
                      <a:pt x="3833" y="4516"/>
                      <a:pt x="3830" y="4534"/>
                    </a:cubicBezTo>
                    <a:cubicBezTo>
                      <a:pt x="3830" y="4536"/>
                      <a:pt x="3828" y="4539"/>
                      <a:pt x="3828" y="4541"/>
                    </a:cubicBezTo>
                    <a:cubicBezTo>
                      <a:pt x="3826" y="4544"/>
                      <a:pt x="3824" y="4546"/>
                      <a:pt x="3822" y="4548"/>
                    </a:cubicBezTo>
                    <a:cubicBezTo>
                      <a:pt x="3820" y="4549"/>
                      <a:pt x="3819" y="4549"/>
                      <a:pt x="3817" y="4549"/>
                    </a:cubicBezTo>
                    <a:cubicBezTo>
                      <a:pt x="3809" y="4551"/>
                      <a:pt x="3807" y="4543"/>
                      <a:pt x="3802" y="4538"/>
                    </a:cubicBezTo>
                    <a:cubicBezTo>
                      <a:pt x="3773" y="4511"/>
                      <a:pt x="3761" y="4473"/>
                      <a:pt x="3735" y="4443"/>
                    </a:cubicBezTo>
                    <a:cubicBezTo>
                      <a:pt x="3683" y="4380"/>
                      <a:pt x="3608" y="4344"/>
                      <a:pt x="3540" y="4302"/>
                    </a:cubicBezTo>
                    <a:cubicBezTo>
                      <a:pt x="3524" y="4295"/>
                      <a:pt x="3506" y="4291"/>
                      <a:pt x="3488" y="4291"/>
                    </a:cubicBezTo>
                    <a:cubicBezTo>
                      <a:pt x="3466" y="4291"/>
                      <a:pt x="3443" y="4296"/>
                      <a:pt x="3424" y="4308"/>
                    </a:cubicBezTo>
                    <a:cubicBezTo>
                      <a:pt x="3412" y="4314"/>
                      <a:pt x="3403" y="4323"/>
                      <a:pt x="3394" y="4332"/>
                    </a:cubicBezTo>
                    <a:cubicBezTo>
                      <a:pt x="3329" y="4417"/>
                      <a:pt x="3271" y="4506"/>
                      <a:pt x="3276" y="4620"/>
                    </a:cubicBezTo>
                    <a:cubicBezTo>
                      <a:pt x="3278" y="4657"/>
                      <a:pt x="3249" y="4683"/>
                      <a:pt x="3243" y="4726"/>
                    </a:cubicBezTo>
                    <a:cubicBezTo>
                      <a:pt x="3235" y="4715"/>
                      <a:pt x="3227" y="4702"/>
                      <a:pt x="3220" y="4690"/>
                    </a:cubicBezTo>
                    <a:cubicBezTo>
                      <a:pt x="3198" y="4652"/>
                      <a:pt x="3182" y="4611"/>
                      <a:pt x="3174" y="4567"/>
                    </a:cubicBezTo>
                    <a:cubicBezTo>
                      <a:pt x="3173" y="4564"/>
                      <a:pt x="3173" y="4560"/>
                      <a:pt x="3173" y="4556"/>
                    </a:cubicBezTo>
                    <a:cubicBezTo>
                      <a:pt x="3173" y="4548"/>
                      <a:pt x="3175" y="4540"/>
                      <a:pt x="3179" y="4533"/>
                    </a:cubicBezTo>
                    <a:cubicBezTo>
                      <a:pt x="3180" y="4530"/>
                      <a:pt x="3182" y="4528"/>
                      <a:pt x="3184" y="4526"/>
                    </a:cubicBezTo>
                    <a:cubicBezTo>
                      <a:pt x="3215" y="4495"/>
                      <a:pt x="3208" y="4458"/>
                      <a:pt x="3203" y="4422"/>
                    </a:cubicBezTo>
                    <a:cubicBezTo>
                      <a:pt x="3201" y="4407"/>
                      <a:pt x="3200" y="4392"/>
                      <a:pt x="3200" y="4376"/>
                    </a:cubicBezTo>
                    <a:cubicBezTo>
                      <a:pt x="3200" y="4368"/>
                      <a:pt x="3201" y="4360"/>
                      <a:pt x="3201" y="4351"/>
                    </a:cubicBezTo>
                    <a:cubicBezTo>
                      <a:pt x="3195" y="4349"/>
                      <a:pt x="3188" y="4347"/>
                      <a:pt x="3181" y="4347"/>
                    </a:cubicBezTo>
                    <a:cubicBezTo>
                      <a:pt x="3172" y="4347"/>
                      <a:pt x="3163" y="4350"/>
                      <a:pt x="3155" y="4355"/>
                    </a:cubicBezTo>
                    <a:cubicBezTo>
                      <a:pt x="3150" y="4358"/>
                      <a:pt x="3145" y="4361"/>
                      <a:pt x="3141" y="4366"/>
                    </a:cubicBezTo>
                    <a:cubicBezTo>
                      <a:pt x="3095" y="4405"/>
                      <a:pt x="3054" y="4449"/>
                      <a:pt x="3018" y="4498"/>
                    </a:cubicBezTo>
                    <a:cubicBezTo>
                      <a:pt x="2994" y="4532"/>
                      <a:pt x="2981" y="4574"/>
                      <a:pt x="2949" y="4604"/>
                    </a:cubicBezTo>
                    <a:cubicBezTo>
                      <a:pt x="2947" y="4607"/>
                      <a:pt x="2944" y="4610"/>
                      <a:pt x="2942" y="4614"/>
                    </a:cubicBezTo>
                    <a:cubicBezTo>
                      <a:pt x="2937" y="4623"/>
                      <a:pt x="2934" y="4633"/>
                      <a:pt x="2934" y="4644"/>
                    </a:cubicBezTo>
                    <a:cubicBezTo>
                      <a:pt x="2934" y="4647"/>
                      <a:pt x="2935" y="4650"/>
                      <a:pt x="2935" y="4653"/>
                    </a:cubicBezTo>
                    <a:cubicBezTo>
                      <a:pt x="2915" y="4650"/>
                      <a:pt x="2909" y="4641"/>
                      <a:pt x="2909" y="4627"/>
                    </a:cubicBezTo>
                    <a:cubicBezTo>
                      <a:pt x="2909" y="4579"/>
                      <a:pt x="2906" y="4531"/>
                      <a:pt x="2935" y="4489"/>
                    </a:cubicBezTo>
                    <a:cubicBezTo>
                      <a:pt x="2936" y="4487"/>
                      <a:pt x="2937" y="4486"/>
                      <a:pt x="2938" y="4484"/>
                    </a:cubicBezTo>
                    <a:cubicBezTo>
                      <a:pt x="2945" y="4473"/>
                      <a:pt x="2949" y="4461"/>
                      <a:pt x="2953" y="4449"/>
                    </a:cubicBezTo>
                    <a:cubicBezTo>
                      <a:pt x="2959" y="4424"/>
                      <a:pt x="2969" y="4399"/>
                      <a:pt x="2982" y="4377"/>
                    </a:cubicBezTo>
                    <a:cubicBezTo>
                      <a:pt x="3000" y="4345"/>
                      <a:pt x="3024" y="4317"/>
                      <a:pt x="3053" y="4295"/>
                    </a:cubicBezTo>
                    <a:cubicBezTo>
                      <a:pt x="3061" y="4289"/>
                      <a:pt x="3071" y="4284"/>
                      <a:pt x="3070" y="4274"/>
                    </a:cubicBezTo>
                    <a:cubicBezTo>
                      <a:pt x="3066" y="4193"/>
                      <a:pt x="3119" y="4135"/>
                      <a:pt x="3152" y="4069"/>
                    </a:cubicBezTo>
                    <a:cubicBezTo>
                      <a:pt x="3158" y="4056"/>
                      <a:pt x="3170" y="4046"/>
                      <a:pt x="3170" y="4029"/>
                    </a:cubicBezTo>
                    <a:cubicBezTo>
                      <a:pt x="3137" y="4006"/>
                      <a:pt x="3105" y="4000"/>
                      <a:pt x="3073" y="4032"/>
                    </a:cubicBezTo>
                    <a:cubicBezTo>
                      <a:pt x="3022" y="4084"/>
                      <a:pt x="2955" y="4103"/>
                      <a:pt x="2888" y="4124"/>
                    </a:cubicBezTo>
                    <a:cubicBezTo>
                      <a:pt x="2859" y="4132"/>
                      <a:pt x="2825" y="4126"/>
                      <a:pt x="2803" y="4155"/>
                    </a:cubicBezTo>
                    <a:cubicBezTo>
                      <a:pt x="2798" y="4161"/>
                      <a:pt x="2792" y="4156"/>
                      <a:pt x="2787" y="4149"/>
                    </a:cubicBezTo>
                    <a:cubicBezTo>
                      <a:pt x="2772" y="4132"/>
                      <a:pt x="2754" y="4140"/>
                      <a:pt x="2737" y="4147"/>
                    </a:cubicBezTo>
                    <a:cubicBezTo>
                      <a:pt x="2735" y="4147"/>
                      <a:pt x="2734" y="4148"/>
                      <a:pt x="2733" y="4149"/>
                    </a:cubicBezTo>
                    <a:cubicBezTo>
                      <a:pt x="2730" y="4150"/>
                      <a:pt x="2727" y="4153"/>
                      <a:pt x="2726" y="4156"/>
                    </a:cubicBezTo>
                    <a:cubicBezTo>
                      <a:pt x="2724" y="4159"/>
                      <a:pt x="2723" y="4162"/>
                      <a:pt x="2723" y="4165"/>
                    </a:cubicBezTo>
                    <a:cubicBezTo>
                      <a:pt x="2723" y="4168"/>
                      <a:pt x="2724" y="4171"/>
                      <a:pt x="2725" y="4173"/>
                    </a:cubicBezTo>
                    <a:cubicBezTo>
                      <a:pt x="2729" y="4189"/>
                      <a:pt x="2733" y="4205"/>
                      <a:pt x="2736" y="4221"/>
                    </a:cubicBezTo>
                    <a:cubicBezTo>
                      <a:pt x="2746" y="4272"/>
                      <a:pt x="2724" y="4305"/>
                      <a:pt x="2671" y="4322"/>
                    </a:cubicBezTo>
                    <a:cubicBezTo>
                      <a:pt x="2659" y="4309"/>
                      <a:pt x="2669" y="4295"/>
                      <a:pt x="2669" y="4280"/>
                    </a:cubicBezTo>
                    <a:cubicBezTo>
                      <a:pt x="2669" y="4261"/>
                      <a:pt x="2664" y="4243"/>
                      <a:pt x="2642" y="4237"/>
                    </a:cubicBezTo>
                    <a:cubicBezTo>
                      <a:pt x="2637" y="4235"/>
                      <a:pt x="2633" y="4234"/>
                      <a:pt x="2628" y="4234"/>
                    </a:cubicBezTo>
                    <a:cubicBezTo>
                      <a:pt x="2621" y="4234"/>
                      <a:pt x="2614" y="4236"/>
                      <a:pt x="2608" y="4239"/>
                    </a:cubicBezTo>
                    <a:cubicBezTo>
                      <a:pt x="2602" y="4242"/>
                      <a:pt x="2598" y="4247"/>
                      <a:pt x="2594" y="4253"/>
                    </a:cubicBezTo>
                    <a:cubicBezTo>
                      <a:pt x="2576" y="4280"/>
                      <a:pt x="2556" y="4306"/>
                      <a:pt x="2538" y="4335"/>
                    </a:cubicBezTo>
                    <a:cubicBezTo>
                      <a:pt x="2501" y="4389"/>
                      <a:pt x="2462" y="4443"/>
                      <a:pt x="2421" y="4493"/>
                    </a:cubicBezTo>
                    <a:cubicBezTo>
                      <a:pt x="2387" y="4536"/>
                      <a:pt x="2359" y="4581"/>
                      <a:pt x="2378" y="4639"/>
                    </a:cubicBezTo>
                    <a:cubicBezTo>
                      <a:pt x="2379" y="4645"/>
                      <a:pt x="2380" y="4650"/>
                      <a:pt x="2380" y="4656"/>
                    </a:cubicBezTo>
                    <a:cubicBezTo>
                      <a:pt x="2380" y="4661"/>
                      <a:pt x="2379" y="4667"/>
                      <a:pt x="2378" y="4672"/>
                    </a:cubicBezTo>
                    <a:cubicBezTo>
                      <a:pt x="2376" y="4686"/>
                      <a:pt x="2377" y="4705"/>
                      <a:pt x="2359" y="4708"/>
                    </a:cubicBezTo>
                    <a:cubicBezTo>
                      <a:pt x="2340" y="4711"/>
                      <a:pt x="2333" y="4697"/>
                      <a:pt x="2325" y="4685"/>
                    </a:cubicBezTo>
                    <a:cubicBezTo>
                      <a:pt x="2323" y="4683"/>
                      <a:pt x="2322" y="4680"/>
                      <a:pt x="2321" y="4678"/>
                    </a:cubicBezTo>
                    <a:cubicBezTo>
                      <a:pt x="2303" y="4648"/>
                      <a:pt x="2294" y="4615"/>
                      <a:pt x="2294" y="4580"/>
                    </a:cubicBezTo>
                    <a:cubicBezTo>
                      <a:pt x="2294" y="4562"/>
                      <a:pt x="2297" y="4544"/>
                      <a:pt x="2302" y="4526"/>
                    </a:cubicBezTo>
                    <a:cubicBezTo>
                      <a:pt x="2305" y="4517"/>
                      <a:pt x="2314" y="4509"/>
                      <a:pt x="2313" y="4501"/>
                    </a:cubicBezTo>
                    <a:cubicBezTo>
                      <a:pt x="2305" y="4438"/>
                      <a:pt x="2331" y="4383"/>
                      <a:pt x="2355" y="4323"/>
                    </a:cubicBezTo>
                    <a:cubicBezTo>
                      <a:pt x="2327" y="4337"/>
                      <a:pt x="2298" y="4350"/>
                      <a:pt x="2270" y="4364"/>
                    </a:cubicBezTo>
                    <a:cubicBezTo>
                      <a:pt x="2212" y="4397"/>
                      <a:pt x="2150" y="4421"/>
                      <a:pt x="2085" y="4435"/>
                    </a:cubicBezTo>
                    <a:cubicBezTo>
                      <a:pt x="2068" y="4438"/>
                      <a:pt x="2052" y="4444"/>
                      <a:pt x="2038" y="4453"/>
                    </a:cubicBezTo>
                    <a:cubicBezTo>
                      <a:pt x="2015" y="4466"/>
                      <a:pt x="1996" y="4485"/>
                      <a:pt x="1983" y="4508"/>
                    </a:cubicBezTo>
                    <a:cubicBezTo>
                      <a:pt x="1980" y="4513"/>
                      <a:pt x="1977" y="4519"/>
                      <a:pt x="1974" y="4524"/>
                    </a:cubicBezTo>
                    <a:cubicBezTo>
                      <a:pt x="1951" y="4575"/>
                      <a:pt x="1916" y="4621"/>
                      <a:pt x="1888" y="4674"/>
                    </a:cubicBezTo>
                    <a:cubicBezTo>
                      <a:pt x="1877" y="4643"/>
                      <a:pt x="1862" y="4612"/>
                      <a:pt x="1855" y="4580"/>
                    </a:cubicBezTo>
                    <a:cubicBezTo>
                      <a:pt x="1851" y="4569"/>
                      <a:pt x="1849" y="4558"/>
                      <a:pt x="1849" y="4546"/>
                    </a:cubicBezTo>
                    <a:cubicBezTo>
                      <a:pt x="1849" y="4529"/>
                      <a:pt x="1853" y="4512"/>
                      <a:pt x="1862" y="4497"/>
                    </a:cubicBezTo>
                    <a:cubicBezTo>
                      <a:pt x="1868" y="4486"/>
                      <a:pt x="1876" y="4477"/>
                      <a:pt x="1885" y="4469"/>
                    </a:cubicBezTo>
                    <a:cubicBezTo>
                      <a:pt x="1932" y="4435"/>
                      <a:pt x="1950" y="4382"/>
                      <a:pt x="1991" y="4338"/>
                    </a:cubicBezTo>
                    <a:cubicBezTo>
                      <a:pt x="1910" y="4340"/>
                      <a:pt x="1859" y="4383"/>
                      <a:pt x="1825" y="4449"/>
                    </a:cubicBezTo>
                    <a:cubicBezTo>
                      <a:pt x="1823" y="4446"/>
                      <a:pt x="1821" y="4442"/>
                      <a:pt x="1819" y="4439"/>
                    </a:cubicBezTo>
                    <a:cubicBezTo>
                      <a:pt x="1811" y="4425"/>
                      <a:pt x="1807" y="4410"/>
                      <a:pt x="1806" y="4394"/>
                    </a:cubicBezTo>
                    <a:cubicBezTo>
                      <a:pt x="1805" y="4387"/>
                      <a:pt x="1804" y="4381"/>
                      <a:pt x="1804" y="4374"/>
                    </a:cubicBezTo>
                    <a:cubicBezTo>
                      <a:pt x="1804" y="4359"/>
                      <a:pt x="1808" y="4344"/>
                      <a:pt x="1816" y="4331"/>
                    </a:cubicBezTo>
                    <a:cubicBezTo>
                      <a:pt x="1823" y="4318"/>
                      <a:pt x="1834" y="4306"/>
                      <a:pt x="1847" y="4299"/>
                    </a:cubicBezTo>
                    <a:cubicBezTo>
                      <a:pt x="1858" y="4292"/>
                      <a:pt x="1871" y="4289"/>
                      <a:pt x="1884" y="4288"/>
                    </a:cubicBezTo>
                    <a:cubicBezTo>
                      <a:pt x="1897" y="4288"/>
                      <a:pt x="1909" y="4284"/>
                      <a:pt x="1920" y="4278"/>
                    </a:cubicBezTo>
                    <a:cubicBezTo>
                      <a:pt x="1927" y="4273"/>
                      <a:pt x="1934" y="4268"/>
                      <a:pt x="1939" y="4262"/>
                    </a:cubicBezTo>
                    <a:cubicBezTo>
                      <a:pt x="1951" y="4251"/>
                      <a:pt x="1964" y="4241"/>
                      <a:pt x="1978" y="4233"/>
                    </a:cubicBezTo>
                    <a:cubicBezTo>
                      <a:pt x="2010" y="4214"/>
                      <a:pt x="2047" y="4204"/>
                      <a:pt x="2084" y="4204"/>
                    </a:cubicBezTo>
                    <a:cubicBezTo>
                      <a:pt x="2127" y="4201"/>
                      <a:pt x="2164" y="4197"/>
                      <a:pt x="2189" y="4152"/>
                    </a:cubicBezTo>
                    <a:cubicBezTo>
                      <a:pt x="2214" y="4106"/>
                      <a:pt x="2259" y="4083"/>
                      <a:pt x="2303" y="4059"/>
                    </a:cubicBezTo>
                    <a:cubicBezTo>
                      <a:pt x="2316" y="4051"/>
                      <a:pt x="2334" y="4049"/>
                      <a:pt x="2343" y="4032"/>
                    </a:cubicBezTo>
                    <a:cubicBezTo>
                      <a:pt x="2341" y="4030"/>
                      <a:pt x="2340" y="4027"/>
                      <a:pt x="2340" y="4027"/>
                    </a:cubicBezTo>
                    <a:cubicBezTo>
                      <a:pt x="2228" y="4038"/>
                      <a:pt x="2122" y="4003"/>
                      <a:pt x="2013" y="3989"/>
                    </a:cubicBezTo>
                    <a:cubicBezTo>
                      <a:pt x="1965" y="3983"/>
                      <a:pt x="1918" y="3982"/>
                      <a:pt x="1870" y="3980"/>
                    </a:cubicBezTo>
                    <a:cubicBezTo>
                      <a:pt x="1835" y="3978"/>
                      <a:pt x="1801" y="3980"/>
                      <a:pt x="1778" y="3945"/>
                    </a:cubicBezTo>
                    <a:cubicBezTo>
                      <a:pt x="1771" y="3935"/>
                      <a:pt x="1751" y="3932"/>
                      <a:pt x="1738" y="3927"/>
                    </a:cubicBezTo>
                    <a:cubicBezTo>
                      <a:pt x="1650" y="3896"/>
                      <a:pt x="1562" y="3865"/>
                      <a:pt x="1474" y="3836"/>
                    </a:cubicBezTo>
                    <a:cubicBezTo>
                      <a:pt x="1452" y="3829"/>
                      <a:pt x="1430" y="3820"/>
                      <a:pt x="1410" y="3808"/>
                    </a:cubicBezTo>
                    <a:cubicBezTo>
                      <a:pt x="1375" y="3788"/>
                      <a:pt x="1344" y="3760"/>
                      <a:pt x="1319" y="3727"/>
                    </a:cubicBezTo>
                    <a:cubicBezTo>
                      <a:pt x="1232" y="3611"/>
                      <a:pt x="1152" y="3490"/>
                      <a:pt x="1079" y="3364"/>
                    </a:cubicBezTo>
                    <a:cubicBezTo>
                      <a:pt x="1032" y="3283"/>
                      <a:pt x="989" y="3201"/>
                      <a:pt x="949" y="3117"/>
                    </a:cubicBezTo>
                    <a:cubicBezTo>
                      <a:pt x="903" y="3020"/>
                      <a:pt x="876" y="2916"/>
                      <a:pt x="868" y="2810"/>
                    </a:cubicBezTo>
                    <a:cubicBezTo>
                      <a:pt x="858" y="2672"/>
                      <a:pt x="824" y="2538"/>
                      <a:pt x="802" y="2402"/>
                    </a:cubicBezTo>
                    <a:cubicBezTo>
                      <a:pt x="795" y="2359"/>
                      <a:pt x="788" y="2315"/>
                      <a:pt x="783" y="2272"/>
                    </a:cubicBezTo>
                    <a:cubicBezTo>
                      <a:pt x="773" y="2192"/>
                      <a:pt x="751" y="2114"/>
                      <a:pt x="717" y="2040"/>
                    </a:cubicBezTo>
                    <a:cubicBezTo>
                      <a:pt x="675" y="1946"/>
                      <a:pt x="653" y="1844"/>
                      <a:pt x="653" y="1742"/>
                    </a:cubicBezTo>
                    <a:cubicBezTo>
                      <a:pt x="653" y="1716"/>
                      <a:pt x="654" y="1690"/>
                      <a:pt x="657" y="1664"/>
                    </a:cubicBezTo>
                    <a:cubicBezTo>
                      <a:pt x="662" y="1567"/>
                      <a:pt x="674" y="1471"/>
                      <a:pt x="692" y="1375"/>
                    </a:cubicBezTo>
                    <a:cubicBezTo>
                      <a:pt x="696" y="1359"/>
                      <a:pt x="698" y="1342"/>
                      <a:pt x="698" y="1326"/>
                    </a:cubicBezTo>
                    <a:cubicBezTo>
                      <a:pt x="698" y="1310"/>
                      <a:pt x="696" y="1294"/>
                      <a:pt x="692" y="1278"/>
                    </a:cubicBezTo>
                    <a:cubicBezTo>
                      <a:pt x="655" y="1302"/>
                      <a:pt x="622" y="1331"/>
                      <a:pt x="593" y="1364"/>
                    </a:cubicBezTo>
                    <a:cubicBezTo>
                      <a:pt x="586" y="1372"/>
                      <a:pt x="578" y="1380"/>
                      <a:pt x="568" y="1386"/>
                    </a:cubicBezTo>
                    <a:cubicBezTo>
                      <a:pt x="554" y="1393"/>
                      <a:pt x="539" y="1398"/>
                      <a:pt x="523" y="1398"/>
                    </a:cubicBezTo>
                    <a:cubicBezTo>
                      <a:pt x="514" y="1398"/>
                      <a:pt x="504" y="1396"/>
                      <a:pt x="496" y="1393"/>
                    </a:cubicBezTo>
                    <a:cubicBezTo>
                      <a:pt x="451" y="1381"/>
                      <a:pt x="408" y="1367"/>
                      <a:pt x="363" y="1352"/>
                    </a:cubicBezTo>
                    <a:cubicBezTo>
                      <a:pt x="351" y="1348"/>
                      <a:pt x="339" y="1343"/>
                      <a:pt x="327" y="1336"/>
                    </a:cubicBezTo>
                    <a:cubicBezTo>
                      <a:pt x="295" y="1318"/>
                      <a:pt x="268" y="1290"/>
                      <a:pt x="249" y="1257"/>
                    </a:cubicBezTo>
                    <a:cubicBezTo>
                      <a:pt x="248" y="1255"/>
                      <a:pt x="246" y="1253"/>
                      <a:pt x="245" y="1250"/>
                    </a:cubicBezTo>
                    <a:cubicBezTo>
                      <a:pt x="244" y="1248"/>
                      <a:pt x="243" y="1246"/>
                      <a:pt x="241" y="1244"/>
                    </a:cubicBezTo>
                    <a:cubicBezTo>
                      <a:pt x="219" y="1205"/>
                      <a:pt x="207" y="1162"/>
                      <a:pt x="207" y="1117"/>
                    </a:cubicBezTo>
                    <a:cubicBezTo>
                      <a:pt x="207" y="1073"/>
                      <a:pt x="219" y="1029"/>
                      <a:pt x="241" y="990"/>
                    </a:cubicBezTo>
                    <a:cubicBezTo>
                      <a:pt x="249" y="977"/>
                      <a:pt x="257" y="965"/>
                      <a:pt x="267" y="953"/>
                    </a:cubicBezTo>
                    <a:cubicBezTo>
                      <a:pt x="284" y="932"/>
                      <a:pt x="303" y="912"/>
                      <a:pt x="325" y="887"/>
                    </a:cubicBezTo>
                    <a:cubicBezTo>
                      <a:pt x="237" y="858"/>
                      <a:pt x="155" y="828"/>
                      <a:pt x="70" y="808"/>
                    </a:cubicBezTo>
                    <a:cubicBezTo>
                      <a:pt x="54" y="804"/>
                      <a:pt x="38" y="801"/>
                      <a:pt x="21" y="798"/>
                    </a:cubicBezTo>
                    <a:cubicBezTo>
                      <a:pt x="12" y="797"/>
                      <a:pt x="2" y="794"/>
                      <a:pt x="0" y="784"/>
                    </a:cubicBezTo>
                    <a:lnTo>
                      <a:pt x="0" y="775"/>
                    </a:lnTo>
                    <a:cubicBezTo>
                      <a:pt x="0" y="774"/>
                      <a:pt x="1" y="773"/>
                      <a:pt x="2" y="771"/>
                    </a:cubicBezTo>
                    <a:cubicBezTo>
                      <a:pt x="4" y="768"/>
                      <a:pt x="6" y="765"/>
                      <a:pt x="9" y="763"/>
                    </a:cubicBezTo>
                    <a:cubicBezTo>
                      <a:pt x="10" y="763"/>
                      <a:pt x="11" y="762"/>
                      <a:pt x="12" y="762"/>
                    </a:cubicBezTo>
                    <a:cubicBezTo>
                      <a:pt x="57" y="735"/>
                      <a:pt x="100" y="709"/>
                      <a:pt x="146" y="686"/>
                    </a:cubicBezTo>
                    <a:cubicBezTo>
                      <a:pt x="183" y="668"/>
                      <a:pt x="225" y="682"/>
                      <a:pt x="269" y="672"/>
                    </a:cubicBezTo>
                    <a:cubicBezTo>
                      <a:pt x="221" y="590"/>
                      <a:pt x="225" y="502"/>
                      <a:pt x="244" y="413"/>
                    </a:cubicBezTo>
                    <a:cubicBezTo>
                      <a:pt x="250" y="384"/>
                      <a:pt x="249" y="348"/>
                      <a:pt x="291" y="342"/>
                    </a:cubicBezTo>
                    <a:cubicBezTo>
                      <a:pt x="301" y="340"/>
                      <a:pt x="301" y="327"/>
                      <a:pt x="304" y="319"/>
                    </a:cubicBezTo>
                    <a:cubicBezTo>
                      <a:pt x="311" y="303"/>
                      <a:pt x="316" y="288"/>
                      <a:pt x="322" y="273"/>
                    </a:cubicBezTo>
                    <a:cubicBezTo>
                      <a:pt x="340" y="234"/>
                      <a:pt x="342" y="234"/>
                      <a:pt x="386" y="258"/>
                    </a:cubicBezTo>
                    <a:cubicBezTo>
                      <a:pt x="394" y="242"/>
                      <a:pt x="402" y="226"/>
                      <a:pt x="411" y="211"/>
                    </a:cubicBezTo>
                    <a:cubicBezTo>
                      <a:pt x="432" y="174"/>
                      <a:pt x="456" y="139"/>
                      <a:pt x="481" y="105"/>
                    </a:cubicBezTo>
                    <a:cubicBezTo>
                      <a:pt x="499" y="82"/>
                      <a:pt x="518" y="60"/>
                      <a:pt x="539" y="39"/>
                    </a:cubicBezTo>
                    <a:cubicBezTo>
                      <a:pt x="565" y="13"/>
                      <a:pt x="584" y="20"/>
                      <a:pt x="592" y="56"/>
                    </a:cubicBezTo>
                    <a:cubicBezTo>
                      <a:pt x="595" y="73"/>
                      <a:pt x="597" y="89"/>
                      <a:pt x="598" y="105"/>
                    </a:cubicBezTo>
                    <a:cubicBezTo>
                      <a:pt x="598" y="140"/>
                      <a:pt x="607" y="175"/>
                      <a:pt x="622" y="206"/>
                    </a:cubicBezTo>
                    <a:cubicBezTo>
                      <a:pt x="644" y="204"/>
                      <a:pt x="646" y="185"/>
                      <a:pt x="654" y="172"/>
                    </a:cubicBezTo>
                    <a:cubicBezTo>
                      <a:pt x="655" y="171"/>
                      <a:pt x="655" y="170"/>
                      <a:pt x="656" y="169"/>
                    </a:cubicBezTo>
                    <a:cubicBezTo>
                      <a:pt x="679" y="128"/>
                      <a:pt x="708" y="91"/>
                      <a:pt x="741" y="57"/>
                    </a:cubicBezTo>
                    <a:cubicBezTo>
                      <a:pt x="754" y="45"/>
                      <a:pt x="768" y="34"/>
                      <a:pt x="783" y="25"/>
                    </a:cubicBezTo>
                    <a:cubicBezTo>
                      <a:pt x="792" y="20"/>
                      <a:pt x="800" y="16"/>
                      <a:pt x="810" y="12"/>
                    </a:cubicBezTo>
                    <a:cubicBezTo>
                      <a:pt x="821" y="8"/>
                      <a:pt x="834" y="0"/>
                      <a:pt x="846" y="9"/>
                    </a:cubicBezTo>
                    <a:cubicBezTo>
                      <a:pt x="857" y="18"/>
                      <a:pt x="853" y="33"/>
                      <a:pt x="849" y="45"/>
                    </a:cubicBezTo>
                    <a:cubicBezTo>
                      <a:pt x="838" y="79"/>
                      <a:pt x="832" y="114"/>
                      <a:pt x="832" y="150"/>
                    </a:cubicBezTo>
                    <a:cubicBezTo>
                      <a:pt x="832" y="154"/>
                      <a:pt x="832" y="159"/>
                      <a:pt x="833" y="163"/>
                    </a:cubicBezTo>
                    <a:cubicBezTo>
                      <a:pt x="834" y="169"/>
                      <a:pt x="836" y="175"/>
                      <a:pt x="838" y="180"/>
                    </a:cubicBezTo>
                    <a:cubicBezTo>
                      <a:pt x="880" y="166"/>
                      <a:pt x="896" y="124"/>
                      <a:pt x="930" y="104"/>
                    </a:cubicBezTo>
                    <a:cubicBezTo>
                      <a:pt x="927" y="112"/>
                      <a:pt x="923" y="120"/>
                      <a:pt x="918" y="128"/>
                    </a:cubicBezTo>
                    <a:cubicBezTo>
                      <a:pt x="906" y="150"/>
                      <a:pt x="888" y="169"/>
                      <a:pt x="868" y="183"/>
                    </a:cubicBezTo>
                    <a:cubicBezTo>
                      <a:pt x="851" y="198"/>
                      <a:pt x="833" y="209"/>
                      <a:pt x="848" y="236"/>
                    </a:cubicBezTo>
                    <a:cubicBezTo>
                      <a:pt x="851" y="241"/>
                      <a:pt x="841" y="247"/>
                      <a:pt x="833" y="245"/>
                    </a:cubicBezTo>
                    <a:cubicBezTo>
                      <a:pt x="827" y="240"/>
                      <a:pt x="829" y="221"/>
                      <a:pt x="812" y="234"/>
                    </a:cubicBezTo>
                    <a:cubicBezTo>
                      <a:pt x="805" y="240"/>
                      <a:pt x="798" y="251"/>
                      <a:pt x="786" y="247"/>
                    </a:cubicBezTo>
                    <a:cubicBezTo>
                      <a:pt x="789" y="229"/>
                      <a:pt x="810" y="225"/>
                      <a:pt x="818" y="209"/>
                    </a:cubicBezTo>
                    <a:cubicBezTo>
                      <a:pt x="778" y="180"/>
                      <a:pt x="797" y="142"/>
                      <a:pt x="803" y="105"/>
                    </a:cubicBezTo>
                    <a:cubicBezTo>
                      <a:pt x="806" y="84"/>
                      <a:pt x="822" y="64"/>
                      <a:pt x="814" y="36"/>
                    </a:cubicBezTo>
                    <a:cubicBezTo>
                      <a:pt x="812" y="38"/>
                      <a:pt x="809" y="39"/>
                      <a:pt x="807" y="40"/>
                    </a:cubicBezTo>
                    <a:cubicBezTo>
                      <a:pt x="766" y="64"/>
                      <a:pt x="732" y="97"/>
                      <a:pt x="709" y="138"/>
                    </a:cubicBezTo>
                    <a:cubicBezTo>
                      <a:pt x="703" y="149"/>
                      <a:pt x="697" y="161"/>
                      <a:pt x="692" y="173"/>
                    </a:cubicBezTo>
                    <a:cubicBezTo>
                      <a:pt x="708" y="162"/>
                      <a:pt x="722" y="150"/>
                      <a:pt x="736" y="137"/>
                    </a:cubicBezTo>
                    <a:cubicBezTo>
                      <a:pt x="737" y="136"/>
                      <a:pt x="738" y="135"/>
                      <a:pt x="740" y="134"/>
                    </a:cubicBezTo>
                    <a:cubicBezTo>
                      <a:pt x="742" y="133"/>
                      <a:pt x="744" y="132"/>
                      <a:pt x="746" y="132"/>
                    </a:cubicBezTo>
                    <a:cubicBezTo>
                      <a:pt x="748" y="132"/>
                      <a:pt x="750" y="133"/>
                      <a:pt x="752" y="134"/>
                    </a:cubicBezTo>
                    <a:cubicBezTo>
                      <a:pt x="753" y="135"/>
                      <a:pt x="754" y="136"/>
                      <a:pt x="755" y="137"/>
                    </a:cubicBezTo>
                    <a:cubicBezTo>
                      <a:pt x="761" y="144"/>
                      <a:pt x="755" y="150"/>
                      <a:pt x="750" y="155"/>
                    </a:cubicBezTo>
                    <a:cubicBezTo>
                      <a:pt x="692" y="210"/>
                      <a:pt x="633" y="264"/>
                      <a:pt x="599" y="339"/>
                    </a:cubicBezTo>
                    <a:cubicBezTo>
                      <a:pt x="598" y="342"/>
                      <a:pt x="595" y="345"/>
                      <a:pt x="593" y="348"/>
                    </a:cubicBezTo>
                    <a:cubicBezTo>
                      <a:pt x="593" y="326"/>
                      <a:pt x="611" y="307"/>
                      <a:pt x="608" y="282"/>
                    </a:cubicBezTo>
                    <a:cubicBezTo>
                      <a:pt x="597" y="285"/>
                      <a:pt x="586" y="289"/>
                      <a:pt x="576" y="295"/>
                    </a:cubicBezTo>
                    <a:cubicBezTo>
                      <a:pt x="559" y="305"/>
                      <a:pt x="544" y="318"/>
                      <a:pt x="534" y="335"/>
                    </a:cubicBezTo>
                    <a:cubicBezTo>
                      <a:pt x="524" y="326"/>
                      <a:pt x="510" y="315"/>
                      <a:pt x="504" y="335"/>
                    </a:cubicBezTo>
                    <a:cubicBezTo>
                      <a:pt x="487" y="376"/>
                      <a:pt x="477" y="419"/>
                      <a:pt x="472" y="463"/>
                    </a:cubicBezTo>
                    <a:cubicBezTo>
                      <a:pt x="480" y="451"/>
                      <a:pt x="484" y="437"/>
                      <a:pt x="491" y="424"/>
                    </a:cubicBezTo>
                    <a:cubicBezTo>
                      <a:pt x="498" y="411"/>
                      <a:pt x="497" y="395"/>
                      <a:pt x="513" y="389"/>
                    </a:cubicBezTo>
                    <a:cubicBezTo>
                      <a:pt x="516" y="411"/>
                      <a:pt x="502" y="430"/>
                      <a:pt x="497" y="451"/>
                    </a:cubicBezTo>
                    <a:cubicBezTo>
                      <a:pt x="494" y="464"/>
                      <a:pt x="479" y="482"/>
                      <a:pt x="497" y="489"/>
                    </a:cubicBezTo>
                    <a:cubicBezTo>
                      <a:pt x="514" y="497"/>
                      <a:pt x="524" y="475"/>
                      <a:pt x="530" y="462"/>
                    </a:cubicBezTo>
                    <a:cubicBezTo>
                      <a:pt x="536" y="453"/>
                      <a:pt x="539" y="442"/>
                      <a:pt x="544" y="433"/>
                    </a:cubicBezTo>
                    <a:cubicBezTo>
                      <a:pt x="551" y="416"/>
                      <a:pt x="558" y="400"/>
                      <a:pt x="567" y="385"/>
                    </a:cubicBezTo>
                    <a:cubicBezTo>
                      <a:pt x="576" y="371"/>
                      <a:pt x="585" y="357"/>
                      <a:pt x="595" y="344"/>
                    </a:cubicBezTo>
                    <a:lnTo>
                      <a:pt x="579" y="405"/>
                    </a:lnTo>
                    <a:cubicBezTo>
                      <a:pt x="618" y="369"/>
                      <a:pt x="634" y="317"/>
                      <a:pt x="672" y="280"/>
                    </a:cubicBezTo>
                    <a:cubicBezTo>
                      <a:pt x="651" y="336"/>
                      <a:pt x="613" y="386"/>
                      <a:pt x="592" y="446"/>
                    </a:cubicBezTo>
                    <a:cubicBezTo>
                      <a:pt x="626" y="440"/>
                      <a:pt x="637" y="418"/>
                      <a:pt x="652" y="400"/>
                    </a:cubicBezTo>
                    <a:cubicBezTo>
                      <a:pt x="695" y="347"/>
                      <a:pt x="730" y="285"/>
                      <a:pt x="787" y="244"/>
                    </a:cubicBezTo>
                    <a:cubicBezTo>
                      <a:pt x="776" y="284"/>
                      <a:pt x="739" y="306"/>
                      <a:pt x="719" y="340"/>
                    </a:cubicBezTo>
                    <a:cubicBezTo>
                      <a:pt x="704" y="358"/>
                      <a:pt x="691" y="377"/>
                      <a:pt x="679" y="398"/>
                    </a:cubicBezTo>
                    <a:cubicBezTo>
                      <a:pt x="676" y="402"/>
                      <a:pt x="673" y="407"/>
                      <a:pt x="671" y="412"/>
                    </a:cubicBezTo>
                    <a:cubicBezTo>
                      <a:pt x="702" y="408"/>
                      <a:pt x="707" y="386"/>
                      <a:pt x="720" y="372"/>
                    </a:cubicBezTo>
                    <a:cubicBezTo>
                      <a:pt x="758" y="329"/>
                      <a:pt x="783" y="275"/>
                      <a:pt x="834" y="243"/>
                    </a:cubicBezTo>
                    <a:cubicBezTo>
                      <a:pt x="815" y="285"/>
                      <a:pt x="779" y="314"/>
                      <a:pt x="755" y="352"/>
                    </a:cubicBezTo>
                    <a:cubicBezTo>
                      <a:pt x="746" y="366"/>
                      <a:pt x="731" y="378"/>
                      <a:pt x="730" y="396"/>
                    </a:cubicBezTo>
                    <a:cubicBezTo>
                      <a:pt x="767" y="402"/>
                      <a:pt x="770" y="359"/>
                      <a:pt x="798" y="356"/>
                    </a:cubicBezTo>
                    <a:cubicBezTo>
                      <a:pt x="802" y="377"/>
                      <a:pt x="773" y="384"/>
                      <a:pt x="775" y="406"/>
                    </a:cubicBezTo>
                    <a:cubicBezTo>
                      <a:pt x="791" y="409"/>
                      <a:pt x="794" y="384"/>
                      <a:pt x="810" y="389"/>
                    </a:cubicBezTo>
                    <a:cubicBezTo>
                      <a:pt x="807" y="409"/>
                      <a:pt x="810" y="420"/>
                      <a:pt x="831" y="404"/>
                    </a:cubicBezTo>
                    <a:cubicBezTo>
                      <a:pt x="834" y="402"/>
                      <a:pt x="838" y="401"/>
                      <a:pt x="841" y="401"/>
                    </a:cubicBezTo>
                    <a:cubicBezTo>
                      <a:pt x="851" y="403"/>
                      <a:pt x="860" y="407"/>
                      <a:pt x="869" y="397"/>
                    </a:cubicBezTo>
                    <a:cubicBezTo>
                      <a:pt x="890" y="376"/>
                      <a:pt x="913" y="356"/>
                      <a:pt x="935" y="336"/>
                    </a:cubicBezTo>
                    <a:cubicBezTo>
                      <a:pt x="945" y="339"/>
                      <a:pt x="951" y="319"/>
                      <a:pt x="965" y="332"/>
                    </a:cubicBezTo>
                    <a:lnTo>
                      <a:pt x="876" y="413"/>
                    </a:lnTo>
                    <a:cubicBezTo>
                      <a:pt x="872" y="416"/>
                      <a:pt x="868" y="419"/>
                      <a:pt x="864" y="422"/>
                    </a:cubicBezTo>
                    <a:cubicBezTo>
                      <a:pt x="855" y="427"/>
                      <a:pt x="845" y="431"/>
                      <a:pt x="835" y="434"/>
                    </a:cubicBezTo>
                    <a:cubicBezTo>
                      <a:pt x="790" y="452"/>
                      <a:pt x="739" y="446"/>
                      <a:pt x="696" y="471"/>
                    </a:cubicBezTo>
                    <a:cubicBezTo>
                      <a:pt x="675" y="484"/>
                      <a:pt x="682" y="457"/>
                      <a:pt x="673" y="452"/>
                    </a:cubicBezTo>
                    <a:cubicBezTo>
                      <a:pt x="697" y="462"/>
                      <a:pt x="707" y="445"/>
                      <a:pt x="726" y="426"/>
                    </a:cubicBezTo>
                    <a:cubicBezTo>
                      <a:pt x="715" y="427"/>
                      <a:pt x="704" y="431"/>
                      <a:pt x="695" y="436"/>
                    </a:cubicBezTo>
                    <a:cubicBezTo>
                      <a:pt x="688" y="440"/>
                      <a:pt x="681" y="446"/>
                      <a:pt x="675" y="452"/>
                    </a:cubicBezTo>
                    <a:lnTo>
                      <a:pt x="608" y="507"/>
                    </a:lnTo>
                    <a:cubicBezTo>
                      <a:pt x="595" y="488"/>
                      <a:pt x="623" y="483"/>
                      <a:pt x="615" y="462"/>
                    </a:cubicBezTo>
                    <a:cubicBezTo>
                      <a:pt x="545" y="496"/>
                      <a:pt x="503" y="557"/>
                      <a:pt x="458" y="616"/>
                    </a:cubicBezTo>
                    <a:cubicBezTo>
                      <a:pt x="460" y="582"/>
                      <a:pt x="489" y="559"/>
                      <a:pt x="496" y="516"/>
                    </a:cubicBezTo>
                    <a:cubicBezTo>
                      <a:pt x="420" y="607"/>
                      <a:pt x="398" y="682"/>
                      <a:pt x="419" y="763"/>
                    </a:cubicBezTo>
                    <a:cubicBezTo>
                      <a:pt x="433" y="758"/>
                      <a:pt x="435" y="744"/>
                      <a:pt x="442" y="734"/>
                    </a:cubicBezTo>
                    <a:cubicBezTo>
                      <a:pt x="454" y="716"/>
                      <a:pt x="469" y="700"/>
                      <a:pt x="487" y="686"/>
                    </a:cubicBezTo>
                    <a:cubicBezTo>
                      <a:pt x="559" y="624"/>
                      <a:pt x="720" y="653"/>
                      <a:pt x="743" y="752"/>
                    </a:cubicBezTo>
                    <a:cubicBezTo>
                      <a:pt x="746" y="767"/>
                      <a:pt x="760" y="769"/>
                      <a:pt x="771" y="774"/>
                    </a:cubicBezTo>
                    <a:cubicBezTo>
                      <a:pt x="813" y="793"/>
                      <a:pt x="855" y="812"/>
                      <a:pt x="897" y="830"/>
                    </a:cubicBezTo>
                    <a:cubicBezTo>
                      <a:pt x="901" y="832"/>
                      <a:pt x="906" y="835"/>
                      <a:pt x="910" y="837"/>
                    </a:cubicBezTo>
                    <a:cubicBezTo>
                      <a:pt x="923" y="845"/>
                      <a:pt x="933" y="855"/>
                      <a:pt x="941" y="868"/>
                    </a:cubicBezTo>
                    <a:cubicBezTo>
                      <a:pt x="948" y="881"/>
                      <a:pt x="953" y="896"/>
                      <a:pt x="953" y="910"/>
                    </a:cubicBezTo>
                    <a:cubicBezTo>
                      <a:pt x="953" y="914"/>
                      <a:pt x="953" y="918"/>
                      <a:pt x="952" y="922"/>
                    </a:cubicBezTo>
                    <a:cubicBezTo>
                      <a:pt x="946" y="1000"/>
                      <a:pt x="923" y="1075"/>
                      <a:pt x="884" y="1143"/>
                    </a:cubicBezTo>
                    <a:cubicBezTo>
                      <a:pt x="876" y="1158"/>
                      <a:pt x="866" y="1172"/>
                      <a:pt x="856" y="1187"/>
                    </a:cubicBezTo>
                    <a:cubicBezTo>
                      <a:pt x="847" y="1199"/>
                      <a:pt x="836" y="1210"/>
                      <a:pt x="823" y="1217"/>
                    </a:cubicBezTo>
                    <a:cubicBezTo>
                      <a:pt x="809" y="1225"/>
                      <a:pt x="793" y="1230"/>
                      <a:pt x="776" y="1231"/>
                    </a:cubicBezTo>
                    <a:cubicBezTo>
                      <a:pt x="724" y="1235"/>
                      <a:pt x="712" y="1247"/>
                      <a:pt x="728" y="1297"/>
                    </a:cubicBezTo>
                    <a:cubicBezTo>
                      <a:pt x="731" y="1315"/>
                      <a:pt x="733" y="1332"/>
                      <a:pt x="733" y="1350"/>
                    </a:cubicBezTo>
                    <a:cubicBezTo>
                      <a:pt x="733" y="1352"/>
                      <a:pt x="733" y="1355"/>
                      <a:pt x="733" y="1357"/>
                    </a:cubicBezTo>
                    <a:cubicBezTo>
                      <a:pt x="750" y="1335"/>
                      <a:pt x="748" y="1310"/>
                      <a:pt x="775" y="1292"/>
                    </a:cubicBezTo>
                    <a:cubicBezTo>
                      <a:pt x="751" y="1360"/>
                      <a:pt x="737" y="1430"/>
                      <a:pt x="733" y="1502"/>
                    </a:cubicBezTo>
                    <a:cubicBezTo>
                      <a:pt x="731" y="1529"/>
                      <a:pt x="730" y="1556"/>
                      <a:pt x="730" y="1584"/>
                    </a:cubicBezTo>
                    <a:cubicBezTo>
                      <a:pt x="730" y="1699"/>
                      <a:pt x="746" y="1814"/>
                      <a:pt x="777" y="1925"/>
                    </a:cubicBezTo>
                    <a:cubicBezTo>
                      <a:pt x="782" y="1945"/>
                      <a:pt x="783" y="1969"/>
                      <a:pt x="806" y="1981"/>
                    </a:cubicBezTo>
                    <a:lnTo>
                      <a:pt x="815" y="2018"/>
                    </a:lnTo>
                    <a:cubicBezTo>
                      <a:pt x="815" y="2019"/>
                      <a:pt x="815" y="2020"/>
                      <a:pt x="815" y="2021"/>
                    </a:cubicBezTo>
                    <a:cubicBezTo>
                      <a:pt x="815" y="2026"/>
                      <a:pt x="814" y="2031"/>
                      <a:pt x="811" y="2036"/>
                    </a:cubicBezTo>
                    <a:cubicBezTo>
                      <a:pt x="810" y="2038"/>
                      <a:pt x="809" y="2039"/>
                      <a:pt x="808" y="2041"/>
                    </a:cubicBezTo>
                    <a:cubicBezTo>
                      <a:pt x="798" y="2037"/>
                      <a:pt x="797" y="2027"/>
                      <a:pt x="794" y="2018"/>
                    </a:cubicBezTo>
                    <a:cubicBezTo>
                      <a:pt x="750" y="1896"/>
                      <a:pt x="725" y="1768"/>
                      <a:pt x="719" y="1639"/>
                    </a:cubicBezTo>
                    <a:cubicBezTo>
                      <a:pt x="719" y="1586"/>
                      <a:pt x="719" y="1533"/>
                      <a:pt x="719" y="1480"/>
                    </a:cubicBezTo>
                    <a:cubicBezTo>
                      <a:pt x="694" y="1534"/>
                      <a:pt x="699" y="1592"/>
                      <a:pt x="695" y="1648"/>
                    </a:cubicBezTo>
                    <a:cubicBezTo>
                      <a:pt x="689" y="1738"/>
                      <a:pt x="679" y="1825"/>
                      <a:pt x="722" y="1915"/>
                    </a:cubicBezTo>
                    <a:cubicBezTo>
                      <a:pt x="768" y="2013"/>
                      <a:pt x="805" y="2114"/>
                      <a:pt x="858" y="2209"/>
                    </a:cubicBezTo>
                    <a:cubicBezTo>
                      <a:pt x="875" y="2240"/>
                      <a:pt x="901" y="2268"/>
                      <a:pt x="911" y="2304"/>
                    </a:cubicBezTo>
                    <a:lnTo>
                      <a:pt x="908" y="2307"/>
                    </a:lnTo>
                    <a:cubicBezTo>
                      <a:pt x="850" y="2240"/>
                      <a:pt x="819" y="2157"/>
                      <a:pt x="769" y="2084"/>
                    </a:cubicBezTo>
                    <a:cubicBezTo>
                      <a:pt x="803" y="2180"/>
                      <a:pt x="808" y="2281"/>
                      <a:pt x="827" y="2379"/>
                    </a:cubicBezTo>
                    <a:cubicBezTo>
                      <a:pt x="853" y="2520"/>
                      <a:pt x="891" y="2658"/>
                      <a:pt x="905" y="2801"/>
                    </a:cubicBezTo>
                    <a:cubicBezTo>
                      <a:pt x="917" y="2918"/>
                      <a:pt x="951" y="3031"/>
                      <a:pt x="1003" y="3136"/>
                    </a:cubicBezTo>
                    <a:cubicBezTo>
                      <a:pt x="1069" y="3276"/>
                      <a:pt x="1148" y="3408"/>
                      <a:pt x="1225" y="3541"/>
                    </a:cubicBezTo>
                    <a:cubicBezTo>
                      <a:pt x="1226" y="3543"/>
                      <a:pt x="1228" y="3546"/>
                      <a:pt x="1229" y="3548"/>
                    </a:cubicBezTo>
                    <a:cubicBezTo>
                      <a:pt x="1234" y="3557"/>
                      <a:pt x="1241" y="3564"/>
                      <a:pt x="1250" y="3570"/>
                    </a:cubicBezTo>
                    <a:lnTo>
                      <a:pt x="1250" y="3568"/>
                    </a:lnTo>
                    <a:cubicBezTo>
                      <a:pt x="1313" y="3683"/>
                      <a:pt x="1385" y="3782"/>
                      <a:pt x="1525" y="3818"/>
                    </a:cubicBezTo>
                    <a:cubicBezTo>
                      <a:pt x="1627" y="3845"/>
                      <a:pt x="1724" y="3891"/>
                      <a:pt x="1824" y="3929"/>
                    </a:cubicBezTo>
                    <a:cubicBezTo>
                      <a:pt x="1847" y="3938"/>
                      <a:pt x="1865" y="3956"/>
                      <a:pt x="1894" y="3956"/>
                    </a:cubicBezTo>
                    <a:cubicBezTo>
                      <a:pt x="1901" y="3955"/>
                      <a:pt x="1908" y="3955"/>
                      <a:pt x="1915" y="3955"/>
                    </a:cubicBezTo>
                    <a:cubicBezTo>
                      <a:pt x="2015" y="3955"/>
                      <a:pt x="2114" y="3965"/>
                      <a:pt x="2211" y="3985"/>
                    </a:cubicBezTo>
                    <a:cubicBezTo>
                      <a:pt x="2234" y="3989"/>
                      <a:pt x="2257" y="3991"/>
                      <a:pt x="2280" y="3991"/>
                    </a:cubicBezTo>
                    <a:cubicBezTo>
                      <a:pt x="2283" y="3991"/>
                      <a:pt x="2285" y="3991"/>
                      <a:pt x="2288" y="3991"/>
                    </a:cubicBezTo>
                    <a:cubicBezTo>
                      <a:pt x="2299" y="3990"/>
                      <a:pt x="2311" y="3990"/>
                      <a:pt x="2323" y="3990"/>
                    </a:cubicBezTo>
                    <a:cubicBezTo>
                      <a:pt x="2355" y="3990"/>
                      <a:pt x="2388" y="3994"/>
                      <a:pt x="2420" y="4001"/>
                    </a:cubicBezTo>
                    <a:cubicBezTo>
                      <a:pt x="2429" y="4003"/>
                      <a:pt x="2439" y="4005"/>
                      <a:pt x="2449" y="4005"/>
                    </a:cubicBezTo>
                    <a:cubicBezTo>
                      <a:pt x="2463" y="4005"/>
                      <a:pt x="2477" y="4002"/>
                      <a:pt x="2490" y="3996"/>
                    </a:cubicBezTo>
                    <a:cubicBezTo>
                      <a:pt x="2347" y="3953"/>
                      <a:pt x="2199" y="3958"/>
                      <a:pt x="2075" y="3886"/>
                    </a:cubicBezTo>
                    <a:cubicBezTo>
                      <a:pt x="2151" y="3903"/>
                      <a:pt x="2225" y="3935"/>
                      <a:pt x="2305" y="3939"/>
                    </a:cubicBezTo>
                    <a:cubicBezTo>
                      <a:pt x="2305" y="3924"/>
                      <a:pt x="2295" y="3925"/>
                      <a:pt x="2289" y="3923"/>
                    </a:cubicBezTo>
                    <a:lnTo>
                      <a:pt x="2081" y="3853"/>
                    </a:lnTo>
                    <a:cubicBezTo>
                      <a:pt x="2072" y="3850"/>
                      <a:pt x="2062" y="3845"/>
                      <a:pt x="2054" y="3850"/>
                    </a:cubicBezTo>
                    <a:cubicBezTo>
                      <a:pt x="2021" y="3871"/>
                      <a:pt x="1986" y="3853"/>
                      <a:pt x="1956" y="3845"/>
                    </a:cubicBezTo>
                    <a:cubicBezTo>
                      <a:pt x="1890" y="3828"/>
                      <a:pt x="1827" y="3801"/>
                      <a:pt x="1768" y="3768"/>
                    </a:cubicBezTo>
                    <a:cubicBezTo>
                      <a:pt x="1760" y="3763"/>
                      <a:pt x="1753" y="3760"/>
                      <a:pt x="1746" y="3755"/>
                    </a:cubicBezTo>
                    <a:cubicBezTo>
                      <a:pt x="1731" y="3746"/>
                      <a:pt x="1714" y="3738"/>
                      <a:pt x="1712" y="3710"/>
                    </a:cubicBezTo>
                    <a:cubicBezTo>
                      <a:pt x="1734" y="3720"/>
                      <a:pt x="1752" y="3737"/>
                      <a:pt x="1773" y="3718"/>
                    </a:cubicBezTo>
                    <a:cubicBezTo>
                      <a:pt x="1778" y="3714"/>
                      <a:pt x="1795" y="3721"/>
                      <a:pt x="1789" y="3732"/>
                    </a:cubicBezTo>
                    <a:cubicBezTo>
                      <a:pt x="1772" y="3759"/>
                      <a:pt x="1796" y="3763"/>
                      <a:pt x="1810" y="3771"/>
                    </a:cubicBezTo>
                    <a:cubicBezTo>
                      <a:pt x="1824" y="3779"/>
                      <a:pt x="1847" y="3799"/>
                      <a:pt x="1859" y="3790"/>
                    </a:cubicBezTo>
                    <a:cubicBezTo>
                      <a:pt x="1883" y="3771"/>
                      <a:pt x="1895" y="3790"/>
                      <a:pt x="1912" y="3798"/>
                    </a:cubicBezTo>
                    <a:cubicBezTo>
                      <a:pt x="1938" y="3809"/>
                      <a:pt x="1961" y="3830"/>
                      <a:pt x="1995" y="3830"/>
                    </a:cubicBezTo>
                    <a:cubicBezTo>
                      <a:pt x="1985" y="3809"/>
                      <a:pt x="1957" y="3815"/>
                      <a:pt x="1955" y="3785"/>
                    </a:cubicBezTo>
                    <a:cubicBezTo>
                      <a:pt x="2016" y="3811"/>
                      <a:pt x="2072" y="3844"/>
                      <a:pt x="2133" y="3857"/>
                    </a:cubicBezTo>
                    <a:cubicBezTo>
                      <a:pt x="2194" y="3869"/>
                      <a:pt x="2253" y="3902"/>
                      <a:pt x="2318" y="3912"/>
                    </a:cubicBezTo>
                    <a:cubicBezTo>
                      <a:pt x="2298" y="3899"/>
                      <a:pt x="2277" y="3888"/>
                      <a:pt x="2257" y="3876"/>
                    </a:cubicBezTo>
                    <a:cubicBezTo>
                      <a:pt x="2236" y="3864"/>
                      <a:pt x="2212" y="3856"/>
                      <a:pt x="2202" y="3831"/>
                    </a:cubicBezTo>
                    <a:cubicBezTo>
                      <a:pt x="2241" y="3845"/>
                      <a:pt x="2272" y="3875"/>
                      <a:pt x="2312" y="3884"/>
                    </a:cubicBezTo>
                    <a:cubicBezTo>
                      <a:pt x="2323" y="3867"/>
                      <a:pt x="2296" y="3863"/>
                      <a:pt x="2304" y="3849"/>
                    </a:cubicBezTo>
                    <a:cubicBezTo>
                      <a:pt x="2348" y="3863"/>
                      <a:pt x="2396" y="3867"/>
                      <a:pt x="2438" y="3888"/>
                    </a:cubicBezTo>
                    <a:cubicBezTo>
                      <a:pt x="2477" y="3904"/>
                      <a:pt x="2518" y="3914"/>
                      <a:pt x="2560" y="3917"/>
                    </a:cubicBezTo>
                    <a:lnTo>
                      <a:pt x="2680" y="3929"/>
                    </a:lnTo>
                    <a:cubicBezTo>
                      <a:pt x="2695" y="3930"/>
                      <a:pt x="2712" y="3929"/>
                      <a:pt x="2719" y="3945"/>
                    </a:cubicBezTo>
                    <a:cubicBezTo>
                      <a:pt x="2727" y="3966"/>
                      <a:pt x="2737" y="3962"/>
                      <a:pt x="2751" y="3950"/>
                    </a:cubicBezTo>
                    <a:cubicBezTo>
                      <a:pt x="2764" y="3937"/>
                      <a:pt x="2775" y="3933"/>
                      <a:pt x="2781" y="3957"/>
                    </a:cubicBezTo>
                    <a:cubicBezTo>
                      <a:pt x="2784" y="3967"/>
                      <a:pt x="2794" y="3968"/>
                      <a:pt x="2804" y="3969"/>
                    </a:cubicBezTo>
                    <a:lnTo>
                      <a:pt x="2912" y="3982"/>
                    </a:lnTo>
                    <a:cubicBezTo>
                      <a:pt x="2852" y="3951"/>
                      <a:pt x="2788" y="3929"/>
                      <a:pt x="2722" y="3916"/>
                    </a:cubicBezTo>
                    <a:cubicBezTo>
                      <a:pt x="2634" y="3899"/>
                      <a:pt x="2544" y="3886"/>
                      <a:pt x="2457" y="3862"/>
                    </a:cubicBezTo>
                    <a:cubicBezTo>
                      <a:pt x="2428" y="3855"/>
                      <a:pt x="2400" y="3845"/>
                      <a:pt x="2374" y="3830"/>
                    </a:cubicBezTo>
                    <a:cubicBezTo>
                      <a:pt x="2355" y="3819"/>
                      <a:pt x="2338" y="3806"/>
                      <a:pt x="2322" y="3791"/>
                    </a:cubicBezTo>
                    <a:cubicBezTo>
                      <a:pt x="2306" y="3774"/>
                      <a:pt x="2283" y="3779"/>
                      <a:pt x="2269" y="3768"/>
                    </a:cubicBezTo>
                    <a:cubicBezTo>
                      <a:pt x="2254" y="3756"/>
                      <a:pt x="2274" y="3734"/>
                      <a:pt x="2261" y="3713"/>
                    </a:cubicBezTo>
                    <a:cubicBezTo>
                      <a:pt x="2169" y="3565"/>
                      <a:pt x="2082" y="3414"/>
                      <a:pt x="1976" y="3275"/>
                    </a:cubicBezTo>
                    <a:cubicBezTo>
                      <a:pt x="1970" y="3268"/>
                      <a:pt x="1964" y="3259"/>
                      <a:pt x="1959" y="3251"/>
                    </a:cubicBezTo>
                    <a:cubicBezTo>
                      <a:pt x="1957" y="3248"/>
                      <a:pt x="1956" y="3246"/>
                      <a:pt x="1955" y="3243"/>
                    </a:cubicBezTo>
                    <a:cubicBezTo>
                      <a:pt x="1949" y="3231"/>
                      <a:pt x="1949" y="3218"/>
                      <a:pt x="1966" y="3212"/>
                    </a:cubicBezTo>
                    <a:cubicBezTo>
                      <a:pt x="1983" y="3206"/>
                      <a:pt x="1994" y="3190"/>
                      <a:pt x="2010" y="3207"/>
                    </a:cubicBezTo>
                    <a:cubicBezTo>
                      <a:pt x="2022" y="3220"/>
                      <a:pt x="2015" y="3232"/>
                      <a:pt x="2004" y="3240"/>
                    </a:cubicBezTo>
                    <a:cubicBezTo>
                      <a:pt x="1986" y="3253"/>
                      <a:pt x="1999" y="3262"/>
                      <a:pt x="2007" y="3271"/>
                    </a:cubicBezTo>
                    <a:cubicBezTo>
                      <a:pt x="2100" y="3385"/>
                      <a:pt x="2183" y="3506"/>
                      <a:pt x="2257" y="3633"/>
                    </a:cubicBezTo>
                    <a:cubicBezTo>
                      <a:pt x="2258" y="3636"/>
                      <a:pt x="2260" y="3639"/>
                      <a:pt x="2262" y="3643"/>
                    </a:cubicBezTo>
                    <a:cubicBezTo>
                      <a:pt x="2264" y="3647"/>
                      <a:pt x="2267" y="3651"/>
                      <a:pt x="2269" y="3655"/>
                    </a:cubicBezTo>
                    <a:cubicBezTo>
                      <a:pt x="2304" y="3716"/>
                      <a:pt x="2355" y="3765"/>
                      <a:pt x="2416" y="3801"/>
                    </a:cubicBezTo>
                    <a:cubicBezTo>
                      <a:pt x="2454" y="3823"/>
                      <a:pt x="2496" y="3839"/>
                      <a:pt x="2540" y="3848"/>
                    </a:cubicBezTo>
                    <a:cubicBezTo>
                      <a:pt x="2554" y="3851"/>
                      <a:pt x="2568" y="3856"/>
                      <a:pt x="2582" y="3859"/>
                    </a:cubicBezTo>
                    <a:cubicBezTo>
                      <a:pt x="2696" y="3879"/>
                      <a:pt x="2808" y="3908"/>
                      <a:pt x="2918" y="3944"/>
                    </a:cubicBezTo>
                    <a:cubicBezTo>
                      <a:pt x="2923" y="3948"/>
                      <a:pt x="2930" y="3949"/>
                      <a:pt x="2937" y="3949"/>
                    </a:cubicBezTo>
                    <a:cubicBezTo>
                      <a:pt x="2943" y="3949"/>
                      <a:pt x="2950" y="3948"/>
                      <a:pt x="2955" y="3944"/>
                    </a:cubicBezTo>
                    <a:cubicBezTo>
                      <a:pt x="2918" y="3920"/>
                      <a:pt x="2866" y="3918"/>
                      <a:pt x="2844" y="3872"/>
                    </a:cubicBezTo>
                    <a:cubicBezTo>
                      <a:pt x="2842" y="3867"/>
                      <a:pt x="2831" y="3866"/>
                      <a:pt x="2825" y="3865"/>
                    </a:cubicBezTo>
                    <a:cubicBezTo>
                      <a:pt x="2755" y="3857"/>
                      <a:pt x="2687" y="3836"/>
                      <a:pt x="2624" y="3805"/>
                    </a:cubicBezTo>
                    <a:cubicBezTo>
                      <a:pt x="2615" y="3800"/>
                      <a:pt x="2604" y="3789"/>
                      <a:pt x="2595" y="3799"/>
                    </a:cubicBezTo>
                    <a:cubicBezTo>
                      <a:pt x="2577" y="3818"/>
                      <a:pt x="2565" y="3801"/>
                      <a:pt x="2552" y="3794"/>
                    </a:cubicBezTo>
                    <a:cubicBezTo>
                      <a:pt x="2526" y="3777"/>
                      <a:pt x="2499" y="3758"/>
                      <a:pt x="2471" y="3739"/>
                    </a:cubicBezTo>
                    <a:cubicBezTo>
                      <a:pt x="2467" y="3767"/>
                      <a:pt x="2498" y="3774"/>
                      <a:pt x="2500" y="3801"/>
                    </a:cubicBezTo>
                    <a:lnTo>
                      <a:pt x="2430" y="3738"/>
                    </a:lnTo>
                    <a:cubicBezTo>
                      <a:pt x="2428" y="3734"/>
                      <a:pt x="2426" y="3730"/>
                      <a:pt x="2424" y="3726"/>
                    </a:cubicBezTo>
                    <a:cubicBezTo>
                      <a:pt x="2414" y="3710"/>
                      <a:pt x="2401" y="3696"/>
                      <a:pt x="2384" y="3687"/>
                    </a:cubicBezTo>
                    <a:cubicBezTo>
                      <a:pt x="2381" y="3685"/>
                      <a:pt x="2378" y="3683"/>
                      <a:pt x="2375" y="3682"/>
                    </a:cubicBezTo>
                    <a:cubicBezTo>
                      <a:pt x="2377" y="3688"/>
                      <a:pt x="2379" y="3694"/>
                      <a:pt x="2383" y="3700"/>
                    </a:cubicBezTo>
                    <a:cubicBezTo>
                      <a:pt x="2392" y="3717"/>
                      <a:pt x="2408" y="3732"/>
                      <a:pt x="2425" y="3742"/>
                    </a:cubicBezTo>
                    <a:cubicBezTo>
                      <a:pt x="2413" y="3756"/>
                      <a:pt x="2404" y="3746"/>
                      <a:pt x="2394" y="3738"/>
                    </a:cubicBezTo>
                    <a:cubicBezTo>
                      <a:pt x="2364" y="3714"/>
                      <a:pt x="2349" y="3676"/>
                      <a:pt x="2317" y="3653"/>
                    </a:cubicBezTo>
                    <a:lnTo>
                      <a:pt x="2319" y="3654"/>
                    </a:lnTo>
                    <a:cubicBezTo>
                      <a:pt x="2320" y="3636"/>
                      <a:pt x="2305" y="3624"/>
                      <a:pt x="2301" y="3609"/>
                    </a:cubicBezTo>
                    <a:cubicBezTo>
                      <a:pt x="2296" y="3593"/>
                      <a:pt x="2273" y="3581"/>
                      <a:pt x="2312" y="3571"/>
                    </a:cubicBezTo>
                    <a:cubicBezTo>
                      <a:pt x="2336" y="3565"/>
                      <a:pt x="2331" y="3482"/>
                      <a:pt x="2310" y="3450"/>
                    </a:cubicBezTo>
                    <a:lnTo>
                      <a:pt x="2289" y="3538"/>
                    </a:lnTo>
                    <a:cubicBezTo>
                      <a:pt x="2289" y="3536"/>
                      <a:pt x="2289" y="3534"/>
                      <a:pt x="2289" y="3531"/>
                    </a:cubicBezTo>
                    <a:cubicBezTo>
                      <a:pt x="2289" y="3495"/>
                      <a:pt x="2293" y="3460"/>
                      <a:pt x="2302" y="3425"/>
                    </a:cubicBezTo>
                    <a:cubicBezTo>
                      <a:pt x="2308" y="3393"/>
                      <a:pt x="2307" y="3359"/>
                      <a:pt x="2328" y="3332"/>
                    </a:cubicBezTo>
                    <a:cubicBezTo>
                      <a:pt x="2328" y="3334"/>
                      <a:pt x="2328" y="3336"/>
                      <a:pt x="2328" y="3338"/>
                    </a:cubicBezTo>
                    <a:cubicBezTo>
                      <a:pt x="2328" y="3356"/>
                      <a:pt x="2325" y="3374"/>
                      <a:pt x="2320" y="3391"/>
                    </a:cubicBezTo>
                    <a:cubicBezTo>
                      <a:pt x="2313" y="3412"/>
                      <a:pt x="2326" y="3419"/>
                      <a:pt x="2344" y="3422"/>
                    </a:cubicBezTo>
                    <a:cubicBezTo>
                      <a:pt x="2356" y="3375"/>
                      <a:pt x="2366" y="3332"/>
                      <a:pt x="2377" y="3289"/>
                    </a:cubicBezTo>
                    <a:cubicBezTo>
                      <a:pt x="2383" y="3263"/>
                      <a:pt x="2370" y="3257"/>
                      <a:pt x="2348" y="3258"/>
                    </a:cubicBezTo>
                    <a:cubicBezTo>
                      <a:pt x="2289" y="3231"/>
                      <a:pt x="2232" y="3194"/>
                      <a:pt x="2170" y="3178"/>
                    </a:cubicBezTo>
                    <a:cubicBezTo>
                      <a:pt x="2131" y="3168"/>
                      <a:pt x="2093" y="3153"/>
                      <a:pt x="2058" y="3133"/>
                    </a:cubicBezTo>
                    <a:cubicBezTo>
                      <a:pt x="2040" y="3122"/>
                      <a:pt x="2023" y="3110"/>
                      <a:pt x="2006" y="3097"/>
                    </a:cubicBezTo>
                    <a:cubicBezTo>
                      <a:pt x="2006" y="3088"/>
                      <a:pt x="2003" y="3079"/>
                      <a:pt x="1999" y="3072"/>
                    </a:cubicBezTo>
                    <a:cubicBezTo>
                      <a:pt x="1996" y="3068"/>
                      <a:pt x="1994" y="3064"/>
                      <a:pt x="1990" y="3060"/>
                    </a:cubicBezTo>
                    <a:cubicBezTo>
                      <a:pt x="1976" y="3045"/>
                      <a:pt x="1959" y="3032"/>
                      <a:pt x="1941" y="3021"/>
                    </a:cubicBezTo>
                    <a:lnTo>
                      <a:pt x="1935" y="3017"/>
                    </a:lnTo>
                    <a:cubicBezTo>
                      <a:pt x="1926" y="3004"/>
                      <a:pt x="1914" y="2992"/>
                      <a:pt x="1901" y="2982"/>
                    </a:cubicBezTo>
                    <a:cubicBezTo>
                      <a:pt x="1858" y="2944"/>
                      <a:pt x="1820" y="2902"/>
                      <a:pt x="1786" y="2856"/>
                    </a:cubicBezTo>
                    <a:cubicBezTo>
                      <a:pt x="1779" y="2847"/>
                      <a:pt x="1767" y="2837"/>
                      <a:pt x="1779" y="2821"/>
                    </a:cubicBezTo>
                    <a:cubicBezTo>
                      <a:pt x="1881" y="2943"/>
                      <a:pt x="2003" y="3045"/>
                      <a:pt x="2140" y="3125"/>
                    </a:cubicBezTo>
                    <a:cubicBezTo>
                      <a:pt x="2144" y="3127"/>
                      <a:pt x="2149" y="3130"/>
                      <a:pt x="2153" y="3132"/>
                    </a:cubicBezTo>
                    <a:cubicBezTo>
                      <a:pt x="2158" y="3136"/>
                      <a:pt x="2164" y="3140"/>
                      <a:pt x="2169" y="3143"/>
                    </a:cubicBezTo>
                    <a:cubicBezTo>
                      <a:pt x="2190" y="3155"/>
                      <a:pt x="2214" y="3162"/>
                      <a:pt x="2238" y="3162"/>
                    </a:cubicBezTo>
                    <a:cubicBezTo>
                      <a:pt x="2239" y="3162"/>
                      <a:pt x="2239" y="3162"/>
                      <a:pt x="2240" y="3162"/>
                    </a:cubicBezTo>
                    <a:cubicBezTo>
                      <a:pt x="2242" y="3161"/>
                      <a:pt x="2243" y="3161"/>
                      <a:pt x="2245" y="3161"/>
                    </a:cubicBezTo>
                    <a:cubicBezTo>
                      <a:pt x="2254" y="3161"/>
                      <a:pt x="2263" y="3163"/>
                      <a:pt x="2271" y="3168"/>
                    </a:cubicBezTo>
                    <a:cubicBezTo>
                      <a:pt x="2279" y="3172"/>
                      <a:pt x="2285" y="3179"/>
                      <a:pt x="2290" y="3186"/>
                    </a:cubicBezTo>
                    <a:cubicBezTo>
                      <a:pt x="2294" y="3194"/>
                      <a:pt x="2298" y="3202"/>
                      <a:pt x="2306" y="3205"/>
                    </a:cubicBezTo>
                    <a:cubicBezTo>
                      <a:pt x="2358" y="3229"/>
                      <a:pt x="2411" y="3248"/>
                      <a:pt x="2465" y="3264"/>
                    </a:cubicBezTo>
                    <a:cubicBezTo>
                      <a:pt x="2465" y="3263"/>
                      <a:pt x="2465" y="3263"/>
                      <a:pt x="2465" y="3262"/>
                    </a:cubicBezTo>
                    <a:cubicBezTo>
                      <a:pt x="2465" y="3252"/>
                      <a:pt x="2463" y="3242"/>
                      <a:pt x="2458" y="3234"/>
                    </a:cubicBezTo>
                    <a:cubicBezTo>
                      <a:pt x="2453" y="3225"/>
                      <a:pt x="2445" y="3218"/>
                      <a:pt x="2437" y="3213"/>
                    </a:cubicBezTo>
                    <a:cubicBezTo>
                      <a:pt x="2434" y="3211"/>
                      <a:pt x="2432" y="3210"/>
                      <a:pt x="2429" y="3209"/>
                    </a:cubicBezTo>
                    <a:cubicBezTo>
                      <a:pt x="2387" y="3183"/>
                      <a:pt x="2344" y="3159"/>
                      <a:pt x="2303" y="3132"/>
                    </a:cubicBezTo>
                    <a:cubicBezTo>
                      <a:pt x="2241" y="3095"/>
                      <a:pt x="2184" y="3052"/>
                      <a:pt x="2132" y="3003"/>
                    </a:cubicBezTo>
                    <a:cubicBezTo>
                      <a:pt x="2123" y="2991"/>
                      <a:pt x="2114" y="2980"/>
                      <a:pt x="2107" y="2967"/>
                    </a:cubicBezTo>
                    <a:cubicBezTo>
                      <a:pt x="2100" y="2955"/>
                      <a:pt x="2095" y="2943"/>
                      <a:pt x="2090" y="2931"/>
                    </a:cubicBezTo>
                    <a:cubicBezTo>
                      <a:pt x="2132" y="2968"/>
                      <a:pt x="2169" y="3007"/>
                      <a:pt x="2211" y="3044"/>
                    </a:cubicBezTo>
                    <a:cubicBezTo>
                      <a:pt x="2231" y="3066"/>
                      <a:pt x="2255" y="3084"/>
                      <a:pt x="2281" y="3099"/>
                    </a:cubicBezTo>
                    <a:cubicBezTo>
                      <a:pt x="2296" y="3108"/>
                      <a:pt x="2312" y="3116"/>
                      <a:pt x="2328" y="3122"/>
                    </a:cubicBezTo>
                    <a:cubicBezTo>
                      <a:pt x="2341" y="3126"/>
                      <a:pt x="2354" y="3131"/>
                      <a:pt x="2367" y="3138"/>
                    </a:cubicBezTo>
                    <a:cubicBezTo>
                      <a:pt x="2377" y="3144"/>
                      <a:pt x="2387" y="3152"/>
                      <a:pt x="2397" y="3160"/>
                    </a:cubicBezTo>
                    <a:cubicBezTo>
                      <a:pt x="2427" y="3183"/>
                      <a:pt x="2458" y="3204"/>
                      <a:pt x="2491" y="3223"/>
                    </a:cubicBezTo>
                    <a:cubicBezTo>
                      <a:pt x="2524" y="3242"/>
                      <a:pt x="2558" y="3259"/>
                      <a:pt x="2593" y="3273"/>
                    </a:cubicBezTo>
                    <a:cubicBezTo>
                      <a:pt x="2569" y="3252"/>
                      <a:pt x="2544" y="3232"/>
                      <a:pt x="2518" y="3213"/>
                    </a:cubicBezTo>
                    <a:cubicBezTo>
                      <a:pt x="2497" y="3200"/>
                      <a:pt x="2479" y="3183"/>
                      <a:pt x="2467" y="3161"/>
                    </a:cubicBezTo>
                    <a:cubicBezTo>
                      <a:pt x="2462" y="3152"/>
                      <a:pt x="2457" y="3142"/>
                      <a:pt x="2454" y="3132"/>
                    </a:cubicBezTo>
                    <a:cubicBezTo>
                      <a:pt x="2532" y="3200"/>
                      <a:pt x="2617" y="3260"/>
                      <a:pt x="2706" y="3311"/>
                    </a:cubicBezTo>
                    <a:cubicBezTo>
                      <a:pt x="2732" y="3326"/>
                      <a:pt x="2759" y="3341"/>
                      <a:pt x="2785" y="3354"/>
                    </a:cubicBezTo>
                    <a:cubicBezTo>
                      <a:pt x="2779" y="3333"/>
                      <a:pt x="2755" y="3319"/>
                      <a:pt x="2773" y="3294"/>
                    </a:cubicBezTo>
                    <a:cubicBezTo>
                      <a:pt x="2797" y="3301"/>
                      <a:pt x="2811" y="3320"/>
                      <a:pt x="2829" y="3336"/>
                    </a:cubicBezTo>
                    <a:cubicBezTo>
                      <a:pt x="2816" y="3375"/>
                      <a:pt x="2854" y="3383"/>
                      <a:pt x="2872" y="3400"/>
                    </a:cubicBezTo>
                    <a:cubicBezTo>
                      <a:pt x="2904" y="3425"/>
                      <a:pt x="2937" y="3448"/>
                      <a:pt x="2972" y="3468"/>
                    </a:cubicBezTo>
                    <a:cubicBezTo>
                      <a:pt x="2983" y="3474"/>
                      <a:pt x="2993" y="3480"/>
                      <a:pt x="3004" y="3486"/>
                    </a:cubicBezTo>
                    <a:cubicBezTo>
                      <a:pt x="3052" y="3486"/>
                      <a:pt x="3071" y="3528"/>
                      <a:pt x="3101" y="3555"/>
                    </a:cubicBezTo>
                    <a:cubicBezTo>
                      <a:pt x="3087" y="3582"/>
                      <a:pt x="3112" y="3584"/>
                      <a:pt x="3123" y="3594"/>
                    </a:cubicBezTo>
                    <a:cubicBezTo>
                      <a:pt x="3178" y="3644"/>
                      <a:pt x="3253" y="3665"/>
                      <a:pt x="3300" y="3725"/>
                    </a:cubicBezTo>
                    <a:cubicBezTo>
                      <a:pt x="3310" y="3737"/>
                      <a:pt x="3327" y="3742"/>
                      <a:pt x="3341" y="3751"/>
                    </a:cubicBezTo>
                    <a:cubicBezTo>
                      <a:pt x="3342" y="3752"/>
                      <a:pt x="3342" y="3753"/>
                      <a:pt x="3344" y="3755"/>
                    </a:cubicBezTo>
                    <a:cubicBezTo>
                      <a:pt x="3344" y="3756"/>
                      <a:pt x="3345" y="3758"/>
                      <a:pt x="3345" y="3760"/>
                    </a:cubicBezTo>
                    <a:cubicBezTo>
                      <a:pt x="3345" y="3762"/>
                      <a:pt x="3344" y="3764"/>
                      <a:pt x="3344" y="3765"/>
                    </a:cubicBezTo>
                    <a:cubicBezTo>
                      <a:pt x="3343" y="3766"/>
                      <a:pt x="3344" y="3766"/>
                      <a:pt x="3344" y="3766"/>
                    </a:cubicBezTo>
                    <a:cubicBezTo>
                      <a:pt x="3340" y="3772"/>
                      <a:pt x="3335" y="3770"/>
                      <a:pt x="3330" y="3767"/>
                    </a:cubicBezTo>
                    <a:cubicBezTo>
                      <a:pt x="3329" y="3767"/>
                      <a:pt x="3328" y="3766"/>
                      <a:pt x="3328" y="3766"/>
                    </a:cubicBezTo>
                    <a:cubicBezTo>
                      <a:pt x="3324" y="3764"/>
                      <a:pt x="3319" y="3763"/>
                      <a:pt x="3315" y="3763"/>
                    </a:cubicBezTo>
                    <a:cubicBezTo>
                      <a:pt x="3313" y="3763"/>
                      <a:pt x="3311" y="3763"/>
                      <a:pt x="3309" y="3763"/>
                    </a:cubicBezTo>
                    <a:cubicBezTo>
                      <a:pt x="3307" y="3746"/>
                      <a:pt x="3291" y="3742"/>
                      <a:pt x="3280" y="3734"/>
                    </a:cubicBezTo>
                    <a:cubicBezTo>
                      <a:pt x="3160" y="3641"/>
                      <a:pt x="3035" y="3553"/>
                      <a:pt x="2914" y="3462"/>
                    </a:cubicBezTo>
                    <a:cubicBezTo>
                      <a:pt x="2893" y="3446"/>
                      <a:pt x="2870" y="3431"/>
                      <a:pt x="2847" y="3418"/>
                    </a:cubicBezTo>
                    <a:cubicBezTo>
                      <a:pt x="2774" y="3375"/>
                      <a:pt x="2694" y="3348"/>
                      <a:pt x="2611" y="3335"/>
                    </a:cubicBezTo>
                    <a:lnTo>
                      <a:pt x="2611" y="3336"/>
                    </a:lnTo>
                    <a:cubicBezTo>
                      <a:pt x="2618" y="3348"/>
                      <a:pt x="2629" y="3359"/>
                      <a:pt x="2642" y="3367"/>
                    </a:cubicBezTo>
                    <a:cubicBezTo>
                      <a:pt x="2644" y="3368"/>
                      <a:pt x="2646" y="3369"/>
                      <a:pt x="2649" y="3370"/>
                    </a:cubicBezTo>
                    <a:cubicBezTo>
                      <a:pt x="2776" y="3455"/>
                      <a:pt x="2904" y="3541"/>
                      <a:pt x="3032" y="3626"/>
                    </a:cubicBezTo>
                    <a:cubicBezTo>
                      <a:pt x="3062" y="3645"/>
                      <a:pt x="3091" y="3664"/>
                      <a:pt x="3122" y="3682"/>
                    </a:cubicBezTo>
                    <a:cubicBezTo>
                      <a:pt x="3158" y="3702"/>
                      <a:pt x="3195" y="3722"/>
                      <a:pt x="3233" y="3740"/>
                    </a:cubicBezTo>
                    <a:cubicBezTo>
                      <a:pt x="3235" y="3742"/>
                      <a:pt x="3238" y="3743"/>
                      <a:pt x="3241" y="3745"/>
                    </a:cubicBezTo>
                    <a:cubicBezTo>
                      <a:pt x="3261" y="3757"/>
                      <a:pt x="3284" y="3763"/>
                      <a:pt x="3307" y="3763"/>
                    </a:cubicBezTo>
                    <a:cubicBezTo>
                      <a:pt x="3308" y="3763"/>
                      <a:pt x="3309" y="3763"/>
                      <a:pt x="3310" y="3763"/>
                    </a:cubicBezTo>
                    <a:cubicBezTo>
                      <a:pt x="3310" y="3776"/>
                      <a:pt x="3308" y="3789"/>
                      <a:pt x="3289" y="3783"/>
                    </a:cubicBezTo>
                    <a:cubicBezTo>
                      <a:pt x="3258" y="3773"/>
                      <a:pt x="3228" y="3762"/>
                      <a:pt x="3198" y="3750"/>
                    </a:cubicBezTo>
                    <a:cubicBezTo>
                      <a:pt x="3180" y="3744"/>
                      <a:pt x="3166" y="3726"/>
                      <a:pt x="3145" y="3732"/>
                    </a:cubicBezTo>
                    <a:cubicBezTo>
                      <a:pt x="3137" y="3721"/>
                      <a:pt x="3127" y="3711"/>
                      <a:pt x="3116" y="3705"/>
                    </a:cubicBezTo>
                    <a:cubicBezTo>
                      <a:pt x="3108" y="3700"/>
                      <a:pt x="3100" y="3698"/>
                      <a:pt x="3092" y="3695"/>
                    </a:cubicBezTo>
                    <a:cubicBezTo>
                      <a:pt x="3077" y="3684"/>
                      <a:pt x="3060" y="3673"/>
                      <a:pt x="3044" y="3664"/>
                    </a:cubicBezTo>
                    <a:cubicBezTo>
                      <a:pt x="3024" y="3652"/>
                      <a:pt x="3005" y="3643"/>
                      <a:pt x="2984" y="3634"/>
                    </a:cubicBezTo>
                    <a:cubicBezTo>
                      <a:pt x="2971" y="3672"/>
                      <a:pt x="2962" y="3710"/>
                      <a:pt x="2958" y="3750"/>
                    </a:cubicBezTo>
                    <a:cubicBezTo>
                      <a:pt x="2955" y="3773"/>
                      <a:pt x="2973" y="3778"/>
                      <a:pt x="2988" y="3782"/>
                    </a:cubicBezTo>
                    <a:cubicBezTo>
                      <a:pt x="3007" y="3787"/>
                      <a:pt x="3007" y="3767"/>
                      <a:pt x="3009" y="3757"/>
                    </a:cubicBezTo>
                    <a:cubicBezTo>
                      <a:pt x="3015" y="3732"/>
                      <a:pt x="3011" y="3705"/>
                      <a:pt x="3032" y="3685"/>
                    </a:cubicBezTo>
                    <a:cubicBezTo>
                      <a:pt x="3032" y="3712"/>
                      <a:pt x="3026" y="3736"/>
                      <a:pt x="3023" y="3761"/>
                    </a:cubicBezTo>
                    <a:cubicBezTo>
                      <a:pt x="3021" y="3775"/>
                      <a:pt x="3011" y="3798"/>
                      <a:pt x="3036" y="3800"/>
                    </a:cubicBezTo>
                    <a:cubicBezTo>
                      <a:pt x="3058" y="3803"/>
                      <a:pt x="3053" y="3781"/>
                      <a:pt x="3056" y="3768"/>
                    </a:cubicBezTo>
                    <a:cubicBezTo>
                      <a:pt x="3059" y="3750"/>
                      <a:pt x="3063" y="3732"/>
                      <a:pt x="3066" y="3715"/>
                    </a:cubicBezTo>
                    <a:cubicBezTo>
                      <a:pt x="3069" y="3698"/>
                      <a:pt x="3080" y="3696"/>
                      <a:pt x="3092" y="3695"/>
                    </a:cubicBezTo>
                    <a:cubicBezTo>
                      <a:pt x="3076" y="3728"/>
                      <a:pt x="3067" y="3764"/>
                      <a:pt x="3066" y="3801"/>
                    </a:cubicBezTo>
                    <a:cubicBezTo>
                      <a:pt x="3066" y="3814"/>
                      <a:pt x="3072" y="3822"/>
                      <a:pt x="3087" y="3812"/>
                    </a:cubicBezTo>
                    <a:cubicBezTo>
                      <a:pt x="3095" y="3806"/>
                      <a:pt x="3101" y="3799"/>
                      <a:pt x="3107" y="3790"/>
                    </a:cubicBezTo>
                    <a:cubicBezTo>
                      <a:pt x="3110" y="3784"/>
                      <a:pt x="3113" y="3776"/>
                      <a:pt x="3115" y="3769"/>
                    </a:cubicBezTo>
                    <a:cubicBezTo>
                      <a:pt x="3118" y="3755"/>
                      <a:pt x="3115" y="3728"/>
                      <a:pt x="3144" y="3732"/>
                    </a:cubicBezTo>
                    <a:cubicBezTo>
                      <a:pt x="3139" y="3747"/>
                      <a:pt x="3134" y="3763"/>
                      <a:pt x="3129" y="3779"/>
                    </a:cubicBezTo>
                    <a:cubicBezTo>
                      <a:pt x="3119" y="3818"/>
                      <a:pt x="3119" y="3818"/>
                      <a:pt x="3161" y="3837"/>
                    </a:cubicBezTo>
                    <a:cubicBezTo>
                      <a:pt x="3180" y="3818"/>
                      <a:pt x="3170" y="3784"/>
                      <a:pt x="3201" y="3762"/>
                    </a:cubicBezTo>
                    <a:lnTo>
                      <a:pt x="3182" y="3832"/>
                    </a:lnTo>
                    <a:cubicBezTo>
                      <a:pt x="3177" y="3852"/>
                      <a:pt x="3191" y="3853"/>
                      <a:pt x="3204" y="3855"/>
                    </a:cubicBezTo>
                    <a:cubicBezTo>
                      <a:pt x="3225" y="3857"/>
                      <a:pt x="3219" y="3847"/>
                      <a:pt x="3211" y="3837"/>
                    </a:cubicBezTo>
                    <a:cubicBezTo>
                      <a:pt x="3203" y="3826"/>
                      <a:pt x="3207" y="3821"/>
                      <a:pt x="3217" y="3825"/>
                    </a:cubicBezTo>
                    <a:cubicBezTo>
                      <a:pt x="3226" y="3828"/>
                      <a:pt x="3236" y="3811"/>
                      <a:pt x="3239" y="3821"/>
                    </a:cubicBezTo>
                    <a:cubicBezTo>
                      <a:pt x="3240" y="3825"/>
                      <a:pt x="3241" y="3828"/>
                      <a:pt x="3243" y="3831"/>
                    </a:cubicBezTo>
                    <a:cubicBezTo>
                      <a:pt x="3246" y="3837"/>
                      <a:pt x="3252" y="3842"/>
                      <a:pt x="3259" y="3846"/>
                    </a:cubicBezTo>
                    <a:cubicBezTo>
                      <a:pt x="3265" y="3850"/>
                      <a:pt x="3272" y="3852"/>
                      <a:pt x="3280" y="3852"/>
                    </a:cubicBezTo>
                    <a:lnTo>
                      <a:pt x="3281" y="3852"/>
                    </a:lnTo>
                    <a:cubicBezTo>
                      <a:pt x="3310" y="3853"/>
                      <a:pt x="3287" y="3816"/>
                      <a:pt x="3319" y="3804"/>
                    </a:cubicBezTo>
                    <a:cubicBezTo>
                      <a:pt x="3291" y="3853"/>
                      <a:pt x="3316" y="3875"/>
                      <a:pt x="3355" y="3888"/>
                    </a:cubicBezTo>
                    <a:cubicBezTo>
                      <a:pt x="3338" y="3906"/>
                      <a:pt x="3319" y="3870"/>
                      <a:pt x="3306" y="3895"/>
                    </a:cubicBezTo>
                    <a:cubicBezTo>
                      <a:pt x="3314" y="3916"/>
                      <a:pt x="3346" y="3900"/>
                      <a:pt x="3350" y="3921"/>
                    </a:cubicBezTo>
                    <a:cubicBezTo>
                      <a:pt x="3355" y="3948"/>
                      <a:pt x="3368" y="3941"/>
                      <a:pt x="3385" y="3937"/>
                    </a:cubicBezTo>
                    <a:cubicBezTo>
                      <a:pt x="3402" y="3933"/>
                      <a:pt x="3426" y="3914"/>
                      <a:pt x="3449" y="3931"/>
                    </a:cubicBezTo>
                    <a:cubicBezTo>
                      <a:pt x="3444" y="3954"/>
                      <a:pt x="3419" y="3960"/>
                      <a:pt x="3416" y="3982"/>
                    </a:cubicBezTo>
                    <a:cubicBezTo>
                      <a:pt x="3421" y="3983"/>
                      <a:pt x="3426" y="3984"/>
                      <a:pt x="3430" y="3984"/>
                    </a:cubicBezTo>
                    <a:cubicBezTo>
                      <a:pt x="3439" y="3984"/>
                      <a:pt x="3448" y="3982"/>
                      <a:pt x="3455" y="3977"/>
                    </a:cubicBezTo>
                    <a:cubicBezTo>
                      <a:pt x="3458" y="3975"/>
                      <a:pt x="3461" y="3973"/>
                      <a:pt x="3464" y="3971"/>
                    </a:cubicBezTo>
                    <a:cubicBezTo>
                      <a:pt x="3510" y="3928"/>
                      <a:pt x="3566" y="3899"/>
                      <a:pt x="3611" y="3857"/>
                    </a:cubicBezTo>
                    <a:cubicBezTo>
                      <a:pt x="3615" y="3854"/>
                      <a:pt x="3618" y="3851"/>
                      <a:pt x="3620" y="3848"/>
                    </a:cubicBezTo>
                    <a:cubicBezTo>
                      <a:pt x="3622" y="3843"/>
                      <a:pt x="3624" y="3838"/>
                      <a:pt x="3624" y="3833"/>
                    </a:cubicBezTo>
                    <a:cubicBezTo>
                      <a:pt x="3624" y="3832"/>
                      <a:pt x="3623" y="3830"/>
                      <a:pt x="3623" y="3828"/>
                    </a:cubicBezTo>
                    <a:cubicBezTo>
                      <a:pt x="3594" y="3837"/>
                      <a:pt x="3594" y="3837"/>
                      <a:pt x="3589" y="3802"/>
                    </a:cubicBezTo>
                    <a:lnTo>
                      <a:pt x="3574" y="3803"/>
                    </a:lnTo>
                    <a:lnTo>
                      <a:pt x="3572" y="3783"/>
                    </a:lnTo>
                    <a:cubicBezTo>
                      <a:pt x="3593" y="3767"/>
                      <a:pt x="3610" y="3747"/>
                      <a:pt x="3624" y="3724"/>
                    </a:cubicBezTo>
                    <a:cubicBezTo>
                      <a:pt x="3628" y="3716"/>
                      <a:pt x="3632" y="3707"/>
                      <a:pt x="3636" y="3699"/>
                    </a:cubicBezTo>
                    <a:cubicBezTo>
                      <a:pt x="3647" y="3675"/>
                      <a:pt x="3650" y="3646"/>
                      <a:pt x="3675" y="3631"/>
                    </a:cubicBezTo>
                    <a:cubicBezTo>
                      <a:pt x="3666" y="3685"/>
                      <a:pt x="3633" y="3731"/>
                      <a:pt x="3613" y="3791"/>
                    </a:cubicBezTo>
                    <a:cubicBezTo>
                      <a:pt x="3616" y="3790"/>
                      <a:pt x="3620" y="3788"/>
                      <a:pt x="3623" y="3786"/>
                    </a:cubicBezTo>
                    <a:cubicBezTo>
                      <a:pt x="3641" y="3776"/>
                      <a:pt x="3655" y="3761"/>
                      <a:pt x="3666" y="3744"/>
                    </a:cubicBezTo>
                    <a:cubicBezTo>
                      <a:pt x="3669" y="3736"/>
                      <a:pt x="3673" y="3728"/>
                      <a:pt x="3678" y="3720"/>
                    </a:cubicBezTo>
                    <a:cubicBezTo>
                      <a:pt x="3684" y="3709"/>
                      <a:pt x="3691" y="3699"/>
                      <a:pt x="3699" y="3689"/>
                    </a:cubicBezTo>
                    <a:cubicBezTo>
                      <a:pt x="3695" y="3699"/>
                      <a:pt x="3690" y="3712"/>
                      <a:pt x="3708" y="3707"/>
                    </a:cubicBezTo>
                    <a:cubicBezTo>
                      <a:pt x="3709" y="3706"/>
                      <a:pt x="3710" y="3706"/>
                      <a:pt x="3710" y="3706"/>
                    </a:cubicBezTo>
                    <a:cubicBezTo>
                      <a:pt x="3714" y="3703"/>
                      <a:pt x="3718" y="3700"/>
                      <a:pt x="3720" y="3696"/>
                    </a:cubicBezTo>
                    <a:cubicBezTo>
                      <a:pt x="3722" y="3692"/>
                      <a:pt x="3724" y="3687"/>
                      <a:pt x="3724" y="3683"/>
                    </a:cubicBezTo>
                    <a:cubicBezTo>
                      <a:pt x="3724" y="3679"/>
                      <a:pt x="3723" y="3676"/>
                      <a:pt x="3722" y="3673"/>
                    </a:cubicBezTo>
                    <a:cubicBezTo>
                      <a:pt x="3718" y="3673"/>
                      <a:pt x="3714" y="3674"/>
                      <a:pt x="3711" y="3676"/>
                    </a:cubicBezTo>
                    <a:cubicBezTo>
                      <a:pt x="3706" y="3679"/>
                      <a:pt x="3702" y="3683"/>
                      <a:pt x="3700" y="3687"/>
                    </a:cubicBezTo>
                    <a:cubicBezTo>
                      <a:pt x="3698" y="3689"/>
                      <a:pt x="3698" y="3690"/>
                      <a:pt x="3698" y="3692"/>
                    </a:cubicBezTo>
                    <a:cubicBezTo>
                      <a:pt x="3704" y="3669"/>
                      <a:pt x="3712" y="3647"/>
                      <a:pt x="3722" y="3625"/>
                    </a:cubicBezTo>
                    <a:cubicBezTo>
                      <a:pt x="3757" y="3546"/>
                      <a:pt x="3799" y="3469"/>
                      <a:pt x="3842" y="3392"/>
                    </a:cubicBezTo>
                    <a:cubicBezTo>
                      <a:pt x="3858" y="3364"/>
                      <a:pt x="3867" y="3331"/>
                      <a:pt x="3867" y="3299"/>
                    </a:cubicBezTo>
                    <a:cubicBezTo>
                      <a:pt x="3867" y="3291"/>
                      <a:pt x="3866" y="3283"/>
                      <a:pt x="3865" y="3275"/>
                    </a:cubicBezTo>
                    <a:cubicBezTo>
                      <a:pt x="3855" y="3283"/>
                      <a:pt x="3846" y="3293"/>
                      <a:pt x="3840" y="3304"/>
                    </a:cubicBezTo>
                    <a:cubicBezTo>
                      <a:pt x="3836" y="3310"/>
                      <a:pt x="3834" y="3316"/>
                      <a:pt x="3832" y="3323"/>
                    </a:cubicBezTo>
                    <a:cubicBezTo>
                      <a:pt x="3788" y="3409"/>
                      <a:pt x="3747" y="3497"/>
                      <a:pt x="3703" y="3583"/>
                    </a:cubicBezTo>
                    <a:cubicBezTo>
                      <a:pt x="3694" y="3600"/>
                      <a:pt x="3691" y="3622"/>
                      <a:pt x="3673" y="3633"/>
                    </a:cubicBezTo>
                    <a:cubicBezTo>
                      <a:pt x="3668" y="3613"/>
                      <a:pt x="3682" y="3598"/>
                      <a:pt x="3689" y="3582"/>
                    </a:cubicBezTo>
                    <a:cubicBezTo>
                      <a:pt x="3731" y="3494"/>
                      <a:pt x="3774" y="3406"/>
                      <a:pt x="3816" y="3318"/>
                    </a:cubicBezTo>
                    <a:cubicBezTo>
                      <a:pt x="3818" y="3316"/>
                      <a:pt x="3819" y="3314"/>
                      <a:pt x="3820" y="3312"/>
                    </a:cubicBezTo>
                    <a:cubicBezTo>
                      <a:pt x="3826" y="3301"/>
                      <a:pt x="3830" y="3289"/>
                      <a:pt x="3832" y="3277"/>
                    </a:cubicBezTo>
                    <a:cubicBezTo>
                      <a:pt x="3803" y="3301"/>
                      <a:pt x="3802" y="3342"/>
                      <a:pt x="3770" y="3360"/>
                    </a:cubicBezTo>
                    <a:cubicBezTo>
                      <a:pt x="3770" y="3356"/>
                      <a:pt x="3770" y="3352"/>
                      <a:pt x="3770" y="3349"/>
                    </a:cubicBezTo>
                    <a:cubicBezTo>
                      <a:pt x="3801" y="3292"/>
                      <a:pt x="3831" y="3235"/>
                      <a:pt x="3862" y="3178"/>
                    </a:cubicBezTo>
                    <a:cubicBezTo>
                      <a:pt x="3864" y="3175"/>
                      <a:pt x="3867" y="3173"/>
                      <a:pt x="3869" y="3171"/>
                    </a:cubicBezTo>
                    <a:cubicBezTo>
                      <a:pt x="3896" y="3197"/>
                      <a:pt x="3903" y="3148"/>
                      <a:pt x="3925" y="3155"/>
                    </a:cubicBezTo>
                    <a:cubicBezTo>
                      <a:pt x="3895" y="3199"/>
                      <a:pt x="3864" y="3244"/>
                      <a:pt x="3884" y="3303"/>
                    </a:cubicBezTo>
                    <a:cubicBezTo>
                      <a:pt x="3901" y="3298"/>
                      <a:pt x="3899" y="3275"/>
                      <a:pt x="3917" y="3277"/>
                    </a:cubicBezTo>
                    <a:cubicBezTo>
                      <a:pt x="3924" y="3318"/>
                      <a:pt x="3885" y="3362"/>
                      <a:pt x="3926" y="3404"/>
                    </a:cubicBezTo>
                    <a:cubicBezTo>
                      <a:pt x="3952" y="3353"/>
                      <a:pt x="3979" y="3305"/>
                      <a:pt x="3954" y="3245"/>
                    </a:cubicBezTo>
                    <a:cubicBezTo>
                      <a:pt x="3942" y="3216"/>
                      <a:pt x="3951" y="3180"/>
                      <a:pt x="3923" y="3156"/>
                    </a:cubicBezTo>
                    <a:cubicBezTo>
                      <a:pt x="3933" y="3098"/>
                      <a:pt x="3890" y="3062"/>
                      <a:pt x="3864" y="3013"/>
                    </a:cubicBezTo>
                    <a:cubicBezTo>
                      <a:pt x="3852" y="3028"/>
                      <a:pt x="3841" y="3043"/>
                      <a:pt x="3832" y="3060"/>
                    </a:cubicBezTo>
                    <a:cubicBezTo>
                      <a:pt x="3817" y="3085"/>
                      <a:pt x="3806" y="3113"/>
                      <a:pt x="3797" y="3141"/>
                    </a:cubicBezTo>
                    <a:lnTo>
                      <a:pt x="3754" y="3228"/>
                    </a:lnTo>
                    <a:cubicBezTo>
                      <a:pt x="3748" y="3238"/>
                      <a:pt x="3743" y="3247"/>
                      <a:pt x="3737" y="3257"/>
                    </a:cubicBezTo>
                    <a:cubicBezTo>
                      <a:pt x="3699" y="3322"/>
                      <a:pt x="3666" y="3390"/>
                      <a:pt x="3636" y="3460"/>
                    </a:cubicBezTo>
                    <a:cubicBezTo>
                      <a:pt x="3627" y="3479"/>
                      <a:pt x="3625" y="3502"/>
                      <a:pt x="3605" y="3515"/>
                    </a:cubicBezTo>
                    <a:cubicBezTo>
                      <a:pt x="3605" y="3514"/>
                      <a:pt x="3604" y="3514"/>
                      <a:pt x="3604" y="3513"/>
                    </a:cubicBezTo>
                    <a:cubicBezTo>
                      <a:pt x="3604" y="3499"/>
                      <a:pt x="3608" y="3485"/>
                      <a:pt x="3615" y="3472"/>
                    </a:cubicBezTo>
                    <a:cubicBezTo>
                      <a:pt x="3616" y="3471"/>
                      <a:pt x="3617" y="3470"/>
                      <a:pt x="3618" y="3468"/>
                    </a:cubicBezTo>
                    <a:cubicBezTo>
                      <a:pt x="3681" y="3324"/>
                      <a:pt x="3748" y="3182"/>
                      <a:pt x="3823" y="3044"/>
                    </a:cubicBezTo>
                    <a:cubicBezTo>
                      <a:pt x="3850" y="2997"/>
                      <a:pt x="3848" y="2991"/>
                      <a:pt x="3817" y="2943"/>
                    </a:cubicBezTo>
                    <a:cubicBezTo>
                      <a:pt x="3807" y="2954"/>
                      <a:pt x="3819" y="2977"/>
                      <a:pt x="3811" y="2978"/>
                    </a:cubicBezTo>
                    <a:cubicBezTo>
                      <a:pt x="3773" y="2981"/>
                      <a:pt x="3775" y="3016"/>
                      <a:pt x="3765" y="3036"/>
                    </a:cubicBezTo>
                    <a:cubicBezTo>
                      <a:pt x="3687" y="3187"/>
                      <a:pt x="3622" y="3345"/>
                      <a:pt x="3553" y="3501"/>
                    </a:cubicBezTo>
                    <a:cubicBezTo>
                      <a:pt x="3546" y="3517"/>
                      <a:pt x="3546" y="3537"/>
                      <a:pt x="3526" y="3545"/>
                    </a:cubicBezTo>
                    <a:cubicBezTo>
                      <a:pt x="3539" y="3498"/>
                      <a:pt x="3553" y="3451"/>
                      <a:pt x="3562" y="3403"/>
                    </a:cubicBezTo>
                    <a:cubicBezTo>
                      <a:pt x="3568" y="3379"/>
                      <a:pt x="3576" y="3356"/>
                      <a:pt x="3589" y="3335"/>
                    </a:cubicBezTo>
                    <a:cubicBezTo>
                      <a:pt x="3595" y="3324"/>
                      <a:pt x="3603" y="3313"/>
                      <a:pt x="3611" y="3303"/>
                    </a:cubicBezTo>
                    <a:lnTo>
                      <a:pt x="3625" y="3288"/>
                    </a:lnTo>
                    <a:cubicBezTo>
                      <a:pt x="3629" y="3284"/>
                      <a:pt x="3632" y="3279"/>
                      <a:pt x="3635" y="3274"/>
                    </a:cubicBezTo>
                    <a:cubicBezTo>
                      <a:pt x="3643" y="3259"/>
                      <a:pt x="3648" y="3242"/>
                      <a:pt x="3648" y="3225"/>
                    </a:cubicBezTo>
                    <a:lnTo>
                      <a:pt x="3647" y="3227"/>
                    </a:lnTo>
                    <a:cubicBezTo>
                      <a:pt x="3650" y="3226"/>
                      <a:pt x="3654" y="3225"/>
                      <a:pt x="3656" y="3223"/>
                    </a:cubicBezTo>
                    <a:cubicBezTo>
                      <a:pt x="3695" y="3141"/>
                      <a:pt x="3733" y="3059"/>
                      <a:pt x="3774" y="2978"/>
                    </a:cubicBezTo>
                    <a:cubicBezTo>
                      <a:pt x="3786" y="2953"/>
                      <a:pt x="3774" y="2941"/>
                      <a:pt x="3757" y="2929"/>
                    </a:cubicBezTo>
                    <a:cubicBezTo>
                      <a:pt x="3753" y="2919"/>
                      <a:pt x="3762" y="2907"/>
                      <a:pt x="3748" y="2897"/>
                    </a:cubicBezTo>
                    <a:cubicBezTo>
                      <a:pt x="3709" y="2950"/>
                      <a:pt x="3689" y="3013"/>
                      <a:pt x="3653" y="3069"/>
                    </a:cubicBezTo>
                    <a:cubicBezTo>
                      <a:pt x="3643" y="3055"/>
                      <a:pt x="3653" y="3046"/>
                      <a:pt x="3657" y="3037"/>
                    </a:cubicBezTo>
                    <a:cubicBezTo>
                      <a:pt x="3678" y="2995"/>
                      <a:pt x="3696" y="2953"/>
                      <a:pt x="3719" y="2914"/>
                    </a:cubicBezTo>
                    <a:cubicBezTo>
                      <a:pt x="3722" y="2911"/>
                      <a:pt x="3724" y="2908"/>
                      <a:pt x="3726" y="2905"/>
                    </a:cubicBezTo>
                    <a:cubicBezTo>
                      <a:pt x="3732" y="2893"/>
                      <a:pt x="3736" y="2881"/>
                      <a:pt x="3736" y="2868"/>
                    </a:cubicBezTo>
                    <a:cubicBezTo>
                      <a:pt x="3736" y="2855"/>
                      <a:pt x="3731" y="2842"/>
                      <a:pt x="3726" y="2831"/>
                    </a:cubicBezTo>
                    <a:cubicBezTo>
                      <a:pt x="3721" y="2823"/>
                      <a:pt x="3716" y="2816"/>
                      <a:pt x="3709" y="2811"/>
                    </a:cubicBezTo>
                    <a:cubicBezTo>
                      <a:pt x="3692" y="2823"/>
                      <a:pt x="3688" y="2845"/>
                      <a:pt x="3679" y="2862"/>
                    </a:cubicBezTo>
                    <a:cubicBezTo>
                      <a:pt x="3650" y="2913"/>
                      <a:pt x="3638" y="2971"/>
                      <a:pt x="3603" y="3019"/>
                    </a:cubicBezTo>
                    <a:cubicBezTo>
                      <a:pt x="3598" y="2997"/>
                      <a:pt x="3611" y="2980"/>
                      <a:pt x="3619" y="2962"/>
                    </a:cubicBezTo>
                    <a:cubicBezTo>
                      <a:pt x="3642" y="2909"/>
                      <a:pt x="3667" y="2856"/>
                      <a:pt x="3690" y="2803"/>
                    </a:cubicBezTo>
                    <a:cubicBezTo>
                      <a:pt x="3696" y="2791"/>
                      <a:pt x="3704" y="2777"/>
                      <a:pt x="3683" y="2768"/>
                    </a:cubicBezTo>
                    <a:cubicBezTo>
                      <a:pt x="3682" y="2770"/>
                      <a:pt x="3681" y="2772"/>
                      <a:pt x="3680" y="2774"/>
                    </a:cubicBezTo>
                    <a:cubicBezTo>
                      <a:pt x="3667" y="2796"/>
                      <a:pt x="3657" y="2819"/>
                      <a:pt x="3648" y="2843"/>
                    </a:cubicBezTo>
                    <a:cubicBezTo>
                      <a:pt x="3628" y="2889"/>
                      <a:pt x="3617" y="2939"/>
                      <a:pt x="3591" y="2983"/>
                    </a:cubicBezTo>
                    <a:cubicBezTo>
                      <a:pt x="3591" y="2983"/>
                      <a:pt x="3591" y="2982"/>
                      <a:pt x="3591" y="2981"/>
                    </a:cubicBezTo>
                    <a:cubicBezTo>
                      <a:pt x="3591" y="2960"/>
                      <a:pt x="3596" y="2939"/>
                      <a:pt x="3605" y="2920"/>
                    </a:cubicBezTo>
                    <a:cubicBezTo>
                      <a:pt x="3625" y="2869"/>
                      <a:pt x="3645" y="2818"/>
                      <a:pt x="3666" y="2767"/>
                    </a:cubicBezTo>
                    <a:cubicBezTo>
                      <a:pt x="3673" y="2748"/>
                      <a:pt x="3678" y="2730"/>
                      <a:pt x="3655" y="2716"/>
                    </a:cubicBezTo>
                    <a:cubicBezTo>
                      <a:pt x="3629" y="2757"/>
                      <a:pt x="3623" y="2804"/>
                      <a:pt x="3596" y="2841"/>
                    </a:cubicBezTo>
                    <a:cubicBezTo>
                      <a:pt x="3602" y="2810"/>
                      <a:pt x="3615" y="2782"/>
                      <a:pt x="3622" y="2753"/>
                    </a:cubicBezTo>
                    <a:cubicBezTo>
                      <a:pt x="3629" y="2723"/>
                      <a:pt x="3660" y="2700"/>
                      <a:pt x="3631" y="2671"/>
                    </a:cubicBezTo>
                    <a:cubicBezTo>
                      <a:pt x="3607" y="2681"/>
                      <a:pt x="3617" y="2712"/>
                      <a:pt x="3591" y="2722"/>
                    </a:cubicBezTo>
                    <a:cubicBezTo>
                      <a:pt x="3599" y="2689"/>
                      <a:pt x="3611" y="2658"/>
                      <a:pt x="3628" y="2629"/>
                    </a:cubicBezTo>
                    <a:cubicBezTo>
                      <a:pt x="3629" y="2627"/>
                      <a:pt x="3630" y="2626"/>
                      <a:pt x="3630" y="2625"/>
                    </a:cubicBezTo>
                    <a:cubicBezTo>
                      <a:pt x="3638" y="2641"/>
                      <a:pt x="3632" y="2662"/>
                      <a:pt x="3654" y="2665"/>
                    </a:cubicBezTo>
                    <a:cubicBezTo>
                      <a:pt x="3671" y="2659"/>
                      <a:pt x="3667" y="2633"/>
                      <a:pt x="3688" y="2629"/>
                    </a:cubicBezTo>
                    <a:cubicBezTo>
                      <a:pt x="3688" y="2658"/>
                      <a:pt x="3647" y="2682"/>
                      <a:pt x="3683" y="2714"/>
                    </a:cubicBezTo>
                    <a:cubicBezTo>
                      <a:pt x="3702" y="2698"/>
                      <a:pt x="3702" y="2672"/>
                      <a:pt x="3721" y="2658"/>
                    </a:cubicBezTo>
                    <a:cubicBezTo>
                      <a:pt x="3729" y="2679"/>
                      <a:pt x="3712" y="2691"/>
                      <a:pt x="3707" y="2708"/>
                    </a:cubicBezTo>
                    <a:cubicBezTo>
                      <a:pt x="3702" y="2724"/>
                      <a:pt x="3684" y="2740"/>
                      <a:pt x="3709" y="2758"/>
                    </a:cubicBezTo>
                    <a:cubicBezTo>
                      <a:pt x="3727" y="2728"/>
                      <a:pt x="3757" y="2698"/>
                      <a:pt x="3758" y="2667"/>
                    </a:cubicBezTo>
                    <a:cubicBezTo>
                      <a:pt x="3758" y="2644"/>
                      <a:pt x="3725" y="2618"/>
                      <a:pt x="3706" y="2594"/>
                    </a:cubicBezTo>
                    <a:cubicBezTo>
                      <a:pt x="3692" y="2577"/>
                      <a:pt x="3677" y="2561"/>
                      <a:pt x="3661" y="2545"/>
                    </a:cubicBezTo>
                    <a:cubicBezTo>
                      <a:pt x="3644" y="2523"/>
                      <a:pt x="3623" y="2504"/>
                      <a:pt x="3599" y="2489"/>
                    </a:cubicBezTo>
                    <a:cubicBezTo>
                      <a:pt x="3578" y="2508"/>
                      <a:pt x="3583" y="2540"/>
                      <a:pt x="3556" y="2551"/>
                    </a:cubicBezTo>
                    <a:cubicBezTo>
                      <a:pt x="3559" y="2521"/>
                      <a:pt x="3585" y="2498"/>
                      <a:pt x="3581" y="2457"/>
                    </a:cubicBezTo>
                    <a:lnTo>
                      <a:pt x="3549" y="2490"/>
                    </a:lnTo>
                    <a:cubicBezTo>
                      <a:pt x="3566" y="2433"/>
                      <a:pt x="3564" y="2427"/>
                      <a:pt x="3503" y="2388"/>
                    </a:cubicBezTo>
                    <a:cubicBezTo>
                      <a:pt x="3496" y="2372"/>
                      <a:pt x="3487" y="2362"/>
                      <a:pt x="3475" y="2383"/>
                    </a:cubicBezTo>
                    <a:cubicBezTo>
                      <a:pt x="3467" y="2407"/>
                      <a:pt x="3458" y="2430"/>
                      <a:pt x="3447" y="2452"/>
                    </a:cubicBezTo>
                    <a:cubicBezTo>
                      <a:pt x="3447" y="2427"/>
                      <a:pt x="3452" y="2402"/>
                      <a:pt x="3461" y="2378"/>
                    </a:cubicBezTo>
                    <a:cubicBezTo>
                      <a:pt x="3464" y="2365"/>
                      <a:pt x="3467" y="2355"/>
                      <a:pt x="3455" y="2343"/>
                    </a:cubicBezTo>
                    <a:cubicBezTo>
                      <a:pt x="3437" y="2327"/>
                      <a:pt x="3417" y="2313"/>
                      <a:pt x="3396" y="2301"/>
                    </a:cubicBezTo>
                    <a:cubicBezTo>
                      <a:pt x="3353" y="2276"/>
                      <a:pt x="3304" y="2260"/>
                      <a:pt x="3254" y="2255"/>
                    </a:cubicBezTo>
                    <a:lnTo>
                      <a:pt x="3338" y="2354"/>
                    </a:lnTo>
                    <a:lnTo>
                      <a:pt x="3358" y="2290"/>
                    </a:lnTo>
                    <a:cubicBezTo>
                      <a:pt x="3361" y="2298"/>
                      <a:pt x="3363" y="2305"/>
                      <a:pt x="3363" y="2313"/>
                    </a:cubicBezTo>
                    <a:cubicBezTo>
                      <a:pt x="3363" y="2321"/>
                      <a:pt x="3361" y="2329"/>
                      <a:pt x="3358" y="2336"/>
                    </a:cubicBezTo>
                    <a:cubicBezTo>
                      <a:pt x="3348" y="2382"/>
                      <a:pt x="3350" y="2386"/>
                      <a:pt x="3392" y="2415"/>
                    </a:cubicBezTo>
                    <a:cubicBezTo>
                      <a:pt x="3391" y="2417"/>
                      <a:pt x="3391" y="2419"/>
                      <a:pt x="3391" y="2421"/>
                    </a:cubicBezTo>
                    <a:cubicBezTo>
                      <a:pt x="3391" y="2423"/>
                      <a:pt x="3390" y="2425"/>
                      <a:pt x="3392" y="2427"/>
                    </a:cubicBezTo>
                    <a:cubicBezTo>
                      <a:pt x="3392" y="2428"/>
                      <a:pt x="3394" y="2429"/>
                      <a:pt x="3395" y="2430"/>
                    </a:cubicBezTo>
                    <a:cubicBezTo>
                      <a:pt x="3403" y="2437"/>
                      <a:pt x="3408" y="2433"/>
                      <a:pt x="3410" y="2425"/>
                    </a:cubicBezTo>
                    <a:cubicBezTo>
                      <a:pt x="3416" y="2398"/>
                      <a:pt x="3422" y="2373"/>
                      <a:pt x="3428" y="2348"/>
                    </a:cubicBezTo>
                    <a:cubicBezTo>
                      <a:pt x="3430" y="2356"/>
                      <a:pt x="3431" y="2365"/>
                      <a:pt x="3431" y="2374"/>
                    </a:cubicBezTo>
                    <a:cubicBezTo>
                      <a:pt x="3431" y="2384"/>
                      <a:pt x="3429" y="2395"/>
                      <a:pt x="3426" y="2406"/>
                    </a:cubicBezTo>
                    <a:cubicBezTo>
                      <a:pt x="3422" y="2422"/>
                      <a:pt x="3419" y="2438"/>
                      <a:pt x="3418" y="2454"/>
                    </a:cubicBezTo>
                    <a:cubicBezTo>
                      <a:pt x="3418" y="2471"/>
                      <a:pt x="3428" y="2481"/>
                      <a:pt x="3448" y="2474"/>
                    </a:cubicBezTo>
                    <a:cubicBezTo>
                      <a:pt x="3448" y="2487"/>
                      <a:pt x="3440" y="2506"/>
                      <a:pt x="3467" y="2503"/>
                    </a:cubicBezTo>
                    <a:cubicBezTo>
                      <a:pt x="3465" y="2512"/>
                      <a:pt x="3464" y="2521"/>
                      <a:pt x="3464" y="2530"/>
                    </a:cubicBezTo>
                    <a:cubicBezTo>
                      <a:pt x="3464" y="2548"/>
                      <a:pt x="3468" y="2565"/>
                      <a:pt x="3475" y="2581"/>
                    </a:cubicBezTo>
                    <a:cubicBezTo>
                      <a:pt x="3479" y="2594"/>
                      <a:pt x="3491" y="2613"/>
                      <a:pt x="3464" y="2619"/>
                    </a:cubicBezTo>
                    <a:lnTo>
                      <a:pt x="3457" y="2597"/>
                    </a:lnTo>
                    <a:cubicBezTo>
                      <a:pt x="3450" y="2575"/>
                      <a:pt x="3441" y="2553"/>
                      <a:pt x="3431" y="2532"/>
                    </a:cubicBezTo>
                    <a:cubicBezTo>
                      <a:pt x="3374" y="2436"/>
                      <a:pt x="3295" y="2355"/>
                      <a:pt x="3201" y="2295"/>
                    </a:cubicBezTo>
                    <a:cubicBezTo>
                      <a:pt x="3180" y="2251"/>
                      <a:pt x="3138" y="2289"/>
                      <a:pt x="3111" y="2269"/>
                    </a:cubicBezTo>
                    <a:cubicBezTo>
                      <a:pt x="3108" y="2283"/>
                      <a:pt x="3125" y="2287"/>
                      <a:pt x="3123" y="2299"/>
                    </a:cubicBezTo>
                    <a:lnTo>
                      <a:pt x="3124" y="2299"/>
                    </a:lnTo>
                    <a:cubicBezTo>
                      <a:pt x="3097" y="2298"/>
                      <a:pt x="3086" y="2273"/>
                      <a:pt x="3069" y="2259"/>
                    </a:cubicBezTo>
                    <a:cubicBezTo>
                      <a:pt x="3056" y="2248"/>
                      <a:pt x="3048" y="2229"/>
                      <a:pt x="3020" y="2232"/>
                    </a:cubicBezTo>
                    <a:lnTo>
                      <a:pt x="3082" y="2302"/>
                    </a:lnTo>
                    <a:cubicBezTo>
                      <a:pt x="3018" y="2266"/>
                      <a:pt x="2983" y="2197"/>
                      <a:pt x="2907" y="2169"/>
                    </a:cubicBezTo>
                    <a:cubicBezTo>
                      <a:pt x="2915" y="2202"/>
                      <a:pt x="2951" y="2210"/>
                      <a:pt x="2950" y="2243"/>
                    </a:cubicBezTo>
                    <a:cubicBezTo>
                      <a:pt x="2890" y="2156"/>
                      <a:pt x="2799" y="2104"/>
                      <a:pt x="2724" y="2034"/>
                    </a:cubicBezTo>
                    <a:cubicBezTo>
                      <a:pt x="2714" y="2022"/>
                      <a:pt x="2702" y="2012"/>
                      <a:pt x="2688" y="2004"/>
                    </a:cubicBezTo>
                    <a:cubicBezTo>
                      <a:pt x="2683" y="2001"/>
                      <a:pt x="2678" y="1998"/>
                      <a:pt x="2672" y="1996"/>
                    </a:cubicBezTo>
                    <a:cubicBezTo>
                      <a:pt x="2684" y="2031"/>
                      <a:pt x="2718" y="2045"/>
                      <a:pt x="2723" y="2077"/>
                    </a:cubicBezTo>
                    <a:cubicBezTo>
                      <a:pt x="2673" y="2047"/>
                      <a:pt x="2644" y="1998"/>
                      <a:pt x="2611" y="1952"/>
                    </a:cubicBezTo>
                    <a:cubicBezTo>
                      <a:pt x="2593" y="1925"/>
                      <a:pt x="2572" y="1900"/>
                      <a:pt x="2549" y="1878"/>
                    </a:cubicBezTo>
                    <a:cubicBezTo>
                      <a:pt x="2521" y="1851"/>
                      <a:pt x="2487" y="1830"/>
                      <a:pt x="2458" y="1806"/>
                    </a:cubicBezTo>
                    <a:cubicBezTo>
                      <a:pt x="2408" y="1765"/>
                      <a:pt x="2365" y="1716"/>
                      <a:pt x="2330" y="1662"/>
                    </a:cubicBezTo>
                    <a:cubicBezTo>
                      <a:pt x="2345" y="1657"/>
                      <a:pt x="2352" y="1668"/>
                      <a:pt x="2360" y="1674"/>
                    </a:cubicBezTo>
                    <a:cubicBezTo>
                      <a:pt x="2424" y="1723"/>
                      <a:pt x="2484" y="1777"/>
                      <a:pt x="2540" y="1835"/>
                    </a:cubicBezTo>
                    <a:cubicBezTo>
                      <a:pt x="2623" y="1921"/>
                      <a:pt x="2711" y="1999"/>
                      <a:pt x="2848" y="2017"/>
                    </a:cubicBezTo>
                    <a:cubicBezTo>
                      <a:pt x="2835" y="2010"/>
                      <a:pt x="2822" y="2003"/>
                      <a:pt x="2810" y="1996"/>
                    </a:cubicBezTo>
                    <a:cubicBezTo>
                      <a:pt x="2766" y="1970"/>
                      <a:pt x="2726" y="1940"/>
                      <a:pt x="2689" y="1905"/>
                    </a:cubicBezTo>
                    <a:cubicBezTo>
                      <a:pt x="2612" y="1824"/>
                      <a:pt x="2533" y="1745"/>
                      <a:pt x="2457" y="1662"/>
                    </a:cubicBezTo>
                    <a:cubicBezTo>
                      <a:pt x="2401" y="1602"/>
                      <a:pt x="2340" y="1545"/>
                      <a:pt x="2275" y="1494"/>
                    </a:cubicBezTo>
                    <a:cubicBezTo>
                      <a:pt x="2137" y="1385"/>
                      <a:pt x="1988" y="1290"/>
                      <a:pt x="1855" y="1174"/>
                    </a:cubicBezTo>
                    <a:cubicBezTo>
                      <a:pt x="1759" y="1086"/>
                      <a:pt x="1656" y="1006"/>
                      <a:pt x="1546" y="936"/>
                    </a:cubicBezTo>
                    <a:cubicBezTo>
                      <a:pt x="1521" y="921"/>
                      <a:pt x="1499" y="901"/>
                      <a:pt x="1476" y="883"/>
                    </a:cubicBezTo>
                    <a:cubicBezTo>
                      <a:pt x="1399" y="827"/>
                      <a:pt x="1335" y="751"/>
                      <a:pt x="1233" y="734"/>
                    </a:cubicBezTo>
                    <a:cubicBezTo>
                      <a:pt x="1197" y="728"/>
                      <a:pt x="1166" y="705"/>
                      <a:pt x="1129" y="695"/>
                    </a:cubicBezTo>
                    <a:cubicBezTo>
                      <a:pt x="1092" y="685"/>
                      <a:pt x="1069" y="648"/>
                      <a:pt x="1041" y="622"/>
                    </a:cubicBezTo>
                    <a:cubicBezTo>
                      <a:pt x="1034" y="616"/>
                      <a:pt x="1020" y="611"/>
                      <a:pt x="1030" y="596"/>
                    </a:cubicBezTo>
                    <a:cubicBezTo>
                      <a:pt x="1066" y="601"/>
                      <a:pt x="1092" y="625"/>
                      <a:pt x="1124" y="641"/>
                    </a:cubicBezTo>
                    <a:cubicBezTo>
                      <a:pt x="1121" y="635"/>
                      <a:pt x="1118" y="629"/>
                      <a:pt x="1115" y="623"/>
                    </a:cubicBezTo>
                    <a:cubicBezTo>
                      <a:pt x="1105" y="606"/>
                      <a:pt x="1090" y="591"/>
                      <a:pt x="1073" y="581"/>
                    </a:cubicBezTo>
                    <a:cubicBezTo>
                      <a:pt x="1024" y="550"/>
                      <a:pt x="981" y="508"/>
                      <a:pt x="924" y="492"/>
                    </a:cubicBezTo>
                    <a:cubicBezTo>
                      <a:pt x="899" y="485"/>
                      <a:pt x="900" y="465"/>
                      <a:pt x="913" y="454"/>
                    </a:cubicBezTo>
                    <a:cubicBezTo>
                      <a:pt x="937" y="432"/>
                      <a:pt x="963" y="413"/>
                      <a:pt x="991" y="396"/>
                    </a:cubicBezTo>
                    <a:cubicBezTo>
                      <a:pt x="1009" y="386"/>
                      <a:pt x="1027" y="378"/>
                      <a:pt x="1046" y="370"/>
                    </a:cubicBezTo>
                    <a:cubicBezTo>
                      <a:pt x="1027" y="387"/>
                      <a:pt x="1007" y="403"/>
                      <a:pt x="986" y="417"/>
                    </a:cubicBezTo>
                    <a:cubicBezTo>
                      <a:pt x="962" y="433"/>
                      <a:pt x="941" y="453"/>
                      <a:pt x="926" y="477"/>
                    </a:cubicBezTo>
                    <a:cubicBezTo>
                      <a:pt x="967" y="479"/>
                      <a:pt x="982" y="446"/>
                      <a:pt x="1007" y="431"/>
                    </a:cubicBezTo>
                    <a:cubicBezTo>
                      <a:pt x="1032" y="416"/>
                      <a:pt x="1052" y="391"/>
                      <a:pt x="1088" y="378"/>
                    </a:cubicBezTo>
                    <a:cubicBezTo>
                      <a:pt x="1065" y="415"/>
                      <a:pt x="1025" y="425"/>
                      <a:pt x="1009" y="467"/>
                    </a:cubicBezTo>
                    <a:cubicBezTo>
                      <a:pt x="1051" y="451"/>
                      <a:pt x="1073" y="420"/>
                      <a:pt x="1110" y="412"/>
                    </a:cubicBezTo>
                    <a:cubicBezTo>
                      <a:pt x="1087" y="436"/>
                      <a:pt x="1061" y="454"/>
                      <a:pt x="1037" y="475"/>
                    </a:cubicBezTo>
                    <a:cubicBezTo>
                      <a:pt x="1027" y="484"/>
                      <a:pt x="996" y="489"/>
                      <a:pt x="1013" y="509"/>
                    </a:cubicBezTo>
                    <a:cubicBezTo>
                      <a:pt x="1030" y="529"/>
                      <a:pt x="1038" y="499"/>
                      <a:pt x="1051" y="492"/>
                    </a:cubicBezTo>
                    <a:cubicBezTo>
                      <a:pt x="1072" y="480"/>
                      <a:pt x="1084" y="452"/>
                      <a:pt x="1121" y="445"/>
                    </a:cubicBezTo>
                    <a:lnTo>
                      <a:pt x="1036" y="534"/>
                    </a:lnTo>
                    <a:cubicBezTo>
                      <a:pt x="1101" y="520"/>
                      <a:pt x="1124" y="466"/>
                      <a:pt x="1172" y="445"/>
                    </a:cubicBezTo>
                    <a:cubicBezTo>
                      <a:pt x="1174" y="463"/>
                      <a:pt x="1158" y="467"/>
                      <a:pt x="1153" y="477"/>
                    </a:cubicBezTo>
                    <a:cubicBezTo>
                      <a:pt x="1139" y="510"/>
                      <a:pt x="1172" y="477"/>
                      <a:pt x="1172" y="497"/>
                    </a:cubicBezTo>
                    <a:cubicBezTo>
                      <a:pt x="1161" y="508"/>
                      <a:pt x="1148" y="522"/>
                      <a:pt x="1134" y="535"/>
                    </a:cubicBezTo>
                    <a:cubicBezTo>
                      <a:pt x="1128" y="542"/>
                      <a:pt x="1119" y="548"/>
                      <a:pt x="1110" y="541"/>
                    </a:cubicBezTo>
                    <a:cubicBezTo>
                      <a:pt x="1095" y="528"/>
                      <a:pt x="1086" y="538"/>
                      <a:pt x="1081" y="549"/>
                    </a:cubicBezTo>
                    <a:cubicBezTo>
                      <a:pt x="1076" y="561"/>
                      <a:pt x="1090" y="567"/>
                      <a:pt x="1098" y="573"/>
                    </a:cubicBezTo>
                    <a:cubicBezTo>
                      <a:pt x="1116" y="585"/>
                      <a:pt x="1129" y="576"/>
                      <a:pt x="1142" y="564"/>
                    </a:cubicBezTo>
                    <a:cubicBezTo>
                      <a:pt x="1167" y="541"/>
                      <a:pt x="1192" y="518"/>
                      <a:pt x="1217" y="495"/>
                    </a:cubicBezTo>
                    <a:cubicBezTo>
                      <a:pt x="1209" y="533"/>
                      <a:pt x="1175" y="551"/>
                      <a:pt x="1157" y="581"/>
                    </a:cubicBezTo>
                    <a:cubicBezTo>
                      <a:pt x="1177" y="590"/>
                      <a:pt x="1183" y="561"/>
                      <a:pt x="1202" y="569"/>
                    </a:cubicBezTo>
                    <a:cubicBezTo>
                      <a:pt x="1202" y="590"/>
                      <a:pt x="1171" y="593"/>
                      <a:pt x="1171" y="622"/>
                    </a:cubicBezTo>
                    <a:cubicBezTo>
                      <a:pt x="1209" y="607"/>
                      <a:pt x="1231" y="574"/>
                      <a:pt x="1267" y="558"/>
                    </a:cubicBezTo>
                    <a:cubicBezTo>
                      <a:pt x="1263" y="577"/>
                      <a:pt x="1256" y="596"/>
                      <a:pt x="1246" y="613"/>
                    </a:cubicBezTo>
                    <a:cubicBezTo>
                      <a:pt x="1240" y="623"/>
                      <a:pt x="1234" y="632"/>
                      <a:pt x="1226" y="641"/>
                    </a:cubicBezTo>
                    <a:cubicBezTo>
                      <a:pt x="1244" y="654"/>
                      <a:pt x="1258" y="655"/>
                      <a:pt x="1268" y="641"/>
                    </a:cubicBezTo>
                    <a:cubicBezTo>
                      <a:pt x="1274" y="634"/>
                      <a:pt x="1280" y="626"/>
                      <a:pt x="1284" y="618"/>
                    </a:cubicBezTo>
                    <a:cubicBezTo>
                      <a:pt x="1295" y="599"/>
                      <a:pt x="1302" y="578"/>
                      <a:pt x="1303" y="556"/>
                    </a:cubicBezTo>
                    <a:cubicBezTo>
                      <a:pt x="1303" y="523"/>
                      <a:pt x="1303" y="490"/>
                      <a:pt x="1303" y="457"/>
                    </a:cubicBezTo>
                    <a:cubicBezTo>
                      <a:pt x="1315" y="454"/>
                      <a:pt x="1330" y="457"/>
                      <a:pt x="1331" y="439"/>
                    </a:cubicBezTo>
                    <a:cubicBezTo>
                      <a:pt x="1332" y="436"/>
                      <a:pt x="1332" y="433"/>
                      <a:pt x="1332" y="430"/>
                    </a:cubicBezTo>
                    <a:cubicBezTo>
                      <a:pt x="1332" y="407"/>
                      <a:pt x="1329" y="385"/>
                      <a:pt x="1322" y="363"/>
                    </a:cubicBezTo>
                    <a:cubicBezTo>
                      <a:pt x="1320" y="353"/>
                      <a:pt x="1311" y="350"/>
                      <a:pt x="1301" y="354"/>
                    </a:cubicBezTo>
                    <a:cubicBezTo>
                      <a:pt x="1291" y="358"/>
                      <a:pt x="1280" y="361"/>
                      <a:pt x="1269" y="363"/>
                    </a:cubicBezTo>
                    <a:cubicBezTo>
                      <a:pt x="1201" y="369"/>
                      <a:pt x="1131" y="383"/>
                      <a:pt x="1077" y="322"/>
                    </a:cubicBezTo>
                    <a:cubicBezTo>
                      <a:pt x="1087" y="322"/>
                      <a:pt x="1100" y="329"/>
                      <a:pt x="1105" y="315"/>
                    </a:cubicBezTo>
                    <a:cubicBezTo>
                      <a:pt x="1116" y="291"/>
                      <a:pt x="1121" y="266"/>
                      <a:pt x="1121" y="239"/>
                    </a:cubicBezTo>
                    <a:cubicBezTo>
                      <a:pt x="1121" y="225"/>
                      <a:pt x="1120" y="211"/>
                      <a:pt x="1116" y="197"/>
                    </a:cubicBezTo>
                    <a:lnTo>
                      <a:pt x="1037" y="233"/>
                    </a:lnTo>
                    <a:cubicBezTo>
                      <a:pt x="1052" y="261"/>
                      <a:pt x="1064" y="290"/>
                      <a:pt x="1072" y="320"/>
                    </a:cubicBezTo>
                    <a:cubicBezTo>
                      <a:pt x="1063" y="314"/>
                      <a:pt x="1055" y="306"/>
                      <a:pt x="1050" y="297"/>
                    </a:cubicBezTo>
                    <a:cubicBezTo>
                      <a:pt x="1045" y="289"/>
                      <a:pt x="1042" y="280"/>
                      <a:pt x="1042" y="271"/>
                    </a:cubicBezTo>
                    <a:cubicBezTo>
                      <a:pt x="1039" y="258"/>
                      <a:pt x="987" y="280"/>
                      <a:pt x="1023" y="244"/>
                    </a:cubicBezTo>
                    <a:cubicBezTo>
                      <a:pt x="1025" y="243"/>
                      <a:pt x="1017" y="238"/>
                      <a:pt x="1012" y="236"/>
                    </a:cubicBezTo>
                    <a:cubicBezTo>
                      <a:pt x="955" y="218"/>
                      <a:pt x="954" y="216"/>
                      <a:pt x="966" y="157"/>
                    </a:cubicBezTo>
                    <a:cubicBezTo>
                      <a:pt x="971" y="139"/>
                      <a:pt x="973" y="121"/>
                      <a:pt x="973" y="102"/>
                    </a:cubicBezTo>
                    <a:cubicBezTo>
                      <a:pt x="973" y="93"/>
                      <a:pt x="972" y="84"/>
                      <a:pt x="971" y="75"/>
                    </a:cubicBezTo>
                    <a:cubicBezTo>
                      <a:pt x="949" y="79"/>
                      <a:pt x="946" y="105"/>
                      <a:pt x="926" y="106"/>
                    </a:cubicBezTo>
                    <a:moveTo>
                      <a:pt x="3286" y="4335"/>
                    </a:moveTo>
                    <a:cubicBezTo>
                      <a:pt x="3293" y="4334"/>
                      <a:pt x="3300" y="4331"/>
                      <a:pt x="3306" y="4328"/>
                    </a:cubicBezTo>
                    <a:cubicBezTo>
                      <a:pt x="3315" y="4322"/>
                      <a:pt x="3323" y="4315"/>
                      <a:pt x="3328" y="4307"/>
                    </a:cubicBezTo>
                    <a:cubicBezTo>
                      <a:pt x="3329" y="4305"/>
                      <a:pt x="3329" y="4304"/>
                      <a:pt x="3330" y="4302"/>
                    </a:cubicBezTo>
                    <a:cubicBezTo>
                      <a:pt x="3346" y="4296"/>
                      <a:pt x="3362" y="4289"/>
                      <a:pt x="3377" y="4280"/>
                    </a:cubicBezTo>
                    <a:cubicBezTo>
                      <a:pt x="3405" y="4264"/>
                      <a:pt x="3430" y="4244"/>
                      <a:pt x="3451" y="4219"/>
                    </a:cubicBezTo>
                    <a:cubicBezTo>
                      <a:pt x="3414" y="4237"/>
                      <a:pt x="3386" y="4254"/>
                      <a:pt x="3356" y="4265"/>
                    </a:cubicBezTo>
                    <a:cubicBezTo>
                      <a:pt x="3353" y="4266"/>
                      <a:pt x="3351" y="4266"/>
                      <a:pt x="3348" y="4268"/>
                    </a:cubicBezTo>
                    <a:cubicBezTo>
                      <a:pt x="3342" y="4270"/>
                      <a:pt x="3338" y="4275"/>
                      <a:pt x="3335" y="4281"/>
                    </a:cubicBezTo>
                    <a:cubicBezTo>
                      <a:pt x="3332" y="4286"/>
                      <a:pt x="3330" y="4293"/>
                      <a:pt x="3330" y="4299"/>
                    </a:cubicBezTo>
                    <a:cubicBezTo>
                      <a:pt x="3330" y="4301"/>
                      <a:pt x="3331" y="4302"/>
                      <a:pt x="3331" y="4303"/>
                    </a:cubicBezTo>
                    <a:cubicBezTo>
                      <a:pt x="3323" y="4304"/>
                      <a:pt x="3316" y="4306"/>
                      <a:pt x="3310" y="4310"/>
                    </a:cubicBezTo>
                    <a:cubicBezTo>
                      <a:pt x="3302" y="4315"/>
                      <a:pt x="3295" y="4321"/>
                      <a:pt x="3291" y="4329"/>
                    </a:cubicBezTo>
                    <a:cubicBezTo>
                      <a:pt x="3289" y="4332"/>
                      <a:pt x="3288" y="4334"/>
                      <a:pt x="3287" y="4337"/>
                    </a:cubicBezTo>
                    <a:cubicBezTo>
                      <a:pt x="3266" y="4334"/>
                      <a:pt x="3256" y="4347"/>
                      <a:pt x="3248" y="4363"/>
                    </a:cubicBezTo>
                    <a:cubicBezTo>
                      <a:pt x="3264" y="4359"/>
                      <a:pt x="3280" y="4354"/>
                      <a:pt x="3286" y="4335"/>
                    </a:cubicBezTo>
                    <a:moveTo>
                      <a:pt x="2719" y="3830"/>
                    </a:moveTo>
                    <a:cubicBezTo>
                      <a:pt x="2729" y="3820"/>
                      <a:pt x="2743" y="3835"/>
                      <a:pt x="2754" y="3825"/>
                    </a:cubicBezTo>
                    <a:cubicBezTo>
                      <a:pt x="2761" y="3820"/>
                      <a:pt x="2769" y="3814"/>
                      <a:pt x="2766" y="3804"/>
                    </a:cubicBezTo>
                    <a:lnTo>
                      <a:pt x="2766" y="3803"/>
                    </a:lnTo>
                    <a:cubicBezTo>
                      <a:pt x="2764" y="3800"/>
                      <a:pt x="2761" y="3796"/>
                      <a:pt x="2758" y="3795"/>
                    </a:cubicBezTo>
                    <a:cubicBezTo>
                      <a:pt x="2757" y="3794"/>
                      <a:pt x="2756" y="3794"/>
                      <a:pt x="2755" y="3794"/>
                    </a:cubicBezTo>
                    <a:cubicBezTo>
                      <a:pt x="2752" y="3792"/>
                      <a:pt x="2749" y="3792"/>
                      <a:pt x="2747" y="3792"/>
                    </a:cubicBezTo>
                    <a:cubicBezTo>
                      <a:pt x="2744" y="3792"/>
                      <a:pt x="2742" y="3792"/>
                      <a:pt x="2740" y="3794"/>
                    </a:cubicBezTo>
                    <a:cubicBezTo>
                      <a:pt x="2737" y="3795"/>
                      <a:pt x="2736" y="3796"/>
                      <a:pt x="2735" y="3799"/>
                    </a:cubicBezTo>
                    <a:cubicBezTo>
                      <a:pt x="2734" y="3800"/>
                      <a:pt x="2734" y="3801"/>
                      <a:pt x="2734" y="3802"/>
                    </a:cubicBezTo>
                    <a:cubicBezTo>
                      <a:pt x="2730" y="3812"/>
                      <a:pt x="2724" y="3821"/>
                      <a:pt x="2719" y="3831"/>
                    </a:cubicBezTo>
                    <a:cubicBezTo>
                      <a:pt x="2719" y="3810"/>
                      <a:pt x="2738" y="3785"/>
                      <a:pt x="2707" y="3770"/>
                    </a:cubicBezTo>
                    <a:cubicBezTo>
                      <a:pt x="2698" y="3766"/>
                      <a:pt x="2688" y="3758"/>
                      <a:pt x="2681" y="3772"/>
                    </a:cubicBezTo>
                    <a:cubicBezTo>
                      <a:pt x="2674" y="3786"/>
                      <a:pt x="2670" y="3794"/>
                      <a:pt x="2685" y="3804"/>
                    </a:cubicBezTo>
                    <a:cubicBezTo>
                      <a:pt x="2699" y="3813"/>
                      <a:pt x="2717" y="3809"/>
                      <a:pt x="2719" y="3830"/>
                    </a:cubicBezTo>
                    <a:moveTo>
                      <a:pt x="2409" y="4398"/>
                    </a:moveTo>
                    <a:cubicBezTo>
                      <a:pt x="2398" y="4406"/>
                      <a:pt x="2409" y="4367"/>
                      <a:pt x="2392" y="4389"/>
                    </a:cubicBezTo>
                    <a:cubicBezTo>
                      <a:pt x="2389" y="4393"/>
                      <a:pt x="2386" y="4397"/>
                      <a:pt x="2384" y="4401"/>
                    </a:cubicBezTo>
                    <a:cubicBezTo>
                      <a:pt x="2379" y="4410"/>
                      <a:pt x="2376" y="4420"/>
                      <a:pt x="2376" y="4430"/>
                    </a:cubicBezTo>
                    <a:lnTo>
                      <a:pt x="2376" y="4431"/>
                    </a:lnTo>
                    <a:cubicBezTo>
                      <a:pt x="2394" y="4424"/>
                      <a:pt x="2391" y="4399"/>
                      <a:pt x="2411" y="4396"/>
                    </a:cubicBezTo>
                    <a:cubicBezTo>
                      <a:pt x="2409" y="4415"/>
                      <a:pt x="2393" y="4431"/>
                      <a:pt x="2396" y="4453"/>
                    </a:cubicBezTo>
                    <a:cubicBezTo>
                      <a:pt x="2398" y="4452"/>
                      <a:pt x="2400" y="4450"/>
                      <a:pt x="2401" y="4450"/>
                    </a:cubicBezTo>
                    <a:cubicBezTo>
                      <a:pt x="2409" y="4445"/>
                      <a:pt x="2415" y="4439"/>
                      <a:pt x="2420" y="4431"/>
                    </a:cubicBezTo>
                    <a:lnTo>
                      <a:pt x="2421" y="4430"/>
                    </a:lnTo>
                    <a:cubicBezTo>
                      <a:pt x="2445" y="4401"/>
                      <a:pt x="2465" y="4369"/>
                      <a:pt x="2485" y="4337"/>
                    </a:cubicBezTo>
                    <a:cubicBezTo>
                      <a:pt x="2487" y="4332"/>
                      <a:pt x="2490" y="4329"/>
                      <a:pt x="2492" y="4324"/>
                    </a:cubicBezTo>
                    <a:cubicBezTo>
                      <a:pt x="2493" y="4324"/>
                      <a:pt x="2494" y="4323"/>
                      <a:pt x="2496" y="4323"/>
                    </a:cubicBezTo>
                    <a:cubicBezTo>
                      <a:pt x="2515" y="4311"/>
                      <a:pt x="2531" y="4295"/>
                      <a:pt x="2542" y="4276"/>
                    </a:cubicBezTo>
                    <a:cubicBezTo>
                      <a:pt x="2547" y="4268"/>
                      <a:pt x="2550" y="4260"/>
                      <a:pt x="2553" y="4251"/>
                    </a:cubicBezTo>
                    <a:cubicBezTo>
                      <a:pt x="2571" y="4209"/>
                      <a:pt x="2588" y="4165"/>
                      <a:pt x="2603" y="4122"/>
                    </a:cubicBezTo>
                    <a:cubicBezTo>
                      <a:pt x="2606" y="4113"/>
                      <a:pt x="2618" y="4102"/>
                      <a:pt x="2603" y="4089"/>
                    </a:cubicBezTo>
                    <a:cubicBezTo>
                      <a:pt x="2561" y="4165"/>
                      <a:pt x="2524" y="4243"/>
                      <a:pt x="2493" y="4324"/>
                    </a:cubicBezTo>
                    <a:cubicBezTo>
                      <a:pt x="2492" y="4324"/>
                      <a:pt x="2490" y="4324"/>
                      <a:pt x="2488" y="4324"/>
                    </a:cubicBezTo>
                    <a:cubicBezTo>
                      <a:pt x="2477" y="4324"/>
                      <a:pt x="2465" y="4327"/>
                      <a:pt x="2455" y="4333"/>
                    </a:cubicBezTo>
                    <a:cubicBezTo>
                      <a:pt x="2445" y="4338"/>
                      <a:pt x="2437" y="4347"/>
                      <a:pt x="2431" y="4357"/>
                    </a:cubicBezTo>
                    <a:cubicBezTo>
                      <a:pt x="2428" y="4362"/>
                      <a:pt x="2426" y="4367"/>
                      <a:pt x="2425" y="4373"/>
                    </a:cubicBezTo>
                    <a:cubicBezTo>
                      <a:pt x="2423" y="4376"/>
                      <a:pt x="2422" y="4379"/>
                      <a:pt x="2420" y="4382"/>
                    </a:cubicBezTo>
                    <a:cubicBezTo>
                      <a:pt x="2417" y="4388"/>
                      <a:pt x="2413" y="4393"/>
                      <a:pt x="2409" y="4398"/>
                    </a:cubicBezTo>
                    <a:moveTo>
                      <a:pt x="3069" y="3908"/>
                    </a:moveTo>
                    <a:cubicBezTo>
                      <a:pt x="3058" y="3925"/>
                      <a:pt x="3054" y="3954"/>
                      <a:pt x="3024" y="3928"/>
                    </a:cubicBezTo>
                    <a:cubicBezTo>
                      <a:pt x="3023" y="3927"/>
                      <a:pt x="3021" y="3926"/>
                      <a:pt x="3020" y="3925"/>
                    </a:cubicBezTo>
                    <a:cubicBezTo>
                      <a:pt x="3012" y="3920"/>
                      <a:pt x="3003" y="3917"/>
                      <a:pt x="2994" y="3915"/>
                    </a:cubicBezTo>
                    <a:cubicBezTo>
                      <a:pt x="2958" y="3900"/>
                      <a:pt x="2921" y="3890"/>
                      <a:pt x="2882" y="3886"/>
                    </a:cubicBezTo>
                    <a:cubicBezTo>
                      <a:pt x="2948" y="3926"/>
                      <a:pt x="3044" y="3958"/>
                      <a:pt x="3092" y="3956"/>
                    </a:cubicBezTo>
                    <a:cubicBezTo>
                      <a:pt x="3092" y="3945"/>
                      <a:pt x="3089" y="3935"/>
                      <a:pt x="3083" y="3925"/>
                    </a:cubicBezTo>
                    <a:cubicBezTo>
                      <a:pt x="3079" y="3918"/>
                      <a:pt x="3073" y="3912"/>
                      <a:pt x="3067" y="3907"/>
                    </a:cubicBezTo>
                    <a:cubicBezTo>
                      <a:pt x="3075" y="3902"/>
                      <a:pt x="3089" y="3911"/>
                      <a:pt x="3093" y="3897"/>
                    </a:cubicBezTo>
                    <a:cubicBezTo>
                      <a:pt x="3085" y="3884"/>
                      <a:pt x="3071" y="3873"/>
                      <a:pt x="3059" y="3882"/>
                    </a:cubicBezTo>
                    <a:cubicBezTo>
                      <a:pt x="3047" y="3890"/>
                      <a:pt x="3069" y="3898"/>
                      <a:pt x="3069" y="3908"/>
                    </a:cubicBezTo>
                    <a:moveTo>
                      <a:pt x="2234" y="4286"/>
                    </a:moveTo>
                    <a:lnTo>
                      <a:pt x="2109" y="4322"/>
                    </a:lnTo>
                    <a:cubicBezTo>
                      <a:pt x="2093" y="4327"/>
                      <a:pt x="2078" y="4332"/>
                      <a:pt x="2063" y="4341"/>
                    </a:cubicBezTo>
                    <a:cubicBezTo>
                      <a:pt x="2044" y="4351"/>
                      <a:pt x="2028" y="4366"/>
                      <a:pt x="2014" y="4383"/>
                    </a:cubicBezTo>
                    <a:cubicBezTo>
                      <a:pt x="2020" y="4383"/>
                      <a:pt x="2024" y="4385"/>
                      <a:pt x="2027" y="4384"/>
                    </a:cubicBezTo>
                    <a:cubicBezTo>
                      <a:pt x="2091" y="4360"/>
                      <a:pt x="2152" y="4325"/>
                      <a:pt x="2218" y="4305"/>
                    </a:cubicBezTo>
                    <a:cubicBezTo>
                      <a:pt x="2229" y="4302"/>
                      <a:pt x="2229" y="4292"/>
                      <a:pt x="2234" y="4284"/>
                    </a:cubicBezTo>
                    <a:cubicBezTo>
                      <a:pt x="2275" y="4298"/>
                      <a:pt x="2302" y="4268"/>
                      <a:pt x="2336" y="4255"/>
                    </a:cubicBezTo>
                    <a:cubicBezTo>
                      <a:pt x="2327" y="4238"/>
                      <a:pt x="2317" y="4236"/>
                      <a:pt x="2304" y="4245"/>
                    </a:cubicBezTo>
                    <a:cubicBezTo>
                      <a:pt x="2281" y="4260"/>
                      <a:pt x="2257" y="4271"/>
                      <a:pt x="2234" y="4286"/>
                    </a:cubicBezTo>
                    <a:moveTo>
                      <a:pt x="3794" y="3585"/>
                    </a:moveTo>
                    <a:cubicBezTo>
                      <a:pt x="3790" y="3567"/>
                      <a:pt x="3805" y="3554"/>
                      <a:pt x="3808" y="3539"/>
                    </a:cubicBezTo>
                    <a:cubicBezTo>
                      <a:pt x="3811" y="3523"/>
                      <a:pt x="3820" y="3510"/>
                      <a:pt x="3806" y="3496"/>
                    </a:cubicBezTo>
                    <a:cubicBezTo>
                      <a:pt x="3800" y="3503"/>
                      <a:pt x="3795" y="3510"/>
                      <a:pt x="3791" y="3518"/>
                    </a:cubicBezTo>
                    <a:cubicBezTo>
                      <a:pt x="3768" y="3556"/>
                      <a:pt x="3757" y="3600"/>
                      <a:pt x="3756" y="3645"/>
                    </a:cubicBezTo>
                    <a:cubicBezTo>
                      <a:pt x="3776" y="3629"/>
                      <a:pt x="3772" y="3596"/>
                      <a:pt x="3796" y="3583"/>
                    </a:cubicBezTo>
                    <a:cubicBezTo>
                      <a:pt x="3769" y="3646"/>
                      <a:pt x="3759" y="3717"/>
                      <a:pt x="3721" y="3777"/>
                    </a:cubicBezTo>
                    <a:cubicBezTo>
                      <a:pt x="3734" y="3761"/>
                      <a:pt x="3760" y="3763"/>
                      <a:pt x="3769" y="3739"/>
                    </a:cubicBezTo>
                    <a:cubicBezTo>
                      <a:pt x="3779" y="3711"/>
                      <a:pt x="3797" y="3684"/>
                      <a:pt x="3806" y="3655"/>
                    </a:cubicBezTo>
                    <a:cubicBezTo>
                      <a:pt x="3810" y="3646"/>
                      <a:pt x="3812" y="3637"/>
                      <a:pt x="3812" y="3628"/>
                    </a:cubicBezTo>
                    <a:cubicBezTo>
                      <a:pt x="3812" y="3617"/>
                      <a:pt x="3808" y="3605"/>
                      <a:pt x="3803" y="3596"/>
                    </a:cubicBezTo>
                    <a:cubicBezTo>
                      <a:pt x="3800" y="3591"/>
                      <a:pt x="3798" y="3587"/>
                      <a:pt x="3794" y="3583"/>
                    </a:cubicBezTo>
                    <a:lnTo>
                      <a:pt x="3794" y="3585"/>
                    </a:lnTo>
                    <a:moveTo>
                      <a:pt x="2439" y="4061"/>
                    </a:moveTo>
                    <a:cubicBezTo>
                      <a:pt x="2450" y="4065"/>
                      <a:pt x="2470" y="4068"/>
                      <a:pt x="2449" y="4084"/>
                    </a:cubicBezTo>
                    <a:cubicBezTo>
                      <a:pt x="2424" y="4103"/>
                      <a:pt x="2404" y="4127"/>
                      <a:pt x="2388" y="4154"/>
                    </a:cubicBezTo>
                    <a:cubicBezTo>
                      <a:pt x="2403" y="4162"/>
                      <a:pt x="2414" y="4165"/>
                      <a:pt x="2424" y="4158"/>
                    </a:cubicBezTo>
                    <a:cubicBezTo>
                      <a:pt x="2462" y="4133"/>
                      <a:pt x="2475" y="4088"/>
                      <a:pt x="2503" y="4055"/>
                    </a:cubicBezTo>
                    <a:cubicBezTo>
                      <a:pt x="2504" y="4053"/>
                      <a:pt x="2505" y="4051"/>
                      <a:pt x="2505" y="4049"/>
                    </a:cubicBezTo>
                    <a:cubicBezTo>
                      <a:pt x="2505" y="4046"/>
                      <a:pt x="2504" y="4044"/>
                      <a:pt x="2503" y="4042"/>
                    </a:cubicBezTo>
                    <a:cubicBezTo>
                      <a:pt x="2502" y="4040"/>
                      <a:pt x="2500" y="4038"/>
                      <a:pt x="2498" y="4037"/>
                    </a:cubicBezTo>
                    <a:cubicBezTo>
                      <a:pt x="2496" y="4036"/>
                      <a:pt x="2494" y="4035"/>
                      <a:pt x="2492" y="4035"/>
                    </a:cubicBezTo>
                    <a:cubicBezTo>
                      <a:pt x="2471" y="4037"/>
                      <a:pt x="2447" y="4030"/>
                      <a:pt x="2436" y="4057"/>
                    </a:cubicBezTo>
                    <a:cubicBezTo>
                      <a:pt x="2372" y="4084"/>
                      <a:pt x="2341" y="4121"/>
                      <a:pt x="2341" y="4177"/>
                    </a:cubicBezTo>
                    <a:lnTo>
                      <a:pt x="2439" y="4061"/>
                    </a:lnTo>
                    <a:moveTo>
                      <a:pt x="3153" y="3972"/>
                    </a:moveTo>
                    <a:cubicBezTo>
                      <a:pt x="3151" y="3911"/>
                      <a:pt x="3151" y="3911"/>
                      <a:pt x="3114" y="3902"/>
                    </a:cubicBezTo>
                    <a:cubicBezTo>
                      <a:pt x="3102" y="3966"/>
                      <a:pt x="3104" y="3969"/>
                      <a:pt x="3155" y="3971"/>
                    </a:cubicBezTo>
                    <a:lnTo>
                      <a:pt x="3181" y="4001"/>
                    </a:lnTo>
                    <a:cubicBezTo>
                      <a:pt x="3201" y="3998"/>
                      <a:pt x="3194" y="3967"/>
                      <a:pt x="3221" y="3972"/>
                    </a:cubicBezTo>
                    <a:cubicBezTo>
                      <a:pt x="3231" y="3986"/>
                      <a:pt x="3219" y="4008"/>
                      <a:pt x="3229" y="4023"/>
                    </a:cubicBezTo>
                    <a:cubicBezTo>
                      <a:pt x="3284" y="4014"/>
                      <a:pt x="3294" y="3963"/>
                      <a:pt x="3325" y="3930"/>
                    </a:cubicBezTo>
                    <a:cubicBezTo>
                      <a:pt x="3303" y="3937"/>
                      <a:pt x="3281" y="3942"/>
                      <a:pt x="3258" y="3944"/>
                    </a:cubicBezTo>
                    <a:cubicBezTo>
                      <a:pt x="3223" y="3954"/>
                      <a:pt x="3185" y="3952"/>
                      <a:pt x="3153" y="3972"/>
                    </a:cubicBezTo>
                    <a:moveTo>
                      <a:pt x="2566" y="3977"/>
                    </a:moveTo>
                    <a:cubicBezTo>
                      <a:pt x="2579" y="3979"/>
                      <a:pt x="2591" y="3980"/>
                      <a:pt x="2604" y="3982"/>
                    </a:cubicBezTo>
                    <a:cubicBezTo>
                      <a:pt x="2616" y="3983"/>
                      <a:pt x="2623" y="3983"/>
                      <a:pt x="2624" y="3971"/>
                    </a:cubicBezTo>
                    <a:cubicBezTo>
                      <a:pt x="2625" y="3958"/>
                      <a:pt x="2624" y="3950"/>
                      <a:pt x="2609" y="3948"/>
                    </a:cubicBezTo>
                    <a:cubicBezTo>
                      <a:pt x="2536" y="3938"/>
                      <a:pt x="2464" y="3927"/>
                      <a:pt x="2390" y="3916"/>
                    </a:cubicBezTo>
                    <a:cubicBezTo>
                      <a:pt x="2390" y="3932"/>
                      <a:pt x="2396" y="3939"/>
                      <a:pt x="2410" y="3938"/>
                    </a:cubicBezTo>
                    <a:cubicBezTo>
                      <a:pt x="2412" y="3938"/>
                      <a:pt x="2415" y="3938"/>
                      <a:pt x="2417" y="3938"/>
                    </a:cubicBezTo>
                    <a:cubicBezTo>
                      <a:pt x="2429" y="3938"/>
                      <a:pt x="2440" y="3941"/>
                      <a:pt x="2450" y="3946"/>
                    </a:cubicBezTo>
                    <a:cubicBezTo>
                      <a:pt x="2454" y="3948"/>
                      <a:pt x="2457" y="3951"/>
                      <a:pt x="2460" y="3954"/>
                    </a:cubicBezTo>
                    <a:cubicBezTo>
                      <a:pt x="2455" y="3954"/>
                      <a:pt x="2448" y="3954"/>
                      <a:pt x="2445" y="3957"/>
                    </a:cubicBezTo>
                    <a:cubicBezTo>
                      <a:pt x="2441" y="3960"/>
                      <a:pt x="2441" y="3970"/>
                      <a:pt x="2449" y="3972"/>
                    </a:cubicBezTo>
                    <a:cubicBezTo>
                      <a:pt x="2482" y="3981"/>
                      <a:pt x="2515" y="3989"/>
                      <a:pt x="2553" y="3998"/>
                    </a:cubicBezTo>
                    <a:cubicBezTo>
                      <a:pt x="2542" y="4000"/>
                      <a:pt x="2532" y="4002"/>
                      <a:pt x="2522" y="4006"/>
                    </a:cubicBezTo>
                    <a:cubicBezTo>
                      <a:pt x="2516" y="4009"/>
                      <a:pt x="2512" y="4019"/>
                      <a:pt x="2522" y="4022"/>
                    </a:cubicBezTo>
                    <a:cubicBezTo>
                      <a:pt x="2526" y="4023"/>
                      <a:pt x="2530" y="4024"/>
                      <a:pt x="2535" y="4024"/>
                    </a:cubicBezTo>
                    <a:cubicBezTo>
                      <a:pt x="2546" y="4024"/>
                      <a:pt x="2556" y="4021"/>
                      <a:pt x="2566" y="4015"/>
                    </a:cubicBezTo>
                    <a:cubicBezTo>
                      <a:pt x="2570" y="4013"/>
                      <a:pt x="2573" y="4010"/>
                      <a:pt x="2576" y="4007"/>
                    </a:cubicBezTo>
                    <a:cubicBezTo>
                      <a:pt x="2589" y="3999"/>
                      <a:pt x="2566" y="3989"/>
                      <a:pt x="2566" y="3977"/>
                    </a:cubicBezTo>
                    <a:moveTo>
                      <a:pt x="4119" y="3260"/>
                    </a:moveTo>
                    <a:cubicBezTo>
                      <a:pt x="4121" y="3253"/>
                      <a:pt x="4123" y="3245"/>
                      <a:pt x="4123" y="3237"/>
                    </a:cubicBezTo>
                    <a:cubicBezTo>
                      <a:pt x="4123" y="3226"/>
                      <a:pt x="4120" y="3215"/>
                      <a:pt x="4115" y="3205"/>
                    </a:cubicBezTo>
                    <a:cubicBezTo>
                      <a:pt x="4113" y="3212"/>
                      <a:pt x="4112" y="3219"/>
                      <a:pt x="4112" y="3226"/>
                    </a:cubicBezTo>
                    <a:cubicBezTo>
                      <a:pt x="4112" y="3237"/>
                      <a:pt x="4115" y="3249"/>
                      <a:pt x="4119" y="3260"/>
                    </a:cubicBezTo>
                    <a:lnTo>
                      <a:pt x="4172" y="3583"/>
                    </a:lnTo>
                    <a:cubicBezTo>
                      <a:pt x="4186" y="3533"/>
                      <a:pt x="4193" y="3482"/>
                      <a:pt x="4193" y="3430"/>
                    </a:cubicBezTo>
                    <a:cubicBezTo>
                      <a:pt x="4193" y="3383"/>
                      <a:pt x="4187" y="3336"/>
                      <a:pt x="4176" y="3290"/>
                    </a:cubicBezTo>
                    <a:cubicBezTo>
                      <a:pt x="4153" y="3346"/>
                      <a:pt x="4193" y="3401"/>
                      <a:pt x="4178" y="3457"/>
                    </a:cubicBezTo>
                    <a:cubicBezTo>
                      <a:pt x="4159" y="3451"/>
                      <a:pt x="4160" y="3435"/>
                      <a:pt x="4157" y="3422"/>
                    </a:cubicBezTo>
                    <a:cubicBezTo>
                      <a:pt x="4149" y="3375"/>
                      <a:pt x="4142" y="3328"/>
                      <a:pt x="4134" y="3281"/>
                    </a:cubicBezTo>
                    <a:cubicBezTo>
                      <a:pt x="4132" y="3271"/>
                      <a:pt x="4130" y="3263"/>
                      <a:pt x="4119" y="3260"/>
                    </a:cubicBezTo>
                    <a:moveTo>
                      <a:pt x="2446" y="3280"/>
                    </a:moveTo>
                    <a:cubicBezTo>
                      <a:pt x="2429" y="3287"/>
                      <a:pt x="2415" y="3268"/>
                      <a:pt x="2397" y="3276"/>
                    </a:cubicBezTo>
                    <a:cubicBezTo>
                      <a:pt x="2378" y="3335"/>
                      <a:pt x="2363" y="3395"/>
                      <a:pt x="2351" y="3455"/>
                    </a:cubicBezTo>
                    <a:cubicBezTo>
                      <a:pt x="2348" y="3469"/>
                      <a:pt x="2345" y="3485"/>
                      <a:pt x="2366" y="3492"/>
                    </a:cubicBezTo>
                    <a:cubicBezTo>
                      <a:pt x="2378" y="3438"/>
                      <a:pt x="2393" y="3385"/>
                      <a:pt x="2411" y="3333"/>
                    </a:cubicBezTo>
                    <a:cubicBezTo>
                      <a:pt x="2420" y="3313"/>
                      <a:pt x="2424" y="3290"/>
                      <a:pt x="2446" y="3278"/>
                    </a:cubicBezTo>
                    <a:cubicBezTo>
                      <a:pt x="2439" y="3298"/>
                      <a:pt x="2433" y="3317"/>
                      <a:pt x="2426" y="3336"/>
                    </a:cubicBezTo>
                    <a:cubicBezTo>
                      <a:pt x="2407" y="3389"/>
                      <a:pt x="2392" y="3444"/>
                      <a:pt x="2381" y="3500"/>
                    </a:cubicBezTo>
                    <a:cubicBezTo>
                      <a:pt x="2378" y="3518"/>
                      <a:pt x="2371" y="3536"/>
                      <a:pt x="2393" y="3546"/>
                    </a:cubicBezTo>
                    <a:cubicBezTo>
                      <a:pt x="2405" y="3542"/>
                      <a:pt x="2404" y="3531"/>
                      <a:pt x="2407" y="3523"/>
                    </a:cubicBezTo>
                    <a:cubicBezTo>
                      <a:pt x="2428" y="3461"/>
                      <a:pt x="2446" y="3397"/>
                      <a:pt x="2471" y="3336"/>
                    </a:cubicBezTo>
                    <a:cubicBezTo>
                      <a:pt x="2485" y="3303"/>
                      <a:pt x="2469" y="3292"/>
                      <a:pt x="2446" y="3280"/>
                    </a:cubicBezTo>
                    <a:moveTo>
                      <a:pt x="2652" y="4056"/>
                    </a:moveTo>
                    <a:cubicBezTo>
                      <a:pt x="2697" y="4052"/>
                      <a:pt x="2733" y="4027"/>
                      <a:pt x="2786" y="4008"/>
                    </a:cubicBezTo>
                    <a:cubicBezTo>
                      <a:pt x="2692" y="3994"/>
                      <a:pt x="2619" y="4022"/>
                      <a:pt x="2548" y="4048"/>
                    </a:cubicBezTo>
                    <a:cubicBezTo>
                      <a:pt x="2542" y="4048"/>
                      <a:pt x="2537" y="4049"/>
                      <a:pt x="2532" y="4051"/>
                    </a:cubicBezTo>
                    <a:cubicBezTo>
                      <a:pt x="2525" y="4054"/>
                      <a:pt x="2513" y="4057"/>
                      <a:pt x="2523" y="4068"/>
                    </a:cubicBezTo>
                    <a:cubicBezTo>
                      <a:pt x="2528" y="4075"/>
                      <a:pt x="2534" y="4069"/>
                      <a:pt x="2540" y="4064"/>
                    </a:cubicBezTo>
                    <a:cubicBezTo>
                      <a:pt x="2545" y="4058"/>
                      <a:pt x="2550" y="4054"/>
                      <a:pt x="2546" y="4047"/>
                    </a:cubicBezTo>
                    <a:cubicBezTo>
                      <a:pt x="2558" y="4057"/>
                      <a:pt x="2582" y="4059"/>
                      <a:pt x="2560" y="4086"/>
                    </a:cubicBezTo>
                    <a:cubicBezTo>
                      <a:pt x="2519" y="4136"/>
                      <a:pt x="2503" y="4199"/>
                      <a:pt x="2476" y="4257"/>
                    </a:cubicBezTo>
                    <a:cubicBezTo>
                      <a:pt x="2472" y="4268"/>
                      <a:pt x="2471" y="4280"/>
                      <a:pt x="2471" y="4291"/>
                    </a:cubicBezTo>
                    <a:cubicBezTo>
                      <a:pt x="2471" y="4297"/>
                      <a:pt x="2471" y="4304"/>
                      <a:pt x="2472" y="4310"/>
                    </a:cubicBezTo>
                    <a:cubicBezTo>
                      <a:pt x="2479" y="4303"/>
                      <a:pt x="2484" y="4295"/>
                      <a:pt x="2489" y="4287"/>
                    </a:cubicBezTo>
                    <a:cubicBezTo>
                      <a:pt x="2496" y="4275"/>
                      <a:pt x="2501" y="4261"/>
                      <a:pt x="2504" y="4247"/>
                    </a:cubicBezTo>
                    <a:cubicBezTo>
                      <a:pt x="2519" y="4202"/>
                      <a:pt x="2538" y="4160"/>
                      <a:pt x="2561" y="4120"/>
                    </a:cubicBezTo>
                    <a:cubicBezTo>
                      <a:pt x="2569" y="4106"/>
                      <a:pt x="2577" y="4093"/>
                      <a:pt x="2586" y="4080"/>
                    </a:cubicBezTo>
                    <a:cubicBezTo>
                      <a:pt x="2587" y="4079"/>
                      <a:pt x="2587" y="4077"/>
                      <a:pt x="2588" y="4076"/>
                    </a:cubicBezTo>
                    <a:cubicBezTo>
                      <a:pt x="2596" y="4063"/>
                      <a:pt x="2607" y="4051"/>
                      <a:pt x="2620" y="4044"/>
                    </a:cubicBezTo>
                    <a:cubicBezTo>
                      <a:pt x="2623" y="4042"/>
                      <a:pt x="2626" y="4041"/>
                      <a:pt x="2628" y="4040"/>
                    </a:cubicBezTo>
                    <a:cubicBezTo>
                      <a:pt x="2643" y="4034"/>
                      <a:pt x="2653" y="4038"/>
                      <a:pt x="2655" y="4056"/>
                    </a:cubicBezTo>
                    <a:lnTo>
                      <a:pt x="2614" y="4177"/>
                    </a:lnTo>
                    <a:cubicBezTo>
                      <a:pt x="2662" y="4148"/>
                      <a:pt x="2680" y="4108"/>
                      <a:pt x="2709" y="4074"/>
                    </a:cubicBezTo>
                    <a:cubicBezTo>
                      <a:pt x="2672" y="4076"/>
                      <a:pt x="2672" y="4076"/>
                      <a:pt x="2652" y="4056"/>
                    </a:cubicBezTo>
                    <a:moveTo>
                      <a:pt x="2737" y="3755"/>
                    </a:moveTo>
                    <a:cubicBezTo>
                      <a:pt x="2742" y="3768"/>
                      <a:pt x="2749" y="3778"/>
                      <a:pt x="2764" y="3776"/>
                    </a:cubicBezTo>
                    <a:cubicBezTo>
                      <a:pt x="2765" y="3776"/>
                      <a:pt x="2767" y="3775"/>
                      <a:pt x="2768" y="3775"/>
                    </a:cubicBezTo>
                    <a:cubicBezTo>
                      <a:pt x="2771" y="3773"/>
                      <a:pt x="2773" y="3771"/>
                      <a:pt x="2774" y="3769"/>
                    </a:cubicBezTo>
                    <a:cubicBezTo>
                      <a:pt x="2775" y="3767"/>
                      <a:pt x="2776" y="3764"/>
                      <a:pt x="2776" y="3761"/>
                    </a:cubicBezTo>
                    <a:cubicBezTo>
                      <a:pt x="2776" y="3703"/>
                      <a:pt x="2803" y="3651"/>
                      <a:pt x="2812" y="3595"/>
                    </a:cubicBezTo>
                    <a:cubicBezTo>
                      <a:pt x="2813" y="3586"/>
                      <a:pt x="2816" y="3577"/>
                      <a:pt x="2821" y="3568"/>
                    </a:cubicBezTo>
                    <a:cubicBezTo>
                      <a:pt x="2826" y="3557"/>
                      <a:pt x="2836" y="3549"/>
                      <a:pt x="2847" y="3543"/>
                    </a:cubicBezTo>
                    <a:cubicBezTo>
                      <a:pt x="2833" y="3586"/>
                      <a:pt x="2820" y="3629"/>
                      <a:pt x="2806" y="3672"/>
                    </a:cubicBezTo>
                    <a:cubicBezTo>
                      <a:pt x="2802" y="3688"/>
                      <a:pt x="2799" y="3704"/>
                      <a:pt x="2797" y="3720"/>
                    </a:cubicBezTo>
                    <a:cubicBezTo>
                      <a:pt x="2797" y="3721"/>
                      <a:pt x="2797" y="3722"/>
                      <a:pt x="2797" y="3723"/>
                    </a:cubicBezTo>
                    <a:cubicBezTo>
                      <a:pt x="2797" y="3728"/>
                      <a:pt x="2797" y="3732"/>
                      <a:pt x="2800" y="3736"/>
                    </a:cubicBezTo>
                    <a:cubicBezTo>
                      <a:pt x="2802" y="3740"/>
                      <a:pt x="2806" y="3744"/>
                      <a:pt x="2810" y="3746"/>
                    </a:cubicBezTo>
                    <a:cubicBezTo>
                      <a:pt x="2814" y="3748"/>
                      <a:pt x="2819" y="3750"/>
                      <a:pt x="2823" y="3750"/>
                    </a:cubicBezTo>
                    <a:lnTo>
                      <a:pt x="2824" y="3750"/>
                    </a:lnTo>
                    <a:cubicBezTo>
                      <a:pt x="2839" y="3750"/>
                      <a:pt x="2835" y="3735"/>
                      <a:pt x="2838" y="3725"/>
                    </a:cubicBezTo>
                    <a:cubicBezTo>
                      <a:pt x="2849" y="3680"/>
                      <a:pt x="2856" y="3632"/>
                      <a:pt x="2871" y="3588"/>
                    </a:cubicBezTo>
                    <a:cubicBezTo>
                      <a:pt x="2880" y="3559"/>
                      <a:pt x="2874" y="3548"/>
                      <a:pt x="2846" y="3544"/>
                    </a:cubicBezTo>
                    <a:cubicBezTo>
                      <a:pt x="2831" y="3514"/>
                      <a:pt x="2793" y="3511"/>
                      <a:pt x="2777" y="3482"/>
                    </a:cubicBezTo>
                    <a:cubicBezTo>
                      <a:pt x="2763" y="3487"/>
                      <a:pt x="2755" y="3470"/>
                      <a:pt x="2741" y="3472"/>
                    </a:cubicBezTo>
                    <a:cubicBezTo>
                      <a:pt x="2700" y="3550"/>
                      <a:pt x="2662" y="3686"/>
                      <a:pt x="2671" y="3723"/>
                    </a:cubicBezTo>
                    <a:cubicBezTo>
                      <a:pt x="2680" y="3716"/>
                      <a:pt x="2680" y="3707"/>
                      <a:pt x="2682" y="3699"/>
                    </a:cubicBezTo>
                    <a:cubicBezTo>
                      <a:pt x="2695" y="3640"/>
                      <a:pt x="2713" y="3582"/>
                      <a:pt x="2735" y="3526"/>
                    </a:cubicBezTo>
                    <a:cubicBezTo>
                      <a:pt x="2743" y="3505"/>
                      <a:pt x="2751" y="3485"/>
                      <a:pt x="2777" y="3482"/>
                    </a:cubicBezTo>
                    <a:cubicBezTo>
                      <a:pt x="2732" y="3547"/>
                      <a:pt x="2718" y="3625"/>
                      <a:pt x="2696" y="3699"/>
                    </a:cubicBezTo>
                    <a:cubicBezTo>
                      <a:pt x="2682" y="3740"/>
                      <a:pt x="2689" y="3747"/>
                      <a:pt x="2738" y="3754"/>
                    </a:cubicBezTo>
                    <a:lnTo>
                      <a:pt x="2737" y="3755"/>
                    </a:lnTo>
                    <a:moveTo>
                      <a:pt x="3812" y="3717"/>
                    </a:moveTo>
                    <a:lnTo>
                      <a:pt x="3815" y="3720"/>
                    </a:lnTo>
                    <a:cubicBezTo>
                      <a:pt x="3812" y="3729"/>
                      <a:pt x="3808" y="3738"/>
                      <a:pt x="3804" y="3746"/>
                    </a:cubicBezTo>
                    <a:cubicBezTo>
                      <a:pt x="3795" y="3760"/>
                      <a:pt x="3785" y="3772"/>
                      <a:pt x="3772" y="3781"/>
                    </a:cubicBezTo>
                    <a:cubicBezTo>
                      <a:pt x="3732" y="3811"/>
                      <a:pt x="3695" y="3845"/>
                      <a:pt x="3662" y="3883"/>
                    </a:cubicBezTo>
                    <a:cubicBezTo>
                      <a:pt x="3645" y="3905"/>
                      <a:pt x="3628" y="3925"/>
                      <a:pt x="3611" y="3945"/>
                    </a:cubicBezTo>
                    <a:cubicBezTo>
                      <a:pt x="3598" y="3945"/>
                      <a:pt x="3594" y="3935"/>
                      <a:pt x="3585" y="3931"/>
                    </a:cubicBezTo>
                    <a:cubicBezTo>
                      <a:pt x="3579" y="3928"/>
                      <a:pt x="3573" y="3926"/>
                      <a:pt x="3567" y="3926"/>
                    </a:cubicBezTo>
                    <a:cubicBezTo>
                      <a:pt x="3560" y="3926"/>
                      <a:pt x="3553" y="3928"/>
                      <a:pt x="3547" y="3932"/>
                    </a:cubicBezTo>
                    <a:cubicBezTo>
                      <a:pt x="3541" y="3935"/>
                      <a:pt x="3535" y="3940"/>
                      <a:pt x="3532" y="3946"/>
                    </a:cubicBezTo>
                    <a:cubicBezTo>
                      <a:pt x="3530" y="3948"/>
                      <a:pt x="3530" y="3950"/>
                      <a:pt x="3530" y="3951"/>
                    </a:cubicBezTo>
                    <a:cubicBezTo>
                      <a:pt x="3528" y="3960"/>
                      <a:pt x="3527" y="3970"/>
                      <a:pt x="3527" y="3979"/>
                    </a:cubicBezTo>
                    <a:cubicBezTo>
                      <a:pt x="3527" y="4008"/>
                      <a:pt x="3534" y="4036"/>
                      <a:pt x="3549" y="4062"/>
                    </a:cubicBezTo>
                    <a:cubicBezTo>
                      <a:pt x="3551" y="4066"/>
                      <a:pt x="3555" y="4070"/>
                      <a:pt x="3558" y="4074"/>
                    </a:cubicBezTo>
                    <a:cubicBezTo>
                      <a:pt x="3561" y="4024"/>
                      <a:pt x="3561" y="4024"/>
                      <a:pt x="3600" y="4043"/>
                    </a:cubicBezTo>
                    <a:cubicBezTo>
                      <a:pt x="3609" y="4021"/>
                      <a:pt x="3619" y="3999"/>
                      <a:pt x="3631" y="3979"/>
                    </a:cubicBezTo>
                    <a:cubicBezTo>
                      <a:pt x="3663" y="3923"/>
                      <a:pt x="3707" y="3875"/>
                      <a:pt x="3759" y="3836"/>
                    </a:cubicBezTo>
                    <a:cubicBezTo>
                      <a:pt x="3807" y="3805"/>
                      <a:pt x="3847" y="3763"/>
                      <a:pt x="3876" y="3713"/>
                    </a:cubicBezTo>
                    <a:cubicBezTo>
                      <a:pt x="3877" y="3712"/>
                      <a:pt x="3878" y="3711"/>
                      <a:pt x="3878" y="3709"/>
                    </a:cubicBezTo>
                    <a:cubicBezTo>
                      <a:pt x="3908" y="3647"/>
                      <a:pt x="3936" y="3583"/>
                      <a:pt x="3964" y="3519"/>
                    </a:cubicBezTo>
                    <a:cubicBezTo>
                      <a:pt x="3976" y="3490"/>
                      <a:pt x="3981" y="3459"/>
                      <a:pt x="3981" y="3428"/>
                    </a:cubicBezTo>
                    <a:cubicBezTo>
                      <a:pt x="3981" y="3407"/>
                      <a:pt x="3979" y="3386"/>
                      <a:pt x="3973" y="3366"/>
                    </a:cubicBezTo>
                    <a:cubicBezTo>
                      <a:pt x="3956" y="3392"/>
                      <a:pt x="3926" y="3412"/>
                      <a:pt x="3943" y="3450"/>
                    </a:cubicBezTo>
                    <a:cubicBezTo>
                      <a:pt x="3946" y="3455"/>
                      <a:pt x="3941" y="3464"/>
                      <a:pt x="3938" y="3471"/>
                    </a:cubicBezTo>
                    <a:cubicBezTo>
                      <a:pt x="3917" y="3515"/>
                      <a:pt x="3899" y="3561"/>
                      <a:pt x="3884" y="3609"/>
                    </a:cubicBezTo>
                    <a:cubicBezTo>
                      <a:pt x="3881" y="3617"/>
                      <a:pt x="3880" y="3631"/>
                      <a:pt x="3870" y="3631"/>
                    </a:cubicBezTo>
                    <a:cubicBezTo>
                      <a:pt x="3817" y="3625"/>
                      <a:pt x="3822" y="3674"/>
                      <a:pt x="3804" y="3701"/>
                    </a:cubicBezTo>
                    <a:cubicBezTo>
                      <a:pt x="3798" y="3709"/>
                      <a:pt x="3806" y="3714"/>
                      <a:pt x="3813" y="3717"/>
                    </a:cubicBezTo>
                    <a:lnTo>
                      <a:pt x="3812" y="3717"/>
                    </a:lnTo>
                    <a:moveTo>
                      <a:pt x="2540" y="3610"/>
                    </a:moveTo>
                    <a:cubicBezTo>
                      <a:pt x="2538" y="3660"/>
                      <a:pt x="2538" y="3660"/>
                      <a:pt x="2569" y="3677"/>
                    </a:cubicBezTo>
                    <a:cubicBezTo>
                      <a:pt x="2593" y="3595"/>
                      <a:pt x="2610" y="3510"/>
                      <a:pt x="2651" y="3432"/>
                    </a:cubicBezTo>
                    <a:cubicBezTo>
                      <a:pt x="2651" y="3434"/>
                      <a:pt x="2651" y="3436"/>
                      <a:pt x="2651" y="3438"/>
                    </a:cubicBezTo>
                    <a:cubicBezTo>
                      <a:pt x="2651" y="3450"/>
                      <a:pt x="2649" y="3462"/>
                      <a:pt x="2644" y="3473"/>
                    </a:cubicBezTo>
                    <a:cubicBezTo>
                      <a:pt x="2625" y="3536"/>
                      <a:pt x="2606" y="3599"/>
                      <a:pt x="2587" y="3662"/>
                    </a:cubicBezTo>
                    <a:cubicBezTo>
                      <a:pt x="2584" y="3670"/>
                      <a:pt x="2582" y="3678"/>
                      <a:pt x="2582" y="3686"/>
                    </a:cubicBezTo>
                    <a:cubicBezTo>
                      <a:pt x="2582" y="3693"/>
                      <a:pt x="2583" y="3699"/>
                      <a:pt x="2585" y="3705"/>
                    </a:cubicBezTo>
                    <a:cubicBezTo>
                      <a:pt x="2586" y="3706"/>
                      <a:pt x="2586" y="3708"/>
                      <a:pt x="2587" y="3709"/>
                    </a:cubicBezTo>
                    <a:cubicBezTo>
                      <a:pt x="2589" y="3711"/>
                      <a:pt x="2591" y="3713"/>
                      <a:pt x="2594" y="3715"/>
                    </a:cubicBezTo>
                    <a:cubicBezTo>
                      <a:pt x="2596" y="3716"/>
                      <a:pt x="2599" y="3718"/>
                      <a:pt x="2602" y="3718"/>
                    </a:cubicBezTo>
                    <a:cubicBezTo>
                      <a:pt x="2614" y="3718"/>
                      <a:pt x="2607" y="3708"/>
                      <a:pt x="2609" y="3702"/>
                    </a:cubicBezTo>
                    <a:cubicBezTo>
                      <a:pt x="2626" y="3637"/>
                      <a:pt x="2643" y="3572"/>
                      <a:pt x="2662" y="3508"/>
                    </a:cubicBezTo>
                    <a:cubicBezTo>
                      <a:pt x="2663" y="3499"/>
                      <a:pt x="2665" y="3491"/>
                      <a:pt x="2670" y="3484"/>
                    </a:cubicBezTo>
                    <a:cubicBezTo>
                      <a:pt x="2675" y="3474"/>
                      <a:pt x="2683" y="3467"/>
                      <a:pt x="2692" y="3461"/>
                    </a:cubicBezTo>
                    <a:lnTo>
                      <a:pt x="2693" y="3461"/>
                    </a:lnTo>
                    <a:cubicBezTo>
                      <a:pt x="2679" y="3507"/>
                      <a:pt x="2663" y="3545"/>
                      <a:pt x="2655" y="3586"/>
                    </a:cubicBezTo>
                    <a:cubicBezTo>
                      <a:pt x="2646" y="3626"/>
                      <a:pt x="2621" y="3663"/>
                      <a:pt x="2640" y="3716"/>
                    </a:cubicBezTo>
                    <a:cubicBezTo>
                      <a:pt x="2671" y="3626"/>
                      <a:pt x="2687" y="3545"/>
                      <a:pt x="2719" y="3471"/>
                    </a:cubicBezTo>
                    <a:cubicBezTo>
                      <a:pt x="2721" y="3468"/>
                      <a:pt x="2721" y="3465"/>
                      <a:pt x="2721" y="3461"/>
                    </a:cubicBezTo>
                    <a:cubicBezTo>
                      <a:pt x="2721" y="3458"/>
                      <a:pt x="2720" y="3454"/>
                      <a:pt x="2719" y="3451"/>
                    </a:cubicBezTo>
                    <a:cubicBezTo>
                      <a:pt x="2717" y="3448"/>
                      <a:pt x="2713" y="3446"/>
                      <a:pt x="2711" y="3444"/>
                    </a:cubicBezTo>
                    <a:cubicBezTo>
                      <a:pt x="2710" y="3443"/>
                      <a:pt x="2710" y="3443"/>
                      <a:pt x="2710" y="3443"/>
                    </a:cubicBezTo>
                    <a:lnTo>
                      <a:pt x="2582" y="3354"/>
                    </a:lnTo>
                    <a:cubicBezTo>
                      <a:pt x="2543" y="3442"/>
                      <a:pt x="2514" y="3535"/>
                      <a:pt x="2495" y="3629"/>
                    </a:cubicBezTo>
                    <a:cubicBezTo>
                      <a:pt x="2495" y="3631"/>
                      <a:pt x="2495" y="3633"/>
                      <a:pt x="2495" y="3634"/>
                    </a:cubicBezTo>
                    <a:cubicBezTo>
                      <a:pt x="2495" y="3639"/>
                      <a:pt x="2496" y="3642"/>
                      <a:pt x="2498" y="3646"/>
                    </a:cubicBezTo>
                    <a:cubicBezTo>
                      <a:pt x="2500" y="3649"/>
                      <a:pt x="2503" y="3653"/>
                      <a:pt x="2507" y="3655"/>
                    </a:cubicBezTo>
                    <a:cubicBezTo>
                      <a:pt x="2507" y="3655"/>
                      <a:pt x="2507" y="3656"/>
                      <a:pt x="2508" y="3656"/>
                    </a:cubicBezTo>
                    <a:cubicBezTo>
                      <a:pt x="2535" y="3652"/>
                      <a:pt x="2515" y="3618"/>
                      <a:pt x="2540" y="3610"/>
                    </a:cubicBezTo>
                    <a:moveTo>
                      <a:pt x="3630" y="2187"/>
                    </a:moveTo>
                    <a:cubicBezTo>
                      <a:pt x="3592" y="2167"/>
                      <a:pt x="3550" y="2156"/>
                      <a:pt x="3507" y="2153"/>
                    </a:cubicBezTo>
                    <a:cubicBezTo>
                      <a:pt x="3553" y="2197"/>
                      <a:pt x="3676" y="2278"/>
                      <a:pt x="3712" y="2287"/>
                    </a:cubicBezTo>
                    <a:lnTo>
                      <a:pt x="3665" y="2245"/>
                    </a:lnTo>
                    <a:cubicBezTo>
                      <a:pt x="3650" y="2232"/>
                      <a:pt x="3635" y="2218"/>
                      <a:pt x="3620" y="2204"/>
                    </a:cubicBezTo>
                    <a:cubicBezTo>
                      <a:pt x="3609" y="2191"/>
                      <a:pt x="3617" y="2185"/>
                      <a:pt x="3631" y="2185"/>
                    </a:cubicBezTo>
                    <a:cubicBezTo>
                      <a:pt x="3649" y="2214"/>
                      <a:pt x="3680" y="2229"/>
                      <a:pt x="3703" y="2252"/>
                    </a:cubicBezTo>
                    <a:cubicBezTo>
                      <a:pt x="3726" y="2275"/>
                      <a:pt x="3751" y="2296"/>
                      <a:pt x="3779" y="2322"/>
                    </a:cubicBezTo>
                    <a:cubicBezTo>
                      <a:pt x="3780" y="2320"/>
                      <a:pt x="3780" y="2317"/>
                      <a:pt x="3780" y="2315"/>
                    </a:cubicBezTo>
                    <a:cubicBezTo>
                      <a:pt x="3780" y="2309"/>
                      <a:pt x="3779" y="2303"/>
                      <a:pt x="3776" y="2298"/>
                    </a:cubicBezTo>
                    <a:cubicBezTo>
                      <a:pt x="3774" y="2295"/>
                      <a:pt x="3771" y="2292"/>
                      <a:pt x="3769" y="2290"/>
                    </a:cubicBezTo>
                    <a:cubicBezTo>
                      <a:pt x="3763" y="2282"/>
                      <a:pt x="3758" y="2274"/>
                      <a:pt x="3769" y="2266"/>
                    </a:cubicBezTo>
                    <a:cubicBezTo>
                      <a:pt x="3828" y="2305"/>
                      <a:pt x="4005" y="2559"/>
                      <a:pt x="4028" y="2646"/>
                    </a:cubicBezTo>
                    <a:cubicBezTo>
                      <a:pt x="3988" y="2586"/>
                      <a:pt x="3956" y="2533"/>
                      <a:pt x="3920" y="2484"/>
                    </a:cubicBezTo>
                    <a:cubicBezTo>
                      <a:pt x="3881" y="2436"/>
                      <a:pt x="3834" y="2393"/>
                      <a:pt x="3782" y="2359"/>
                    </a:cubicBezTo>
                    <a:cubicBezTo>
                      <a:pt x="3863" y="2444"/>
                      <a:pt x="3934" y="2539"/>
                      <a:pt x="3993" y="2641"/>
                    </a:cubicBezTo>
                    <a:cubicBezTo>
                      <a:pt x="4046" y="2733"/>
                      <a:pt x="4089" y="2831"/>
                      <a:pt x="4122" y="2933"/>
                    </a:cubicBezTo>
                    <a:cubicBezTo>
                      <a:pt x="4116" y="2890"/>
                      <a:pt x="4106" y="2850"/>
                      <a:pt x="4097" y="2809"/>
                    </a:cubicBezTo>
                    <a:cubicBezTo>
                      <a:pt x="4092" y="2795"/>
                      <a:pt x="4090" y="2780"/>
                      <a:pt x="4090" y="2766"/>
                    </a:cubicBezTo>
                    <a:cubicBezTo>
                      <a:pt x="4090" y="2757"/>
                      <a:pt x="4091" y="2749"/>
                      <a:pt x="4092" y="2740"/>
                    </a:cubicBezTo>
                    <a:cubicBezTo>
                      <a:pt x="4095" y="2728"/>
                      <a:pt x="4097" y="2715"/>
                      <a:pt x="4097" y="2702"/>
                    </a:cubicBezTo>
                    <a:cubicBezTo>
                      <a:pt x="4097" y="2676"/>
                      <a:pt x="4090" y="2649"/>
                      <a:pt x="4078" y="2626"/>
                    </a:cubicBezTo>
                    <a:cubicBezTo>
                      <a:pt x="4036" y="2541"/>
                      <a:pt x="3975" y="2469"/>
                      <a:pt x="3928" y="2388"/>
                    </a:cubicBezTo>
                    <a:cubicBezTo>
                      <a:pt x="3890" y="2327"/>
                      <a:pt x="3838" y="2277"/>
                      <a:pt x="3776" y="2242"/>
                    </a:cubicBezTo>
                    <a:cubicBezTo>
                      <a:pt x="3762" y="2234"/>
                      <a:pt x="3749" y="2227"/>
                      <a:pt x="3734" y="2220"/>
                    </a:cubicBezTo>
                    <a:cubicBezTo>
                      <a:pt x="3732" y="2219"/>
                      <a:pt x="3729" y="2217"/>
                      <a:pt x="3726" y="2216"/>
                    </a:cubicBezTo>
                    <a:cubicBezTo>
                      <a:pt x="3697" y="2198"/>
                      <a:pt x="3663" y="2189"/>
                      <a:pt x="3629" y="2187"/>
                    </a:cubicBezTo>
                    <a:lnTo>
                      <a:pt x="3630" y="2187"/>
                    </a:lnTo>
                    <a:moveTo>
                      <a:pt x="4166" y="2564"/>
                    </a:moveTo>
                    <a:cubicBezTo>
                      <a:pt x="4171" y="2546"/>
                      <a:pt x="4163" y="2533"/>
                      <a:pt x="4147" y="2514"/>
                    </a:cubicBezTo>
                    <a:cubicBezTo>
                      <a:pt x="4149" y="2527"/>
                      <a:pt x="4153" y="2539"/>
                      <a:pt x="4160" y="2551"/>
                    </a:cubicBezTo>
                    <a:cubicBezTo>
                      <a:pt x="4162" y="2555"/>
                      <a:pt x="4165" y="2559"/>
                      <a:pt x="4167" y="2563"/>
                    </a:cubicBezTo>
                    <a:cubicBezTo>
                      <a:pt x="4170" y="2584"/>
                      <a:pt x="4175" y="2606"/>
                      <a:pt x="4185" y="2626"/>
                    </a:cubicBezTo>
                    <a:cubicBezTo>
                      <a:pt x="4234" y="2760"/>
                      <a:pt x="4276" y="2897"/>
                      <a:pt x="4311" y="3035"/>
                    </a:cubicBezTo>
                    <a:cubicBezTo>
                      <a:pt x="4329" y="3121"/>
                      <a:pt x="4383" y="3186"/>
                      <a:pt x="4417" y="3263"/>
                    </a:cubicBezTo>
                    <a:cubicBezTo>
                      <a:pt x="4406" y="3188"/>
                      <a:pt x="4390" y="3115"/>
                      <a:pt x="4377" y="3041"/>
                    </a:cubicBezTo>
                    <a:cubicBezTo>
                      <a:pt x="4353" y="2900"/>
                      <a:pt x="4317" y="2761"/>
                      <a:pt x="4269" y="2627"/>
                    </a:cubicBezTo>
                    <a:cubicBezTo>
                      <a:pt x="4255" y="2592"/>
                      <a:pt x="4238" y="2558"/>
                      <a:pt x="4220" y="2526"/>
                    </a:cubicBezTo>
                    <a:cubicBezTo>
                      <a:pt x="4166" y="2434"/>
                      <a:pt x="4095" y="2354"/>
                      <a:pt x="4008" y="2293"/>
                    </a:cubicBezTo>
                    <a:cubicBezTo>
                      <a:pt x="4002" y="2288"/>
                      <a:pt x="3996" y="2280"/>
                      <a:pt x="3984" y="2284"/>
                    </a:cubicBezTo>
                    <a:lnTo>
                      <a:pt x="4152" y="2618"/>
                    </a:lnTo>
                    <a:cubicBezTo>
                      <a:pt x="4143" y="2581"/>
                      <a:pt x="4132" y="2545"/>
                      <a:pt x="4118" y="2510"/>
                    </a:cubicBezTo>
                    <a:cubicBezTo>
                      <a:pt x="4106" y="2474"/>
                      <a:pt x="4079" y="2443"/>
                      <a:pt x="4078" y="2400"/>
                    </a:cubicBezTo>
                    <a:cubicBezTo>
                      <a:pt x="4079" y="2400"/>
                      <a:pt x="4080" y="2401"/>
                      <a:pt x="4082" y="2402"/>
                    </a:cubicBezTo>
                    <a:cubicBezTo>
                      <a:pt x="4089" y="2407"/>
                      <a:pt x="4097" y="2413"/>
                      <a:pt x="4102" y="2421"/>
                    </a:cubicBezTo>
                    <a:cubicBezTo>
                      <a:pt x="4104" y="2426"/>
                      <a:pt x="4106" y="2431"/>
                      <a:pt x="4107" y="2436"/>
                    </a:cubicBezTo>
                    <a:cubicBezTo>
                      <a:pt x="4116" y="2455"/>
                      <a:pt x="4136" y="2438"/>
                      <a:pt x="4145" y="2452"/>
                    </a:cubicBezTo>
                    <a:cubicBezTo>
                      <a:pt x="4151" y="2461"/>
                      <a:pt x="4159" y="2469"/>
                      <a:pt x="4164" y="2478"/>
                    </a:cubicBezTo>
                    <a:cubicBezTo>
                      <a:pt x="4174" y="2496"/>
                      <a:pt x="4183" y="2514"/>
                      <a:pt x="4190" y="2533"/>
                    </a:cubicBezTo>
                    <a:cubicBezTo>
                      <a:pt x="4247" y="2678"/>
                      <a:pt x="4294" y="2827"/>
                      <a:pt x="4331" y="2978"/>
                    </a:cubicBezTo>
                    <a:cubicBezTo>
                      <a:pt x="4335" y="2995"/>
                      <a:pt x="4346" y="3012"/>
                      <a:pt x="4335" y="3034"/>
                    </a:cubicBezTo>
                    <a:cubicBezTo>
                      <a:pt x="4332" y="3030"/>
                      <a:pt x="4329" y="3026"/>
                      <a:pt x="4327" y="3021"/>
                    </a:cubicBezTo>
                    <a:cubicBezTo>
                      <a:pt x="4319" y="3008"/>
                      <a:pt x="4315" y="2994"/>
                      <a:pt x="4313" y="2979"/>
                    </a:cubicBezTo>
                    <a:cubicBezTo>
                      <a:pt x="4280" y="2853"/>
                      <a:pt x="4239" y="2729"/>
                      <a:pt x="4192" y="2608"/>
                    </a:cubicBezTo>
                    <a:cubicBezTo>
                      <a:pt x="4185" y="2593"/>
                      <a:pt x="4186" y="2572"/>
                      <a:pt x="4165" y="2564"/>
                    </a:cubicBezTo>
                    <a:lnTo>
                      <a:pt x="4166" y="2564"/>
                    </a:lnTo>
                    <a:moveTo>
                      <a:pt x="630" y="686"/>
                    </a:moveTo>
                    <a:cubicBezTo>
                      <a:pt x="647" y="707"/>
                      <a:pt x="662" y="728"/>
                      <a:pt x="677" y="750"/>
                    </a:cubicBezTo>
                    <a:cubicBezTo>
                      <a:pt x="678" y="752"/>
                      <a:pt x="679" y="754"/>
                      <a:pt x="680" y="755"/>
                    </a:cubicBezTo>
                    <a:cubicBezTo>
                      <a:pt x="686" y="766"/>
                      <a:pt x="689" y="777"/>
                      <a:pt x="689" y="789"/>
                    </a:cubicBezTo>
                    <a:cubicBezTo>
                      <a:pt x="689" y="801"/>
                      <a:pt x="685" y="813"/>
                      <a:pt x="680" y="823"/>
                    </a:cubicBezTo>
                    <a:cubicBezTo>
                      <a:pt x="674" y="834"/>
                      <a:pt x="666" y="841"/>
                      <a:pt x="656" y="847"/>
                    </a:cubicBezTo>
                    <a:cubicBezTo>
                      <a:pt x="646" y="853"/>
                      <a:pt x="635" y="856"/>
                      <a:pt x="624" y="856"/>
                    </a:cubicBezTo>
                    <a:cubicBezTo>
                      <a:pt x="561" y="863"/>
                      <a:pt x="519" y="806"/>
                      <a:pt x="535" y="739"/>
                    </a:cubicBezTo>
                    <a:cubicBezTo>
                      <a:pt x="539" y="728"/>
                      <a:pt x="542" y="719"/>
                      <a:pt x="548" y="709"/>
                    </a:cubicBezTo>
                    <a:cubicBezTo>
                      <a:pt x="554" y="698"/>
                      <a:pt x="563" y="687"/>
                      <a:pt x="572" y="678"/>
                    </a:cubicBezTo>
                    <a:cubicBezTo>
                      <a:pt x="499" y="688"/>
                      <a:pt x="476" y="710"/>
                      <a:pt x="460" y="767"/>
                    </a:cubicBezTo>
                    <a:cubicBezTo>
                      <a:pt x="459" y="774"/>
                      <a:pt x="457" y="780"/>
                      <a:pt x="453" y="787"/>
                    </a:cubicBezTo>
                    <a:cubicBezTo>
                      <a:pt x="448" y="796"/>
                      <a:pt x="440" y="803"/>
                      <a:pt x="431" y="808"/>
                    </a:cubicBezTo>
                    <a:cubicBezTo>
                      <a:pt x="429" y="809"/>
                      <a:pt x="427" y="810"/>
                      <a:pt x="425" y="811"/>
                    </a:cubicBezTo>
                    <a:cubicBezTo>
                      <a:pt x="407" y="816"/>
                      <a:pt x="396" y="799"/>
                      <a:pt x="385" y="787"/>
                    </a:cubicBezTo>
                    <a:cubicBezTo>
                      <a:pt x="374" y="775"/>
                      <a:pt x="366" y="761"/>
                      <a:pt x="355" y="748"/>
                    </a:cubicBezTo>
                    <a:cubicBezTo>
                      <a:pt x="346" y="736"/>
                      <a:pt x="334" y="725"/>
                      <a:pt x="321" y="718"/>
                    </a:cubicBezTo>
                    <a:cubicBezTo>
                      <a:pt x="304" y="708"/>
                      <a:pt x="285" y="703"/>
                      <a:pt x="265" y="703"/>
                    </a:cubicBezTo>
                    <a:cubicBezTo>
                      <a:pt x="266" y="707"/>
                      <a:pt x="267" y="710"/>
                      <a:pt x="269" y="714"/>
                    </a:cubicBezTo>
                    <a:cubicBezTo>
                      <a:pt x="271" y="717"/>
                      <a:pt x="273" y="720"/>
                      <a:pt x="276" y="722"/>
                    </a:cubicBezTo>
                    <a:cubicBezTo>
                      <a:pt x="309" y="752"/>
                      <a:pt x="343" y="781"/>
                      <a:pt x="375" y="811"/>
                    </a:cubicBezTo>
                    <a:cubicBezTo>
                      <a:pt x="407" y="842"/>
                      <a:pt x="409" y="863"/>
                      <a:pt x="375" y="897"/>
                    </a:cubicBezTo>
                    <a:cubicBezTo>
                      <a:pt x="348" y="922"/>
                      <a:pt x="322" y="948"/>
                      <a:pt x="298" y="976"/>
                    </a:cubicBezTo>
                    <a:cubicBezTo>
                      <a:pt x="289" y="987"/>
                      <a:pt x="280" y="999"/>
                      <a:pt x="273" y="1011"/>
                    </a:cubicBezTo>
                    <a:cubicBezTo>
                      <a:pt x="253" y="1044"/>
                      <a:pt x="244" y="1081"/>
                      <a:pt x="244" y="1119"/>
                    </a:cubicBezTo>
                    <a:cubicBezTo>
                      <a:pt x="244" y="1136"/>
                      <a:pt x="246" y="1152"/>
                      <a:pt x="250" y="1168"/>
                    </a:cubicBezTo>
                    <a:cubicBezTo>
                      <a:pt x="257" y="1150"/>
                      <a:pt x="262" y="1131"/>
                      <a:pt x="265" y="1111"/>
                    </a:cubicBezTo>
                    <a:cubicBezTo>
                      <a:pt x="269" y="1082"/>
                      <a:pt x="276" y="1054"/>
                      <a:pt x="285" y="1026"/>
                    </a:cubicBezTo>
                    <a:cubicBezTo>
                      <a:pt x="291" y="1011"/>
                      <a:pt x="298" y="988"/>
                      <a:pt x="312" y="988"/>
                    </a:cubicBezTo>
                    <a:cubicBezTo>
                      <a:pt x="344" y="987"/>
                      <a:pt x="353" y="961"/>
                      <a:pt x="371" y="944"/>
                    </a:cubicBezTo>
                    <a:cubicBezTo>
                      <a:pt x="380" y="936"/>
                      <a:pt x="387" y="921"/>
                      <a:pt x="407" y="926"/>
                    </a:cubicBezTo>
                    <a:cubicBezTo>
                      <a:pt x="395" y="938"/>
                      <a:pt x="387" y="947"/>
                      <a:pt x="377" y="956"/>
                    </a:cubicBezTo>
                    <a:cubicBezTo>
                      <a:pt x="357" y="974"/>
                      <a:pt x="388" y="977"/>
                      <a:pt x="387" y="989"/>
                    </a:cubicBezTo>
                    <a:cubicBezTo>
                      <a:pt x="386" y="996"/>
                      <a:pt x="385" y="1003"/>
                      <a:pt x="382" y="1010"/>
                    </a:cubicBezTo>
                    <a:cubicBezTo>
                      <a:pt x="363" y="1075"/>
                      <a:pt x="353" y="1142"/>
                      <a:pt x="351" y="1210"/>
                    </a:cubicBezTo>
                    <a:cubicBezTo>
                      <a:pt x="351" y="1212"/>
                      <a:pt x="351" y="1213"/>
                      <a:pt x="351" y="1215"/>
                    </a:cubicBezTo>
                    <a:cubicBezTo>
                      <a:pt x="351" y="1224"/>
                      <a:pt x="349" y="1233"/>
                      <a:pt x="344" y="1241"/>
                    </a:cubicBezTo>
                    <a:cubicBezTo>
                      <a:pt x="342" y="1245"/>
                      <a:pt x="339" y="1249"/>
                      <a:pt x="336" y="1252"/>
                    </a:cubicBezTo>
                    <a:lnTo>
                      <a:pt x="351" y="1067"/>
                    </a:lnTo>
                    <a:cubicBezTo>
                      <a:pt x="346" y="1069"/>
                      <a:pt x="342" y="1073"/>
                      <a:pt x="340" y="1078"/>
                    </a:cubicBezTo>
                    <a:cubicBezTo>
                      <a:pt x="338" y="1081"/>
                      <a:pt x="337" y="1083"/>
                      <a:pt x="337" y="1086"/>
                    </a:cubicBezTo>
                    <a:cubicBezTo>
                      <a:pt x="324" y="1136"/>
                      <a:pt x="313" y="1185"/>
                      <a:pt x="301" y="1235"/>
                    </a:cubicBezTo>
                    <a:cubicBezTo>
                      <a:pt x="290" y="1279"/>
                      <a:pt x="294" y="1291"/>
                      <a:pt x="335" y="1316"/>
                    </a:cubicBezTo>
                    <a:cubicBezTo>
                      <a:pt x="386" y="1345"/>
                      <a:pt x="441" y="1367"/>
                      <a:pt x="498" y="1380"/>
                    </a:cubicBezTo>
                    <a:cubicBezTo>
                      <a:pt x="503" y="1382"/>
                      <a:pt x="509" y="1383"/>
                      <a:pt x="514" y="1383"/>
                    </a:cubicBezTo>
                    <a:cubicBezTo>
                      <a:pt x="524" y="1383"/>
                      <a:pt x="534" y="1380"/>
                      <a:pt x="542" y="1375"/>
                    </a:cubicBezTo>
                    <a:cubicBezTo>
                      <a:pt x="549" y="1371"/>
                      <a:pt x="556" y="1365"/>
                      <a:pt x="560" y="1358"/>
                    </a:cubicBezTo>
                    <a:cubicBezTo>
                      <a:pt x="594" y="1319"/>
                      <a:pt x="631" y="1284"/>
                      <a:pt x="666" y="1247"/>
                    </a:cubicBezTo>
                    <a:cubicBezTo>
                      <a:pt x="677" y="1236"/>
                      <a:pt x="690" y="1227"/>
                      <a:pt x="703" y="1219"/>
                    </a:cubicBezTo>
                    <a:cubicBezTo>
                      <a:pt x="720" y="1209"/>
                      <a:pt x="738" y="1202"/>
                      <a:pt x="757" y="1198"/>
                    </a:cubicBezTo>
                    <a:cubicBezTo>
                      <a:pt x="823" y="1184"/>
                      <a:pt x="849" y="1152"/>
                      <a:pt x="849" y="1085"/>
                    </a:cubicBezTo>
                    <a:cubicBezTo>
                      <a:pt x="849" y="1052"/>
                      <a:pt x="849" y="1019"/>
                      <a:pt x="849" y="986"/>
                    </a:cubicBezTo>
                    <a:cubicBezTo>
                      <a:pt x="849" y="977"/>
                      <a:pt x="849" y="966"/>
                      <a:pt x="862" y="966"/>
                    </a:cubicBezTo>
                    <a:cubicBezTo>
                      <a:pt x="875" y="967"/>
                      <a:pt x="878" y="979"/>
                      <a:pt x="877" y="990"/>
                    </a:cubicBezTo>
                    <a:cubicBezTo>
                      <a:pt x="874" y="1001"/>
                      <a:pt x="873" y="1011"/>
                      <a:pt x="873" y="1022"/>
                    </a:cubicBezTo>
                    <a:cubicBezTo>
                      <a:pt x="873" y="1033"/>
                      <a:pt x="874" y="1044"/>
                      <a:pt x="877" y="1055"/>
                    </a:cubicBezTo>
                    <a:cubicBezTo>
                      <a:pt x="880" y="1051"/>
                      <a:pt x="883" y="1047"/>
                      <a:pt x="885" y="1043"/>
                    </a:cubicBezTo>
                    <a:cubicBezTo>
                      <a:pt x="886" y="1041"/>
                      <a:pt x="887" y="1040"/>
                      <a:pt x="887" y="1039"/>
                    </a:cubicBezTo>
                    <a:cubicBezTo>
                      <a:pt x="895" y="1016"/>
                      <a:pt x="903" y="993"/>
                      <a:pt x="908" y="970"/>
                    </a:cubicBezTo>
                    <a:cubicBezTo>
                      <a:pt x="926" y="897"/>
                      <a:pt x="917" y="883"/>
                      <a:pt x="851" y="849"/>
                    </a:cubicBezTo>
                    <a:cubicBezTo>
                      <a:pt x="850" y="848"/>
                      <a:pt x="848" y="848"/>
                      <a:pt x="847" y="847"/>
                    </a:cubicBezTo>
                    <a:cubicBezTo>
                      <a:pt x="841" y="843"/>
                      <a:pt x="834" y="842"/>
                      <a:pt x="828" y="842"/>
                    </a:cubicBezTo>
                    <a:cubicBezTo>
                      <a:pt x="821" y="842"/>
                      <a:pt x="815" y="844"/>
                      <a:pt x="810" y="847"/>
                    </a:cubicBezTo>
                    <a:cubicBezTo>
                      <a:pt x="804" y="851"/>
                      <a:pt x="799" y="855"/>
                      <a:pt x="796" y="860"/>
                    </a:cubicBezTo>
                    <a:cubicBezTo>
                      <a:pt x="795" y="861"/>
                      <a:pt x="795" y="862"/>
                      <a:pt x="795" y="862"/>
                    </a:cubicBezTo>
                    <a:cubicBezTo>
                      <a:pt x="805" y="836"/>
                      <a:pt x="803" y="821"/>
                      <a:pt x="778" y="812"/>
                    </a:cubicBezTo>
                    <a:cubicBezTo>
                      <a:pt x="769" y="809"/>
                      <a:pt x="761" y="805"/>
                      <a:pt x="753" y="800"/>
                    </a:cubicBezTo>
                    <a:cubicBezTo>
                      <a:pt x="747" y="796"/>
                      <a:pt x="741" y="792"/>
                      <a:pt x="735" y="788"/>
                    </a:cubicBezTo>
                    <a:cubicBezTo>
                      <a:pt x="733" y="787"/>
                      <a:pt x="731" y="786"/>
                      <a:pt x="729" y="785"/>
                    </a:cubicBezTo>
                    <a:cubicBezTo>
                      <a:pt x="721" y="780"/>
                      <a:pt x="714" y="773"/>
                      <a:pt x="709" y="765"/>
                    </a:cubicBezTo>
                    <a:cubicBezTo>
                      <a:pt x="705" y="758"/>
                      <a:pt x="703" y="751"/>
                      <a:pt x="702" y="744"/>
                    </a:cubicBezTo>
                    <a:cubicBezTo>
                      <a:pt x="701" y="715"/>
                      <a:pt x="674" y="693"/>
                      <a:pt x="630" y="686"/>
                    </a:cubicBezTo>
                    <a:moveTo>
                      <a:pt x="370" y="415"/>
                    </a:moveTo>
                    <a:cubicBezTo>
                      <a:pt x="370" y="424"/>
                      <a:pt x="370" y="432"/>
                      <a:pt x="370" y="441"/>
                    </a:cubicBezTo>
                    <a:cubicBezTo>
                      <a:pt x="370" y="492"/>
                      <a:pt x="375" y="543"/>
                      <a:pt x="386" y="594"/>
                    </a:cubicBezTo>
                    <a:cubicBezTo>
                      <a:pt x="388" y="553"/>
                      <a:pt x="387" y="514"/>
                      <a:pt x="388" y="473"/>
                    </a:cubicBezTo>
                    <a:cubicBezTo>
                      <a:pt x="390" y="391"/>
                      <a:pt x="391" y="391"/>
                      <a:pt x="411" y="365"/>
                    </a:cubicBezTo>
                    <a:cubicBezTo>
                      <a:pt x="419" y="370"/>
                      <a:pt x="415" y="378"/>
                      <a:pt x="418" y="391"/>
                    </a:cubicBezTo>
                    <a:cubicBezTo>
                      <a:pt x="438" y="340"/>
                      <a:pt x="446" y="290"/>
                      <a:pt x="474" y="247"/>
                    </a:cubicBezTo>
                    <a:cubicBezTo>
                      <a:pt x="478" y="238"/>
                      <a:pt x="483" y="229"/>
                      <a:pt x="488" y="221"/>
                    </a:cubicBezTo>
                    <a:cubicBezTo>
                      <a:pt x="491" y="215"/>
                      <a:pt x="495" y="210"/>
                      <a:pt x="498" y="204"/>
                    </a:cubicBezTo>
                    <a:cubicBezTo>
                      <a:pt x="513" y="187"/>
                      <a:pt x="520" y="222"/>
                      <a:pt x="535" y="209"/>
                    </a:cubicBezTo>
                    <a:cubicBezTo>
                      <a:pt x="539" y="206"/>
                      <a:pt x="544" y="202"/>
                      <a:pt x="547" y="209"/>
                    </a:cubicBezTo>
                    <a:cubicBezTo>
                      <a:pt x="533" y="238"/>
                      <a:pt x="523" y="269"/>
                      <a:pt x="518" y="300"/>
                    </a:cubicBezTo>
                    <a:cubicBezTo>
                      <a:pt x="521" y="302"/>
                      <a:pt x="524" y="303"/>
                      <a:pt x="528" y="303"/>
                    </a:cubicBezTo>
                    <a:cubicBezTo>
                      <a:pt x="531" y="303"/>
                      <a:pt x="534" y="302"/>
                      <a:pt x="537" y="300"/>
                    </a:cubicBezTo>
                    <a:cubicBezTo>
                      <a:pt x="540" y="298"/>
                      <a:pt x="542" y="296"/>
                      <a:pt x="544" y="293"/>
                    </a:cubicBezTo>
                    <a:cubicBezTo>
                      <a:pt x="544" y="293"/>
                      <a:pt x="544" y="292"/>
                      <a:pt x="545" y="292"/>
                    </a:cubicBezTo>
                    <a:cubicBezTo>
                      <a:pt x="556" y="276"/>
                      <a:pt x="558" y="253"/>
                      <a:pt x="592" y="265"/>
                    </a:cubicBezTo>
                    <a:cubicBezTo>
                      <a:pt x="611" y="273"/>
                      <a:pt x="625" y="239"/>
                      <a:pt x="610" y="216"/>
                    </a:cubicBezTo>
                    <a:cubicBezTo>
                      <a:pt x="609" y="214"/>
                      <a:pt x="608" y="213"/>
                      <a:pt x="607" y="211"/>
                    </a:cubicBezTo>
                    <a:cubicBezTo>
                      <a:pt x="591" y="184"/>
                      <a:pt x="581" y="155"/>
                      <a:pt x="577" y="124"/>
                    </a:cubicBezTo>
                    <a:cubicBezTo>
                      <a:pt x="573" y="104"/>
                      <a:pt x="569" y="83"/>
                      <a:pt x="564" y="59"/>
                    </a:cubicBezTo>
                    <a:cubicBezTo>
                      <a:pt x="546" y="72"/>
                      <a:pt x="530" y="88"/>
                      <a:pt x="518" y="107"/>
                    </a:cubicBezTo>
                    <a:cubicBezTo>
                      <a:pt x="496" y="136"/>
                      <a:pt x="475" y="167"/>
                      <a:pt x="457" y="199"/>
                    </a:cubicBezTo>
                    <a:cubicBezTo>
                      <a:pt x="440" y="228"/>
                      <a:pt x="425" y="257"/>
                      <a:pt x="412" y="287"/>
                    </a:cubicBezTo>
                    <a:cubicBezTo>
                      <a:pt x="404" y="305"/>
                      <a:pt x="399" y="329"/>
                      <a:pt x="375" y="330"/>
                    </a:cubicBezTo>
                    <a:cubicBezTo>
                      <a:pt x="351" y="331"/>
                      <a:pt x="356" y="304"/>
                      <a:pt x="345" y="289"/>
                    </a:cubicBezTo>
                    <a:cubicBezTo>
                      <a:pt x="342" y="285"/>
                      <a:pt x="339" y="285"/>
                      <a:pt x="335" y="289"/>
                    </a:cubicBezTo>
                    <a:cubicBezTo>
                      <a:pt x="324" y="311"/>
                      <a:pt x="317" y="334"/>
                      <a:pt x="315" y="359"/>
                    </a:cubicBezTo>
                    <a:cubicBezTo>
                      <a:pt x="328" y="354"/>
                      <a:pt x="329" y="339"/>
                      <a:pt x="343" y="337"/>
                    </a:cubicBezTo>
                    <a:cubicBezTo>
                      <a:pt x="345" y="358"/>
                      <a:pt x="330" y="374"/>
                      <a:pt x="323" y="391"/>
                    </a:cubicBezTo>
                    <a:cubicBezTo>
                      <a:pt x="318" y="403"/>
                      <a:pt x="308" y="418"/>
                      <a:pt x="320" y="427"/>
                    </a:cubicBezTo>
                    <a:cubicBezTo>
                      <a:pt x="342" y="444"/>
                      <a:pt x="334" y="467"/>
                      <a:pt x="336" y="488"/>
                    </a:cubicBezTo>
                    <a:cubicBezTo>
                      <a:pt x="344" y="562"/>
                      <a:pt x="351" y="636"/>
                      <a:pt x="385" y="705"/>
                    </a:cubicBezTo>
                    <a:cubicBezTo>
                      <a:pt x="373" y="610"/>
                      <a:pt x="342" y="514"/>
                      <a:pt x="370" y="415"/>
                    </a:cubicBezTo>
                    <a:moveTo>
                      <a:pt x="3966" y="3182"/>
                    </a:moveTo>
                    <a:cubicBezTo>
                      <a:pt x="3973" y="3023"/>
                      <a:pt x="3891" y="2810"/>
                      <a:pt x="3773" y="2681"/>
                    </a:cubicBezTo>
                    <a:cubicBezTo>
                      <a:pt x="3766" y="2691"/>
                      <a:pt x="3758" y="2701"/>
                      <a:pt x="3753" y="2711"/>
                    </a:cubicBezTo>
                    <a:cubicBezTo>
                      <a:pt x="3742" y="2729"/>
                      <a:pt x="3734" y="2748"/>
                      <a:pt x="3726" y="2767"/>
                    </a:cubicBezTo>
                    <a:cubicBezTo>
                      <a:pt x="3725" y="2772"/>
                      <a:pt x="3724" y="2777"/>
                      <a:pt x="3724" y="2782"/>
                    </a:cubicBezTo>
                    <a:cubicBezTo>
                      <a:pt x="3724" y="2792"/>
                      <a:pt x="3726" y="2801"/>
                      <a:pt x="3731" y="2809"/>
                    </a:cubicBezTo>
                    <a:cubicBezTo>
                      <a:pt x="3735" y="2817"/>
                      <a:pt x="3743" y="2823"/>
                      <a:pt x="3751" y="2828"/>
                    </a:cubicBezTo>
                    <a:cubicBezTo>
                      <a:pt x="3754" y="2830"/>
                      <a:pt x="3758" y="2832"/>
                      <a:pt x="3761" y="2833"/>
                    </a:cubicBezTo>
                    <a:cubicBezTo>
                      <a:pt x="3771" y="2836"/>
                      <a:pt x="3770" y="2839"/>
                      <a:pt x="3771" y="2845"/>
                    </a:cubicBezTo>
                    <a:cubicBezTo>
                      <a:pt x="3771" y="2851"/>
                      <a:pt x="3756" y="2863"/>
                      <a:pt x="3774" y="2874"/>
                    </a:cubicBezTo>
                    <a:cubicBezTo>
                      <a:pt x="3792" y="2855"/>
                      <a:pt x="3796" y="2824"/>
                      <a:pt x="3824" y="2804"/>
                    </a:cubicBezTo>
                    <a:cubicBezTo>
                      <a:pt x="3818" y="2830"/>
                      <a:pt x="3808" y="2850"/>
                      <a:pt x="3821" y="2869"/>
                    </a:cubicBezTo>
                    <a:cubicBezTo>
                      <a:pt x="3823" y="2873"/>
                      <a:pt x="3826" y="2877"/>
                      <a:pt x="3828" y="2881"/>
                    </a:cubicBezTo>
                    <a:cubicBezTo>
                      <a:pt x="3853" y="2924"/>
                      <a:pt x="3873" y="2969"/>
                      <a:pt x="3890" y="3016"/>
                    </a:cubicBezTo>
                    <a:cubicBezTo>
                      <a:pt x="3892" y="3021"/>
                      <a:pt x="3890" y="3028"/>
                      <a:pt x="3900" y="3031"/>
                    </a:cubicBezTo>
                    <a:cubicBezTo>
                      <a:pt x="3924" y="3039"/>
                      <a:pt x="3924" y="3039"/>
                      <a:pt x="3926" y="3048"/>
                    </a:cubicBezTo>
                    <a:cubicBezTo>
                      <a:pt x="3930" y="3094"/>
                      <a:pt x="3943" y="3140"/>
                      <a:pt x="3965" y="3182"/>
                    </a:cubicBezTo>
                    <a:lnTo>
                      <a:pt x="3966" y="3182"/>
                    </a:lnTo>
                    <a:moveTo>
                      <a:pt x="4142" y="3197"/>
                    </a:moveTo>
                    <a:cubicBezTo>
                      <a:pt x="4149" y="2985"/>
                      <a:pt x="3932" y="2518"/>
                      <a:pt x="3773" y="2403"/>
                    </a:cubicBezTo>
                    <a:cubicBezTo>
                      <a:pt x="3767" y="2426"/>
                      <a:pt x="3784" y="2438"/>
                      <a:pt x="3795" y="2451"/>
                    </a:cubicBezTo>
                    <a:cubicBezTo>
                      <a:pt x="3934" y="2629"/>
                      <a:pt x="4006" y="2842"/>
                      <a:pt x="4099" y="3044"/>
                    </a:cubicBezTo>
                    <a:cubicBezTo>
                      <a:pt x="4117" y="3094"/>
                      <a:pt x="4131" y="3145"/>
                      <a:pt x="4141" y="3197"/>
                    </a:cubicBezTo>
                    <a:lnTo>
                      <a:pt x="4142" y="3197"/>
                    </a:lnTo>
                    <a:moveTo>
                      <a:pt x="4266" y="2412"/>
                    </a:moveTo>
                    <a:cubicBezTo>
                      <a:pt x="4473" y="2767"/>
                      <a:pt x="4493" y="2809"/>
                      <a:pt x="4494" y="2862"/>
                    </a:cubicBezTo>
                    <a:cubicBezTo>
                      <a:pt x="4478" y="2851"/>
                      <a:pt x="4473" y="2832"/>
                      <a:pt x="4462" y="2818"/>
                    </a:cubicBezTo>
                    <a:cubicBezTo>
                      <a:pt x="4451" y="2804"/>
                      <a:pt x="4443" y="2786"/>
                      <a:pt x="4426" y="2778"/>
                    </a:cubicBezTo>
                    <a:cubicBezTo>
                      <a:pt x="4455" y="2873"/>
                      <a:pt x="4530" y="2932"/>
                      <a:pt x="4592" y="3002"/>
                    </a:cubicBezTo>
                    <a:cubicBezTo>
                      <a:pt x="4556" y="2820"/>
                      <a:pt x="4392" y="2522"/>
                      <a:pt x="4265" y="2412"/>
                    </a:cubicBezTo>
                    <a:lnTo>
                      <a:pt x="4266" y="2412"/>
                    </a:lnTo>
                    <a:moveTo>
                      <a:pt x="2480" y="3668"/>
                    </a:moveTo>
                    <a:cubicBezTo>
                      <a:pt x="2461" y="3626"/>
                      <a:pt x="2490" y="3606"/>
                      <a:pt x="2497" y="3577"/>
                    </a:cubicBezTo>
                    <a:cubicBezTo>
                      <a:pt x="2510" y="3511"/>
                      <a:pt x="2529" y="3446"/>
                      <a:pt x="2554" y="3384"/>
                    </a:cubicBezTo>
                    <a:cubicBezTo>
                      <a:pt x="2572" y="3343"/>
                      <a:pt x="2566" y="3331"/>
                      <a:pt x="2528" y="3312"/>
                    </a:cubicBezTo>
                    <a:cubicBezTo>
                      <a:pt x="2510" y="3303"/>
                      <a:pt x="2499" y="3304"/>
                      <a:pt x="2490" y="3326"/>
                    </a:cubicBezTo>
                    <a:cubicBezTo>
                      <a:pt x="2460" y="3401"/>
                      <a:pt x="2434" y="3477"/>
                      <a:pt x="2412" y="3554"/>
                    </a:cubicBezTo>
                    <a:cubicBezTo>
                      <a:pt x="2407" y="3572"/>
                      <a:pt x="2404" y="3591"/>
                      <a:pt x="2423" y="3596"/>
                    </a:cubicBezTo>
                    <a:cubicBezTo>
                      <a:pt x="2441" y="3601"/>
                      <a:pt x="2432" y="3572"/>
                      <a:pt x="2444" y="3565"/>
                    </a:cubicBezTo>
                    <a:cubicBezTo>
                      <a:pt x="2446" y="3635"/>
                      <a:pt x="2446" y="3635"/>
                      <a:pt x="2480" y="3668"/>
                    </a:cubicBezTo>
                    <a:moveTo>
                      <a:pt x="3509" y="2264"/>
                    </a:moveTo>
                    <a:cubicBezTo>
                      <a:pt x="3515" y="2286"/>
                      <a:pt x="3538" y="2281"/>
                      <a:pt x="3538" y="2296"/>
                    </a:cubicBezTo>
                    <a:cubicBezTo>
                      <a:pt x="3536" y="2322"/>
                      <a:pt x="3557" y="2329"/>
                      <a:pt x="3572" y="2341"/>
                    </a:cubicBezTo>
                    <a:cubicBezTo>
                      <a:pt x="3692" y="2431"/>
                      <a:pt x="3797" y="2541"/>
                      <a:pt x="3882" y="2665"/>
                    </a:cubicBezTo>
                    <a:cubicBezTo>
                      <a:pt x="3893" y="2680"/>
                      <a:pt x="3905" y="2695"/>
                      <a:pt x="3917" y="2711"/>
                    </a:cubicBezTo>
                    <a:cubicBezTo>
                      <a:pt x="3917" y="2711"/>
                      <a:pt x="3917" y="2710"/>
                      <a:pt x="3918" y="2709"/>
                    </a:cubicBezTo>
                    <a:cubicBezTo>
                      <a:pt x="3918" y="2707"/>
                      <a:pt x="3920" y="2704"/>
                      <a:pt x="3920" y="2702"/>
                    </a:cubicBezTo>
                    <a:cubicBezTo>
                      <a:pt x="3920" y="2699"/>
                      <a:pt x="3918" y="2698"/>
                      <a:pt x="3918" y="2696"/>
                    </a:cubicBezTo>
                    <a:cubicBezTo>
                      <a:pt x="3917" y="2695"/>
                      <a:pt x="3917" y="2694"/>
                      <a:pt x="3917" y="2694"/>
                    </a:cubicBezTo>
                    <a:cubicBezTo>
                      <a:pt x="3903" y="2667"/>
                      <a:pt x="3889" y="2641"/>
                      <a:pt x="3874" y="2615"/>
                    </a:cubicBezTo>
                    <a:cubicBezTo>
                      <a:pt x="3828" y="2536"/>
                      <a:pt x="3777" y="2461"/>
                      <a:pt x="3720" y="2390"/>
                    </a:cubicBezTo>
                    <a:cubicBezTo>
                      <a:pt x="3712" y="2380"/>
                      <a:pt x="3702" y="2371"/>
                      <a:pt x="3692" y="2364"/>
                    </a:cubicBezTo>
                    <a:cubicBezTo>
                      <a:pt x="3673" y="2352"/>
                      <a:pt x="3654" y="2341"/>
                      <a:pt x="3636" y="2330"/>
                    </a:cubicBezTo>
                    <a:cubicBezTo>
                      <a:pt x="3594" y="2306"/>
                      <a:pt x="3552" y="2284"/>
                      <a:pt x="3509" y="2264"/>
                    </a:cubicBezTo>
                    <a:moveTo>
                      <a:pt x="2748" y="2007"/>
                    </a:moveTo>
                    <a:cubicBezTo>
                      <a:pt x="2754" y="2019"/>
                      <a:pt x="2755" y="2023"/>
                      <a:pt x="2757" y="2024"/>
                    </a:cubicBezTo>
                    <a:cubicBezTo>
                      <a:pt x="2836" y="2095"/>
                      <a:pt x="2927" y="2144"/>
                      <a:pt x="3019" y="2195"/>
                    </a:cubicBezTo>
                    <a:cubicBezTo>
                      <a:pt x="3026" y="2199"/>
                      <a:pt x="3035" y="2201"/>
                      <a:pt x="3044" y="2201"/>
                    </a:cubicBezTo>
                    <a:cubicBezTo>
                      <a:pt x="3046" y="2201"/>
                      <a:pt x="3048" y="2201"/>
                      <a:pt x="3050" y="2201"/>
                    </a:cubicBezTo>
                    <a:cubicBezTo>
                      <a:pt x="3088" y="2193"/>
                      <a:pt x="3116" y="2214"/>
                      <a:pt x="3147" y="2229"/>
                    </a:cubicBezTo>
                    <a:cubicBezTo>
                      <a:pt x="3151" y="2233"/>
                      <a:pt x="3155" y="2236"/>
                      <a:pt x="3160" y="2239"/>
                    </a:cubicBezTo>
                    <a:cubicBezTo>
                      <a:pt x="3174" y="2247"/>
                      <a:pt x="3189" y="2251"/>
                      <a:pt x="3205" y="2251"/>
                    </a:cubicBezTo>
                    <a:cubicBezTo>
                      <a:pt x="3061" y="2144"/>
                      <a:pt x="2908" y="2079"/>
                      <a:pt x="2748" y="2007"/>
                    </a:cubicBezTo>
                    <a:moveTo>
                      <a:pt x="2728" y="4093"/>
                    </a:moveTo>
                    <a:cubicBezTo>
                      <a:pt x="2751" y="4090"/>
                      <a:pt x="2776" y="4062"/>
                      <a:pt x="2785" y="4073"/>
                    </a:cubicBezTo>
                    <a:cubicBezTo>
                      <a:pt x="2813" y="4111"/>
                      <a:pt x="2834" y="4075"/>
                      <a:pt x="2858" y="4073"/>
                    </a:cubicBezTo>
                    <a:cubicBezTo>
                      <a:pt x="2881" y="4071"/>
                      <a:pt x="2908" y="4051"/>
                      <a:pt x="2940" y="4049"/>
                    </a:cubicBezTo>
                    <a:cubicBezTo>
                      <a:pt x="2929" y="4075"/>
                      <a:pt x="2902" y="4072"/>
                      <a:pt x="2889" y="4095"/>
                    </a:cubicBezTo>
                    <a:cubicBezTo>
                      <a:pt x="2952" y="4077"/>
                      <a:pt x="3018" y="4075"/>
                      <a:pt x="3054" y="4006"/>
                    </a:cubicBezTo>
                    <a:cubicBezTo>
                      <a:pt x="3008" y="3993"/>
                      <a:pt x="2965" y="3985"/>
                      <a:pt x="2921" y="4015"/>
                    </a:cubicBezTo>
                    <a:cubicBezTo>
                      <a:pt x="2918" y="4017"/>
                      <a:pt x="2914" y="4020"/>
                      <a:pt x="2910" y="4022"/>
                    </a:cubicBezTo>
                    <a:cubicBezTo>
                      <a:pt x="2903" y="4026"/>
                      <a:pt x="2895" y="4029"/>
                      <a:pt x="2887" y="4031"/>
                    </a:cubicBezTo>
                    <a:cubicBezTo>
                      <a:pt x="2869" y="4033"/>
                      <a:pt x="2844" y="4077"/>
                      <a:pt x="2830" y="4025"/>
                    </a:cubicBezTo>
                    <a:cubicBezTo>
                      <a:pt x="2828" y="4020"/>
                      <a:pt x="2821" y="4024"/>
                      <a:pt x="2816" y="4025"/>
                    </a:cubicBezTo>
                    <a:cubicBezTo>
                      <a:pt x="2789" y="4035"/>
                      <a:pt x="2763" y="4044"/>
                      <a:pt x="2739" y="4053"/>
                    </a:cubicBezTo>
                    <a:cubicBezTo>
                      <a:pt x="2722" y="4059"/>
                      <a:pt x="2725" y="4075"/>
                      <a:pt x="2728" y="4093"/>
                    </a:cubicBezTo>
                    <a:moveTo>
                      <a:pt x="363" y="834"/>
                    </a:moveTo>
                    <a:lnTo>
                      <a:pt x="236" y="707"/>
                    </a:lnTo>
                    <a:cubicBezTo>
                      <a:pt x="234" y="706"/>
                      <a:pt x="232" y="705"/>
                      <a:pt x="230" y="703"/>
                    </a:cubicBezTo>
                    <a:cubicBezTo>
                      <a:pt x="226" y="701"/>
                      <a:pt x="220" y="699"/>
                      <a:pt x="215" y="699"/>
                    </a:cubicBezTo>
                    <a:cubicBezTo>
                      <a:pt x="214" y="699"/>
                      <a:pt x="213" y="699"/>
                      <a:pt x="212" y="699"/>
                    </a:cubicBezTo>
                    <a:cubicBezTo>
                      <a:pt x="211" y="699"/>
                      <a:pt x="210" y="699"/>
                      <a:pt x="210" y="699"/>
                    </a:cubicBezTo>
                    <a:cubicBezTo>
                      <a:pt x="184" y="699"/>
                      <a:pt x="158" y="705"/>
                      <a:pt x="135" y="719"/>
                    </a:cubicBezTo>
                    <a:cubicBezTo>
                      <a:pt x="123" y="726"/>
                      <a:pt x="111" y="736"/>
                      <a:pt x="101" y="746"/>
                    </a:cubicBezTo>
                    <a:cubicBezTo>
                      <a:pt x="183" y="777"/>
                      <a:pt x="253" y="818"/>
                      <a:pt x="334" y="835"/>
                    </a:cubicBezTo>
                    <a:cubicBezTo>
                      <a:pt x="341" y="838"/>
                      <a:pt x="349" y="844"/>
                      <a:pt x="363" y="834"/>
                    </a:cubicBezTo>
                    <a:moveTo>
                      <a:pt x="2932" y="3801"/>
                    </a:moveTo>
                    <a:cubicBezTo>
                      <a:pt x="2940" y="3757"/>
                      <a:pt x="2947" y="3717"/>
                      <a:pt x="2954" y="3678"/>
                    </a:cubicBezTo>
                    <a:cubicBezTo>
                      <a:pt x="2966" y="3614"/>
                      <a:pt x="2967" y="3614"/>
                      <a:pt x="2911" y="3581"/>
                    </a:cubicBezTo>
                    <a:cubicBezTo>
                      <a:pt x="2905" y="3578"/>
                      <a:pt x="2900" y="3576"/>
                      <a:pt x="2894" y="3575"/>
                    </a:cubicBezTo>
                    <a:cubicBezTo>
                      <a:pt x="2872" y="3630"/>
                      <a:pt x="2856" y="3688"/>
                      <a:pt x="2847" y="3748"/>
                    </a:cubicBezTo>
                    <a:cubicBezTo>
                      <a:pt x="2847" y="3749"/>
                      <a:pt x="2847" y="3751"/>
                      <a:pt x="2847" y="3753"/>
                    </a:cubicBezTo>
                    <a:cubicBezTo>
                      <a:pt x="2847" y="3756"/>
                      <a:pt x="2847" y="3760"/>
                      <a:pt x="2849" y="3763"/>
                    </a:cubicBezTo>
                    <a:cubicBezTo>
                      <a:pt x="2849" y="3764"/>
                      <a:pt x="2849" y="3764"/>
                      <a:pt x="2849" y="3764"/>
                    </a:cubicBezTo>
                    <a:cubicBezTo>
                      <a:pt x="2851" y="3767"/>
                      <a:pt x="2853" y="3769"/>
                      <a:pt x="2856" y="3771"/>
                    </a:cubicBezTo>
                    <a:cubicBezTo>
                      <a:pt x="2859" y="3772"/>
                      <a:pt x="2862" y="3773"/>
                      <a:pt x="2865" y="3773"/>
                    </a:cubicBezTo>
                    <a:cubicBezTo>
                      <a:pt x="2866" y="3773"/>
                      <a:pt x="2866" y="3773"/>
                      <a:pt x="2867" y="3773"/>
                    </a:cubicBezTo>
                    <a:cubicBezTo>
                      <a:pt x="2875" y="3773"/>
                      <a:pt x="2876" y="3768"/>
                      <a:pt x="2878" y="3763"/>
                    </a:cubicBezTo>
                    <a:cubicBezTo>
                      <a:pt x="2880" y="3754"/>
                      <a:pt x="2880" y="3745"/>
                      <a:pt x="2883" y="3736"/>
                    </a:cubicBezTo>
                    <a:cubicBezTo>
                      <a:pt x="2894" y="3699"/>
                      <a:pt x="2893" y="3657"/>
                      <a:pt x="2916" y="3621"/>
                    </a:cubicBezTo>
                    <a:cubicBezTo>
                      <a:pt x="2926" y="3633"/>
                      <a:pt x="2921" y="3643"/>
                      <a:pt x="2918" y="3653"/>
                    </a:cubicBezTo>
                    <a:cubicBezTo>
                      <a:pt x="2910" y="3685"/>
                      <a:pt x="2901" y="3717"/>
                      <a:pt x="2894" y="3749"/>
                    </a:cubicBezTo>
                    <a:cubicBezTo>
                      <a:pt x="2887" y="3786"/>
                      <a:pt x="2887" y="3786"/>
                      <a:pt x="2932" y="3801"/>
                    </a:cubicBezTo>
                    <a:moveTo>
                      <a:pt x="4043" y="3094"/>
                    </a:moveTo>
                    <a:cubicBezTo>
                      <a:pt x="4037" y="3189"/>
                      <a:pt x="4094" y="3538"/>
                      <a:pt x="4125" y="3575"/>
                    </a:cubicBezTo>
                    <a:cubicBezTo>
                      <a:pt x="4101" y="3406"/>
                      <a:pt x="4092" y="3247"/>
                      <a:pt x="4043" y="3094"/>
                    </a:cubicBezTo>
                    <a:moveTo>
                      <a:pt x="4160" y="2390"/>
                    </a:moveTo>
                    <a:cubicBezTo>
                      <a:pt x="4161" y="2385"/>
                      <a:pt x="4161" y="2380"/>
                      <a:pt x="4161" y="2375"/>
                    </a:cubicBezTo>
                    <a:cubicBezTo>
                      <a:pt x="4161" y="2354"/>
                      <a:pt x="4155" y="2333"/>
                      <a:pt x="4145" y="2314"/>
                    </a:cubicBezTo>
                    <a:cubicBezTo>
                      <a:pt x="4136" y="2299"/>
                      <a:pt x="4123" y="2285"/>
                      <a:pt x="4108" y="2275"/>
                    </a:cubicBezTo>
                    <a:cubicBezTo>
                      <a:pt x="4093" y="2263"/>
                      <a:pt x="4076" y="2252"/>
                      <a:pt x="4059" y="2242"/>
                    </a:cubicBezTo>
                    <a:cubicBezTo>
                      <a:pt x="4041" y="2232"/>
                      <a:pt x="4023" y="2223"/>
                      <a:pt x="4004" y="2215"/>
                    </a:cubicBezTo>
                    <a:cubicBezTo>
                      <a:pt x="3959" y="2192"/>
                      <a:pt x="3910" y="2176"/>
                      <a:pt x="3860" y="2169"/>
                    </a:cubicBezTo>
                    <a:cubicBezTo>
                      <a:pt x="3879" y="2179"/>
                      <a:pt x="3897" y="2189"/>
                      <a:pt x="3915" y="2199"/>
                    </a:cubicBezTo>
                    <a:cubicBezTo>
                      <a:pt x="3951" y="2220"/>
                      <a:pt x="3985" y="2241"/>
                      <a:pt x="4019" y="2265"/>
                    </a:cubicBezTo>
                    <a:cubicBezTo>
                      <a:pt x="4069" y="2302"/>
                      <a:pt x="4116" y="2344"/>
                      <a:pt x="4160" y="2390"/>
                    </a:cubicBezTo>
                    <a:moveTo>
                      <a:pt x="3929" y="2279"/>
                    </a:moveTo>
                    <a:cubicBezTo>
                      <a:pt x="4043" y="2464"/>
                      <a:pt x="4116" y="2664"/>
                      <a:pt x="4213" y="2851"/>
                    </a:cubicBezTo>
                    <a:cubicBezTo>
                      <a:pt x="4204" y="2818"/>
                      <a:pt x="4193" y="2785"/>
                      <a:pt x="4180" y="2754"/>
                    </a:cubicBezTo>
                    <a:cubicBezTo>
                      <a:pt x="4123" y="2608"/>
                      <a:pt x="4057" y="2467"/>
                      <a:pt x="3982" y="2330"/>
                    </a:cubicBezTo>
                    <a:cubicBezTo>
                      <a:pt x="3970" y="2312"/>
                      <a:pt x="3962" y="2287"/>
                      <a:pt x="3928" y="2279"/>
                    </a:cubicBezTo>
                    <a:lnTo>
                      <a:pt x="3929" y="2279"/>
                    </a:lnTo>
                    <a:moveTo>
                      <a:pt x="4431" y="2532"/>
                    </a:moveTo>
                    <a:cubicBezTo>
                      <a:pt x="4464" y="2649"/>
                      <a:pt x="4606" y="2857"/>
                      <a:pt x="4675" y="2899"/>
                    </a:cubicBezTo>
                    <a:cubicBezTo>
                      <a:pt x="4673" y="2888"/>
                      <a:pt x="4670" y="2878"/>
                      <a:pt x="4665" y="2869"/>
                    </a:cubicBezTo>
                    <a:cubicBezTo>
                      <a:pt x="4663" y="2866"/>
                      <a:pt x="4662" y="2865"/>
                      <a:pt x="4661" y="2863"/>
                    </a:cubicBezTo>
                    <a:cubicBezTo>
                      <a:pt x="4632" y="2795"/>
                      <a:pt x="4579" y="2744"/>
                      <a:pt x="4537" y="2685"/>
                    </a:cubicBezTo>
                    <a:cubicBezTo>
                      <a:pt x="4499" y="2635"/>
                      <a:pt x="4465" y="2583"/>
                      <a:pt x="4430" y="2532"/>
                    </a:cubicBezTo>
                    <a:lnTo>
                      <a:pt x="4431" y="2532"/>
                    </a:lnTo>
                    <a:moveTo>
                      <a:pt x="4258" y="3127"/>
                    </a:moveTo>
                    <a:lnTo>
                      <a:pt x="4247" y="3130"/>
                    </a:lnTo>
                    <a:cubicBezTo>
                      <a:pt x="4247" y="3142"/>
                      <a:pt x="4249" y="3156"/>
                      <a:pt x="4251" y="3167"/>
                    </a:cubicBezTo>
                    <a:cubicBezTo>
                      <a:pt x="4264" y="3252"/>
                      <a:pt x="4277" y="3337"/>
                      <a:pt x="4299" y="3420"/>
                    </a:cubicBezTo>
                    <a:cubicBezTo>
                      <a:pt x="4303" y="3436"/>
                      <a:pt x="4315" y="3460"/>
                      <a:pt x="4284" y="3468"/>
                    </a:cubicBezTo>
                    <a:cubicBezTo>
                      <a:pt x="4282" y="3468"/>
                      <a:pt x="4280" y="3478"/>
                      <a:pt x="4282" y="3483"/>
                    </a:cubicBezTo>
                    <a:cubicBezTo>
                      <a:pt x="4296" y="3533"/>
                      <a:pt x="4303" y="3586"/>
                      <a:pt x="4330" y="3632"/>
                    </a:cubicBezTo>
                    <a:cubicBezTo>
                      <a:pt x="4308" y="3463"/>
                      <a:pt x="4305" y="3292"/>
                      <a:pt x="4256" y="3127"/>
                    </a:cubicBezTo>
                    <a:lnTo>
                      <a:pt x="4258" y="3127"/>
                    </a:lnTo>
                    <a:moveTo>
                      <a:pt x="3088" y="4267"/>
                    </a:moveTo>
                    <a:cubicBezTo>
                      <a:pt x="3107" y="4261"/>
                      <a:pt x="3125" y="4253"/>
                      <a:pt x="3142" y="4243"/>
                    </a:cubicBezTo>
                    <a:cubicBezTo>
                      <a:pt x="3153" y="4236"/>
                      <a:pt x="3164" y="4229"/>
                      <a:pt x="3175" y="4221"/>
                    </a:cubicBezTo>
                    <a:cubicBezTo>
                      <a:pt x="3185" y="4213"/>
                      <a:pt x="3198" y="4199"/>
                      <a:pt x="3192" y="4189"/>
                    </a:cubicBezTo>
                    <a:cubicBezTo>
                      <a:pt x="3165" y="4151"/>
                      <a:pt x="3196" y="4124"/>
                      <a:pt x="3207" y="4093"/>
                    </a:cubicBezTo>
                    <a:cubicBezTo>
                      <a:pt x="3210" y="4085"/>
                      <a:pt x="3215" y="4077"/>
                      <a:pt x="3219" y="4069"/>
                    </a:cubicBezTo>
                    <a:cubicBezTo>
                      <a:pt x="3222" y="4061"/>
                      <a:pt x="3223" y="4058"/>
                      <a:pt x="3217" y="4054"/>
                    </a:cubicBezTo>
                    <a:lnTo>
                      <a:pt x="3216" y="4054"/>
                    </a:lnTo>
                    <a:cubicBezTo>
                      <a:pt x="3214" y="4053"/>
                      <a:pt x="3211" y="4052"/>
                      <a:pt x="3209" y="4052"/>
                    </a:cubicBezTo>
                    <a:cubicBezTo>
                      <a:pt x="3206" y="4052"/>
                      <a:pt x="3205" y="4053"/>
                      <a:pt x="3203" y="4054"/>
                    </a:cubicBezTo>
                    <a:cubicBezTo>
                      <a:pt x="3201" y="4055"/>
                      <a:pt x="3199" y="4056"/>
                      <a:pt x="3198" y="4058"/>
                    </a:cubicBezTo>
                    <a:cubicBezTo>
                      <a:pt x="3195" y="4062"/>
                      <a:pt x="3191" y="4067"/>
                      <a:pt x="3189" y="4071"/>
                    </a:cubicBezTo>
                    <a:cubicBezTo>
                      <a:pt x="3188" y="4072"/>
                      <a:pt x="3188" y="4073"/>
                      <a:pt x="3187" y="4073"/>
                    </a:cubicBezTo>
                    <a:cubicBezTo>
                      <a:pt x="3167" y="4109"/>
                      <a:pt x="3144" y="4143"/>
                      <a:pt x="3118" y="4175"/>
                    </a:cubicBezTo>
                    <a:cubicBezTo>
                      <a:pt x="3112" y="4181"/>
                      <a:pt x="3107" y="4188"/>
                      <a:pt x="3103" y="4195"/>
                    </a:cubicBezTo>
                    <a:cubicBezTo>
                      <a:pt x="3092" y="4214"/>
                      <a:pt x="3086" y="4236"/>
                      <a:pt x="3086" y="4258"/>
                    </a:cubicBezTo>
                    <a:cubicBezTo>
                      <a:pt x="3086" y="4261"/>
                      <a:pt x="3087" y="4264"/>
                      <a:pt x="3087" y="4267"/>
                    </a:cubicBezTo>
                    <a:lnTo>
                      <a:pt x="3088" y="4267"/>
                    </a:lnTo>
                    <a:moveTo>
                      <a:pt x="3314" y="4208"/>
                    </a:moveTo>
                    <a:cubicBezTo>
                      <a:pt x="3334" y="4232"/>
                      <a:pt x="3354" y="4218"/>
                      <a:pt x="3370" y="4211"/>
                    </a:cubicBezTo>
                    <a:cubicBezTo>
                      <a:pt x="3409" y="4194"/>
                      <a:pt x="3447" y="4175"/>
                      <a:pt x="3483" y="4155"/>
                    </a:cubicBezTo>
                    <a:cubicBezTo>
                      <a:pt x="3505" y="4144"/>
                      <a:pt x="3539" y="4152"/>
                      <a:pt x="3548" y="4123"/>
                    </a:cubicBezTo>
                    <a:cubicBezTo>
                      <a:pt x="3556" y="4094"/>
                      <a:pt x="3522" y="4082"/>
                      <a:pt x="3516" y="4057"/>
                    </a:cubicBezTo>
                    <a:cubicBezTo>
                      <a:pt x="3516" y="4053"/>
                      <a:pt x="3509" y="4050"/>
                      <a:pt x="3502" y="4054"/>
                    </a:cubicBezTo>
                    <a:cubicBezTo>
                      <a:pt x="3501" y="4059"/>
                      <a:pt x="3500" y="4063"/>
                      <a:pt x="3500" y="4068"/>
                    </a:cubicBezTo>
                    <a:cubicBezTo>
                      <a:pt x="3500" y="4079"/>
                      <a:pt x="3502" y="4089"/>
                      <a:pt x="3508" y="4099"/>
                    </a:cubicBezTo>
                    <a:cubicBezTo>
                      <a:pt x="3509" y="4101"/>
                      <a:pt x="3511" y="4103"/>
                      <a:pt x="3512" y="4105"/>
                    </a:cubicBezTo>
                    <a:cubicBezTo>
                      <a:pt x="3518" y="4113"/>
                      <a:pt x="3525" y="4119"/>
                      <a:pt x="3515" y="4126"/>
                    </a:cubicBezTo>
                    <a:cubicBezTo>
                      <a:pt x="3505" y="4132"/>
                      <a:pt x="3495" y="4125"/>
                      <a:pt x="3489" y="4114"/>
                    </a:cubicBezTo>
                    <a:cubicBezTo>
                      <a:pt x="3479" y="4093"/>
                      <a:pt x="3486" y="4066"/>
                      <a:pt x="3467" y="4044"/>
                    </a:cubicBezTo>
                    <a:cubicBezTo>
                      <a:pt x="3461" y="4069"/>
                      <a:pt x="3446" y="4094"/>
                      <a:pt x="3457" y="4114"/>
                    </a:cubicBezTo>
                    <a:cubicBezTo>
                      <a:pt x="3474" y="4144"/>
                      <a:pt x="3465" y="4149"/>
                      <a:pt x="3437" y="4156"/>
                    </a:cubicBezTo>
                    <a:cubicBezTo>
                      <a:pt x="3403" y="4161"/>
                      <a:pt x="3369" y="4172"/>
                      <a:pt x="3340" y="4190"/>
                    </a:cubicBezTo>
                    <a:cubicBezTo>
                      <a:pt x="3330" y="4195"/>
                      <a:pt x="3322" y="4201"/>
                      <a:pt x="3313" y="4208"/>
                    </a:cubicBezTo>
                    <a:lnTo>
                      <a:pt x="3314" y="4208"/>
                    </a:lnTo>
                    <a:moveTo>
                      <a:pt x="4291" y="3101"/>
                    </a:moveTo>
                    <a:cubicBezTo>
                      <a:pt x="4308" y="3236"/>
                      <a:pt x="4342" y="3367"/>
                      <a:pt x="4392" y="3493"/>
                    </a:cubicBezTo>
                    <a:cubicBezTo>
                      <a:pt x="4396" y="3484"/>
                      <a:pt x="4398" y="3474"/>
                      <a:pt x="4398" y="3464"/>
                    </a:cubicBezTo>
                    <a:cubicBezTo>
                      <a:pt x="4398" y="3458"/>
                      <a:pt x="4397" y="3452"/>
                      <a:pt x="4396" y="3446"/>
                    </a:cubicBezTo>
                    <a:cubicBezTo>
                      <a:pt x="4384" y="3390"/>
                      <a:pt x="4369" y="3335"/>
                      <a:pt x="4350" y="3282"/>
                    </a:cubicBezTo>
                    <a:cubicBezTo>
                      <a:pt x="4340" y="3253"/>
                      <a:pt x="4333" y="3223"/>
                      <a:pt x="4330" y="3192"/>
                    </a:cubicBezTo>
                    <a:cubicBezTo>
                      <a:pt x="4330" y="3191"/>
                      <a:pt x="4330" y="3190"/>
                      <a:pt x="4330" y="3189"/>
                    </a:cubicBezTo>
                    <a:cubicBezTo>
                      <a:pt x="4330" y="3169"/>
                      <a:pt x="4325" y="3149"/>
                      <a:pt x="4315" y="3132"/>
                    </a:cubicBezTo>
                    <a:cubicBezTo>
                      <a:pt x="4308" y="3120"/>
                      <a:pt x="4299" y="3110"/>
                      <a:pt x="4289" y="3101"/>
                    </a:cubicBezTo>
                    <a:lnTo>
                      <a:pt x="4291" y="3101"/>
                    </a:lnTo>
                    <a:moveTo>
                      <a:pt x="4441" y="2393"/>
                    </a:moveTo>
                    <a:lnTo>
                      <a:pt x="4433" y="2403"/>
                    </a:lnTo>
                    <a:lnTo>
                      <a:pt x="4471" y="2442"/>
                    </a:lnTo>
                    <a:cubicBezTo>
                      <a:pt x="4484" y="2455"/>
                      <a:pt x="4497" y="2468"/>
                      <a:pt x="4508" y="2482"/>
                    </a:cubicBezTo>
                    <a:cubicBezTo>
                      <a:pt x="4556" y="2547"/>
                      <a:pt x="4583" y="2562"/>
                      <a:pt x="4667" y="2565"/>
                    </a:cubicBezTo>
                    <a:cubicBezTo>
                      <a:pt x="4590" y="2506"/>
                      <a:pt x="4524" y="2439"/>
                      <a:pt x="4441" y="2393"/>
                    </a:cubicBezTo>
                    <a:moveTo>
                      <a:pt x="501" y="238"/>
                    </a:moveTo>
                    <a:cubicBezTo>
                      <a:pt x="449" y="343"/>
                      <a:pt x="410" y="455"/>
                      <a:pt x="413" y="577"/>
                    </a:cubicBezTo>
                    <a:cubicBezTo>
                      <a:pt x="443" y="464"/>
                      <a:pt x="491" y="356"/>
                      <a:pt x="501" y="238"/>
                    </a:cubicBezTo>
                    <a:moveTo>
                      <a:pt x="3392" y="4007"/>
                    </a:moveTo>
                    <a:cubicBezTo>
                      <a:pt x="3399" y="4043"/>
                      <a:pt x="3373" y="4075"/>
                      <a:pt x="3390" y="4106"/>
                    </a:cubicBezTo>
                    <a:cubicBezTo>
                      <a:pt x="3405" y="4118"/>
                      <a:pt x="3410" y="4086"/>
                      <a:pt x="3423" y="4102"/>
                    </a:cubicBezTo>
                    <a:cubicBezTo>
                      <a:pt x="3406" y="4135"/>
                      <a:pt x="3361" y="4129"/>
                      <a:pt x="3338" y="4161"/>
                    </a:cubicBezTo>
                    <a:cubicBezTo>
                      <a:pt x="3374" y="4166"/>
                      <a:pt x="3399" y="4149"/>
                      <a:pt x="3425" y="4141"/>
                    </a:cubicBezTo>
                    <a:cubicBezTo>
                      <a:pt x="3435" y="4138"/>
                      <a:pt x="3437" y="4128"/>
                      <a:pt x="3437" y="4118"/>
                    </a:cubicBezTo>
                    <a:cubicBezTo>
                      <a:pt x="3437" y="4079"/>
                      <a:pt x="3441" y="4039"/>
                      <a:pt x="3449" y="4001"/>
                    </a:cubicBezTo>
                    <a:lnTo>
                      <a:pt x="3392" y="4007"/>
                    </a:lnTo>
                    <a:moveTo>
                      <a:pt x="4229" y="2313"/>
                    </a:moveTo>
                    <a:cubicBezTo>
                      <a:pt x="4228" y="2315"/>
                      <a:pt x="4228" y="2317"/>
                      <a:pt x="4228" y="2318"/>
                    </a:cubicBezTo>
                    <a:cubicBezTo>
                      <a:pt x="4228" y="2321"/>
                      <a:pt x="4228" y="2323"/>
                      <a:pt x="4230" y="2325"/>
                    </a:cubicBezTo>
                    <a:cubicBezTo>
                      <a:pt x="4230" y="2326"/>
                      <a:pt x="4232" y="2328"/>
                      <a:pt x="4233" y="2329"/>
                    </a:cubicBezTo>
                    <a:cubicBezTo>
                      <a:pt x="4302" y="2386"/>
                      <a:pt x="4374" y="2439"/>
                      <a:pt x="4449" y="2487"/>
                    </a:cubicBezTo>
                    <a:cubicBezTo>
                      <a:pt x="4451" y="2489"/>
                      <a:pt x="4452" y="2491"/>
                      <a:pt x="4456" y="2493"/>
                    </a:cubicBezTo>
                    <a:cubicBezTo>
                      <a:pt x="4459" y="2495"/>
                      <a:pt x="4464" y="2496"/>
                      <a:pt x="4468" y="2497"/>
                    </a:cubicBezTo>
                    <a:cubicBezTo>
                      <a:pt x="4469" y="2498"/>
                      <a:pt x="4470" y="2498"/>
                      <a:pt x="4471" y="2498"/>
                    </a:cubicBezTo>
                    <a:cubicBezTo>
                      <a:pt x="4473" y="2498"/>
                      <a:pt x="4475" y="2497"/>
                      <a:pt x="4477" y="2496"/>
                    </a:cubicBezTo>
                    <a:cubicBezTo>
                      <a:pt x="4479" y="2495"/>
                      <a:pt x="4480" y="2494"/>
                      <a:pt x="4481" y="2492"/>
                    </a:cubicBezTo>
                    <a:cubicBezTo>
                      <a:pt x="4482" y="2490"/>
                      <a:pt x="4483" y="2488"/>
                      <a:pt x="4483" y="2486"/>
                    </a:cubicBezTo>
                    <a:cubicBezTo>
                      <a:pt x="4483" y="2484"/>
                      <a:pt x="4483" y="2482"/>
                      <a:pt x="4482" y="2481"/>
                    </a:cubicBezTo>
                    <a:cubicBezTo>
                      <a:pt x="4481" y="2477"/>
                      <a:pt x="4479" y="2474"/>
                      <a:pt x="4478" y="2471"/>
                    </a:cubicBezTo>
                    <a:cubicBezTo>
                      <a:pt x="4474" y="2465"/>
                      <a:pt x="4468" y="2459"/>
                      <a:pt x="4462" y="2456"/>
                    </a:cubicBezTo>
                    <a:cubicBezTo>
                      <a:pt x="4458" y="2454"/>
                      <a:pt x="4455" y="2452"/>
                      <a:pt x="4452" y="2451"/>
                    </a:cubicBezTo>
                    <a:cubicBezTo>
                      <a:pt x="4438" y="2449"/>
                      <a:pt x="4426" y="2444"/>
                      <a:pt x="4414" y="2437"/>
                    </a:cubicBezTo>
                    <a:cubicBezTo>
                      <a:pt x="4405" y="2432"/>
                      <a:pt x="4397" y="2426"/>
                      <a:pt x="4390" y="2419"/>
                    </a:cubicBezTo>
                    <a:cubicBezTo>
                      <a:pt x="4348" y="2390"/>
                      <a:pt x="4307" y="2359"/>
                      <a:pt x="4265" y="2330"/>
                    </a:cubicBezTo>
                    <a:cubicBezTo>
                      <a:pt x="4255" y="2324"/>
                      <a:pt x="4245" y="2310"/>
                      <a:pt x="4229" y="2313"/>
                    </a:cubicBezTo>
                    <a:moveTo>
                      <a:pt x="4192" y="3126"/>
                    </a:moveTo>
                    <a:cubicBezTo>
                      <a:pt x="4192" y="3114"/>
                      <a:pt x="4192" y="3102"/>
                      <a:pt x="4192" y="3090"/>
                    </a:cubicBezTo>
                    <a:cubicBezTo>
                      <a:pt x="4192" y="3021"/>
                      <a:pt x="4183" y="2952"/>
                      <a:pt x="4165" y="2885"/>
                    </a:cubicBezTo>
                    <a:cubicBezTo>
                      <a:pt x="4163" y="2878"/>
                      <a:pt x="4160" y="2871"/>
                      <a:pt x="4157" y="2865"/>
                    </a:cubicBezTo>
                    <a:cubicBezTo>
                      <a:pt x="4150" y="2854"/>
                      <a:pt x="4141" y="2845"/>
                      <a:pt x="4130" y="2838"/>
                    </a:cubicBezTo>
                    <a:cubicBezTo>
                      <a:pt x="4153" y="2934"/>
                      <a:pt x="4161" y="3032"/>
                      <a:pt x="4191" y="3126"/>
                    </a:cubicBezTo>
                    <a:lnTo>
                      <a:pt x="4192" y="3126"/>
                    </a:lnTo>
                    <a:moveTo>
                      <a:pt x="3086" y="2123"/>
                    </a:moveTo>
                    <a:cubicBezTo>
                      <a:pt x="3130" y="2166"/>
                      <a:pt x="3259" y="2225"/>
                      <a:pt x="3316" y="2227"/>
                    </a:cubicBezTo>
                    <a:cubicBezTo>
                      <a:pt x="3265" y="2197"/>
                      <a:pt x="3216" y="2169"/>
                      <a:pt x="3170" y="2138"/>
                    </a:cubicBezTo>
                    <a:cubicBezTo>
                      <a:pt x="3168" y="2137"/>
                      <a:pt x="3167" y="2136"/>
                      <a:pt x="3165" y="2136"/>
                    </a:cubicBezTo>
                    <a:cubicBezTo>
                      <a:pt x="3148" y="2126"/>
                      <a:pt x="3129" y="2121"/>
                      <a:pt x="3109" y="2121"/>
                    </a:cubicBezTo>
                    <a:cubicBezTo>
                      <a:pt x="3102" y="2121"/>
                      <a:pt x="3094" y="2121"/>
                      <a:pt x="3086" y="2123"/>
                    </a:cubicBezTo>
                    <a:moveTo>
                      <a:pt x="4233" y="2446"/>
                    </a:moveTo>
                    <a:lnTo>
                      <a:pt x="4225" y="2451"/>
                    </a:lnTo>
                    <a:cubicBezTo>
                      <a:pt x="4252" y="2510"/>
                      <a:pt x="4281" y="2569"/>
                      <a:pt x="4308" y="2628"/>
                    </a:cubicBezTo>
                    <a:cubicBezTo>
                      <a:pt x="4321" y="2657"/>
                      <a:pt x="4337" y="2684"/>
                      <a:pt x="4378" y="2685"/>
                    </a:cubicBezTo>
                    <a:lnTo>
                      <a:pt x="4233" y="2446"/>
                    </a:lnTo>
                    <a:moveTo>
                      <a:pt x="4449" y="2358"/>
                    </a:moveTo>
                    <a:cubicBezTo>
                      <a:pt x="4510" y="2407"/>
                      <a:pt x="4584" y="2415"/>
                      <a:pt x="4658" y="2427"/>
                    </a:cubicBezTo>
                    <a:cubicBezTo>
                      <a:pt x="4639" y="2412"/>
                      <a:pt x="4618" y="2399"/>
                      <a:pt x="4598" y="2387"/>
                    </a:cubicBezTo>
                    <a:cubicBezTo>
                      <a:pt x="4575" y="2374"/>
                      <a:pt x="4553" y="2363"/>
                      <a:pt x="4529" y="2354"/>
                    </a:cubicBezTo>
                    <a:cubicBezTo>
                      <a:pt x="4520" y="2365"/>
                      <a:pt x="4541" y="2376"/>
                      <a:pt x="4525" y="2383"/>
                    </a:cubicBezTo>
                    <a:cubicBezTo>
                      <a:pt x="4497" y="2379"/>
                      <a:pt x="4477" y="2356"/>
                      <a:pt x="4448" y="2359"/>
                    </a:cubicBezTo>
                    <a:lnTo>
                      <a:pt x="4449" y="2358"/>
                    </a:lnTo>
                    <a:moveTo>
                      <a:pt x="3576" y="2243"/>
                    </a:moveTo>
                    <a:lnTo>
                      <a:pt x="3582" y="2233"/>
                    </a:lnTo>
                    <a:cubicBezTo>
                      <a:pt x="3551" y="2213"/>
                      <a:pt x="3519" y="2195"/>
                      <a:pt x="3490" y="2173"/>
                    </a:cubicBezTo>
                    <a:cubicBezTo>
                      <a:pt x="3443" y="2138"/>
                      <a:pt x="3434" y="2134"/>
                      <a:pt x="3374" y="2141"/>
                    </a:cubicBezTo>
                    <a:lnTo>
                      <a:pt x="3576" y="2243"/>
                    </a:lnTo>
                    <a:moveTo>
                      <a:pt x="2828" y="3834"/>
                    </a:moveTo>
                    <a:cubicBezTo>
                      <a:pt x="2825" y="3825"/>
                      <a:pt x="2824" y="3816"/>
                      <a:pt x="2819" y="3813"/>
                    </a:cubicBezTo>
                    <a:cubicBezTo>
                      <a:pt x="2808" y="3806"/>
                      <a:pt x="2792" y="3801"/>
                      <a:pt x="2784" y="3813"/>
                    </a:cubicBezTo>
                    <a:cubicBezTo>
                      <a:pt x="2776" y="3824"/>
                      <a:pt x="2792" y="3833"/>
                      <a:pt x="2802" y="3839"/>
                    </a:cubicBezTo>
                    <a:cubicBezTo>
                      <a:pt x="2837" y="3859"/>
                      <a:pt x="2880" y="3847"/>
                      <a:pt x="2914" y="3870"/>
                    </a:cubicBezTo>
                    <a:cubicBezTo>
                      <a:pt x="2916" y="3870"/>
                      <a:pt x="2923" y="3866"/>
                      <a:pt x="2926" y="3862"/>
                    </a:cubicBezTo>
                    <a:cubicBezTo>
                      <a:pt x="2927" y="3862"/>
                      <a:pt x="2927" y="3862"/>
                      <a:pt x="2927" y="3862"/>
                    </a:cubicBezTo>
                    <a:cubicBezTo>
                      <a:pt x="2928" y="3860"/>
                      <a:pt x="2928" y="3858"/>
                      <a:pt x="2928" y="3857"/>
                    </a:cubicBezTo>
                    <a:cubicBezTo>
                      <a:pt x="2928" y="3855"/>
                      <a:pt x="2928" y="3853"/>
                      <a:pt x="2927" y="3852"/>
                    </a:cubicBezTo>
                    <a:cubicBezTo>
                      <a:pt x="2925" y="3850"/>
                      <a:pt x="2925" y="3849"/>
                      <a:pt x="2924" y="3848"/>
                    </a:cubicBezTo>
                    <a:cubicBezTo>
                      <a:pt x="2917" y="3843"/>
                      <a:pt x="2908" y="3833"/>
                      <a:pt x="2901" y="3834"/>
                    </a:cubicBezTo>
                    <a:cubicBezTo>
                      <a:pt x="2872" y="3839"/>
                      <a:pt x="2865" y="3816"/>
                      <a:pt x="2852" y="3800"/>
                    </a:cubicBezTo>
                    <a:cubicBezTo>
                      <a:pt x="2851" y="3798"/>
                      <a:pt x="2846" y="3799"/>
                      <a:pt x="2842" y="3798"/>
                    </a:cubicBezTo>
                    <a:cubicBezTo>
                      <a:pt x="2831" y="3805"/>
                      <a:pt x="2838" y="3818"/>
                      <a:pt x="2828" y="3834"/>
                    </a:cubicBezTo>
                    <a:moveTo>
                      <a:pt x="3265" y="4198"/>
                    </a:moveTo>
                    <a:cubicBezTo>
                      <a:pt x="3256" y="4196"/>
                      <a:pt x="3247" y="4190"/>
                      <a:pt x="3243" y="4193"/>
                    </a:cubicBezTo>
                    <a:cubicBezTo>
                      <a:pt x="3213" y="4214"/>
                      <a:pt x="3187" y="4238"/>
                      <a:pt x="3163" y="4265"/>
                    </a:cubicBezTo>
                    <a:cubicBezTo>
                      <a:pt x="3160" y="4268"/>
                      <a:pt x="3163" y="4279"/>
                      <a:pt x="3167" y="4285"/>
                    </a:cubicBezTo>
                    <a:cubicBezTo>
                      <a:pt x="3170" y="4290"/>
                      <a:pt x="3179" y="4290"/>
                      <a:pt x="3185" y="4285"/>
                    </a:cubicBezTo>
                    <a:cubicBezTo>
                      <a:pt x="3203" y="4276"/>
                      <a:pt x="3220" y="4266"/>
                      <a:pt x="3238" y="4256"/>
                    </a:cubicBezTo>
                    <a:cubicBezTo>
                      <a:pt x="3255" y="4246"/>
                      <a:pt x="3252" y="4248"/>
                      <a:pt x="3238" y="4230"/>
                    </a:cubicBezTo>
                    <a:cubicBezTo>
                      <a:pt x="3234" y="4225"/>
                      <a:pt x="3234" y="4220"/>
                      <a:pt x="3240" y="4217"/>
                    </a:cubicBezTo>
                    <a:cubicBezTo>
                      <a:pt x="3243" y="4216"/>
                      <a:pt x="3246" y="4214"/>
                      <a:pt x="3249" y="4213"/>
                    </a:cubicBezTo>
                    <a:cubicBezTo>
                      <a:pt x="3256" y="4209"/>
                      <a:pt x="3261" y="4204"/>
                      <a:pt x="3265" y="4198"/>
                    </a:cubicBezTo>
                    <a:moveTo>
                      <a:pt x="349" y="703"/>
                    </a:moveTo>
                    <a:cubicBezTo>
                      <a:pt x="339" y="642"/>
                      <a:pt x="326" y="582"/>
                      <a:pt x="310" y="522"/>
                    </a:cubicBezTo>
                    <a:cubicBezTo>
                      <a:pt x="304" y="587"/>
                      <a:pt x="303" y="650"/>
                      <a:pt x="349" y="703"/>
                    </a:cubicBezTo>
                    <a:moveTo>
                      <a:pt x="3282" y="4449"/>
                    </a:moveTo>
                    <a:cubicBezTo>
                      <a:pt x="3284" y="4446"/>
                      <a:pt x="3286" y="4442"/>
                      <a:pt x="3288" y="4438"/>
                    </a:cubicBezTo>
                    <a:cubicBezTo>
                      <a:pt x="3314" y="4393"/>
                      <a:pt x="3345" y="4350"/>
                      <a:pt x="3379" y="4311"/>
                    </a:cubicBezTo>
                    <a:cubicBezTo>
                      <a:pt x="3299" y="4333"/>
                      <a:pt x="3286" y="4388"/>
                      <a:pt x="3282" y="4449"/>
                    </a:cubicBezTo>
                    <a:moveTo>
                      <a:pt x="3325" y="4010"/>
                    </a:moveTo>
                    <a:lnTo>
                      <a:pt x="3315" y="4003"/>
                    </a:lnTo>
                    <a:cubicBezTo>
                      <a:pt x="3297" y="4019"/>
                      <a:pt x="3278" y="4034"/>
                      <a:pt x="3260" y="4051"/>
                    </a:cubicBezTo>
                    <a:cubicBezTo>
                      <a:pt x="3259" y="4052"/>
                      <a:pt x="3258" y="4053"/>
                      <a:pt x="3257" y="4055"/>
                    </a:cubicBezTo>
                    <a:cubicBezTo>
                      <a:pt x="3256" y="4058"/>
                      <a:pt x="3255" y="4061"/>
                      <a:pt x="3254" y="4064"/>
                    </a:cubicBezTo>
                    <a:cubicBezTo>
                      <a:pt x="3290" y="4087"/>
                      <a:pt x="3245" y="4111"/>
                      <a:pt x="3254" y="4138"/>
                    </a:cubicBezTo>
                    <a:cubicBezTo>
                      <a:pt x="3302" y="4105"/>
                      <a:pt x="3291" y="4045"/>
                      <a:pt x="3325" y="4010"/>
                    </a:cubicBezTo>
                    <a:moveTo>
                      <a:pt x="3298" y="2177"/>
                    </a:moveTo>
                    <a:cubicBezTo>
                      <a:pt x="3301" y="2178"/>
                      <a:pt x="3303" y="2180"/>
                      <a:pt x="3305" y="2181"/>
                    </a:cubicBezTo>
                    <a:cubicBezTo>
                      <a:pt x="3358" y="2212"/>
                      <a:pt x="3414" y="2238"/>
                      <a:pt x="3472" y="2258"/>
                    </a:cubicBezTo>
                    <a:cubicBezTo>
                      <a:pt x="3449" y="2226"/>
                      <a:pt x="3383" y="2194"/>
                      <a:pt x="3297" y="2177"/>
                    </a:cubicBezTo>
                    <a:lnTo>
                      <a:pt x="3298" y="2177"/>
                    </a:lnTo>
                    <a:moveTo>
                      <a:pt x="4471" y="2538"/>
                    </a:moveTo>
                    <a:cubicBezTo>
                      <a:pt x="4513" y="2580"/>
                      <a:pt x="4560" y="2616"/>
                      <a:pt x="4611" y="2646"/>
                    </a:cubicBezTo>
                    <a:cubicBezTo>
                      <a:pt x="4613" y="2647"/>
                      <a:pt x="4614" y="2648"/>
                      <a:pt x="4615" y="2648"/>
                    </a:cubicBezTo>
                    <a:cubicBezTo>
                      <a:pt x="4557" y="2569"/>
                      <a:pt x="4534" y="2551"/>
                      <a:pt x="4471" y="2538"/>
                    </a:cubicBezTo>
                    <a:moveTo>
                      <a:pt x="3935" y="2842"/>
                    </a:moveTo>
                    <a:lnTo>
                      <a:pt x="3949" y="2837"/>
                    </a:lnTo>
                    <a:cubicBezTo>
                      <a:pt x="3934" y="2777"/>
                      <a:pt x="3894" y="2731"/>
                      <a:pt x="3850" y="2687"/>
                    </a:cubicBezTo>
                    <a:lnTo>
                      <a:pt x="3935" y="2842"/>
                    </a:lnTo>
                    <a:moveTo>
                      <a:pt x="4374" y="2184"/>
                    </a:moveTo>
                    <a:cubicBezTo>
                      <a:pt x="4302" y="2160"/>
                      <a:pt x="4228" y="2146"/>
                      <a:pt x="4152" y="2141"/>
                    </a:cubicBezTo>
                    <a:cubicBezTo>
                      <a:pt x="4224" y="2166"/>
                      <a:pt x="4299" y="2180"/>
                      <a:pt x="4374" y="2184"/>
                    </a:cubicBezTo>
                    <a:moveTo>
                      <a:pt x="570" y="770"/>
                    </a:moveTo>
                    <a:cubicBezTo>
                      <a:pt x="569" y="774"/>
                      <a:pt x="569" y="777"/>
                      <a:pt x="569" y="781"/>
                    </a:cubicBezTo>
                    <a:cubicBezTo>
                      <a:pt x="569" y="790"/>
                      <a:pt x="570" y="799"/>
                      <a:pt x="575" y="806"/>
                    </a:cubicBezTo>
                    <a:cubicBezTo>
                      <a:pt x="579" y="814"/>
                      <a:pt x="586" y="819"/>
                      <a:pt x="593" y="823"/>
                    </a:cubicBezTo>
                    <a:cubicBezTo>
                      <a:pt x="597" y="826"/>
                      <a:pt x="601" y="827"/>
                      <a:pt x="605" y="828"/>
                    </a:cubicBezTo>
                    <a:cubicBezTo>
                      <a:pt x="610" y="830"/>
                      <a:pt x="615" y="831"/>
                      <a:pt x="620" y="831"/>
                    </a:cubicBezTo>
                    <a:cubicBezTo>
                      <a:pt x="628" y="831"/>
                      <a:pt x="636" y="829"/>
                      <a:pt x="643" y="825"/>
                    </a:cubicBezTo>
                    <a:cubicBezTo>
                      <a:pt x="649" y="821"/>
                      <a:pt x="654" y="817"/>
                      <a:pt x="658" y="811"/>
                    </a:cubicBezTo>
                    <a:cubicBezTo>
                      <a:pt x="659" y="810"/>
                      <a:pt x="660" y="808"/>
                      <a:pt x="661" y="807"/>
                    </a:cubicBezTo>
                    <a:cubicBezTo>
                      <a:pt x="664" y="801"/>
                      <a:pt x="666" y="793"/>
                      <a:pt x="666" y="786"/>
                    </a:cubicBezTo>
                    <a:cubicBezTo>
                      <a:pt x="666" y="779"/>
                      <a:pt x="664" y="772"/>
                      <a:pt x="661" y="766"/>
                    </a:cubicBezTo>
                    <a:cubicBezTo>
                      <a:pt x="657" y="760"/>
                      <a:pt x="652" y="755"/>
                      <a:pt x="647" y="752"/>
                    </a:cubicBezTo>
                    <a:cubicBezTo>
                      <a:pt x="637" y="772"/>
                      <a:pt x="644" y="805"/>
                      <a:pt x="616" y="809"/>
                    </a:cubicBezTo>
                    <a:cubicBezTo>
                      <a:pt x="587" y="814"/>
                      <a:pt x="587" y="783"/>
                      <a:pt x="570" y="770"/>
                    </a:cubicBezTo>
                    <a:moveTo>
                      <a:pt x="4485" y="3197"/>
                    </a:moveTo>
                    <a:cubicBezTo>
                      <a:pt x="4507" y="3242"/>
                      <a:pt x="4517" y="3285"/>
                      <a:pt x="4549" y="3324"/>
                    </a:cubicBezTo>
                    <a:cubicBezTo>
                      <a:pt x="4532" y="3203"/>
                      <a:pt x="4532" y="3203"/>
                      <a:pt x="4486" y="3197"/>
                    </a:cubicBezTo>
                    <a:lnTo>
                      <a:pt x="4485" y="3197"/>
                    </a:lnTo>
                    <a:moveTo>
                      <a:pt x="1926" y="4304"/>
                    </a:moveTo>
                    <a:cubicBezTo>
                      <a:pt x="1983" y="4321"/>
                      <a:pt x="2020" y="4298"/>
                      <a:pt x="2071" y="4280"/>
                    </a:cubicBezTo>
                    <a:cubicBezTo>
                      <a:pt x="2012" y="4256"/>
                      <a:pt x="1975" y="4284"/>
                      <a:pt x="1926" y="4304"/>
                    </a:cubicBezTo>
                    <a:moveTo>
                      <a:pt x="3994" y="3008"/>
                    </a:moveTo>
                    <a:cubicBezTo>
                      <a:pt x="4033" y="2978"/>
                      <a:pt x="4028" y="2944"/>
                      <a:pt x="3980" y="2889"/>
                    </a:cubicBezTo>
                    <a:cubicBezTo>
                      <a:pt x="3982" y="2929"/>
                      <a:pt x="3986" y="2969"/>
                      <a:pt x="3995" y="3008"/>
                    </a:cubicBezTo>
                    <a:lnTo>
                      <a:pt x="3994" y="3008"/>
                    </a:lnTo>
                    <a:moveTo>
                      <a:pt x="4484" y="3048"/>
                    </a:moveTo>
                    <a:cubicBezTo>
                      <a:pt x="4473" y="2984"/>
                      <a:pt x="4453" y="2923"/>
                      <a:pt x="4422" y="2866"/>
                    </a:cubicBezTo>
                    <a:cubicBezTo>
                      <a:pt x="4431" y="2930"/>
                      <a:pt x="4452" y="2992"/>
                      <a:pt x="4484" y="3048"/>
                    </a:cubicBezTo>
                    <a:moveTo>
                      <a:pt x="3588" y="4271"/>
                    </a:moveTo>
                    <a:cubicBezTo>
                      <a:pt x="3573" y="4259"/>
                      <a:pt x="3591" y="4240"/>
                      <a:pt x="3581" y="4229"/>
                    </a:cubicBezTo>
                    <a:cubicBezTo>
                      <a:pt x="3537" y="4241"/>
                      <a:pt x="3490" y="4234"/>
                      <a:pt x="3456" y="4270"/>
                    </a:cubicBezTo>
                    <a:cubicBezTo>
                      <a:pt x="3500" y="4250"/>
                      <a:pt x="3542" y="4260"/>
                      <a:pt x="3588" y="4271"/>
                    </a:cubicBezTo>
                    <a:moveTo>
                      <a:pt x="2344" y="3514"/>
                    </a:moveTo>
                    <a:cubicBezTo>
                      <a:pt x="2309" y="3611"/>
                      <a:pt x="2320" y="3631"/>
                      <a:pt x="2368" y="3664"/>
                    </a:cubicBezTo>
                    <a:cubicBezTo>
                      <a:pt x="2318" y="3622"/>
                      <a:pt x="2374" y="3567"/>
                      <a:pt x="2345" y="3513"/>
                    </a:cubicBezTo>
                    <a:lnTo>
                      <a:pt x="2344" y="3514"/>
                    </a:lnTo>
                    <a:moveTo>
                      <a:pt x="2212" y="4365"/>
                    </a:moveTo>
                    <a:cubicBezTo>
                      <a:pt x="2262" y="4341"/>
                      <a:pt x="2320" y="4332"/>
                      <a:pt x="2363" y="4279"/>
                    </a:cubicBezTo>
                    <a:cubicBezTo>
                      <a:pt x="2296" y="4292"/>
                      <a:pt x="2257" y="4336"/>
                      <a:pt x="2212" y="4365"/>
                    </a:cubicBezTo>
                    <a:moveTo>
                      <a:pt x="4064" y="3697"/>
                    </a:moveTo>
                    <a:cubicBezTo>
                      <a:pt x="4065" y="3635"/>
                      <a:pt x="4090" y="3575"/>
                      <a:pt x="4060" y="3516"/>
                    </a:cubicBezTo>
                    <a:cubicBezTo>
                      <a:pt x="4057" y="3540"/>
                      <a:pt x="4056" y="3565"/>
                      <a:pt x="4056" y="3590"/>
                    </a:cubicBezTo>
                    <a:cubicBezTo>
                      <a:pt x="4056" y="3626"/>
                      <a:pt x="4058" y="3661"/>
                      <a:pt x="4064" y="3696"/>
                    </a:cubicBezTo>
                    <a:lnTo>
                      <a:pt x="4064" y="3697"/>
                    </a:lnTo>
                    <a:moveTo>
                      <a:pt x="3915" y="2151"/>
                    </a:moveTo>
                    <a:cubicBezTo>
                      <a:pt x="3939" y="2160"/>
                      <a:pt x="3963" y="2170"/>
                      <a:pt x="3987" y="2176"/>
                    </a:cubicBezTo>
                    <a:cubicBezTo>
                      <a:pt x="4011" y="2182"/>
                      <a:pt x="4032" y="2208"/>
                      <a:pt x="4072" y="2190"/>
                    </a:cubicBezTo>
                    <a:cubicBezTo>
                      <a:pt x="4024" y="2165"/>
                      <a:pt x="3971" y="2151"/>
                      <a:pt x="3917" y="2151"/>
                    </a:cubicBezTo>
                    <a:cubicBezTo>
                      <a:pt x="3916" y="2151"/>
                      <a:pt x="3916" y="2151"/>
                      <a:pt x="3915" y="2151"/>
                    </a:cubicBezTo>
                    <a:moveTo>
                      <a:pt x="3272" y="3909"/>
                    </a:moveTo>
                    <a:cubicBezTo>
                      <a:pt x="3240" y="3897"/>
                      <a:pt x="3208" y="3886"/>
                      <a:pt x="3175" y="3877"/>
                    </a:cubicBezTo>
                    <a:cubicBezTo>
                      <a:pt x="3194" y="3891"/>
                      <a:pt x="3189" y="3921"/>
                      <a:pt x="3210" y="3927"/>
                    </a:cubicBezTo>
                    <a:cubicBezTo>
                      <a:pt x="3214" y="3927"/>
                      <a:pt x="3218" y="3928"/>
                      <a:pt x="3222" y="3928"/>
                    </a:cubicBezTo>
                    <a:cubicBezTo>
                      <a:pt x="3236" y="3928"/>
                      <a:pt x="3250" y="3924"/>
                      <a:pt x="3263" y="3917"/>
                    </a:cubicBezTo>
                    <a:cubicBezTo>
                      <a:pt x="3266" y="3915"/>
                      <a:pt x="3270" y="3912"/>
                      <a:pt x="3273" y="3909"/>
                    </a:cubicBezTo>
                    <a:lnTo>
                      <a:pt x="3272" y="3909"/>
                    </a:lnTo>
                    <a:moveTo>
                      <a:pt x="3804" y="2223"/>
                    </a:moveTo>
                    <a:lnTo>
                      <a:pt x="3916" y="2325"/>
                    </a:lnTo>
                    <a:cubicBezTo>
                      <a:pt x="3898" y="2277"/>
                      <a:pt x="3873" y="2234"/>
                      <a:pt x="3805" y="2223"/>
                    </a:cubicBezTo>
                    <a:lnTo>
                      <a:pt x="3804" y="2223"/>
                    </a:lnTo>
                    <a:moveTo>
                      <a:pt x="3372" y="2174"/>
                    </a:moveTo>
                    <a:cubicBezTo>
                      <a:pt x="3363" y="2166"/>
                      <a:pt x="3354" y="2159"/>
                      <a:pt x="3343" y="2153"/>
                    </a:cubicBezTo>
                    <a:cubicBezTo>
                      <a:pt x="3320" y="2140"/>
                      <a:pt x="3295" y="2132"/>
                      <a:pt x="3268" y="2130"/>
                    </a:cubicBezTo>
                    <a:cubicBezTo>
                      <a:pt x="3255" y="2130"/>
                      <a:pt x="3230" y="2124"/>
                      <a:pt x="3231" y="2139"/>
                    </a:cubicBezTo>
                    <a:cubicBezTo>
                      <a:pt x="3231" y="2164"/>
                      <a:pt x="3252" y="2145"/>
                      <a:pt x="3264" y="2145"/>
                    </a:cubicBezTo>
                    <a:cubicBezTo>
                      <a:pt x="3273" y="2146"/>
                      <a:pt x="3282" y="2149"/>
                      <a:pt x="3290" y="2152"/>
                    </a:cubicBezTo>
                    <a:lnTo>
                      <a:pt x="3372" y="2174"/>
                    </a:lnTo>
                    <a:moveTo>
                      <a:pt x="3613" y="2415"/>
                    </a:moveTo>
                    <a:cubicBezTo>
                      <a:pt x="3643" y="2474"/>
                      <a:pt x="3660" y="2493"/>
                      <a:pt x="3698" y="2515"/>
                    </a:cubicBezTo>
                    <a:cubicBezTo>
                      <a:pt x="3694" y="2504"/>
                      <a:pt x="3689" y="2494"/>
                      <a:pt x="3684" y="2484"/>
                    </a:cubicBezTo>
                    <a:cubicBezTo>
                      <a:pt x="3668" y="2456"/>
                      <a:pt x="3644" y="2433"/>
                      <a:pt x="3617" y="2417"/>
                    </a:cubicBezTo>
                    <a:cubicBezTo>
                      <a:pt x="3615" y="2416"/>
                      <a:pt x="3615" y="2416"/>
                      <a:pt x="3614" y="2415"/>
                    </a:cubicBezTo>
                    <a:lnTo>
                      <a:pt x="3613" y="2415"/>
                    </a:lnTo>
                    <a:moveTo>
                      <a:pt x="4347" y="2754"/>
                    </a:moveTo>
                    <a:cubicBezTo>
                      <a:pt x="4361" y="2832"/>
                      <a:pt x="4361" y="2832"/>
                      <a:pt x="4406" y="2828"/>
                    </a:cubicBezTo>
                    <a:cubicBezTo>
                      <a:pt x="4390" y="2801"/>
                      <a:pt x="4370" y="2776"/>
                      <a:pt x="4348" y="2754"/>
                    </a:cubicBezTo>
                    <a:lnTo>
                      <a:pt x="4347" y="2754"/>
                    </a:lnTo>
                    <a:moveTo>
                      <a:pt x="4040" y="3754"/>
                    </a:moveTo>
                    <a:cubicBezTo>
                      <a:pt x="4049" y="3701"/>
                      <a:pt x="4025" y="3648"/>
                      <a:pt x="4028" y="3595"/>
                    </a:cubicBezTo>
                    <a:cubicBezTo>
                      <a:pt x="4018" y="3648"/>
                      <a:pt x="4034" y="3700"/>
                      <a:pt x="4042" y="3754"/>
                    </a:cubicBezTo>
                    <a:lnTo>
                      <a:pt x="4040" y="3754"/>
                    </a:lnTo>
                    <a:moveTo>
                      <a:pt x="3670" y="4289"/>
                    </a:moveTo>
                    <a:cubicBezTo>
                      <a:pt x="3668" y="4286"/>
                      <a:pt x="3666" y="4282"/>
                      <a:pt x="3664" y="4278"/>
                    </a:cubicBezTo>
                    <a:cubicBezTo>
                      <a:pt x="3656" y="4265"/>
                      <a:pt x="3646" y="4253"/>
                      <a:pt x="3633" y="4243"/>
                    </a:cubicBezTo>
                    <a:cubicBezTo>
                      <a:pt x="3629" y="4239"/>
                      <a:pt x="3624" y="4235"/>
                      <a:pt x="3619" y="4238"/>
                    </a:cubicBezTo>
                    <a:cubicBezTo>
                      <a:pt x="3613" y="4241"/>
                      <a:pt x="3614" y="4246"/>
                      <a:pt x="3614" y="4252"/>
                    </a:cubicBezTo>
                    <a:cubicBezTo>
                      <a:pt x="3617" y="4284"/>
                      <a:pt x="3621" y="4287"/>
                      <a:pt x="3671" y="4290"/>
                    </a:cubicBezTo>
                    <a:lnTo>
                      <a:pt x="3670" y="4289"/>
                    </a:lnTo>
                    <a:moveTo>
                      <a:pt x="3242" y="4485"/>
                    </a:moveTo>
                    <a:cubicBezTo>
                      <a:pt x="3248" y="4467"/>
                      <a:pt x="3252" y="4448"/>
                      <a:pt x="3252" y="4429"/>
                    </a:cubicBezTo>
                    <a:cubicBezTo>
                      <a:pt x="3252" y="4416"/>
                      <a:pt x="3250" y="4403"/>
                      <a:pt x="3247" y="4390"/>
                    </a:cubicBezTo>
                    <a:cubicBezTo>
                      <a:pt x="3229" y="4432"/>
                      <a:pt x="3229" y="4436"/>
                      <a:pt x="3244" y="4485"/>
                    </a:cubicBezTo>
                    <a:lnTo>
                      <a:pt x="3242" y="4485"/>
                    </a:lnTo>
                    <a:moveTo>
                      <a:pt x="3651" y="3817"/>
                    </a:moveTo>
                    <a:cubicBezTo>
                      <a:pt x="3672" y="3800"/>
                      <a:pt x="3689" y="3779"/>
                      <a:pt x="3703" y="3756"/>
                    </a:cubicBezTo>
                    <a:cubicBezTo>
                      <a:pt x="3707" y="3748"/>
                      <a:pt x="3711" y="3740"/>
                      <a:pt x="3715" y="3732"/>
                    </a:cubicBezTo>
                    <a:cubicBezTo>
                      <a:pt x="3690" y="3758"/>
                      <a:pt x="3655" y="3774"/>
                      <a:pt x="3653" y="3818"/>
                    </a:cubicBezTo>
                    <a:lnTo>
                      <a:pt x="3651" y="3817"/>
                    </a:lnTo>
                    <a:moveTo>
                      <a:pt x="2298" y="4214"/>
                    </a:moveTo>
                    <a:cubicBezTo>
                      <a:pt x="2295" y="4214"/>
                      <a:pt x="2293" y="4214"/>
                      <a:pt x="2291" y="4214"/>
                    </a:cubicBezTo>
                    <a:cubicBezTo>
                      <a:pt x="2272" y="4214"/>
                      <a:pt x="2253" y="4219"/>
                      <a:pt x="2237" y="4228"/>
                    </a:cubicBezTo>
                    <a:cubicBezTo>
                      <a:pt x="2223" y="4236"/>
                      <a:pt x="2211" y="4247"/>
                      <a:pt x="2202" y="4261"/>
                    </a:cubicBezTo>
                    <a:cubicBezTo>
                      <a:pt x="2225" y="4256"/>
                      <a:pt x="2248" y="4248"/>
                      <a:pt x="2269" y="4236"/>
                    </a:cubicBezTo>
                    <a:cubicBezTo>
                      <a:pt x="2279" y="4230"/>
                      <a:pt x="2290" y="4223"/>
                      <a:pt x="2299" y="4215"/>
                    </a:cubicBezTo>
                    <a:lnTo>
                      <a:pt x="2298" y="4214"/>
                    </a:lnTo>
                    <a:moveTo>
                      <a:pt x="2407" y="3676"/>
                    </a:moveTo>
                    <a:cubicBezTo>
                      <a:pt x="2434" y="3651"/>
                      <a:pt x="2428" y="3631"/>
                      <a:pt x="2402" y="3609"/>
                    </a:cubicBezTo>
                    <a:cubicBezTo>
                      <a:pt x="2388" y="3634"/>
                      <a:pt x="2381" y="3656"/>
                      <a:pt x="2407" y="3676"/>
                    </a:cubicBezTo>
                    <a:moveTo>
                      <a:pt x="3724" y="4374"/>
                    </a:moveTo>
                    <a:cubicBezTo>
                      <a:pt x="3703" y="4311"/>
                      <a:pt x="3700" y="4310"/>
                      <a:pt x="3657" y="4325"/>
                    </a:cubicBezTo>
                    <a:cubicBezTo>
                      <a:pt x="3676" y="4343"/>
                      <a:pt x="3696" y="4358"/>
                      <a:pt x="3719" y="4371"/>
                    </a:cubicBezTo>
                    <a:cubicBezTo>
                      <a:pt x="3720" y="4372"/>
                      <a:pt x="3722" y="4373"/>
                      <a:pt x="3724" y="4374"/>
                    </a:cubicBezTo>
                    <a:moveTo>
                      <a:pt x="2484" y="3716"/>
                    </a:moveTo>
                    <a:cubicBezTo>
                      <a:pt x="2485" y="3719"/>
                      <a:pt x="2486" y="3722"/>
                      <a:pt x="2488" y="3725"/>
                    </a:cubicBezTo>
                    <a:cubicBezTo>
                      <a:pt x="2493" y="3733"/>
                      <a:pt x="2500" y="3741"/>
                      <a:pt x="2509" y="3746"/>
                    </a:cubicBezTo>
                    <a:lnTo>
                      <a:pt x="2510" y="3746"/>
                    </a:lnTo>
                    <a:cubicBezTo>
                      <a:pt x="2520" y="3754"/>
                      <a:pt x="2527" y="3766"/>
                      <a:pt x="2542" y="3765"/>
                    </a:cubicBezTo>
                    <a:cubicBezTo>
                      <a:pt x="2542" y="3736"/>
                      <a:pt x="2540" y="3734"/>
                      <a:pt x="2508" y="3727"/>
                    </a:cubicBezTo>
                    <a:cubicBezTo>
                      <a:pt x="2501" y="3725"/>
                      <a:pt x="2497" y="3714"/>
                      <a:pt x="2484" y="3716"/>
                    </a:cubicBezTo>
                    <a:moveTo>
                      <a:pt x="3838" y="3508"/>
                    </a:moveTo>
                    <a:cubicBezTo>
                      <a:pt x="3830" y="3524"/>
                      <a:pt x="3826" y="3542"/>
                      <a:pt x="3826" y="3560"/>
                    </a:cubicBezTo>
                    <a:cubicBezTo>
                      <a:pt x="3826" y="3572"/>
                      <a:pt x="3828" y="3583"/>
                      <a:pt x="3831" y="3594"/>
                    </a:cubicBezTo>
                    <a:cubicBezTo>
                      <a:pt x="3845" y="3568"/>
                      <a:pt x="3880" y="3545"/>
                      <a:pt x="3838" y="3508"/>
                    </a:cubicBezTo>
                    <a:moveTo>
                      <a:pt x="3718" y="2049"/>
                    </a:moveTo>
                    <a:cubicBezTo>
                      <a:pt x="3758" y="2051"/>
                      <a:pt x="3801" y="2060"/>
                      <a:pt x="3843" y="2049"/>
                    </a:cubicBezTo>
                    <a:lnTo>
                      <a:pt x="3718" y="2049"/>
                    </a:lnTo>
                    <a:moveTo>
                      <a:pt x="4294" y="2319"/>
                    </a:moveTo>
                    <a:cubicBezTo>
                      <a:pt x="4279" y="2286"/>
                      <a:pt x="4247" y="2277"/>
                      <a:pt x="4216" y="2269"/>
                    </a:cubicBezTo>
                    <a:cubicBezTo>
                      <a:pt x="4228" y="2282"/>
                      <a:pt x="4242" y="2294"/>
                      <a:pt x="4257" y="2302"/>
                    </a:cubicBezTo>
                    <a:cubicBezTo>
                      <a:pt x="4269" y="2309"/>
                      <a:pt x="4281" y="2315"/>
                      <a:pt x="4294" y="2318"/>
                    </a:cubicBezTo>
                    <a:lnTo>
                      <a:pt x="4294" y="2319"/>
                    </a:lnTo>
                    <a:moveTo>
                      <a:pt x="3571" y="4198"/>
                    </a:moveTo>
                    <a:cubicBezTo>
                      <a:pt x="3570" y="4197"/>
                      <a:pt x="3568" y="4196"/>
                      <a:pt x="3566" y="4195"/>
                    </a:cubicBezTo>
                    <a:cubicBezTo>
                      <a:pt x="3557" y="4189"/>
                      <a:pt x="3546" y="4187"/>
                      <a:pt x="3535" y="4187"/>
                    </a:cubicBezTo>
                    <a:cubicBezTo>
                      <a:pt x="3524" y="4187"/>
                      <a:pt x="3513" y="4189"/>
                      <a:pt x="3503" y="4195"/>
                    </a:cubicBezTo>
                    <a:cubicBezTo>
                      <a:pt x="3503" y="4195"/>
                      <a:pt x="3502" y="4196"/>
                      <a:pt x="3501" y="4196"/>
                    </a:cubicBezTo>
                    <a:cubicBezTo>
                      <a:pt x="3525" y="4203"/>
                      <a:pt x="3542" y="4241"/>
                      <a:pt x="3571" y="4198"/>
                    </a:cubicBezTo>
                    <a:moveTo>
                      <a:pt x="1958" y="4487"/>
                    </a:moveTo>
                    <a:cubicBezTo>
                      <a:pt x="1973" y="4470"/>
                      <a:pt x="1993" y="4457"/>
                      <a:pt x="1984" y="4429"/>
                    </a:cubicBezTo>
                    <a:cubicBezTo>
                      <a:pt x="1983" y="4428"/>
                      <a:pt x="1983" y="4427"/>
                      <a:pt x="1982" y="4427"/>
                    </a:cubicBezTo>
                    <a:cubicBezTo>
                      <a:pt x="1980" y="4426"/>
                      <a:pt x="1979" y="4425"/>
                      <a:pt x="1977" y="4425"/>
                    </a:cubicBezTo>
                    <a:cubicBezTo>
                      <a:pt x="1976" y="4425"/>
                      <a:pt x="1976" y="4425"/>
                      <a:pt x="1975" y="4425"/>
                    </a:cubicBezTo>
                    <a:cubicBezTo>
                      <a:pt x="1952" y="4437"/>
                      <a:pt x="1949" y="4458"/>
                      <a:pt x="1951" y="4480"/>
                    </a:cubicBezTo>
                    <a:cubicBezTo>
                      <a:pt x="1950" y="4481"/>
                      <a:pt x="1952" y="4483"/>
                      <a:pt x="1958" y="4487"/>
                    </a:cubicBezTo>
                    <a:moveTo>
                      <a:pt x="261" y="484"/>
                    </a:moveTo>
                    <a:cubicBezTo>
                      <a:pt x="272" y="449"/>
                      <a:pt x="279" y="413"/>
                      <a:pt x="280" y="376"/>
                    </a:cubicBezTo>
                    <a:cubicBezTo>
                      <a:pt x="277" y="379"/>
                      <a:pt x="275" y="383"/>
                      <a:pt x="272" y="387"/>
                    </a:cubicBezTo>
                    <a:cubicBezTo>
                      <a:pt x="261" y="406"/>
                      <a:pt x="256" y="428"/>
                      <a:pt x="256" y="450"/>
                    </a:cubicBezTo>
                    <a:cubicBezTo>
                      <a:pt x="256" y="461"/>
                      <a:pt x="257" y="473"/>
                      <a:pt x="261" y="484"/>
                    </a:cubicBezTo>
                    <a:moveTo>
                      <a:pt x="1294" y="636"/>
                    </a:moveTo>
                    <a:cubicBezTo>
                      <a:pt x="1339" y="622"/>
                      <a:pt x="1341" y="620"/>
                      <a:pt x="1329" y="563"/>
                    </a:cubicBezTo>
                    <a:lnTo>
                      <a:pt x="1294" y="636"/>
                    </a:lnTo>
                    <a:moveTo>
                      <a:pt x="4005" y="3136"/>
                    </a:moveTo>
                    <a:cubicBezTo>
                      <a:pt x="4018" y="3077"/>
                      <a:pt x="4017" y="3064"/>
                      <a:pt x="3995" y="3031"/>
                    </a:cubicBezTo>
                    <a:lnTo>
                      <a:pt x="4005" y="3136"/>
                    </a:lnTo>
                    <a:moveTo>
                      <a:pt x="3073" y="4341"/>
                    </a:moveTo>
                    <a:cubicBezTo>
                      <a:pt x="3055" y="4352"/>
                      <a:pt x="3041" y="4367"/>
                      <a:pt x="3030" y="4386"/>
                    </a:cubicBezTo>
                    <a:cubicBezTo>
                      <a:pt x="3025" y="4394"/>
                      <a:pt x="3022" y="4402"/>
                      <a:pt x="3019" y="4411"/>
                    </a:cubicBezTo>
                    <a:cubicBezTo>
                      <a:pt x="3037" y="4398"/>
                      <a:pt x="3052" y="4381"/>
                      <a:pt x="3063" y="4362"/>
                    </a:cubicBezTo>
                    <a:cubicBezTo>
                      <a:pt x="3067" y="4355"/>
                      <a:pt x="3070" y="4348"/>
                      <a:pt x="3073" y="4341"/>
                    </a:cubicBezTo>
                    <a:moveTo>
                      <a:pt x="298" y="659"/>
                    </a:moveTo>
                    <a:cubicBezTo>
                      <a:pt x="300" y="653"/>
                      <a:pt x="301" y="646"/>
                      <a:pt x="301" y="640"/>
                    </a:cubicBezTo>
                    <a:cubicBezTo>
                      <a:pt x="301" y="629"/>
                      <a:pt x="298" y="618"/>
                      <a:pt x="292" y="608"/>
                    </a:cubicBezTo>
                    <a:cubicBezTo>
                      <a:pt x="292" y="607"/>
                      <a:pt x="292" y="607"/>
                      <a:pt x="292" y="607"/>
                    </a:cubicBezTo>
                    <a:cubicBezTo>
                      <a:pt x="291" y="607"/>
                      <a:pt x="291" y="606"/>
                      <a:pt x="291" y="605"/>
                    </a:cubicBezTo>
                    <a:cubicBezTo>
                      <a:pt x="290" y="603"/>
                      <a:pt x="288" y="602"/>
                      <a:pt x="286" y="600"/>
                    </a:cubicBezTo>
                    <a:cubicBezTo>
                      <a:pt x="284" y="599"/>
                      <a:pt x="281" y="599"/>
                      <a:pt x="279" y="599"/>
                    </a:cubicBezTo>
                    <a:cubicBezTo>
                      <a:pt x="277" y="599"/>
                      <a:pt x="275" y="599"/>
                      <a:pt x="274" y="600"/>
                    </a:cubicBezTo>
                    <a:cubicBezTo>
                      <a:pt x="273" y="600"/>
                      <a:pt x="273" y="600"/>
                      <a:pt x="273" y="600"/>
                    </a:cubicBezTo>
                    <a:cubicBezTo>
                      <a:pt x="271" y="601"/>
                      <a:pt x="269" y="603"/>
                      <a:pt x="268" y="605"/>
                    </a:cubicBezTo>
                    <a:cubicBezTo>
                      <a:pt x="267" y="607"/>
                      <a:pt x="266" y="609"/>
                      <a:pt x="266" y="611"/>
                    </a:cubicBezTo>
                    <a:cubicBezTo>
                      <a:pt x="266" y="613"/>
                      <a:pt x="267" y="616"/>
                      <a:pt x="268" y="617"/>
                    </a:cubicBezTo>
                    <a:cubicBezTo>
                      <a:pt x="274" y="634"/>
                      <a:pt x="277" y="652"/>
                      <a:pt x="298" y="659"/>
                    </a:cubicBezTo>
                    <a:moveTo>
                      <a:pt x="3759" y="2169"/>
                    </a:moveTo>
                    <a:cubicBezTo>
                      <a:pt x="3762" y="2171"/>
                      <a:pt x="3766" y="2173"/>
                      <a:pt x="3769" y="2175"/>
                    </a:cubicBezTo>
                    <a:cubicBezTo>
                      <a:pt x="3797" y="2192"/>
                      <a:pt x="3828" y="2203"/>
                      <a:pt x="3861" y="2209"/>
                    </a:cubicBezTo>
                    <a:cubicBezTo>
                      <a:pt x="3856" y="2205"/>
                      <a:pt x="3851" y="2202"/>
                      <a:pt x="3846" y="2199"/>
                    </a:cubicBezTo>
                    <a:cubicBezTo>
                      <a:pt x="3819" y="2184"/>
                      <a:pt x="3790" y="2174"/>
                      <a:pt x="3759" y="2169"/>
                    </a:cubicBezTo>
                    <a:moveTo>
                      <a:pt x="2424" y="4186"/>
                    </a:moveTo>
                    <a:cubicBezTo>
                      <a:pt x="2396" y="4203"/>
                      <a:pt x="2375" y="4213"/>
                      <a:pt x="2390" y="4248"/>
                    </a:cubicBezTo>
                    <a:cubicBezTo>
                      <a:pt x="2399" y="4241"/>
                      <a:pt x="2405" y="4232"/>
                      <a:pt x="2411" y="4222"/>
                    </a:cubicBezTo>
                    <a:cubicBezTo>
                      <a:pt x="2417" y="4211"/>
                      <a:pt x="2422" y="4199"/>
                      <a:pt x="2424" y="4186"/>
                    </a:cubicBezTo>
                    <a:moveTo>
                      <a:pt x="3460" y="2305"/>
                    </a:moveTo>
                    <a:lnTo>
                      <a:pt x="3524" y="2347"/>
                    </a:lnTo>
                    <a:cubicBezTo>
                      <a:pt x="3523" y="2345"/>
                      <a:pt x="3521" y="2342"/>
                      <a:pt x="3520" y="2340"/>
                    </a:cubicBezTo>
                    <a:cubicBezTo>
                      <a:pt x="3514" y="2329"/>
                      <a:pt x="3505" y="2320"/>
                      <a:pt x="3495" y="2314"/>
                    </a:cubicBezTo>
                    <a:cubicBezTo>
                      <a:pt x="3484" y="2308"/>
                      <a:pt x="3472" y="2305"/>
                      <a:pt x="3460" y="2305"/>
                    </a:cubicBezTo>
                    <a:moveTo>
                      <a:pt x="3766" y="2128"/>
                    </a:moveTo>
                    <a:lnTo>
                      <a:pt x="3765" y="2128"/>
                    </a:lnTo>
                    <a:cubicBezTo>
                      <a:pt x="3748" y="2118"/>
                      <a:pt x="3728" y="2112"/>
                      <a:pt x="3708" y="2112"/>
                    </a:cubicBezTo>
                    <a:cubicBezTo>
                      <a:pt x="3698" y="2112"/>
                      <a:pt x="3689" y="2113"/>
                      <a:pt x="3680" y="2116"/>
                    </a:cubicBezTo>
                    <a:cubicBezTo>
                      <a:pt x="3700" y="2125"/>
                      <a:pt x="3721" y="2130"/>
                      <a:pt x="3743" y="2130"/>
                    </a:cubicBezTo>
                    <a:cubicBezTo>
                      <a:pt x="3750" y="2130"/>
                      <a:pt x="3758" y="2129"/>
                      <a:pt x="3766" y="2128"/>
                    </a:cubicBezTo>
                    <a:moveTo>
                      <a:pt x="2367" y="3636"/>
                    </a:moveTo>
                    <a:cubicBezTo>
                      <a:pt x="2387" y="3593"/>
                      <a:pt x="2387" y="3593"/>
                      <a:pt x="2369" y="3571"/>
                    </a:cubicBezTo>
                    <a:cubicBezTo>
                      <a:pt x="2364" y="3581"/>
                      <a:pt x="2361" y="3593"/>
                      <a:pt x="2361" y="3605"/>
                    </a:cubicBezTo>
                    <a:cubicBezTo>
                      <a:pt x="2361" y="3616"/>
                      <a:pt x="2363" y="3626"/>
                      <a:pt x="2367" y="3636"/>
                    </a:cubicBezTo>
                    <a:moveTo>
                      <a:pt x="1902" y="4540"/>
                    </a:moveTo>
                    <a:cubicBezTo>
                      <a:pt x="1897" y="4561"/>
                      <a:pt x="1887" y="4580"/>
                      <a:pt x="1902" y="4602"/>
                    </a:cubicBezTo>
                    <a:cubicBezTo>
                      <a:pt x="1907" y="4598"/>
                      <a:pt x="1911" y="4594"/>
                      <a:pt x="1914" y="4589"/>
                    </a:cubicBezTo>
                    <a:cubicBezTo>
                      <a:pt x="1917" y="4584"/>
                      <a:pt x="1919" y="4577"/>
                      <a:pt x="1919" y="4571"/>
                    </a:cubicBezTo>
                    <a:cubicBezTo>
                      <a:pt x="1919" y="4564"/>
                      <a:pt x="1917" y="4558"/>
                      <a:pt x="1914" y="4552"/>
                    </a:cubicBezTo>
                    <a:cubicBezTo>
                      <a:pt x="1911" y="4547"/>
                      <a:pt x="1907" y="4543"/>
                      <a:pt x="1902" y="4540"/>
                    </a:cubicBezTo>
                    <a:moveTo>
                      <a:pt x="3958" y="2910"/>
                    </a:moveTo>
                    <a:cubicBezTo>
                      <a:pt x="3958" y="2896"/>
                      <a:pt x="3956" y="2883"/>
                      <a:pt x="3955" y="2868"/>
                    </a:cubicBezTo>
                    <a:cubicBezTo>
                      <a:pt x="3955" y="2867"/>
                      <a:pt x="3954" y="2866"/>
                      <a:pt x="3954" y="2865"/>
                    </a:cubicBezTo>
                    <a:cubicBezTo>
                      <a:pt x="3953" y="2864"/>
                      <a:pt x="3951" y="2863"/>
                      <a:pt x="3950" y="2862"/>
                    </a:cubicBezTo>
                    <a:cubicBezTo>
                      <a:pt x="3948" y="2861"/>
                      <a:pt x="3948" y="2861"/>
                      <a:pt x="3946" y="2861"/>
                    </a:cubicBezTo>
                    <a:cubicBezTo>
                      <a:pt x="3945" y="2861"/>
                      <a:pt x="3944" y="2861"/>
                      <a:pt x="3943" y="2861"/>
                    </a:cubicBezTo>
                    <a:cubicBezTo>
                      <a:pt x="3938" y="2861"/>
                      <a:pt x="3934" y="2865"/>
                      <a:pt x="3935" y="2872"/>
                    </a:cubicBezTo>
                    <a:cubicBezTo>
                      <a:pt x="3936" y="2879"/>
                      <a:pt x="3938" y="2886"/>
                      <a:pt x="3942" y="2892"/>
                    </a:cubicBezTo>
                    <a:cubicBezTo>
                      <a:pt x="3946" y="2899"/>
                      <a:pt x="3951" y="2905"/>
                      <a:pt x="3958" y="2910"/>
                    </a:cubicBezTo>
                    <a:moveTo>
                      <a:pt x="3099" y="3852"/>
                    </a:moveTo>
                    <a:cubicBezTo>
                      <a:pt x="3099" y="3845"/>
                      <a:pt x="3091" y="3840"/>
                      <a:pt x="3079" y="3839"/>
                    </a:cubicBezTo>
                    <a:cubicBezTo>
                      <a:pt x="3067" y="3837"/>
                      <a:pt x="3058" y="3835"/>
                      <a:pt x="3059" y="3849"/>
                    </a:cubicBezTo>
                    <a:cubicBezTo>
                      <a:pt x="3059" y="3862"/>
                      <a:pt x="3072" y="3866"/>
                      <a:pt x="3082" y="3870"/>
                    </a:cubicBezTo>
                    <a:cubicBezTo>
                      <a:pt x="3092" y="3873"/>
                      <a:pt x="3095" y="3869"/>
                      <a:pt x="3099" y="3852"/>
                    </a:cubicBezTo>
                    <a:moveTo>
                      <a:pt x="2244" y="4176"/>
                    </a:moveTo>
                    <a:cubicBezTo>
                      <a:pt x="2279" y="4171"/>
                      <a:pt x="2279" y="4171"/>
                      <a:pt x="2303" y="4135"/>
                    </a:cubicBezTo>
                    <a:cubicBezTo>
                      <a:pt x="2296" y="4138"/>
                      <a:pt x="2288" y="4141"/>
                      <a:pt x="2282" y="4145"/>
                    </a:cubicBezTo>
                    <a:cubicBezTo>
                      <a:pt x="2267" y="4153"/>
                      <a:pt x="2255" y="4164"/>
                      <a:pt x="2244" y="4176"/>
                    </a:cubicBezTo>
                    <a:moveTo>
                      <a:pt x="2948" y="3834"/>
                    </a:moveTo>
                    <a:cubicBezTo>
                      <a:pt x="2979" y="3861"/>
                      <a:pt x="2980" y="3863"/>
                      <a:pt x="2989" y="3854"/>
                    </a:cubicBezTo>
                    <a:cubicBezTo>
                      <a:pt x="2990" y="3854"/>
                      <a:pt x="2990" y="3853"/>
                      <a:pt x="2991" y="3852"/>
                    </a:cubicBezTo>
                    <a:cubicBezTo>
                      <a:pt x="2992" y="3850"/>
                      <a:pt x="2992" y="3848"/>
                      <a:pt x="2992" y="3846"/>
                    </a:cubicBezTo>
                    <a:cubicBezTo>
                      <a:pt x="2992" y="3846"/>
                      <a:pt x="2992" y="3845"/>
                      <a:pt x="2992" y="3844"/>
                    </a:cubicBezTo>
                    <a:cubicBezTo>
                      <a:pt x="2982" y="3824"/>
                      <a:pt x="2965" y="3827"/>
                      <a:pt x="2948" y="3834"/>
                    </a:cubicBezTo>
                    <a:moveTo>
                      <a:pt x="2451" y="4220"/>
                    </a:moveTo>
                    <a:cubicBezTo>
                      <a:pt x="2458" y="4215"/>
                      <a:pt x="2464" y="4208"/>
                      <a:pt x="2469" y="4200"/>
                    </a:cubicBezTo>
                    <a:cubicBezTo>
                      <a:pt x="2475" y="4190"/>
                      <a:pt x="2478" y="4179"/>
                      <a:pt x="2478" y="4168"/>
                    </a:cubicBezTo>
                    <a:cubicBezTo>
                      <a:pt x="2478" y="4167"/>
                      <a:pt x="2478" y="4166"/>
                      <a:pt x="2478" y="4165"/>
                    </a:cubicBezTo>
                    <a:cubicBezTo>
                      <a:pt x="2470" y="4170"/>
                      <a:pt x="2463" y="4176"/>
                      <a:pt x="2459" y="4184"/>
                    </a:cubicBezTo>
                    <a:cubicBezTo>
                      <a:pt x="2453" y="4193"/>
                      <a:pt x="2451" y="4204"/>
                      <a:pt x="2451" y="4215"/>
                    </a:cubicBezTo>
                    <a:cubicBezTo>
                      <a:pt x="2451" y="4217"/>
                      <a:pt x="2451" y="4218"/>
                      <a:pt x="2451" y="4220"/>
                    </a:cubicBezTo>
                    <a:moveTo>
                      <a:pt x="2823" y="3784"/>
                    </a:moveTo>
                    <a:cubicBezTo>
                      <a:pt x="2823" y="3783"/>
                      <a:pt x="2821" y="3782"/>
                      <a:pt x="2821" y="3781"/>
                    </a:cubicBezTo>
                    <a:cubicBezTo>
                      <a:pt x="2818" y="3776"/>
                      <a:pt x="2814" y="3771"/>
                      <a:pt x="2810" y="3769"/>
                    </a:cubicBezTo>
                    <a:cubicBezTo>
                      <a:pt x="2807" y="3767"/>
                      <a:pt x="2805" y="3767"/>
                      <a:pt x="2802" y="3766"/>
                    </a:cubicBezTo>
                    <a:cubicBezTo>
                      <a:pt x="2793" y="3762"/>
                      <a:pt x="2789" y="3769"/>
                      <a:pt x="2789" y="3777"/>
                    </a:cubicBezTo>
                    <a:cubicBezTo>
                      <a:pt x="2789" y="3790"/>
                      <a:pt x="2799" y="3793"/>
                      <a:pt x="2811" y="3795"/>
                    </a:cubicBezTo>
                    <a:cubicBezTo>
                      <a:pt x="2817" y="3795"/>
                      <a:pt x="2820" y="3793"/>
                      <a:pt x="2823" y="3784"/>
                    </a:cubicBezTo>
                    <a:moveTo>
                      <a:pt x="2946" y="3797"/>
                    </a:moveTo>
                    <a:cubicBezTo>
                      <a:pt x="2949" y="3803"/>
                      <a:pt x="2953" y="3807"/>
                      <a:pt x="2959" y="3811"/>
                    </a:cubicBezTo>
                    <a:cubicBezTo>
                      <a:pt x="2964" y="3814"/>
                      <a:pt x="2971" y="3816"/>
                      <a:pt x="2978" y="3816"/>
                    </a:cubicBezTo>
                    <a:cubicBezTo>
                      <a:pt x="2983" y="3816"/>
                      <a:pt x="2988" y="3815"/>
                      <a:pt x="2993" y="3812"/>
                    </a:cubicBezTo>
                    <a:cubicBezTo>
                      <a:pt x="2977" y="3801"/>
                      <a:pt x="2968" y="3789"/>
                      <a:pt x="2946" y="3797"/>
                    </a:cubicBezTo>
                    <a:moveTo>
                      <a:pt x="2991" y="3886"/>
                    </a:moveTo>
                    <a:cubicBezTo>
                      <a:pt x="2976" y="3871"/>
                      <a:pt x="2964" y="3859"/>
                      <a:pt x="2948" y="3865"/>
                    </a:cubicBezTo>
                    <a:cubicBezTo>
                      <a:pt x="2947" y="3866"/>
                      <a:pt x="2946" y="3867"/>
                      <a:pt x="2945" y="3868"/>
                    </a:cubicBezTo>
                    <a:cubicBezTo>
                      <a:pt x="2944" y="3869"/>
                      <a:pt x="2944" y="3871"/>
                      <a:pt x="2944" y="3873"/>
                    </a:cubicBezTo>
                    <a:lnTo>
                      <a:pt x="2944" y="3874"/>
                    </a:lnTo>
                    <a:cubicBezTo>
                      <a:pt x="2953" y="3889"/>
                      <a:pt x="2966" y="3896"/>
                      <a:pt x="2989" y="3886"/>
                    </a:cubicBezTo>
                    <a:lnTo>
                      <a:pt x="2991" y="3886"/>
                    </a:lnTo>
                    <a:moveTo>
                      <a:pt x="286" y="559"/>
                    </a:moveTo>
                    <a:lnTo>
                      <a:pt x="286" y="496"/>
                    </a:lnTo>
                    <a:cubicBezTo>
                      <a:pt x="283" y="506"/>
                      <a:pt x="282" y="518"/>
                      <a:pt x="282" y="528"/>
                    </a:cubicBezTo>
                    <a:cubicBezTo>
                      <a:pt x="282" y="539"/>
                      <a:pt x="283" y="549"/>
                      <a:pt x="286" y="559"/>
                    </a:cubicBezTo>
                    <a:moveTo>
                      <a:pt x="2146" y="4263"/>
                    </a:moveTo>
                    <a:cubicBezTo>
                      <a:pt x="2110" y="4263"/>
                      <a:pt x="2110" y="4263"/>
                      <a:pt x="2085" y="4281"/>
                    </a:cubicBezTo>
                    <a:lnTo>
                      <a:pt x="2146" y="4263"/>
                    </a:lnTo>
                    <a:moveTo>
                      <a:pt x="2128" y="4384"/>
                    </a:moveTo>
                    <a:cubicBezTo>
                      <a:pt x="2122" y="4382"/>
                      <a:pt x="2115" y="4381"/>
                      <a:pt x="2109" y="4381"/>
                    </a:cubicBezTo>
                    <a:cubicBezTo>
                      <a:pt x="2099" y="4381"/>
                      <a:pt x="2089" y="4384"/>
                      <a:pt x="2080" y="4389"/>
                    </a:cubicBezTo>
                    <a:cubicBezTo>
                      <a:pt x="2075" y="4392"/>
                      <a:pt x="2071" y="4395"/>
                      <a:pt x="2067" y="4399"/>
                    </a:cubicBezTo>
                    <a:cubicBezTo>
                      <a:pt x="2073" y="4401"/>
                      <a:pt x="2079" y="4403"/>
                      <a:pt x="2085" y="4403"/>
                    </a:cubicBezTo>
                    <a:cubicBezTo>
                      <a:pt x="2095" y="4403"/>
                      <a:pt x="2105" y="4400"/>
                      <a:pt x="2114" y="4395"/>
                    </a:cubicBezTo>
                    <a:cubicBezTo>
                      <a:pt x="2119" y="4392"/>
                      <a:pt x="2124" y="4388"/>
                      <a:pt x="2128" y="4384"/>
                    </a:cubicBezTo>
                    <a:moveTo>
                      <a:pt x="3691" y="2148"/>
                    </a:moveTo>
                    <a:cubicBezTo>
                      <a:pt x="3675" y="2144"/>
                      <a:pt x="3661" y="2134"/>
                      <a:pt x="3650" y="2153"/>
                    </a:cubicBezTo>
                    <a:cubicBezTo>
                      <a:pt x="3663" y="2155"/>
                      <a:pt x="3674" y="2164"/>
                      <a:pt x="3691" y="2147"/>
                    </a:cubicBezTo>
                    <a:lnTo>
                      <a:pt x="3691" y="2148"/>
                    </a:lnTo>
                    <a:moveTo>
                      <a:pt x="3841" y="3466"/>
                    </a:moveTo>
                    <a:cubicBezTo>
                      <a:pt x="3851" y="3456"/>
                      <a:pt x="3863" y="3447"/>
                      <a:pt x="3853" y="3430"/>
                    </a:cubicBezTo>
                    <a:cubicBezTo>
                      <a:pt x="3852" y="3428"/>
                      <a:pt x="3845" y="3425"/>
                      <a:pt x="3844" y="3426"/>
                    </a:cubicBezTo>
                    <a:cubicBezTo>
                      <a:pt x="3843" y="3428"/>
                      <a:pt x="3842" y="3429"/>
                      <a:pt x="3841" y="3431"/>
                    </a:cubicBezTo>
                    <a:cubicBezTo>
                      <a:pt x="3838" y="3437"/>
                      <a:pt x="3836" y="3444"/>
                      <a:pt x="3836" y="3450"/>
                    </a:cubicBezTo>
                    <a:cubicBezTo>
                      <a:pt x="3836" y="3454"/>
                      <a:pt x="3836" y="3457"/>
                      <a:pt x="3837" y="3461"/>
                    </a:cubicBezTo>
                    <a:cubicBezTo>
                      <a:pt x="3838" y="3462"/>
                      <a:pt x="3839" y="3463"/>
                      <a:pt x="3841" y="3465"/>
                    </a:cubicBezTo>
                    <a:lnTo>
                      <a:pt x="3841" y="3466"/>
                    </a:lnTo>
                    <a:moveTo>
                      <a:pt x="3039" y="3876"/>
                    </a:moveTo>
                    <a:cubicBezTo>
                      <a:pt x="3039" y="3865"/>
                      <a:pt x="3030" y="3863"/>
                      <a:pt x="3023" y="3859"/>
                    </a:cubicBezTo>
                    <a:cubicBezTo>
                      <a:pt x="3015" y="3855"/>
                      <a:pt x="3011" y="3856"/>
                      <a:pt x="3010" y="3862"/>
                    </a:cubicBezTo>
                    <a:cubicBezTo>
                      <a:pt x="3006" y="3876"/>
                      <a:pt x="3018" y="3879"/>
                      <a:pt x="3027" y="3882"/>
                    </a:cubicBezTo>
                    <a:cubicBezTo>
                      <a:pt x="3028" y="3883"/>
                      <a:pt x="3029" y="3883"/>
                      <a:pt x="3030" y="3883"/>
                    </a:cubicBezTo>
                    <a:cubicBezTo>
                      <a:pt x="3032" y="3883"/>
                      <a:pt x="3034" y="3881"/>
                      <a:pt x="3035" y="3881"/>
                    </a:cubicBezTo>
                    <a:cubicBezTo>
                      <a:pt x="3036" y="3880"/>
                      <a:pt x="3038" y="3879"/>
                      <a:pt x="3039" y="3878"/>
                    </a:cubicBezTo>
                    <a:cubicBezTo>
                      <a:pt x="3039" y="3877"/>
                      <a:pt x="3039" y="3877"/>
                      <a:pt x="3039" y="3876"/>
                    </a:cubicBezTo>
                    <a:moveTo>
                      <a:pt x="3581" y="2274"/>
                    </a:moveTo>
                    <a:cubicBezTo>
                      <a:pt x="3590" y="2283"/>
                      <a:pt x="3600" y="2292"/>
                      <a:pt x="3611" y="2298"/>
                    </a:cubicBezTo>
                    <a:cubicBezTo>
                      <a:pt x="3621" y="2304"/>
                      <a:pt x="3631" y="2308"/>
                      <a:pt x="3642" y="2311"/>
                    </a:cubicBezTo>
                    <a:cubicBezTo>
                      <a:pt x="3634" y="2301"/>
                      <a:pt x="3623" y="2293"/>
                      <a:pt x="3612" y="2286"/>
                    </a:cubicBezTo>
                    <a:cubicBezTo>
                      <a:pt x="3603" y="2280"/>
                      <a:pt x="3592" y="2276"/>
                      <a:pt x="3582" y="2274"/>
                    </a:cubicBezTo>
                    <a:lnTo>
                      <a:pt x="3581" y="2274"/>
                    </a:lnTo>
                    <a:moveTo>
                      <a:pt x="4150" y="3613"/>
                    </a:moveTo>
                    <a:cubicBezTo>
                      <a:pt x="4147" y="3634"/>
                      <a:pt x="4143" y="3646"/>
                      <a:pt x="4152" y="3658"/>
                    </a:cubicBezTo>
                    <a:cubicBezTo>
                      <a:pt x="4159" y="3645"/>
                      <a:pt x="4156" y="3633"/>
                      <a:pt x="4150" y="3613"/>
                    </a:cubicBezTo>
                    <a:moveTo>
                      <a:pt x="2471" y="3700"/>
                    </a:moveTo>
                    <a:cubicBezTo>
                      <a:pt x="2469" y="3695"/>
                      <a:pt x="2467" y="3690"/>
                      <a:pt x="2465" y="3686"/>
                    </a:cubicBezTo>
                    <a:cubicBezTo>
                      <a:pt x="2458" y="3674"/>
                      <a:pt x="2448" y="3664"/>
                      <a:pt x="2436" y="3657"/>
                    </a:cubicBezTo>
                    <a:cubicBezTo>
                      <a:pt x="2435" y="3657"/>
                      <a:pt x="2434" y="3656"/>
                      <a:pt x="2434" y="3656"/>
                    </a:cubicBezTo>
                    <a:cubicBezTo>
                      <a:pt x="2434" y="3664"/>
                      <a:pt x="2436" y="3671"/>
                      <a:pt x="2440" y="3678"/>
                    </a:cubicBezTo>
                    <a:cubicBezTo>
                      <a:pt x="2444" y="3685"/>
                      <a:pt x="2449" y="3691"/>
                      <a:pt x="2456" y="3695"/>
                    </a:cubicBezTo>
                    <a:cubicBezTo>
                      <a:pt x="2461" y="3697"/>
                      <a:pt x="2466" y="3699"/>
                      <a:pt x="2471" y="3700"/>
                    </a:cubicBezTo>
                    <a:moveTo>
                      <a:pt x="4021" y="3498"/>
                    </a:moveTo>
                    <a:cubicBezTo>
                      <a:pt x="4018" y="3505"/>
                      <a:pt x="4017" y="3512"/>
                      <a:pt x="4017" y="3519"/>
                    </a:cubicBezTo>
                    <a:cubicBezTo>
                      <a:pt x="4017" y="3526"/>
                      <a:pt x="4018" y="3533"/>
                      <a:pt x="4021" y="3539"/>
                    </a:cubicBezTo>
                    <a:lnTo>
                      <a:pt x="4021" y="3498"/>
                    </a:lnTo>
                    <a:moveTo>
                      <a:pt x="2579" y="3295"/>
                    </a:moveTo>
                    <a:cubicBezTo>
                      <a:pt x="2563" y="3284"/>
                      <a:pt x="2552" y="3271"/>
                      <a:pt x="2534" y="3282"/>
                    </a:cubicBezTo>
                    <a:cubicBezTo>
                      <a:pt x="2537" y="3286"/>
                      <a:pt x="2540" y="3289"/>
                      <a:pt x="2545" y="3292"/>
                    </a:cubicBezTo>
                    <a:cubicBezTo>
                      <a:pt x="2551" y="3295"/>
                      <a:pt x="2558" y="3297"/>
                      <a:pt x="2566" y="3297"/>
                    </a:cubicBezTo>
                    <a:cubicBezTo>
                      <a:pt x="2570" y="3297"/>
                      <a:pt x="2574" y="3296"/>
                      <a:pt x="2579" y="3295"/>
                    </a:cubicBezTo>
                    <a:moveTo>
                      <a:pt x="4043" y="3302"/>
                    </a:moveTo>
                    <a:lnTo>
                      <a:pt x="4038" y="3302"/>
                    </a:lnTo>
                    <a:cubicBezTo>
                      <a:pt x="4038" y="3306"/>
                      <a:pt x="4037" y="3310"/>
                      <a:pt x="4037" y="3315"/>
                    </a:cubicBezTo>
                    <a:cubicBezTo>
                      <a:pt x="4037" y="3319"/>
                      <a:pt x="4038" y="3324"/>
                      <a:pt x="4038" y="3328"/>
                    </a:cubicBezTo>
                    <a:cubicBezTo>
                      <a:pt x="4038" y="3334"/>
                      <a:pt x="4044" y="3334"/>
                      <a:pt x="4044" y="3328"/>
                    </a:cubicBezTo>
                    <a:cubicBezTo>
                      <a:pt x="4044" y="3326"/>
                      <a:pt x="4044" y="3325"/>
                      <a:pt x="4044" y="3323"/>
                    </a:cubicBezTo>
                    <a:cubicBezTo>
                      <a:pt x="4044" y="3316"/>
                      <a:pt x="4044" y="3308"/>
                      <a:pt x="4043" y="3301"/>
                    </a:cubicBezTo>
                    <a:lnTo>
                      <a:pt x="4043" y="3302"/>
                    </a:lnTo>
                    <a:moveTo>
                      <a:pt x="4099" y="2103"/>
                    </a:moveTo>
                    <a:cubicBezTo>
                      <a:pt x="4107" y="2111"/>
                      <a:pt x="4117" y="2105"/>
                      <a:pt x="4126" y="2105"/>
                    </a:cubicBezTo>
                    <a:cubicBezTo>
                      <a:pt x="4121" y="2103"/>
                      <a:pt x="4115" y="2102"/>
                      <a:pt x="4110" y="2102"/>
                    </a:cubicBezTo>
                    <a:cubicBezTo>
                      <a:pt x="4106" y="2102"/>
                      <a:pt x="4103" y="2102"/>
                      <a:pt x="4099" y="2103"/>
                    </a:cubicBezTo>
                    <a:moveTo>
                      <a:pt x="3041" y="3835"/>
                    </a:moveTo>
                    <a:cubicBezTo>
                      <a:pt x="3041" y="3825"/>
                      <a:pt x="3031" y="3822"/>
                      <a:pt x="3023" y="3820"/>
                    </a:cubicBezTo>
                    <a:cubicBezTo>
                      <a:pt x="3015" y="3818"/>
                      <a:pt x="3013" y="3822"/>
                      <a:pt x="3013" y="3828"/>
                    </a:cubicBezTo>
                    <a:cubicBezTo>
                      <a:pt x="3013" y="3839"/>
                      <a:pt x="3023" y="3841"/>
                      <a:pt x="3031" y="3843"/>
                    </a:cubicBezTo>
                    <a:cubicBezTo>
                      <a:pt x="3039" y="3845"/>
                      <a:pt x="3040" y="3841"/>
                      <a:pt x="3042" y="3835"/>
                    </a:cubicBezTo>
                    <a:lnTo>
                      <a:pt x="3041" y="3835"/>
                    </a:lnTo>
                    <a:moveTo>
                      <a:pt x="3261" y="3862"/>
                    </a:moveTo>
                    <a:cubicBezTo>
                      <a:pt x="3256" y="3863"/>
                      <a:pt x="3251" y="3865"/>
                      <a:pt x="3252" y="3872"/>
                    </a:cubicBezTo>
                    <a:cubicBezTo>
                      <a:pt x="3255" y="3885"/>
                      <a:pt x="3267" y="3886"/>
                      <a:pt x="3276" y="3888"/>
                    </a:cubicBezTo>
                    <a:cubicBezTo>
                      <a:pt x="3277" y="3888"/>
                      <a:pt x="3277" y="3888"/>
                      <a:pt x="3278" y="3888"/>
                    </a:cubicBezTo>
                    <a:cubicBezTo>
                      <a:pt x="3279" y="3888"/>
                      <a:pt x="3279" y="3887"/>
                      <a:pt x="3281" y="3887"/>
                    </a:cubicBezTo>
                    <a:cubicBezTo>
                      <a:pt x="3282" y="3886"/>
                      <a:pt x="3283" y="3886"/>
                      <a:pt x="3284" y="3885"/>
                    </a:cubicBezTo>
                    <a:cubicBezTo>
                      <a:pt x="3285" y="3884"/>
                      <a:pt x="3285" y="3882"/>
                      <a:pt x="3285" y="3881"/>
                    </a:cubicBezTo>
                    <a:cubicBezTo>
                      <a:pt x="3285" y="3880"/>
                      <a:pt x="3285" y="3879"/>
                      <a:pt x="3285" y="3879"/>
                    </a:cubicBezTo>
                    <a:cubicBezTo>
                      <a:pt x="3282" y="3867"/>
                      <a:pt x="3272" y="3864"/>
                      <a:pt x="3262" y="3862"/>
                    </a:cubicBezTo>
                    <a:lnTo>
                      <a:pt x="3261" y="3862"/>
                    </a:lnTo>
                    <a:moveTo>
                      <a:pt x="3797" y="2873"/>
                    </a:moveTo>
                    <a:cubicBezTo>
                      <a:pt x="3796" y="2874"/>
                      <a:pt x="3795" y="2875"/>
                      <a:pt x="3795" y="2876"/>
                    </a:cubicBezTo>
                    <a:cubicBezTo>
                      <a:pt x="3794" y="2877"/>
                      <a:pt x="3794" y="2878"/>
                      <a:pt x="3793" y="2879"/>
                    </a:cubicBezTo>
                    <a:cubicBezTo>
                      <a:pt x="3792" y="2882"/>
                      <a:pt x="3791" y="2886"/>
                      <a:pt x="3791" y="2889"/>
                    </a:cubicBezTo>
                    <a:cubicBezTo>
                      <a:pt x="3791" y="2895"/>
                      <a:pt x="3793" y="2901"/>
                      <a:pt x="3796" y="2905"/>
                    </a:cubicBezTo>
                    <a:cubicBezTo>
                      <a:pt x="3796" y="2908"/>
                      <a:pt x="3803" y="2910"/>
                      <a:pt x="3804" y="2909"/>
                    </a:cubicBezTo>
                    <a:cubicBezTo>
                      <a:pt x="3815" y="2903"/>
                      <a:pt x="3811" y="2894"/>
                      <a:pt x="3806" y="2886"/>
                    </a:cubicBezTo>
                    <a:cubicBezTo>
                      <a:pt x="3804" y="2881"/>
                      <a:pt x="3801" y="2877"/>
                      <a:pt x="3797" y="2873"/>
                    </a:cubicBezTo>
                    <a:moveTo>
                      <a:pt x="3403" y="3958"/>
                    </a:moveTo>
                    <a:cubicBezTo>
                      <a:pt x="3401" y="3956"/>
                      <a:pt x="3399" y="3952"/>
                      <a:pt x="3397" y="3953"/>
                    </a:cubicBezTo>
                    <a:cubicBezTo>
                      <a:pt x="3392" y="3953"/>
                      <a:pt x="3388" y="3954"/>
                      <a:pt x="3385" y="3956"/>
                    </a:cubicBezTo>
                    <a:cubicBezTo>
                      <a:pt x="3381" y="3959"/>
                      <a:pt x="3377" y="3962"/>
                      <a:pt x="3375" y="3966"/>
                    </a:cubicBezTo>
                    <a:cubicBezTo>
                      <a:pt x="3376" y="3967"/>
                      <a:pt x="3377" y="3968"/>
                      <a:pt x="3379" y="3969"/>
                    </a:cubicBezTo>
                    <a:cubicBezTo>
                      <a:pt x="3380" y="3969"/>
                      <a:pt x="3381" y="3970"/>
                      <a:pt x="3383" y="3971"/>
                    </a:cubicBezTo>
                    <a:cubicBezTo>
                      <a:pt x="3384" y="3971"/>
                      <a:pt x="3385" y="3971"/>
                      <a:pt x="3386" y="3971"/>
                    </a:cubicBezTo>
                    <a:cubicBezTo>
                      <a:pt x="3389" y="3971"/>
                      <a:pt x="3392" y="3969"/>
                      <a:pt x="3395" y="3968"/>
                    </a:cubicBezTo>
                    <a:cubicBezTo>
                      <a:pt x="3397" y="3966"/>
                      <a:pt x="3400" y="3964"/>
                      <a:pt x="3402" y="3962"/>
                    </a:cubicBezTo>
                    <a:cubicBezTo>
                      <a:pt x="3402" y="3961"/>
                      <a:pt x="3403" y="3959"/>
                      <a:pt x="3404" y="3958"/>
                    </a:cubicBezTo>
                    <a:lnTo>
                      <a:pt x="3403" y="3958"/>
                    </a:lnTo>
                    <a:moveTo>
                      <a:pt x="3740" y="2374"/>
                    </a:moveTo>
                    <a:cubicBezTo>
                      <a:pt x="3743" y="2372"/>
                      <a:pt x="3748" y="2370"/>
                      <a:pt x="3748" y="2369"/>
                    </a:cubicBezTo>
                    <a:cubicBezTo>
                      <a:pt x="3748" y="2367"/>
                      <a:pt x="3747" y="2365"/>
                      <a:pt x="3746" y="2363"/>
                    </a:cubicBezTo>
                    <a:cubicBezTo>
                      <a:pt x="3744" y="2360"/>
                      <a:pt x="3741" y="2356"/>
                      <a:pt x="3739" y="2355"/>
                    </a:cubicBezTo>
                    <a:cubicBezTo>
                      <a:pt x="3737" y="2354"/>
                      <a:pt x="3736" y="2354"/>
                      <a:pt x="3734" y="2354"/>
                    </a:cubicBezTo>
                    <a:cubicBezTo>
                      <a:pt x="3729" y="2352"/>
                      <a:pt x="3722" y="2354"/>
                      <a:pt x="3724" y="2360"/>
                    </a:cubicBezTo>
                    <a:cubicBezTo>
                      <a:pt x="3724" y="2362"/>
                      <a:pt x="3725" y="2363"/>
                      <a:pt x="3726" y="2365"/>
                    </a:cubicBezTo>
                    <a:cubicBezTo>
                      <a:pt x="3727" y="2367"/>
                      <a:pt x="3730" y="2370"/>
                      <a:pt x="3732" y="2371"/>
                    </a:cubicBezTo>
                    <a:cubicBezTo>
                      <a:pt x="3735" y="2373"/>
                      <a:pt x="3738" y="2374"/>
                      <a:pt x="3740" y="2374"/>
                    </a:cubicBezTo>
                    <a:moveTo>
                      <a:pt x="313" y="463"/>
                    </a:moveTo>
                    <a:cubicBezTo>
                      <a:pt x="311" y="459"/>
                      <a:pt x="309" y="452"/>
                      <a:pt x="307" y="452"/>
                    </a:cubicBezTo>
                    <a:cubicBezTo>
                      <a:pt x="298" y="452"/>
                      <a:pt x="295" y="459"/>
                      <a:pt x="293" y="466"/>
                    </a:cubicBezTo>
                    <a:cubicBezTo>
                      <a:pt x="293" y="467"/>
                      <a:pt x="293" y="468"/>
                      <a:pt x="293" y="469"/>
                    </a:cubicBezTo>
                    <a:cubicBezTo>
                      <a:pt x="293" y="471"/>
                      <a:pt x="293" y="472"/>
                      <a:pt x="294" y="473"/>
                    </a:cubicBezTo>
                    <a:cubicBezTo>
                      <a:pt x="295" y="475"/>
                      <a:pt x="296" y="476"/>
                      <a:pt x="297" y="477"/>
                    </a:cubicBezTo>
                    <a:cubicBezTo>
                      <a:pt x="298" y="478"/>
                      <a:pt x="299" y="478"/>
                      <a:pt x="300" y="478"/>
                    </a:cubicBezTo>
                    <a:cubicBezTo>
                      <a:pt x="309" y="479"/>
                      <a:pt x="311" y="471"/>
                      <a:pt x="313" y="463"/>
                    </a:cubicBezTo>
                    <a:moveTo>
                      <a:pt x="3140" y="3874"/>
                    </a:moveTo>
                    <a:cubicBezTo>
                      <a:pt x="3149" y="3870"/>
                      <a:pt x="3155" y="3868"/>
                      <a:pt x="3155" y="3867"/>
                    </a:cubicBezTo>
                    <a:cubicBezTo>
                      <a:pt x="3155" y="3861"/>
                      <a:pt x="3148" y="3859"/>
                      <a:pt x="3143" y="3858"/>
                    </a:cubicBezTo>
                    <a:cubicBezTo>
                      <a:pt x="3138" y="3856"/>
                      <a:pt x="3133" y="3853"/>
                      <a:pt x="3134" y="3862"/>
                    </a:cubicBezTo>
                    <a:cubicBezTo>
                      <a:pt x="3135" y="3865"/>
                      <a:pt x="3135" y="3868"/>
                      <a:pt x="3138" y="3872"/>
                    </a:cubicBezTo>
                    <a:cubicBezTo>
                      <a:pt x="3138" y="3873"/>
                      <a:pt x="3139" y="3873"/>
                      <a:pt x="3140" y="387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30"/>
              <p:cNvSpPr/>
              <p:nvPr/>
            </p:nvSpPr>
            <p:spPr>
              <a:xfrm rot="-755222">
                <a:off x="8380074" y="3122447"/>
                <a:ext cx="690659" cy="810409"/>
              </a:xfrm>
              <a:custGeom>
                <a:avLst/>
                <a:gdLst/>
                <a:ahLst/>
                <a:cxnLst/>
                <a:rect l="l" t="t" r="r" b="b"/>
                <a:pathLst>
                  <a:path w="836" h="981" extrusionOk="0">
                    <a:moveTo>
                      <a:pt x="835" y="980"/>
                    </a:moveTo>
                    <a:cubicBezTo>
                      <a:pt x="812" y="969"/>
                      <a:pt x="789" y="960"/>
                      <a:pt x="765" y="954"/>
                    </a:cubicBezTo>
                    <a:cubicBezTo>
                      <a:pt x="738" y="946"/>
                      <a:pt x="713" y="935"/>
                      <a:pt x="689" y="921"/>
                    </a:cubicBezTo>
                    <a:cubicBezTo>
                      <a:pt x="671" y="911"/>
                      <a:pt x="654" y="899"/>
                      <a:pt x="639" y="886"/>
                    </a:cubicBezTo>
                    <a:cubicBezTo>
                      <a:pt x="494" y="781"/>
                      <a:pt x="372" y="646"/>
                      <a:pt x="282" y="490"/>
                    </a:cubicBezTo>
                    <a:cubicBezTo>
                      <a:pt x="279" y="484"/>
                      <a:pt x="276" y="479"/>
                      <a:pt x="273" y="473"/>
                    </a:cubicBezTo>
                    <a:cubicBezTo>
                      <a:pt x="237" y="407"/>
                      <a:pt x="203" y="341"/>
                      <a:pt x="167" y="274"/>
                    </a:cubicBezTo>
                    <a:cubicBezTo>
                      <a:pt x="163" y="266"/>
                      <a:pt x="158" y="258"/>
                      <a:pt x="154" y="250"/>
                    </a:cubicBezTo>
                    <a:cubicBezTo>
                      <a:pt x="131" y="210"/>
                      <a:pt x="104" y="172"/>
                      <a:pt x="75" y="136"/>
                    </a:cubicBezTo>
                    <a:cubicBezTo>
                      <a:pt x="75" y="176"/>
                      <a:pt x="103" y="200"/>
                      <a:pt x="104" y="232"/>
                    </a:cubicBezTo>
                    <a:cubicBezTo>
                      <a:pt x="97" y="221"/>
                      <a:pt x="90" y="210"/>
                      <a:pt x="84" y="199"/>
                    </a:cubicBezTo>
                    <a:cubicBezTo>
                      <a:pt x="48" y="137"/>
                      <a:pt x="20" y="70"/>
                      <a:pt x="0" y="1"/>
                    </a:cubicBezTo>
                    <a:cubicBezTo>
                      <a:pt x="3" y="0"/>
                      <a:pt x="4" y="0"/>
                      <a:pt x="7" y="0"/>
                    </a:cubicBezTo>
                    <a:cubicBezTo>
                      <a:pt x="9" y="0"/>
                      <a:pt x="12" y="0"/>
                      <a:pt x="14" y="1"/>
                    </a:cubicBezTo>
                    <a:cubicBezTo>
                      <a:pt x="20" y="19"/>
                      <a:pt x="27" y="36"/>
                      <a:pt x="37" y="53"/>
                    </a:cubicBezTo>
                    <a:cubicBezTo>
                      <a:pt x="49" y="74"/>
                      <a:pt x="65" y="94"/>
                      <a:pt x="83" y="110"/>
                    </a:cubicBezTo>
                    <a:cubicBezTo>
                      <a:pt x="124" y="158"/>
                      <a:pt x="160" y="208"/>
                      <a:pt x="191" y="262"/>
                    </a:cubicBezTo>
                    <a:cubicBezTo>
                      <a:pt x="200" y="278"/>
                      <a:pt x="209" y="295"/>
                      <a:pt x="217" y="311"/>
                    </a:cubicBezTo>
                    <a:cubicBezTo>
                      <a:pt x="244" y="359"/>
                      <a:pt x="270" y="408"/>
                      <a:pt x="295" y="457"/>
                    </a:cubicBezTo>
                    <a:cubicBezTo>
                      <a:pt x="300" y="466"/>
                      <a:pt x="305" y="476"/>
                      <a:pt x="311" y="485"/>
                    </a:cubicBezTo>
                    <a:cubicBezTo>
                      <a:pt x="394" y="629"/>
                      <a:pt x="503" y="755"/>
                      <a:pt x="634" y="857"/>
                    </a:cubicBezTo>
                    <a:cubicBezTo>
                      <a:pt x="646" y="868"/>
                      <a:pt x="659" y="878"/>
                      <a:pt x="673" y="886"/>
                    </a:cubicBezTo>
                    <a:cubicBezTo>
                      <a:pt x="688" y="895"/>
                      <a:pt x="705" y="902"/>
                      <a:pt x="722" y="906"/>
                    </a:cubicBezTo>
                    <a:cubicBezTo>
                      <a:pt x="668" y="847"/>
                      <a:pt x="606" y="795"/>
                      <a:pt x="553" y="736"/>
                    </a:cubicBezTo>
                    <a:cubicBezTo>
                      <a:pt x="499" y="676"/>
                      <a:pt x="465" y="602"/>
                      <a:pt x="405" y="546"/>
                    </a:cubicBezTo>
                    <a:cubicBezTo>
                      <a:pt x="409" y="544"/>
                      <a:pt x="414" y="542"/>
                      <a:pt x="420" y="542"/>
                    </a:cubicBezTo>
                    <a:cubicBezTo>
                      <a:pt x="426" y="542"/>
                      <a:pt x="432" y="544"/>
                      <a:pt x="437" y="547"/>
                    </a:cubicBezTo>
                    <a:cubicBezTo>
                      <a:pt x="442" y="550"/>
                      <a:pt x="446" y="554"/>
                      <a:pt x="449" y="560"/>
                    </a:cubicBezTo>
                    <a:cubicBezTo>
                      <a:pt x="450" y="561"/>
                      <a:pt x="451" y="563"/>
                      <a:pt x="452" y="566"/>
                    </a:cubicBezTo>
                    <a:cubicBezTo>
                      <a:pt x="525" y="689"/>
                      <a:pt x="620" y="797"/>
                      <a:pt x="733" y="886"/>
                    </a:cubicBezTo>
                    <a:cubicBezTo>
                      <a:pt x="736" y="889"/>
                      <a:pt x="739" y="892"/>
                      <a:pt x="742" y="894"/>
                    </a:cubicBezTo>
                    <a:cubicBezTo>
                      <a:pt x="748" y="897"/>
                      <a:pt x="755" y="899"/>
                      <a:pt x="762" y="899"/>
                    </a:cubicBezTo>
                    <a:lnTo>
                      <a:pt x="768" y="903"/>
                    </a:lnTo>
                    <a:cubicBezTo>
                      <a:pt x="769" y="907"/>
                      <a:pt x="771" y="911"/>
                      <a:pt x="773" y="915"/>
                    </a:cubicBezTo>
                    <a:cubicBezTo>
                      <a:pt x="778" y="924"/>
                      <a:pt x="785" y="931"/>
                      <a:pt x="793" y="935"/>
                    </a:cubicBezTo>
                    <a:cubicBezTo>
                      <a:pt x="801" y="940"/>
                      <a:pt x="809" y="942"/>
                      <a:pt x="817" y="943"/>
                    </a:cubicBezTo>
                    <a:cubicBezTo>
                      <a:pt x="821" y="946"/>
                      <a:pt x="825" y="950"/>
                      <a:pt x="828" y="955"/>
                    </a:cubicBezTo>
                    <a:cubicBezTo>
                      <a:pt x="832" y="963"/>
                      <a:pt x="834" y="971"/>
                      <a:pt x="835" y="98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30"/>
              <p:cNvSpPr/>
              <p:nvPr/>
            </p:nvSpPr>
            <p:spPr>
              <a:xfrm rot="-755222">
                <a:off x="10083243" y="2997986"/>
                <a:ext cx="259410" cy="629492"/>
              </a:xfrm>
              <a:custGeom>
                <a:avLst/>
                <a:gdLst/>
                <a:ahLst/>
                <a:cxnLst/>
                <a:rect l="l" t="t" r="r" b="b"/>
                <a:pathLst>
                  <a:path w="314" h="762" extrusionOk="0">
                    <a:moveTo>
                      <a:pt x="250" y="272"/>
                    </a:moveTo>
                    <a:cubicBezTo>
                      <a:pt x="230" y="314"/>
                      <a:pt x="249" y="352"/>
                      <a:pt x="261" y="393"/>
                    </a:cubicBezTo>
                    <a:cubicBezTo>
                      <a:pt x="287" y="374"/>
                      <a:pt x="280" y="338"/>
                      <a:pt x="303" y="320"/>
                    </a:cubicBezTo>
                    <a:lnTo>
                      <a:pt x="313" y="322"/>
                    </a:lnTo>
                    <a:lnTo>
                      <a:pt x="303" y="379"/>
                    </a:lnTo>
                    <a:cubicBezTo>
                      <a:pt x="297" y="382"/>
                      <a:pt x="288" y="384"/>
                      <a:pt x="285" y="389"/>
                    </a:cubicBezTo>
                    <a:cubicBezTo>
                      <a:pt x="257" y="440"/>
                      <a:pt x="235" y="492"/>
                      <a:pt x="260" y="552"/>
                    </a:cubicBezTo>
                    <a:cubicBezTo>
                      <a:pt x="280" y="601"/>
                      <a:pt x="292" y="653"/>
                      <a:pt x="293" y="706"/>
                    </a:cubicBezTo>
                    <a:cubicBezTo>
                      <a:pt x="294" y="711"/>
                      <a:pt x="294" y="715"/>
                      <a:pt x="294" y="720"/>
                    </a:cubicBezTo>
                    <a:cubicBezTo>
                      <a:pt x="294" y="734"/>
                      <a:pt x="291" y="748"/>
                      <a:pt x="286" y="761"/>
                    </a:cubicBezTo>
                    <a:cubicBezTo>
                      <a:pt x="272" y="761"/>
                      <a:pt x="273" y="755"/>
                      <a:pt x="273" y="750"/>
                    </a:cubicBezTo>
                    <a:cubicBezTo>
                      <a:pt x="277" y="634"/>
                      <a:pt x="236" y="531"/>
                      <a:pt x="177" y="434"/>
                    </a:cubicBezTo>
                    <a:cubicBezTo>
                      <a:pt x="127" y="351"/>
                      <a:pt x="72" y="271"/>
                      <a:pt x="12" y="195"/>
                    </a:cubicBezTo>
                    <a:cubicBezTo>
                      <a:pt x="9" y="192"/>
                      <a:pt x="7" y="189"/>
                      <a:pt x="5" y="186"/>
                    </a:cubicBezTo>
                    <a:cubicBezTo>
                      <a:pt x="1" y="180"/>
                      <a:pt x="0" y="173"/>
                      <a:pt x="0" y="166"/>
                    </a:cubicBezTo>
                    <a:cubicBezTo>
                      <a:pt x="0" y="159"/>
                      <a:pt x="2" y="154"/>
                      <a:pt x="5" y="147"/>
                    </a:cubicBezTo>
                    <a:cubicBezTo>
                      <a:pt x="8" y="143"/>
                      <a:pt x="11" y="138"/>
                      <a:pt x="15" y="135"/>
                    </a:cubicBezTo>
                    <a:cubicBezTo>
                      <a:pt x="76" y="204"/>
                      <a:pt x="130" y="279"/>
                      <a:pt x="176" y="359"/>
                    </a:cubicBezTo>
                    <a:cubicBezTo>
                      <a:pt x="179" y="363"/>
                      <a:pt x="181" y="367"/>
                      <a:pt x="183" y="371"/>
                    </a:cubicBezTo>
                    <a:cubicBezTo>
                      <a:pt x="180" y="412"/>
                      <a:pt x="204" y="441"/>
                      <a:pt x="227" y="471"/>
                    </a:cubicBezTo>
                    <a:cubicBezTo>
                      <a:pt x="245" y="464"/>
                      <a:pt x="239" y="449"/>
                      <a:pt x="238" y="437"/>
                    </a:cubicBezTo>
                    <a:cubicBezTo>
                      <a:pt x="239" y="436"/>
                      <a:pt x="239" y="434"/>
                      <a:pt x="239" y="432"/>
                    </a:cubicBezTo>
                    <a:cubicBezTo>
                      <a:pt x="239" y="379"/>
                      <a:pt x="224" y="326"/>
                      <a:pt x="198" y="280"/>
                    </a:cubicBezTo>
                    <a:cubicBezTo>
                      <a:pt x="191" y="268"/>
                      <a:pt x="184" y="258"/>
                      <a:pt x="176" y="247"/>
                    </a:cubicBezTo>
                    <a:cubicBezTo>
                      <a:pt x="117" y="180"/>
                      <a:pt x="90" y="92"/>
                      <a:pt x="23" y="31"/>
                    </a:cubicBezTo>
                    <a:lnTo>
                      <a:pt x="23" y="27"/>
                    </a:lnTo>
                    <a:cubicBezTo>
                      <a:pt x="30" y="0"/>
                      <a:pt x="41" y="18"/>
                      <a:pt x="47" y="27"/>
                    </a:cubicBezTo>
                    <a:cubicBezTo>
                      <a:pt x="90" y="83"/>
                      <a:pt x="132" y="141"/>
                      <a:pt x="175" y="198"/>
                    </a:cubicBezTo>
                    <a:cubicBezTo>
                      <a:pt x="185" y="211"/>
                      <a:pt x="190" y="228"/>
                      <a:pt x="207" y="234"/>
                    </a:cubicBezTo>
                    <a:lnTo>
                      <a:pt x="214" y="255"/>
                    </a:lnTo>
                    <a:cubicBezTo>
                      <a:pt x="226" y="289"/>
                      <a:pt x="226" y="289"/>
                      <a:pt x="250" y="27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30"/>
              <p:cNvSpPr/>
              <p:nvPr/>
            </p:nvSpPr>
            <p:spPr>
              <a:xfrm rot="-755222">
                <a:off x="10411908" y="3855599"/>
                <a:ext cx="221408" cy="346138"/>
              </a:xfrm>
              <a:custGeom>
                <a:avLst/>
                <a:gdLst/>
                <a:ahLst/>
                <a:cxnLst/>
                <a:rect l="l" t="t" r="r" b="b"/>
                <a:pathLst>
                  <a:path w="268" h="419" extrusionOk="0">
                    <a:moveTo>
                      <a:pt x="105" y="256"/>
                    </a:moveTo>
                    <a:cubicBezTo>
                      <a:pt x="106" y="264"/>
                      <a:pt x="100" y="274"/>
                      <a:pt x="108" y="284"/>
                    </a:cubicBezTo>
                    <a:cubicBezTo>
                      <a:pt x="114" y="276"/>
                      <a:pt x="120" y="267"/>
                      <a:pt x="126" y="258"/>
                    </a:cubicBezTo>
                    <a:cubicBezTo>
                      <a:pt x="131" y="249"/>
                      <a:pt x="136" y="239"/>
                      <a:pt x="139" y="229"/>
                    </a:cubicBezTo>
                    <a:cubicBezTo>
                      <a:pt x="169" y="170"/>
                      <a:pt x="199" y="111"/>
                      <a:pt x="229" y="52"/>
                    </a:cubicBezTo>
                    <a:cubicBezTo>
                      <a:pt x="231" y="47"/>
                      <a:pt x="234" y="42"/>
                      <a:pt x="237" y="37"/>
                    </a:cubicBezTo>
                    <a:cubicBezTo>
                      <a:pt x="245" y="23"/>
                      <a:pt x="255" y="10"/>
                      <a:pt x="267" y="0"/>
                    </a:cubicBezTo>
                    <a:cubicBezTo>
                      <a:pt x="253" y="35"/>
                      <a:pt x="237" y="70"/>
                      <a:pt x="218" y="103"/>
                    </a:cubicBezTo>
                    <a:cubicBezTo>
                      <a:pt x="217" y="104"/>
                      <a:pt x="216" y="106"/>
                      <a:pt x="215" y="107"/>
                    </a:cubicBezTo>
                    <a:cubicBezTo>
                      <a:pt x="178" y="174"/>
                      <a:pt x="148" y="245"/>
                      <a:pt x="125" y="319"/>
                    </a:cubicBezTo>
                    <a:lnTo>
                      <a:pt x="127" y="338"/>
                    </a:lnTo>
                    <a:cubicBezTo>
                      <a:pt x="126" y="341"/>
                      <a:pt x="124" y="344"/>
                      <a:pt x="123" y="346"/>
                    </a:cubicBezTo>
                    <a:cubicBezTo>
                      <a:pt x="113" y="363"/>
                      <a:pt x="101" y="377"/>
                      <a:pt x="86" y="389"/>
                    </a:cubicBezTo>
                    <a:cubicBezTo>
                      <a:pt x="77" y="399"/>
                      <a:pt x="66" y="413"/>
                      <a:pt x="50" y="395"/>
                    </a:cubicBezTo>
                    <a:cubicBezTo>
                      <a:pt x="41" y="385"/>
                      <a:pt x="34" y="395"/>
                      <a:pt x="28" y="401"/>
                    </a:cubicBezTo>
                    <a:cubicBezTo>
                      <a:pt x="21" y="407"/>
                      <a:pt x="14" y="418"/>
                      <a:pt x="2" y="418"/>
                    </a:cubicBezTo>
                    <a:cubicBezTo>
                      <a:pt x="0" y="353"/>
                      <a:pt x="0" y="353"/>
                      <a:pt x="49" y="312"/>
                    </a:cubicBezTo>
                    <a:cubicBezTo>
                      <a:pt x="51" y="322"/>
                      <a:pt x="43" y="334"/>
                      <a:pt x="54" y="343"/>
                    </a:cubicBezTo>
                    <a:cubicBezTo>
                      <a:pt x="80" y="319"/>
                      <a:pt x="76" y="277"/>
                      <a:pt x="105" y="25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30"/>
              <p:cNvSpPr/>
              <p:nvPr/>
            </p:nvSpPr>
            <p:spPr>
              <a:xfrm rot="-755222">
                <a:off x="10504894" y="3508481"/>
                <a:ext cx="172665" cy="346964"/>
              </a:xfrm>
              <a:custGeom>
                <a:avLst/>
                <a:gdLst/>
                <a:ahLst/>
                <a:cxnLst/>
                <a:rect l="l" t="t" r="r" b="b"/>
                <a:pathLst>
                  <a:path w="209" h="420" extrusionOk="0">
                    <a:moveTo>
                      <a:pt x="0" y="419"/>
                    </a:moveTo>
                    <a:cubicBezTo>
                      <a:pt x="3" y="379"/>
                      <a:pt x="26" y="347"/>
                      <a:pt x="40" y="313"/>
                    </a:cubicBezTo>
                    <a:cubicBezTo>
                      <a:pt x="61" y="260"/>
                      <a:pt x="83" y="207"/>
                      <a:pt x="104" y="156"/>
                    </a:cubicBezTo>
                    <a:lnTo>
                      <a:pt x="148" y="68"/>
                    </a:lnTo>
                    <a:cubicBezTo>
                      <a:pt x="166" y="47"/>
                      <a:pt x="182" y="24"/>
                      <a:pt x="195" y="0"/>
                    </a:cubicBezTo>
                    <a:cubicBezTo>
                      <a:pt x="208" y="6"/>
                      <a:pt x="205" y="12"/>
                      <a:pt x="202" y="16"/>
                    </a:cubicBezTo>
                    <a:cubicBezTo>
                      <a:pt x="135" y="137"/>
                      <a:pt x="75" y="262"/>
                      <a:pt x="21" y="390"/>
                    </a:cubicBezTo>
                    <a:cubicBezTo>
                      <a:pt x="16" y="400"/>
                      <a:pt x="14" y="414"/>
                      <a:pt x="0" y="41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30"/>
              <p:cNvSpPr/>
              <p:nvPr/>
            </p:nvSpPr>
            <p:spPr>
              <a:xfrm rot="-755222">
                <a:off x="7910879" y="2944647"/>
                <a:ext cx="60309" cy="262701"/>
              </a:xfrm>
              <a:custGeom>
                <a:avLst/>
                <a:gdLst/>
                <a:ahLst/>
                <a:cxnLst/>
                <a:rect l="l" t="t" r="r" b="b"/>
                <a:pathLst>
                  <a:path w="73" h="318" extrusionOk="0">
                    <a:moveTo>
                      <a:pt x="58" y="278"/>
                    </a:moveTo>
                    <a:cubicBezTo>
                      <a:pt x="38" y="218"/>
                      <a:pt x="24" y="156"/>
                      <a:pt x="16" y="93"/>
                    </a:cubicBezTo>
                    <a:cubicBezTo>
                      <a:pt x="12" y="63"/>
                      <a:pt x="0" y="33"/>
                      <a:pt x="11" y="0"/>
                    </a:cubicBezTo>
                    <a:cubicBezTo>
                      <a:pt x="33" y="35"/>
                      <a:pt x="25" y="75"/>
                      <a:pt x="32" y="112"/>
                    </a:cubicBezTo>
                    <a:cubicBezTo>
                      <a:pt x="43" y="177"/>
                      <a:pt x="66" y="239"/>
                      <a:pt x="72" y="305"/>
                    </a:cubicBezTo>
                    <a:lnTo>
                      <a:pt x="67" y="317"/>
                    </a:lnTo>
                    <a:lnTo>
                      <a:pt x="58" y="27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30"/>
              <p:cNvSpPr/>
              <p:nvPr/>
            </p:nvSpPr>
            <p:spPr>
              <a:xfrm rot="-755222">
                <a:off x="7999836" y="3181235"/>
                <a:ext cx="53700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65" h="160" extrusionOk="0">
                    <a:moveTo>
                      <a:pt x="7" y="12"/>
                    </a:moveTo>
                    <a:lnTo>
                      <a:pt x="13" y="0"/>
                    </a:lnTo>
                    <a:cubicBezTo>
                      <a:pt x="40" y="49"/>
                      <a:pt x="45" y="106"/>
                      <a:pt x="64" y="159"/>
                    </a:cubicBezTo>
                    <a:cubicBezTo>
                      <a:pt x="46" y="115"/>
                      <a:pt x="19" y="77"/>
                      <a:pt x="0" y="36"/>
                    </a:cubicBezTo>
                    <a:cubicBezTo>
                      <a:pt x="1" y="34"/>
                      <a:pt x="3" y="32"/>
                      <a:pt x="4" y="31"/>
                    </a:cubicBezTo>
                    <a:cubicBezTo>
                      <a:pt x="6" y="26"/>
                      <a:pt x="8" y="21"/>
                      <a:pt x="8" y="16"/>
                    </a:cubicBezTo>
                    <a:cubicBezTo>
                      <a:pt x="8" y="15"/>
                      <a:pt x="8" y="13"/>
                      <a:pt x="7" y="1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30"/>
              <p:cNvSpPr/>
              <p:nvPr/>
            </p:nvSpPr>
            <p:spPr>
              <a:xfrm rot="-755222">
                <a:off x="10462233" y="3600716"/>
                <a:ext cx="51221" cy="119785"/>
              </a:xfrm>
              <a:custGeom>
                <a:avLst/>
                <a:gdLst/>
                <a:ahLst/>
                <a:cxnLst/>
                <a:rect l="l" t="t" r="r" b="b"/>
                <a:pathLst>
                  <a:path w="62" h="145" extrusionOk="0">
                    <a:moveTo>
                      <a:pt x="55" y="0"/>
                    </a:moveTo>
                    <a:cubicBezTo>
                      <a:pt x="61" y="25"/>
                      <a:pt x="36" y="44"/>
                      <a:pt x="42" y="69"/>
                    </a:cubicBezTo>
                    <a:lnTo>
                      <a:pt x="44" y="67"/>
                    </a:lnTo>
                    <a:cubicBezTo>
                      <a:pt x="38" y="72"/>
                      <a:pt x="34" y="78"/>
                      <a:pt x="30" y="84"/>
                    </a:cubicBezTo>
                    <a:cubicBezTo>
                      <a:pt x="24" y="95"/>
                      <a:pt x="20" y="107"/>
                      <a:pt x="20" y="119"/>
                    </a:cubicBezTo>
                    <a:cubicBezTo>
                      <a:pt x="20" y="122"/>
                      <a:pt x="20" y="126"/>
                      <a:pt x="21" y="129"/>
                    </a:cubicBezTo>
                    <a:lnTo>
                      <a:pt x="7" y="144"/>
                    </a:lnTo>
                    <a:cubicBezTo>
                      <a:pt x="5" y="140"/>
                      <a:pt x="0" y="134"/>
                      <a:pt x="1" y="131"/>
                    </a:cubicBezTo>
                    <a:cubicBezTo>
                      <a:pt x="16" y="86"/>
                      <a:pt x="26" y="39"/>
                      <a:pt x="5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30"/>
              <p:cNvSpPr/>
              <p:nvPr/>
            </p:nvSpPr>
            <p:spPr>
              <a:xfrm rot="-755222">
                <a:off x="10214667" y="3389640"/>
                <a:ext cx="200754" cy="741842"/>
              </a:xfrm>
              <a:custGeom>
                <a:avLst/>
                <a:gdLst/>
                <a:ahLst/>
                <a:cxnLst/>
                <a:rect l="l" t="t" r="r" b="b"/>
                <a:pathLst>
                  <a:path w="243" h="898" extrusionOk="0">
                    <a:moveTo>
                      <a:pt x="0" y="494"/>
                    </a:moveTo>
                    <a:cubicBezTo>
                      <a:pt x="39" y="518"/>
                      <a:pt x="50" y="560"/>
                      <a:pt x="66" y="598"/>
                    </a:cubicBezTo>
                    <a:cubicBezTo>
                      <a:pt x="87" y="647"/>
                      <a:pt x="102" y="698"/>
                      <a:pt x="111" y="750"/>
                    </a:cubicBezTo>
                    <a:cubicBezTo>
                      <a:pt x="114" y="771"/>
                      <a:pt x="120" y="791"/>
                      <a:pt x="128" y="810"/>
                    </a:cubicBezTo>
                    <a:cubicBezTo>
                      <a:pt x="147" y="773"/>
                      <a:pt x="157" y="733"/>
                      <a:pt x="157" y="691"/>
                    </a:cubicBezTo>
                    <a:cubicBezTo>
                      <a:pt x="157" y="685"/>
                      <a:pt x="158" y="678"/>
                      <a:pt x="158" y="671"/>
                    </a:cubicBezTo>
                    <a:cubicBezTo>
                      <a:pt x="158" y="586"/>
                      <a:pt x="148" y="501"/>
                      <a:pt x="128" y="419"/>
                    </a:cubicBezTo>
                    <a:cubicBezTo>
                      <a:pt x="115" y="368"/>
                      <a:pt x="107" y="315"/>
                      <a:pt x="105" y="262"/>
                    </a:cubicBezTo>
                    <a:cubicBezTo>
                      <a:pt x="139" y="359"/>
                      <a:pt x="164" y="458"/>
                      <a:pt x="181" y="559"/>
                    </a:cubicBezTo>
                    <a:cubicBezTo>
                      <a:pt x="226" y="506"/>
                      <a:pt x="221" y="304"/>
                      <a:pt x="169" y="181"/>
                    </a:cubicBezTo>
                    <a:cubicBezTo>
                      <a:pt x="166" y="220"/>
                      <a:pt x="182" y="252"/>
                      <a:pt x="182" y="285"/>
                    </a:cubicBezTo>
                    <a:cubicBezTo>
                      <a:pt x="158" y="243"/>
                      <a:pt x="145" y="195"/>
                      <a:pt x="145" y="146"/>
                    </a:cubicBezTo>
                    <a:cubicBezTo>
                      <a:pt x="145" y="145"/>
                      <a:pt x="145" y="144"/>
                      <a:pt x="145" y="143"/>
                    </a:cubicBezTo>
                    <a:cubicBezTo>
                      <a:pt x="144" y="103"/>
                      <a:pt x="133" y="64"/>
                      <a:pt x="114" y="30"/>
                    </a:cubicBezTo>
                    <a:cubicBezTo>
                      <a:pt x="109" y="21"/>
                      <a:pt x="104" y="12"/>
                      <a:pt x="98" y="0"/>
                    </a:cubicBezTo>
                    <a:cubicBezTo>
                      <a:pt x="103" y="0"/>
                      <a:pt x="108" y="2"/>
                      <a:pt x="112" y="4"/>
                    </a:cubicBezTo>
                    <a:cubicBezTo>
                      <a:pt x="118" y="8"/>
                      <a:pt x="123" y="12"/>
                      <a:pt x="126" y="18"/>
                    </a:cubicBezTo>
                    <a:cubicBezTo>
                      <a:pt x="127" y="20"/>
                      <a:pt x="128" y="23"/>
                      <a:pt x="129" y="26"/>
                    </a:cubicBezTo>
                    <a:cubicBezTo>
                      <a:pt x="194" y="158"/>
                      <a:pt x="242" y="293"/>
                      <a:pt x="235" y="442"/>
                    </a:cubicBezTo>
                    <a:cubicBezTo>
                      <a:pt x="235" y="444"/>
                      <a:pt x="235" y="446"/>
                      <a:pt x="235" y="448"/>
                    </a:cubicBezTo>
                    <a:cubicBezTo>
                      <a:pt x="235" y="502"/>
                      <a:pt x="221" y="555"/>
                      <a:pt x="194" y="601"/>
                    </a:cubicBezTo>
                    <a:cubicBezTo>
                      <a:pt x="193" y="602"/>
                      <a:pt x="193" y="603"/>
                      <a:pt x="192" y="604"/>
                    </a:cubicBezTo>
                    <a:cubicBezTo>
                      <a:pt x="188" y="614"/>
                      <a:pt x="185" y="624"/>
                      <a:pt x="185" y="635"/>
                    </a:cubicBezTo>
                    <a:cubicBezTo>
                      <a:pt x="185" y="639"/>
                      <a:pt x="186" y="643"/>
                      <a:pt x="186" y="647"/>
                    </a:cubicBezTo>
                    <a:cubicBezTo>
                      <a:pt x="186" y="689"/>
                      <a:pt x="180" y="731"/>
                      <a:pt x="168" y="772"/>
                    </a:cubicBezTo>
                    <a:cubicBezTo>
                      <a:pt x="165" y="782"/>
                      <a:pt x="164" y="796"/>
                      <a:pt x="157" y="802"/>
                    </a:cubicBezTo>
                    <a:cubicBezTo>
                      <a:pt x="148" y="812"/>
                      <a:pt x="140" y="822"/>
                      <a:pt x="134" y="833"/>
                    </a:cubicBezTo>
                    <a:cubicBezTo>
                      <a:pt x="122" y="853"/>
                      <a:pt x="115" y="874"/>
                      <a:pt x="112" y="897"/>
                    </a:cubicBezTo>
                    <a:cubicBezTo>
                      <a:pt x="94" y="853"/>
                      <a:pt x="105" y="805"/>
                      <a:pt x="94" y="761"/>
                    </a:cubicBezTo>
                    <a:cubicBezTo>
                      <a:pt x="82" y="716"/>
                      <a:pt x="70" y="669"/>
                      <a:pt x="57" y="623"/>
                    </a:cubicBezTo>
                    <a:cubicBezTo>
                      <a:pt x="43" y="577"/>
                      <a:pt x="14" y="539"/>
                      <a:pt x="1" y="493"/>
                    </a:cubicBezTo>
                    <a:lnTo>
                      <a:pt x="0" y="49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30"/>
              <p:cNvSpPr/>
              <p:nvPr/>
            </p:nvSpPr>
            <p:spPr>
              <a:xfrm rot="-755222">
                <a:off x="8208272" y="2838460"/>
                <a:ext cx="395725" cy="554316"/>
              </a:xfrm>
              <a:custGeom>
                <a:avLst/>
                <a:gdLst/>
                <a:ahLst/>
                <a:cxnLst/>
                <a:rect l="l" t="t" r="r" b="b"/>
                <a:pathLst>
                  <a:path w="479" h="671" extrusionOk="0">
                    <a:moveTo>
                      <a:pt x="406" y="655"/>
                    </a:moveTo>
                    <a:cubicBezTo>
                      <a:pt x="380" y="635"/>
                      <a:pt x="358" y="610"/>
                      <a:pt x="341" y="582"/>
                    </a:cubicBezTo>
                    <a:cubicBezTo>
                      <a:pt x="225" y="433"/>
                      <a:pt x="116" y="280"/>
                      <a:pt x="39" y="106"/>
                    </a:cubicBezTo>
                    <a:cubicBezTo>
                      <a:pt x="22" y="72"/>
                      <a:pt x="9" y="37"/>
                      <a:pt x="0" y="0"/>
                    </a:cubicBezTo>
                    <a:cubicBezTo>
                      <a:pt x="30" y="24"/>
                      <a:pt x="55" y="52"/>
                      <a:pt x="74" y="85"/>
                    </a:cubicBezTo>
                    <a:cubicBezTo>
                      <a:pt x="76" y="88"/>
                      <a:pt x="78" y="92"/>
                      <a:pt x="80" y="96"/>
                    </a:cubicBezTo>
                    <a:cubicBezTo>
                      <a:pt x="184" y="296"/>
                      <a:pt x="305" y="485"/>
                      <a:pt x="468" y="645"/>
                    </a:cubicBezTo>
                    <a:cubicBezTo>
                      <a:pt x="471" y="649"/>
                      <a:pt x="475" y="653"/>
                      <a:pt x="478" y="658"/>
                    </a:cubicBezTo>
                    <a:cubicBezTo>
                      <a:pt x="464" y="670"/>
                      <a:pt x="458" y="656"/>
                      <a:pt x="451" y="650"/>
                    </a:cubicBezTo>
                    <a:cubicBezTo>
                      <a:pt x="408" y="609"/>
                      <a:pt x="368" y="567"/>
                      <a:pt x="331" y="521"/>
                    </a:cubicBezTo>
                    <a:cubicBezTo>
                      <a:pt x="321" y="509"/>
                      <a:pt x="315" y="492"/>
                      <a:pt x="297" y="489"/>
                    </a:cubicBezTo>
                    <a:cubicBezTo>
                      <a:pt x="296" y="482"/>
                      <a:pt x="295" y="475"/>
                      <a:pt x="291" y="469"/>
                    </a:cubicBezTo>
                    <a:cubicBezTo>
                      <a:pt x="288" y="463"/>
                      <a:pt x="283" y="459"/>
                      <a:pt x="276" y="455"/>
                    </a:cubicBezTo>
                    <a:cubicBezTo>
                      <a:pt x="274" y="454"/>
                      <a:pt x="270" y="452"/>
                      <a:pt x="267" y="451"/>
                    </a:cubicBezTo>
                    <a:cubicBezTo>
                      <a:pt x="277" y="467"/>
                      <a:pt x="281" y="483"/>
                      <a:pt x="299" y="488"/>
                    </a:cubicBezTo>
                    <a:cubicBezTo>
                      <a:pt x="306" y="521"/>
                      <a:pt x="333" y="541"/>
                      <a:pt x="351" y="569"/>
                    </a:cubicBezTo>
                    <a:cubicBezTo>
                      <a:pt x="373" y="595"/>
                      <a:pt x="393" y="622"/>
                      <a:pt x="411" y="651"/>
                    </a:cubicBezTo>
                    <a:lnTo>
                      <a:pt x="406" y="6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30"/>
              <p:cNvSpPr/>
              <p:nvPr/>
            </p:nvSpPr>
            <p:spPr>
              <a:xfrm rot="-755222">
                <a:off x="8041997" y="2936450"/>
                <a:ext cx="211494" cy="527055"/>
              </a:xfrm>
              <a:custGeom>
                <a:avLst/>
                <a:gdLst/>
                <a:ahLst/>
                <a:cxnLst/>
                <a:rect l="l" t="t" r="r" b="b"/>
                <a:pathLst>
                  <a:path w="256" h="638" extrusionOk="0">
                    <a:moveTo>
                      <a:pt x="125" y="344"/>
                    </a:moveTo>
                    <a:cubicBezTo>
                      <a:pt x="106" y="253"/>
                      <a:pt x="75" y="163"/>
                      <a:pt x="69" y="69"/>
                    </a:cubicBezTo>
                    <a:cubicBezTo>
                      <a:pt x="115" y="263"/>
                      <a:pt x="177" y="453"/>
                      <a:pt x="255" y="637"/>
                    </a:cubicBezTo>
                    <a:cubicBezTo>
                      <a:pt x="167" y="532"/>
                      <a:pt x="0" y="116"/>
                      <a:pt x="0" y="0"/>
                    </a:cubicBezTo>
                    <a:cubicBezTo>
                      <a:pt x="39" y="117"/>
                      <a:pt x="71" y="234"/>
                      <a:pt x="125" y="3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Google Shape;1676;p30"/>
              <p:cNvSpPr/>
              <p:nvPr/>
            </p:nvSpPr>
            <p:spPr>
              <a:xfrm rot="-755222">
                <a:off x="8005975" y="2394202"/>
                <a:ext cx="140445" cy="424618"/>
              </a:xfrm>
              <a:custGeom>
                <a:avLst/>
                <a:gdLst/>
                <a:ahLst/>
                <a:cxnLst/>
                <a:rect l="l" t="t" r="r" b="b"/>
                <a:pathLst>
                  <a:path w="170" h="514" extrusionOk="0">
                    <a:moveTo>
                      <a:pt x="7" y="0"/>
                    </a:moveTo>
                    <a:cubicBezTo>
                      <a:pt x="25" y="132"/>
                      <a:pt x="87" y="247"/>
                      <a:pt x="141" y="364"/>
                    </a:cubicBezTo>
                    <a:cubicBezTo>
                      <a:pt x="127" y="347"/>
                      <a:pt x="114" y="329"/>
                      <a:pt x="103" y="310"/>
                    </a:cubicBezTo>
                    <a:cubicBezTo>
                      <a:pt x="94" y="295"/>
                      <a:pt x="87" y="279"/>
                      <a:pt x="80" y="262"/>
                    </a:cubicBezTo>
                    <a:cubicBezTo>
                      <a:pt x="63" y="227"/>
                      <a:pt x="48" y="191"/>
                      <a:pt x="27" y="157"/>
                    </a:cubicBezTo>
                    <a:cubicBezTo>
                      <a:pt x="49" y="283"/>
                      <a:pt x="104" y="397"/>
                      <a:pt x="169" y="513"/>
                    </a:cubicBezTo>
                    <a:cubicBezTo>
                      <a:pt x="166" y="512"/>
                      <a:pt x="162" y="510"/>
                      <a:pt x="159" y="508"/>
                    </a:cubicBezTo>
                    <a:cubicBezTo>
                      <a:pt x="151" y="504"/>
                      <a:pt x="144" y="497"/>
                      <a:pt x="139" y="488"/>
                    </a:cubicBezTo>
                    <a:cubicBezTo>
                      <a:pt x="137" y="485"/>
                      <a:pt x="136" y="482"/>
                      <a:pt x="135" y="479"/>
                    </a:cubicBezTo>
                    <a:cubicBezTo>
                      <a:pt x="132" y="474"/>
                      <a:pt x="129" y="469"/>
                      <a:pt x="126" y="464"/>
                    </a:cubicBezTo>
                    <a:cubicBezTo>
                      <a:pt x="73" y="372"/>
                      <a:pt x="33" y="273"/>
                      <a:pt x="7" y="170"/>
                    </a:cubicBezTo>
                    <a:cubicBezTo>
                      <a:pt x="2" y="158"/>
                      <a:pt x="0" y="146"/>
                      <a:pt x="0" y="133"/>
                    </a:cubicBezTo>
                    <a:cubicBezTo>
                      <a:pt x="0" y="120"/>
                      <a:pt x="2" y="107"/>
                      <a:pt x="7" y="95"/>
                    </a:cubicBezTo>
                    <a:cubicBezTo>
                      <a:pt x="13" y="84"/>
                      <a:pt x="7" y="74"/>
                      <a:pt x="5" y="64"/>
                    </a:cubicBezTo>
                    <a:cubicBezTo>
                      <a:pt x="3" y="55"/>
                      <a:pt x="1" y="45"/>
                      <a:pt x="1" y="35"/>
                    </a:cubicBezTo>
                    <a:cubicBezTo>
                      <a:pt x="1" y="23"/>
                      <a:pt x="3" y="11"/>
                      <a:pt x="7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Google Shape;1677;p30"/>
              <p:cNvSpPr/>
              <p:nvPr/>
            </p:nvSpPr>
            <p:spPr>
              <a:xfrm rot="-755222">
                <a:off x="8233389" y="2956788"/>
                <a:ext cx="310631" cy="498967"/>
              </a:xfrm>
              <a:custGeom>
                <a:avLst/>
                <a:gdLst/>
                <a:ahLst/>
                <a:cxnLst/>
                <a:rect l="l" t="t" r="r" b="b"/>
                <a:pathLst>
                  <a:path w="376" h="604" extrusionOk="0">
                    <a:moveTo>
                      <a:pt x="0" y="0"/>
                    </a:moveTo>
                    <a:cubicBezTo>
                      <a:pt x="36" y="85"/>
                      <a:pt x="77" y="168"/>
                      <a:pt x="124" y="249"/>
                    </a:cubicBezTo>
                    <a:cubicBezTo>
                      <a:pt x="196" y="374"/>
                      <a:pt x="281" y="493"/>
                      <a:pt x="375" y="603"/>
                    </a:cubicBezTo>
                    <a:cubicBezTo>
                      <a:pt x="288" y="570"/>
                      <a:pt x="14" y="13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Google Shape;1678;p30"/>
              <p:cNvSpPr/>
              <p:nvPr/>
            </p:nvSpPr>
            <p:spPr>
              <a:xfrm rot="-755222">
                <a:off x="8303028" y="2701579"/>
                <a:ext cx="321371" cy="380834"/>
              </a:xfrm>
              <a:custGeom>
                <a:avLst/>
                <a:gdLst/>
                <a:ahLst/>
                <a:cxnLst/>
                <a:rect l="l" t="t" r="r" b="b"/>
                <a:pathLst>
                  <a:path w="389" h="461" extrusionOk="0">
                    <a:moveTo>
                      <a:pt x="0" y="0"/>
                    </a:moveTo>
                    <a:cubicBezTo>
                      <a:pt x="109" y="169"/>
                      <a:pt x="240" y="324"/>
                      <a:pt x="388" y="460"/>
                    </a:cubicBezTo>
                    <a:cubicBezTo>
                      <a:pt x="285" y="414"/>
                      <a:pt x="16" y="9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Google Shape;1679;p30"/>
              <p:cNvSpPr/>
              <p:nvPr/>
            </p:nvSpPr>
            <p:spPr>
              <a:xfrm rot="-755222">
                <a:off x="8302232" y="2641799"/>
                <a:ext cx="399855" cy="416357"/>
              </a:xfrm>
              <a:custGeom>
                <a:avLst/>
                <a:gdLst/>
                <a:ahLst/>
                <a:cxnLst/>
                <a:rect l="l" t="t" r="r" b="b"/>
                <a:pathLst>
                  <a:path w="484" h="504" extrusionOk="0">
                    <a:moveTo>
                      <a:pt x="483" y="503"/>
                    </a:moveTo>
                    <a:cubicBezTo>
                      <a:pt x="442" y="461"/>
                      <a:pt x="404" y="423"/>
                      <a:pt x="365" y="384"/>
                    </a:cubicBezTo>
                    <a:cubicBezTo>
                      <a:pt x="268" y="282"/>
                      <a:pt x="171" y="179"/>
                      <a:pt x="76" y="75"/>
                    </a:cubicBezTo>
                    <a:cubicBezTo>
                      <a:pt x="59" y="61"/>
                      <a:pt x="41" y="48"/>
                      <a:pt x="23" y="36"/>
                    </a:cubicBezTo>
                    <a:cubicBezTo>
                      <a:pt x="16" y="31"/>
                      <a:pt x="0" y="24"/>
                      <a:pt x="13" y="12"/>
                    </a:cubicBezTo>
                    <a:cubicBezTo>
                      <a:pt x="25" y="0"/>
                      <a:pt x="31" y="0"/>
                      <a:pt x="44" y="14"/>
                    </a:cubicBezTo>
                    <a:cubicBezTo>
                      <a:pt x="111" y="90"/>
                      <a:pt x="181" y="163"/>
                      <a:pt x="249" y="237"/>
                    </a:cubicBezTo>
                    <a:lnTo>
                      <a:pt x="470" y="475"/>
                    </a:lnTo>
                    <a:cubicBezTo>
                      <a:pt x="474" y="477"/>
                      <a:pt x="478" y="481"/>
                      <a:pt x="480" y="485"/>
                    </a:cubicBezTo>
                    <a:cubicBezTo>
                      <a:pt x="482" y="489"/>
                      <a:pt x="483" y="493"/>
                      <a:pt x="483" y="498"/>
                    </a:cubicBezTo>
                    <a:cubicBezTo>
                      <a:pt x="483" y="500"/>
                      <a:pt x="483" y="501"/>
                      <a:pt x="483" y="50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Google Shape;1680;p30"/>
              <p:cNvSpPr/>
              <p:nvPr/>
            </p:nvSpPr>
            <p:spPr>
              <a:xfrm rot="-755222">
                <a:off x="9060684" y="3383623"/>
                <a:ext cx="393246" cy="457662"/>
              </a:xfrm>
              <a:custGeom>
                <a:avLst/>
                <a:gdLst/>
                <a:ahLst/>
                <a:cxnLst/>
                <a:rect l="l" t="t" r="r" b="b"/>
                <a:pathLst>
                  <a:path w="476" h="554" extrusionOk="0">
                    <a:moveTo>
                      <a:pt x="0" y="0"/>
                    </a:moveTo>
                    <a:cubicBezTo>
                      <a:pt x="65" y="104"/>
                      <a:pt x="139" y="201"/>
                      <a:pt x="221" y="291"/>
                    </a:cubicBezTo>
                    <a:cubicBezTo>
                      <a:pt x="303" y="381"/>
                      <a:pt x="391" y="465"/>
                      <a:pt x="475" y="553"/>
                    </a:cubicBezTo>
                    <a:cubicBezTo>
                      <a:pt x="291" y="390"/>
                      <a:pt x="112" y="22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Google Shape;1681;p30"/>
              <p:cNvSpPr/>
              <p:nvPr/>
            </p:nvSpPr>
            <p:spPr>
              <a:xfrm rot="-755222">
                <a:off x="8137320" y="2985806"/>
                <a:ext cx="146228" cy="447749"/>
              </a:xfrm>
              <a:custGeom>
                <a:avLst/>
                <a:gdLst/>
                <a:ahLst/>
                <a:cxnLst/>
                <a:rect l="l" t="t" r="r" b="b"/>
                <a:pathLst>
                  <a:path w="177" h="542" extrusionOk="0">
                    <a:moveTo>
                      <a:pt x="0" y="0"/>
                    </a:moveTo>
                    <a:cubicBezTo>
                      <a:pt x="55" y="181"/>
                      <a:pt x="108" y="364"/>
                      <a:pt x="176" y="541"/>
                    </a:cubicBezTo>
                    <a:cubicBezTo>
                      <a:pt x="94" y="369"/>
                      <a:pt x="34" y="18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Google Shape;1682;p30"/>
              <p:cNvSpPr/>
              <p:nvPr/>
            </p:nvSpPr>
            <p:spPr>
              <a:xfrm rot="-755222">
                <a:off x="9405177" y="3075615"/>
                <a:ext cx="241235" cy="384965"/>
              </a:xfrm>
              <a:custGeom>
                <a:avLst/>
                <a:gdLst/>
                <a:ahLst/>
                <a:cxnLst/>
                <a:rect l="l" t="t" r="r" b="b"/>
                <a:pathLst>
                  <a:path w="292" h="466" extrusionOk="0">
                    <a:moveTo>
                      <a:pt x="282" y="465"/>
                    </a:moveTo>
                    <a:cubicBezTo>
                      <a:pt x="182" y="314"/>
                      <a:pt x="98" y="155"/>
                      <a:pt x="0" y="0"/>
                    </a:cubicBezTo>
                    <a:cubicBezTo>
                      <a:pt x="22" y="0"/>
                      <a:pt x="27" y="12"/>
                      <a:pt x="33" y="22"/>
                    </a:cubicBezTo>
                    <a:cubicBezTo>
                      <a:pt x="59" y="62"/>
                      <a:pt x="82" y="103"/>
                      <a:pt x="107" y="144"/>
                    </a:cubicBezTo>
                    <a:cubicBezTo>
                      <a:pt x="161" y="237"/>
                      <a:pt x="216" y="330"/>
                      <a:pt x="270" y="424"/>
                    </a:cubicBezTo>
                    <a:cubicBezTo>
                      <a:pt x="276" y="435"/>
                      <a:pt x="291" y="445"/>
                      <a:pt x="282" y="46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Google Shape;1683;p30"/>
              <p:cNvSpPr/>
              <p:nvPr/>
            </p:nvSpPr>
            <p:spPr>
              <a:xfrm rot="-755222">
                <a:off x="7880180" y="2644961"/>
                <a:ext cx="48743" cy="285006"/>
              </a:xfrm>
              <a:custGeom>
                <a:avLst/>
                <a:gdLst/>
                <a:ahLst/>
                <a:cxnLst/>
                <a:rect l="l" t="t" r="r" b="b"/>
                <a:pathLst>
                  <a:path w="59" h="345" extrusionOk="0">
                    <a:moveTo>
                      <a:pt x="58" y="302"/>
                    </a:moveTo>
                    <a:cubicBezTo>
                      <a:pt x="32" y="280"/>
                      <a:pt x="37" y="247"/>
                      <a:pt x="34" y="218"/>
                    </a:cubicBezTo>
                    <a:cubicBezTo>
                      <a:pt x="28" y="173"/>
                      <a:pt x="17" y="129"/>
                      <a:pt x="11" y="83"/>
                    </a:cubicBezTo>
                    <a:lnTo>
                      <a:pt x="11" y="344"/>
                    </a:lnTo>
                    <a:cubicBezTo>
                      <a:pt x="4" y="287"/>
                      <a:pt x="0" y="230"/>
                      <a:pt x="0" y="172"/>
                    </a:cubicBezTo>
                    <a:cubicBezTo>
                      <a:pt x="0" y="115"/>
                      <a:pt x="4" y="57"/>
                      <a:pt x="11" y="0"/>
                    </a:cubicBezTo>
                    <a:cubicBezTo>
                      <a:pt x="20" y="13"/>
                      <a:pt x="41" y="5"/>
                      <a:pt x="38" y="27"/>
                    </a:cubicBezTo>
                    <a:cubicBezTo>
                      <a:pt x="25" y="104"/>
                      <a:pt x="42" y="179"/>
                      <a:pt x="51" y="255"/>
                    </a:cubicBezTo>
                    <a:cubicBezTo>
                      <a:pt x="53" y="272"/>
                      <a:pt x="54" y="288"/>
                      <a:pt x="56" y="305"/>
                    </a:cubicBezTo>
                    <a:lnTo>
                      <a:pt x="58" y="30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30"/>
              <p:cNvSpPr/>
              <p:nvPr/>
            </p:nvSpPr>
            <p:spPr>
              <a:xfrm rot="-755222">
                <a:off x="8382398" y="2620450"/>
                <a:ext cx="276759" cy="326311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95" extrusionOk="0">
                    <a:moveTo>
                      <a:pt x="334" y="392"/>
                    </a:moveTo>
                    <a:cubicBezTo>
                      <a:pt x="313" y="389"/>
                      <a:pt x="306" y="370"/>
                      <a:pt x="295" y="357"/>
                    </a:cubicBezTo>
                    <a:cubicBezTo>
                      <a:pt x="198" y="242"/>
                      <a:pt x="107" y="123"/>
                      <a:pt x="4" y="13"/>
                    </a:cubicBezTo>
                    <a:cubicBezTo>
                      <a:pt x="2" y="11"/>
                      <a:pt x="2" y="7"/>
                      <a:pt x="0" y="0"/>
                    </a:cubicBezTo>
                    <a:cubicBezTo>
                      <a:pt x="17" y="1"/>
                      <a:pt x="26" y="14"/>
                      <a:pt x="34" y="23"/>
                    </a:cubicBezTo>
                    <a:cubicBezTo>
                      <a:pt x="140" y="136"/>
                      <a:pt x="231" y="261"/>
                      <a:pt x="329" y="379"/>
                    </a:cubicBezTo>
                    <a:cubicBezTo>
                      <a:pt x="332" y="382"/>
                      <a:pt x="331" y="389"/>
                      <a:pt x="332" y="394"/>
                    </a:cubicBezTo>
                    <a:lnTo>
                      <a:pt x="334" y="39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Google Shape;1685;p30"/>
              <p:cNvSpPr/>
              <p:nvPr/>
            </p:nvSpPr>
            <p:spPr>
              <a:xfrm rot="-755222">
                <a:off x="10253055" y="3685209"/>
                <a:ext cx="80136" cy="219744"/>
              </a:xfrm>
              <a:custGeom>
                <a:avLst/>
                <a:gdLst/>
                <a:ahLst/>
                <a:cxnLst/>
                <a:rect l="l" t="t" r="r" b="b"/>
                <a:pathLst>
                  <a:path w="97" h="266" extrusionOk="0">
                    <a:moveTo>
                      <a:pt x="0" y="0"/>
                    </a:moveTo>
                    <a:cubicBezTo>
                      <a:pt x="43" y="2"/>
                      <a:pt x="48" y="40"/>
                      <a:pt x="56" y="64"/>
                    </a:cubicBezTo>
                    <a:cubicBezTo>
                      <a:pt x="72" y="121"/>
                      <a:pt x="86" y="179"/>
                      <a:pt x="96" y="238"/>
                    </a:cubicBezTo>
                    <a:cubicBezTo>
                      <a:pt x="95" y="247"/>
                      <a:pt x="94" y="256"/>
                      <a:pt x="91" y="265"/>
                    </a:cubicBezTo>
                    <a:cubicBezTo>
                      <a:pt x="67" y="235"/>
                      <a:pt x="72" y="194"/>
                      <a:pt x="51" y="173"/>
                    </a:cubicBezTo>
                    <a:cubicBezTo>
                      <a:pt x="24" y="147"/>
                      <a:pt x="42" y="119"/>
                      <a:pt x="30" y="94"/>
                    </a:cubicBezTo>
                    <a:cubicBezTo>
                      <a:pt x="18" y="63"/>
                      <a:pt x="8" y="3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Google Shape;1686;p30"/>
              <p:cNvSpPr/>
              <p:nvPr/>
            </p:nvSpPr>
            <p:spPr>
              <a:xfrm rot="-755222">
                <a:off x="8302608" y="2785366"/>
                <a:ext cx="256106" cy="330442"/>
              </a:xfrm>
              <a:custGeom>
                <a:avLst/>
                <a:gdLst/>
                <a:ahLst/>
                <a:cxnLst/>
                <a:rect l="l" t="t" r="r" b="b"/>
                <a:pathLst>
                  <a:path w="310" h="400" extrusionOk="0">
                    <a:moveTo>
                      <a:pt x="305" y="399"/>
                    </a:moveTo>
                    <a:cubicBezTo>
                      <a:pt x="279" y="382"/>
                      <a:pt x="257" y="360"/>
                      <a:pt x="240" y="334"/>
                    </a:cubicBezTo>
                    <a:cubicBezTo>
                      <a:pt x="162" y="247"/>
                      <a:pt x="90" y="154"/>
                      <a:pt x="26" y="55"/>
                    </a:cubicBezTo>
                    <a:cubicBezTo>
                      <a:pt x="22" y="50"/>
                      <a:pt x="18" y="44"/>
                      <a:pt x="15" y="39"/>
                    </a:cubicBezTo>
                    <a:cubicBezTo>
                      <a:pt x="8" y="27"/>
                      <a:pt x="3" y="15"/>
                      <a:pt x="0" y="2"/>
                    </a:cubicBezTo>
                    <a:cubicBezTo>
                      <a:pt x="14" y="0"/>
                      <a:pt x="17" y="11"/>
                      <a:pt x="21" y="17"/>
                    </a:cubicBezTo>
                    <a:cubicBezTo>
                      <a:pt x="102" y="142"/>
                      <a:pt x="193" y="259"/>
                      <a:pt x="292" y="369"/>
                    </a:cubicBezTo>
                    <a:cubicBezTo>
                      <a:pt x="300" y="377"/>
                      <a:pt x="309" y="384"/>
                      <a:pt x="309" y="396"/>
                    </a:cubicBezTo>
                    <a:lnTo>
                      <a:pt x="305" y="39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Google Shape;1687;p30"/>
              <p:cNvSpPr/>
              <p:nvPr/>
            </p:nvSpPr>
            <p:spPr>
              <a:xfrm rot="-755222">
                <a:off x="8045259" y="3063371"/>
                <a:ext cx="183405" cy="396530"/>
              </a:xfrm>
              <a:custGeom>
                <a:avLst/>
                <a:gdLst/>
                <a:ahLst/>
                <a:cxnLst/>
                <a:rect l="l" t="t" r="r" b="b"/>
                <a:pathLst>
                  <a:path w="222" h="480" extrusionOk="0">
                    <a:moveTo>
                      <a:pt x="218" y="478"/>
                    </a:moveTo>
                    <a:cubicBezTo>
                      <a:pt x="215" y="478"/>
                      <a:pt x="210" y="476"/>
                      <a:pt x="209" y="474"/>
                    </a:cubicBezTo>
                    <a:cubicBezTo>
                      <a:pt x="127" y="331"/>
                      <a:pt x="50" y="186"/>
                      <a:pt x="3" y="27"/>
                    </a:cubicBezTo>
                    <a:cubicBezTo>
                      <a:pt x="1" y="22"/>
                      <a:pt x="0" y="16"/>
                      <a:pt x="0" y="11"/>
                    </a:cubicBezTo>
                    <a:cubicBezTo>
                      <a:pt x="0" y="7"/>
                      <a:pt x="0" y="4"/>
                      <a:pt x="1" y="0"/>
                    </a:cubicBezTo>
                    <a:cubicBezTo>
                      <a:pt x="11" y="0"/>
                      <a:pt x="13" y="7"/>
                      <a:pt x="15" y="13"/>
                    </a:cubicBezTo>
                    <a:cubicBezTo>
                      <a:pt x="57" y="160"/>
                      <a:pt x="127" y="295"/>
                      <a:pt x="198" y="429"/>
                    </a:cubicBezTo>
                    <a:cubicBezTo>
                      <a:pt x="206" y="445"/>
                      <a:pt x="221" y="458"/>
                      <a:pt x="217" y="479"/>
                    </a:cubicBezTo>
                    <a:lnTo>
                      <a:pt x="218" y="47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30"/>
              <p:cNvSpPr/>
              <p:nvPr/>
            </p:nvSpPr>
            <p:spPr>
              <a:xfrm rot="-755222">
                <a:off x="8502007" y="2245017"/>
                <a:ext cx="243714" cy="233788"/>
              </a:xfrm>
              <a:custGeom>
                <a:avLst/>
                <a:gdLst/>
                <a:ahLst/>
                <a:cxnLst/>
                <a:rect l="l" t="t" r="r" b="b"/>
                <a:pathLst>
                  <a:path w="295" h="283" extrusionOk="0">
                    <a:moveTo>
                      <a:pt x="0" y="0"/>
                    </a:moveTo>
                    <a:cubicBezTo>
                      <a:pt x="69" y="16"/>
                      <a:pt x="243" y="181"/>
                      <a:pt x="294" y="282"/>
                    </a:cubicBezTo>
                    <a:cubicBezTo>
                      <a:pt x="206" y="178"/>
                      <a:pt x="107" y="84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30"/>
              <p:cNvSpPr/>
              <p:nvPr/>
            </p:nvSpPr>
            <p:spPr>
              <a:xfrm rot="-755222">
                <a:off x="8635100" y="4324916"/>
                <a:ext cx="259410" cy="191656"/>
              </a:xfrm>
              <a:custGeom>
                <a:avLst/>
                <a:gdLst/>
                <a:ahLst/>
                <a:cxnLst/>
                <a:rect l="l" t="t" r="r" b="b"/>
                <a:pathLst>
                  <a:path w="314" h="232" extrusionOk="0">
                    <a:moveTo>
                      <a:pt x="313" y="229"/>
                    </a:moveTo>
                    <a:cubicBezTo>
                      <a:pt x="285" y="229"/>
                      <a:pt x="269" y="208"/>
                      <a:pt x="248" y="196"/>
                    </a:cubicBezTo>
                    <a:cubicBezTo>
                      <a:pt x="231" y="186"/>
                      <a:pt x="216" y="178"/>
                      <a:pt x="201" y="196"/>
                    </a:cubicBezTo>
                    <a:cubicBezTo>
                      <a:pt x="163" y="182"/>
                      <a:pt x="138" y="149"/>
                      <a:pt x="109" y="123"/>
                    </a:cubicBezTo>
                    <a:cubicBezTo>
                      <a:pt x="71" y="89"/>
                      <a:pt x="37" y="52"/>
                      <a:pt x="0" y="17"/>
                    </a:cubicBezTo>
                    <a:lnTo>
                      <a:pt x="0" y="18"/>
                    </a:lnTo>
                    <a:cubicBezTo>
                      <a:pt x="7" y="0"/>
                      <a:pt x="16" y="9"/>
                      <a:pt x="24" y="17"/>
                    </a:cubicBezTo>
                    <a:cubicBezTo>
                      <a:pt x="61" y="54"/>
                      <a:pt x="98" y="92"/>
                      <a:pt x="135" y="130"/>
                    </a:cubicBezTo>
                    <a:cubicBezTo>
                      <a:pt x="145" y="140"/>
                      <a:pt x="156" y="149"/>
                      <a:pt x="167" y="159"/>
                    </a:cubicBezTo>
                    <a:cubicBezTo>
                      <a:pt x="178" y="169"/>
                      <a:pt x="182" y="170"/>
                      <a:pt x="194" y="153"/>
                    </a:cubicBezTo>
                    <a:cubicBezTo>
                      <a:pt x="205" y="137"/>
                      <a:pt x="224" y="140"/>
                      <a:pt x="235" y="165"/>
                    </a:cubicBezTo>
                    <a:cubicBezTo>
                      <a:pt x="240" y="176"/>
                      <a:pt x="250" y="180"/>
                      <a:pt x="258" y="187"/>
                    </a:cubicBezTo>
                    <a:cubicBezTo>
                      <a:pt x="275" y="203"/>
                      <a:pt x="301" y="207"/>
                      <a:pt x="311" y="231"/>
                    </a:cubicBezTo>
                    <a:lnTo>
                      <a:pt x="313" y="2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30"/>
              <p:cNvSpPr/>
              <p:nvPr/>
            </p:nvSpPr>
            <p:spPr>
              <a:xfrm rot="-755222">
                <a:off x="8202745" y="3060241"/>
                <a:ext cx="146228" cy="323833"/>
              </a:xfrm>
              <a:custGeom>
                <a:avLst/>
                <a:gdLst/>
                <a:ahLst/>
                <a:cxnLst/>
                <a:rect l="l" t="t" r="r" b="b"/>
                <a:pathLst>
                  <a:path w="177" h="392" extrusionOk="0">
                    <a:moveTo>
                      <a:pt x="172" y="391"/>
                    </a:moveTo>
                    <a:cubicBezTo>
                      <a:pt x="155" y="366"/>
                      <a:pt x="139" y="341"/>
                      <a:pt x="123" y="315"/>
                    </a:cubicBezTo>
                    <a:cubicBezTo>
                      <a:pt x="70" y="222"/>
                      <a:pt x="29" y="123"/>
                      <a:pt x="3" y="19"/>
                    </a:cubicBezTo>
                    <a:cubicBezTo>
                      <a:pt x="1" y="11"/>
                      <a:pt x="0" y="5"/>
                      <a:pt x="7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0" y="0"/>
                      <a:pt x="12" y="0"/>
                      <a:pt x="13" y="1"/>
                    </a:cubicBezTo>
                    <a:cubicBezTo>
                      <a:pt x="15" y="2"/>
                      <a:pt x="16" y="3"/>
                      <a:pt x="17" y="5"/>
                    </a:cubicBezTo>
                    <a:cubicBezTo>
                      <a:pt x="18" y="6"/>
                      <a:pt x="18" y="8"/>
                      <a:pt x="18" y="9"/>
                    </a:cubicBezTo>
                    <a:cubicBezTo>
                      <a:pt x="45" y="131"/>
                      <a:pt x="101" y="239"/>
                      <a:pt x="159" y="348"/>
                    </a:cubicBezTo>
                    <a:cubicBezTo>
                      <a:pt x="161" y="351"/>
                      <a:pt x="163" y="354"/>
                      <a:pt x="165" y="357"/>
                    </a:cubicBezTo>
                    <a:cubicBezTo>
                      <a:pt x="171" y="366"/>
                      <a:pt x="174" y="377"/>
                      <a:pt x="176" y="388"/>
                    </a:cubicBezTo>
                    <a:lnTo>
                      <a:pt x="172" y="39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Google Shape;1691;p30"/>
              <p:cNvSpPr/>
              <p:nvPr/>
            </p:nvSpPr>
            <p:spPr>
              <a:xfrm rot="-755222">
                <a:off x="8265615" y="2813518"/>
                <a:ext cx="210668" cy="296572"/>
              </a:xfrm>
              <a:custGeom>
                <a:avLst/>
                <a:gdLst/>
                <a:ahLst/>
                <a:cxnLst/>
                <a:rect l="l" t="t" r="r" b="b"/>
                <a:pathLst>
                  <a:path w="255" h="359" extrusionOk="0">
                    <a:moveTo>
                      <a:pt x="254" y="358"/>
                    </a:moveTo>
                    <a:cubicBezTo>
                      <a:pt x="253" y="358"/>
                      <a:pt x="253" y="358"/>
                      <a:pt x="252" y="358"/>
                    </a:cubicBezTo>
                    <a:cubicBezTo>
                      <a:pt x="249" y="358"/>
                      <a:pt x="245" y="358"/>
                      <a:pt x="242" y="356"/>
                    </a:cubicBezTo>
                    <a:cubicBezTo>
                      <a:pt x="240" y="354"/>
                      <a:pt x="237" y="352"/>
                      <a:pt x="236" y="349"/>
                    </a:cubicBezTo>
                    <a:cubicBezTo>
                      <a:pt x="153" y="258"/>
                      <a:pt x="80" y="159"/>
                      <a:pt x="18" y="53"/>
                    </a:cubicBezTo>
                    <a:cubicBezTo>
                      <a:pt x="11" y="40"/>
                      <a:pt x="5" y="26"/>
                      <a:pt x="0" y="13"/>
                    </a:cubicBezTo>
                    <a:cubicBezTo>
                      <a:pt x="0" y="10"/>
                      <a:pt x="0" y="6"/>
                      <a:pt x="1" y="0"/>
                    </a:cubicBezTo>
                    <a:cubicBezTo>
                      <a:pt x="14" y="5"/>
                      <a:pt x="17" y="18"/>
                      <a:pt x="22" y="26"/>
                    </a:cubicBezTo>
                    <a:cubicBezTo>
                      <a:pt x="23" y="28"/>
                      <a:pt x="25" y="31"/>
                      <a:pt x="26" y="33"/>
                    </a:cubicBezTo>
                    <a:cubicBezTo>
                      <a:pt x="82" y="129"/>
                      <a:pt x="146" y="221"/>
                      <a:pt x="217" y="305"/>
                    </a:cubicBezTo>
                    <a:cubicBezTo>
                      <a:pt x="231" y="322"/>
                      <a:pt x="251" y="334"/>
                      <a:pt x="253" y="358"/>
                    </a:cubicBezTo>
                    <a:lnTo>
                      <a:pt x="254" y="35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Google Shape;1692;p30"/>
              <p:cNvSpPr/>
              <p:nvPr/>
            </p:nvSpPr>
            <p:spPr>
              <a:xfrm rot="-755222">
                <a:off x="7649393" y="2038951"/>
                <a:ext cx="194145" cy="171830"/>
              </a:xfrm>
              <a:custGeom>
                <a:avLst/>
                <a:gdLst/>
                <a:ahLst/>
                <a:cxnLst/>
                <a:rect l="l" t="t" r="r" b="b"/>
                <a:pathLst>
                  <a:path w="235" h="208" extrusionOk="0">
                    <a:moveTo>
                      <a:pt x="2" y="0"/>
                    </a:moveTo>
                    <a:cubicBezTo>
                      <a:pt x="47" y="34"/>
                      <a:pt x="73" y="78"/>
                      <a:pt x="112" y="106"/>
                    </a:cubicBezTo>
                    <a:cubicBezTo>
                      <a:pt x="138" y="128"/>
                      <a:pt x="166" y="147"/>
                      <a:pt x="196" y="164"/>
                    </a:cubicBezTo>
                    <a:cubicBezTo>
                      <a:pt x="208" y="171"/>
                      <a:pt x="221" y="178"/>
                      <a:pt x="234" y="184"/>
                    </a:cubicBezTo>
                    <a:cubicBezTo>
                      <a:pt x="225" y="207"/>
                      <a:pt x="202" y="167"/>
                      <a:pt x="195" y="198"/>
                    </a:cubicBezTo>
                    <a:cubicBezTo>
                      <a:pt x="193" y="207"/>
                      <a:pt x="182" y="200"/>
                      <a:pt x="177" y="195"/>
                    </a:cubicBezTo>
                    <a:cubicBezTo>
                      <a:pt x="119" y="138"/>
                      <a:pt x="56" y="85"/>
                      <a:pt x="2" y="22"/>
                    </a:cubicBezTo>
                    <a:cubicBezTo>
                      <a:pt x="0" y="20"/>
                      <a:pt x="2" y="15"/>
                      <a:pt x="2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30"/>
              <p:cNvSpPr/>
              <p:nvPr/>
            </p:nvSpPr>
            <p:spPr>
              <a:xfrm rot="-755222">
                <a:off x="9359377" y="3131702"/>
                <a:ext cx="174317" cy="271788"/>
              </a:xfrm>
              <a:custGeom>
                <a:avLst/>
                <a:gdLst/>
                <a:ahLst/>
                <a:cxnLst/>
                <a:rect l="l" t="t" r="r" b="b"/>
                <a:pathLst>
                  <a:path w="211" h="329" extrusionOk="0">
                    <a:moveTo>
                      <a:pt x="207" y="328"/>
                    </a:moveTo>
                    <a:cubicBezTo>
                      <a:pt x="191" y="322"/>
                      <a:pt x="188" y="306"/>
                      <a:pt x="181" y="294"/>
                    </a:cubicBezTo>
                    <a:cubicBezTo>
                      <a:pt x="178" y="290"/>
                      <a:pt x="176" y="286"/>
                      <a:pt x="173" y="282"/>
                    </a:cubicBezTo>
                    <a:cubicBezTo>
                      <a:pt x="121" y="190"/>
                      <a:pt x="63" y="102"/>
                      <a:pt x="1" y="17"/>
                    </a:cubicBezTo>
                    <a:cubicBezTo>
                      <a:pt x="0" y="15"/>
                      <a:pt x="1" y="10"/>
                      <a:pt x="1" y="7"/>
                    </a:cubicBezTo>
                    <a:cubicBezTo>
                      <a:pt x="7" y="0"/>
                      <a:pt x="12" y="5"/>
                      <a:pt x="15" y="7"/>
                    </a:cubicBezTo>
                    <a:cubicBezTo>
                      <a:pt x="63" y="69"/>
                      <a:pt x="107" y="134"/>
                      <a:pt x="145" y="201"/>
                    </a:cubicBezTo>
                    <a:cubicBezTo>
                      <a:pt x="169" y="241"/>
                      <a:pt x="190" y="283"/>
                      <a:pt x="210" y="324"/>
                    </a:cubicBezTo>
                    <a:lnTo>
                      <a:pt x="207" y="32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30"/>
              <p:cNvSpPr/>
              <p:nvPr/>
            </p:nvSpPr>
            <p:spPr>
              <a:xfrm rot="-755222">
                <a:off x="9644023" y="3507587"/>
                <a:ext cx="206537" cy="231309"/>
              </a:xfrm>
              <a:custGeom>
                <a:avLst/>
                <a:gdLst/>
                <a:ahLst/>
                <a:cxnLst/>
                <a:rect l="l" t="t" r="r" b="b"/>
                <a:pathLst>
                  <a:path w="250" h="280" extrusionOk="0">
                    <a:moveTo>
                      <a:pt x="249" y="279"/>
                    </a:moveTo>
                    <a:cubicBezTo>
                      <a:pt x="164" y="182"/>
                      <a:pt x="75" y="98"/>
                      <a:pt x="0" y="0"/>
                    </a:cubicBezTo>
                    <a:cubicBezTo>
                      <a:pt x="46" y="24"/>
                      <a:pt x="235" y="237"/>
                      <a:pt x="249" y="27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30"/>
              <p:cNvSpPr/>
              <p:nvPr/>
            </p:nvSpPr>
            <p:spPr>
              <a:xfrm rot="-755222">
                <a:off x="9622727" y="3531019"/>
                <a:ext cx="198275" cy="229657"/>
              </a:xfrm>
              <a:custGeom>
                <a:avLst/>
                <a:gdLst/>
                <a:ahLst/>
                <a:cxnLst/>
                <a:rect l="l" t="t" r="r" b="b"/>
                <a:pathLst>
                  <a:path w="240" h="278" extrusionOk="0">
                    <a:moveTo>
                      <a:pt x="34" y="0"/>
                    </a:moveTo>
                    <a:cubicBezTo>
                      <a:pt x="33" y="4"/>
                      <a:pt x="33" y="8"/>
                      <a:pt x="33" y="12"/>
                    </a:cubicBezTo>
                    <a:cubicBezTo>
                      <a:pt x="33" y="29"/>
                      <a:pt x="38" y="45"/>
                      <a:pt x="46" y="59"/>
                    </a:cubicBezTo>
                    <a:cubicBezTo>
                      <a:pt x="51" y="68"/>
                      <a:pt x="58" y="76"/>
                      <a:pt x="66" y="83"/>
                    </a:cubicBezTo>
                    <a:cubicBezTo>
                      <a:pt x="109" y="135"/>
                      <a:pt x="155" y="185"/>
                      <a:pt x="203" y="232"/>
                    </a:cubicBezTo>
                    <a:cubicBezTo>
                      <a:pt x="215" y="244"/>
                      <a:pt x="227" y="257"/>
                      <a:pt x="239" y="271"/>
                    </a:cubicBezTo>
                    <a:cubicBezTo>
                      <a:pt x="227" y="277"/>
                      <a:pt x="222" y="271"/>
                      <a:pt x="217" y="266"/>
                    </a:cubicBezTo>
                    <a:cubicBezTo>
                      <a:pt x="149" y="202"/>
                      <a:pt x="85" y="134"/>
                      <a:pt x="27" y="61"/>
                    </a:cubicBezTo>
                    <a:cubicBezTo>
                      <a:pt x="13" y="43"/>
                      <a:pt x="0" y="26"/>
                      <a:pt x="3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Google Shape;1696;p30"/>
              <p:cNvSpPr/>
              <p:nvPr/>
            </p:nvSpPr>
            <p:spPr>
              <a:xfrm rot="-755222">
                <a:off x="8768161" y="2501607"/>
                <a:ext cx="172665" cy="232135"/>
              </a:xfrm>
              <a:custGeom>
                <a:avLst/>
                <a:gdLst/>
                <a:ahLst/>
                <a:cxnLst/>
                <a:rect l="l" t="t" r="r" b="b"/>
                <a:pathLst>
                  <a:path w="209" h="281" extrusionOk="0">
                    <a:moveTo>
                      <a:pt x="207" y="279"/>
                    </a:moveTo>
                    <a:cubicBezTo>
                      <a:pt x="203" y="277"/>
                      <a:pt x="196" y="276"/>
                      <a:pt x="194" y="273"/>
                    </a:cubicBezTo>
                    <a:cubicBezTo>
                      <a:pt x="129" y="185"/>
                      <a:pt x="64" y="96"/>
                      <a:pt x="0" y="8"/>
                    </a:cubicBezTo>
                    <a:cubicBezTo>
                      <a:pt x="16" y="0"/>
                      <a:pt x="21" y="12"/>
                      <a:pt x="27" y="20"/>
                    </a:cubicBezTo>
                    <a:cubicBezTo>
                      <a:pt x="91" y="99"/>
                      <a:pt x="148" y="185"/>
                      <a:pt x="206" y="270"/>
                    </a:cubicBezTo>
                    <a:cubicBezTo>
                      <a:pt x="208" y="272"/>
                      <a:pt x="206" y="277"/>
                      <a:pt x="206" y="280"/>
                    </a:cubicBezTo>
                    <a:lnTo>
                      <a:pt x="207" y="27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Google Shape;1697;p30"/>
              <p:cNvSpPr/>
              <p:nvPr/>
            </p:nvSpPr>
            <p:spPr>
              <a:xfrm rot="-755222">
                <a:off x="9655427" y="3603257"/>
                <a:ext cx="211494" cy="209831"/>
              </a:xfrm>
              <a:custGeom>
                <a:avLst/>
                <a:gdLst/>
                <a:ahLst/>
                <a:cxnLst/>
                <a:rect l="l" t="t" r="r" b="b"/>
                <a:pathLst>
                  <a:path w="256" h="254" extrusionOk="0">
                    <a:moveTo>
                      <a:pt x="0" y="0"/>
                    </a:moveTo>
                    <a:cubicBezTo>
                      <a:pt x="81" y="84"/>
                      <a:pt x="161" y="171"/>
                      <a:pt x="255" y="253"/>
                    </a:cubicBezTo>
                    <a:cubicBezTo>
                      <a:pt x="205" y="236"/>
                      <a:pt x="55" y="8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Google Shape;1698;p30"/>
              <p:cNvSpPr/>
              <p:nvPr/>
            </p:nvSpPr>
            <p:spPr>
              <a:xfrm rot="-755222">
                <a:off x="9344743" y="4058738"/>
                <a:ext cx="161099" cy="244527"/>
              </a:xfrm>
              <a:custGeom>
                <a:avLst/>
                <a:gdLst/>
                <a:ahLst/>
                <a:cxnLst/>
                <a:rect l="l" t="t" r="r" b="b"/>
                <a:pathLst>
                  <a:path w="195" h="296" extrusionOk="0">
                    <a:moveTo>
                      <a:pt x="170" y="239"/>
                    </a:moveTo>
                    <a:cubicBezTo>
                      <a:pt x="165" y="262"/>
                      <a:pt x="194" y="272"/>
                      <a:pt x="191" y="294"/>
                    </a:cubicBezTo>
                    <a:cubicBezTo>
                      <a:pt x="182" y="295"/>
                      <a:pt x="178" y="290"/>
                      <a:pt x="173" y="284"/>
                    </a:cubicBezTo>
                    <a:cubicBezTo>
                      <a:pt x="120" y="211"/>
                      <a:pt x="70" y="134"/>
                      <a:pt x="25" y="56"/>
                    </a:cubicBezTo>
                    <a:cubicBezTo>
                      <a:pt x="18" y="44"/>
                      <a:pt x="11" y="33"/>
                      <a:pt x="5" y="21"/>
                    </a:cubicBezTo>
                    <a:cubicBezTo>
                      <a:pt x="3" y="14"/>
                      <a:pt x="1" y="7"/>
                      <a:pt x="0" y="0"/>
                    </a:cubicBezTo>
                    <a:cubicBezTo>
                      <a:pt x="17" y="4"/>
                      <a:pt x="20" y="16"/>
                      <a:pt x="26" y="25"/>
                    </a:cubicBezTo>
                    <a:cubicBezTo>
                      <a:pt x="64" y="86"/>
                      <a:pt x="101" y="147"/>
                      <a:pt x="139" y="207"/>
                    </a:cubicBezTo>
                    <a:cubicBezTo>
                      <a:pt x="147" y="220"/>
                      <a:pt x="151" y="239"/>
                      <a:pt x="171" y="241"/>
                    </a:cubicBezTo>
                    <a:lnTo>
                      <a:pt x="170" y="23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Google Shape;1699;p30"/>
              <p:cNvSpPr/>
              <p:nvPr/>
            </p:nvSpPr>
            <p:spPr>
              <a:xfrm rot="-755222">
                <a:off x="9650451" y="3173726"/>
                <a:ext cx="180926" cy="223874"/>
              </a:xfrm>
              <a:custGeom>
                <a:avLst/>
                <a:gdLst/>
                <a:ahLst/>
                <a:cxnLst/>
                <a:rect l="l" t="t" r="r" b="b"/>
                <a:pathLst>
                  <a:path w="219" h="271" extrusionOk="0">
                    <a:moveTo>
                      <a:pt x="0" y="0"/>
                    </a:moveTo>
                    <a:cubicBezTo>
                      <a:pt x="85" y="80"/>
                      <a:pt x="149" y="177"/>
                      <a:pt x="218" y="270"/>
                    </a:cubicBezTo>
                    <a:cubicBezTo>
                      <a:pt x="136" y="187"/>
                      <a:pt x="71" y="9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Google Shape;1700;p30"/>
              <p:cNvSpPr/>
              <p:nvPr/>
            </p:nvSpPr>
            <p:spPr>
              <a:xfrm rot="-755222">
                <a:off x="8768964" y="2676617"/>
                <a:ext cx="164403" cy="223874"/>
              </a:xfrm>
              <a:custGeom>
                <a:avLst/>
                <a:gdLst/>
                <a:ahLst/>
                <a:cxnLst/>
                <a:rect l="l" t="t" r="r" b="b"/>
                <a:pathLst>
                  <a:path w="199" h="271" extrusionOk="0">
                    <a:moveTo>
                      <a:pt x="186" y="270"/>
                    </a:moveTo>
                    <a:lnTo>
                      <a:pt x="0" y="0"/>
                    </a:lnTo>
                    <a:cubicBezTo>
                      <a:pt x="34" y="17"/>
                      <a:pt x="34" y="17"/>
                      <a:pt x="74" y="79"/>
                    </a:cubicBezTo>
                    <a:cubicBezTo>
                      <a:pt x="95" y="111"/>
                      <a:pt x="116" y="143"/>
                      <a:pt x="138" y="175"/>
                    </a:cubicBezTo>
                    <a:lnTo>
                      <a:pt x="198" y="264"/>
                    </a:lnTo>
                    <a:lnTo>
                      <a:pt x="186" y="27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Google Shape;1701;p30"/>
              <p:cNvSpPr/>
              <p:nvPr/>
            </p:nvSpPr>
            <p:spPr>
              <a:xfrm rot="-755222">
                <a:off x="8966919" y="3247736"/>
                <a:ext cx="194971" cy="222222"/>
              </a:xfrm>
              <a:custGeom>
                <a:avLst/>
                <a:gdLst/>
                <a:ahLst/>
                <a:cxnLst/>
                <a:rect l="l" t="t" r="r" b="b"/>
                <a:pathLst>
                  <a:path w="236" h="269" extrusionOk="0">
                    <a:moveTo>
                      <a:pt x="235" y="267"/>
                    </a:moveTo>
                    <a:cubicBezTo>
                      <a:pt x="202" y="255"/>
                      <a:pt x="186" y="224"/>
                      <a:pt x="165" y="200"/>
                    </a:cubicBezTo>
                    <a:cubicBezTo>
                      <a:pt x="107" y="139"/>
                      <a:pt x="52" y="74"/>
                      <a:pt x="0" y="6"/>
                    </a:cubicBezTo>
                    <a:cubicBezTo>
                      <a:pt x="19" y="0"/>
                      <a:pt x="22" y="13"/>
                      <a:pt x="27" y="20"/>
                    </a:cubicBezTo>
                    <a:cubicBezTo>
                      <a:pt x="91" y="93"/>
                      <a:pt x="154" y="166"/>
                      <a:pt x="218" y="240"/>
                    </a:cubicBezTo>
                    <a:cubicBezTo>
                      <a:pt x="225" y="248"/>
                      <a:pt x="234" y="255"/>
                      <a:pt x="233" y="268"/>
                    </a:cubicBezTo>
                    <a:lnTo>
                      <a:pt x="235" y="26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Google Shape;1702;p30"/>
              <p:cNvSpPr/>
              <p:nvPr/>
            </p:nvSpPr>
            <p:spPr>
              <a:xfrm rot="-755222">
                <a:off x="8911993" y="2437490"/>
                <a:ext cx="156142" cy="164395"/>
              </a:xfrm>
              <a:custGeom>
                <a:avLst/>
                <a:gdLst/>
                <a:ahLst/>
                <a:cxnLst/>
                <a:rect l="l" t="t" r="r" b="b"/>
                <a:pathLst>
                  <a:path w="189" h="199" extrusionOk="0">
                    <a:moveTo>
                      <a:pt x="95" y="76"/>
                    </a:moveTo>
                    <a:cubicBezTo>
                      <a:pt x="99" y="104"/>
                      <a:pt x="122" y="118"/>
                      <a:pt x="138" y="138"/>
                    </a:cubicBezTo>
                    <a:cubicBezTo>
                      <a:pt x="154" y="157"/>
                      <a:pt x="176" y="183"/>
                      <a:pt x="188" y="198"/>
                    </a:cubicBezTo>
                    <a:cubicBezTo>
                      <a:pt x="147" y="176"/>
                      <a:pt x="43" y="70"/>
                      <a:pt x="0" y="0"/>
                    </a:cubicBezTo>
                    <a:cubicBezTo>
                      <a:pt x="43" y="8"/>
                      <a:pt x="47" y="56"/>
                      <a:pt x="82" y="65"/>
                    </a:cubicBezTo>
                    <a:lnTo>
                      <a:pt x="95" y="7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Google Shape;1703;p30"/>
              <p:cNvSpPr/>
              <p:nvPr/>
            </p:nvSpPr>
            <p:spPr>
              <a:xfrm rot="-755222">
                <a:off x="8736130" y="2546675"/>
                <a:ext cx="156142" cy="2057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49" extrusionOk="0">
                    <a:moveTo>
                      <a:pt x="185" y="248"/>
                    </a:moveTo>
                    <a:cubicBezTo>
                      <a:pt x="117" y="175"/>
                      <a:pt x="65" y="90"/>
                      <a:pt x="0" y="0"/>
                    </a:cubicBezTo>
                    <a:cubicBezTo>
                      <a:pt x="40" y="22"/>
                      <a:pt x="140" y="156"/>
                      <a:pt x="188" y="245"/>
                    </a:cubicBezTo>
                    <a:lnTo>
                      <a:pt x="185" y="24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Google Shape;1704;p30"/>
              <p:cNvSpPr/>
              <p:nvPr/>
            </p:nvSpPr>
            <p:spPr>
              <a:xfrm rot="-755222">
                <a:off x="8109585" y="2294266"/>
                <a:ext cx="188362" cy="190004"/>
              </a:xfrm>
              <a:custGeom>
                <a:avLst/>
                <a:gdLst/>
                <a:ahLst/>
                <a:cxnLst/>
                <a:rect l="l" t="t" r="r" b="b"/>
                <a:pathLst>
                  <a:path w="228" h="230" extrusionOk="0">
                    <a:moveTo>
                      <a:pt x="0" y="0"/>
                    </a:moveTo>
                    <a:lnTo>
                      <a:pt x="1" y="0"/>
                    </a:lnTo>
                    <a:cubicBezTo>
                      <a:pt x="5" y="0"/>
                      <a:pt x="9" y="1"/>
                      <a:pt x="13" y="4"/>
                    </a:cubicBezTo>
                    <a:cubicBezTo>
                      <a:pt x="15" y="5"/>
                      <a:pt x="17" y="7"/>
                      <a:pt x="19" y="9"/>
                    </a:cubicBezTo>
                    <a:lnTo>
                      <a:pt x="221" y="211"/>
                    </a:lnTo>
                    <a:cubicBezTo>
                      <a:pt x="223" y="212"/>
                      <a:pt x="224" y="213"/>
                      <a:pt x="225" y="215"/>
                    </a:cubicBezTo>
                    <a:cubicBezTo>
                      <a:pt x="226" y="217"/>
                      <a:pt x="226" y="218"/>
                      <a:pt x="226" y="221"/>
                    </a:cubicBezTo>
                    <a:cubicBezTo>
                      <a:pt x="226" y="223"/>
                      <a:pt x="227" y="226"/>
                      <a:pt x="225" y="228"/>
                    </a:cubicBezTo>
                    <a:cubicBezTo>
                      <a:pt x="224" y="229"/>
                      <a:pt x="224" y="229"/>
                      <a:pt x="224" y="229"/>
                    </a:cubicBezTo>
                    <a:lnTo>
                      <a:pt x="195" y="200"/>
                    </a:lnTo>
                    <a:cubicBezTo>
                      <a:pt x="142" y="149"/>
                      <a:pt x="89" y="97"/>
                      <a:pt x="38" y="45"/>
                    </a:cubicBezTo>
                    <a:cubicBezTo>
                      <a:pt x="24" y="32"/>
                      <a:pt x="6" y="2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30"/>
              <p:cNvSpPr/>
              <p:nvPr/>
            </p:nvSpPr>
            <p:spPr>
              <a:xfrm rot="-755222">
                <a:off x="7964519" y="2527366"/>
                <a:ext cx="74353" cy="264353"/>
              </a:xfrm>
              <a:custGeom>
                <a:avLst/>
                <a:gdLst/>
                <a:ahLst/>
                <a:cxnLst/>
                <a:rect l="l" t="t" r="r" b="b"/>
                <a:pathLst>
                  <a:path w="90" h="320" extrusionOk="0">
                    <a:moveTo>
                      <a:pt x="89" y="317"/>
                    </a:moveTo>
                    <a:cubicBezTo>
                      <a:pt x="79" y="319"/>
                      <a:pt x="77" y="312"/>
                      <a:pt x="75" y="305"/>
                    </a:cubicBezTo>
                    <a:cubicBezTo>
                      <a:pt x="39" y="213"/>
                      <a:pt x="14" y="117"/>
                      <a:pt x="1" y="19"/>
                    </a:cubicBezTo>
                    <a:cubicBezTo>
                      <a:pt x="0" y="17"/>
                      <a:pt x="0" y="15"/>
                      <a:pt x="0" y="13"/>
                    </a:cubicBezTo>
                    <a:cubicBezTo>
                      <a:pt x="0" y="10"/>
                      <a:pt x="1" y="7"/>
                      <a:pt x="2" y="5"/>
                    </a:cubicBezTo>
                    <a:cubicBezTo>
                      <a:pt x="3" y="3"/>
                      <a:pt x="5" y="1"/>
                      <a:pt x="7" y="0"/>
                    </a:cubicBezTo>
                    <a:cubicBezTo>
                      <a:pt x="10" y="1"/>
                      <a:pt x="15" y="2"/>
                      <a:pt x="15" y="4"/>
                    </a:cubicBezTo>
                    <a:cubicBezTo>
                      <a:pt x="23" y="93"/>
                      <a:pt x="42" y="181"/>
                      <a:pt x="74" y="264"/>
                    </a:cubicBezTo>
                    <a:cubicBezTo>
                      <a:pt x="82" y="281"/>
                      <a:pt x="87" y="299"/>
                      <a:pt x="88" y="317"/>
                    </a:cubicBezTo>
                    <a:lnTo>
                      <a:pt x="89" y="31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30"/>
              <p:cNvSpPr/>
              <p:nvPr/>
            </p:nvSpPr>
            <p:spPr>
              <a:xfrm rot="-755222">
                <a:off x="9370495" y="2894804"/>
                <a:ext cx="159446" cy="209831"/>
              </a:xfrm>
              <a:custGeom>
                <a:avLst/>
                <a:gdLst/>
                <a:ahLst/>
                <a:cxnLst/>
                <a:rect l="l" t="t" r="r" b="b"/>
                <a:pathLst>
                  <a:path w="193" h="254" extrusionOk="0">
                    <a:moveTo>
                      <a:pt x="192" y="252"/>
                    </a:moveTo>
                    <a:cubicBezTo>
                      <a:pt x="188" y="252"/>
                      <a:pt x="184" y="252"/>
                      <a:pt x="182" y="250"/>
                    </a:cubicBezTo>
                    <a:cubicBezTo>
                      <a:pt x="116" y="173"/>
                      <a:pt x="55" y="91"/>
                      <a:pt x="0" y="6"/>
                    </a:cubicBezTo>
                    <a:cubicBezTo>
                      <a:pt x="19" y="0"/>
                      <a:pt x="23" y="12"/>
                      <a:pt x="27" y="20"/>
                    </a:cubicBezTo>
                    <a:cubicBezTo>
                      <a:pt x="78" y="93"/>
                      <a:pt x="129" y="167"/>
                      <a:pt x="185" y="237"/>
                    </a:cubicBezTo>
                    <a:cubicBezTo>
                      <a:pt x="188" y="242"/>
                      <a:pt x="189" y="247"/>
                      <a:pt x="190" y="253"/>
                    </a:cubicBezTo>
                    <a:lnTo>
                      <a:pt x="192" y="25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30"/>
              <p:cNvSpPr/>
              <p:nvPr/>
            </p:nvSpPr>
            <p:spPr>
              <a:xfrm rot="-755222">
                <a:off x="9042565" y="4449658"/>
                <a:ext cx="166056" cy="91698"/>
              </a:xfrm>
              <a:custGeom>
                <a:avLst/>
                <a:gdLst/>
                <a:ahLst/>
                <a:cxnLst/>
                <a:rect l="l" t="t" r="r" b="b"/>
                <a:pathLst>
                  <a:path w="201" h="111" extrusionOk="0">
                    <a:moveTo>
                      <a:pt x="0" y="22"/>
                    </a:moveTo>
                    <a:cubicBezTo>
                      <a:pt x="33" y="22"/>
                      <a:pt x="57" y="0"/>
                      <a:pt x="85" y="16"/>
                    </a:cubicBezTo>
                    <a:cubicBezTo>
                      <a:pt x="95" y="36"/>
                      <a:pt x="60" y="25"/>
                      <a:pt x="73" y="51"/>
                    </a:cubicBezTo>
                    <a:cubicBezTo>
                      <a:pt x="114" y="74"/>
                      <a:pt x="156" y="94"/>
                      <a:pt x="200" y="110"/>
                    </a:cubicBezTo>
                    <a:cubicBezTo>
                      <a:pt x="145" y="109"/>
                      <a:pt x="74" y="78"/>
                      <a:pt x="0" y="2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30"/>
              <p:cNvSpPr/>
              <p:nvPr/>
            </p:nvSpPr>
            <p:spPr>
              <a:xfrm rot="-755222">
                <a:off x="7937171" y="2649573"/>
                <a:ext cx="69396" cy="230483"/>
              </a:xfrm>
              <a:custGeom>
                <a:avLst/>
                <a:gdLst/>
                <a:ahLst/>
                <a:cxnLst/>
                <a:rect l="l" t="t" r="r" b="b"/>
                <a:pathLst>
                  <a:path w="84" h="279" extrusionOk="0">
                    <a:moveTo>
                      <a:pt x="14" y="0"/>
                    </a:moveTo>
                    <a:cubicBezTo>
                      <a:pt x="26" y="95"/>
                      <a:pt x="49" y="189"/>
                      <a:pt x="83" y="278"/>
                    </a:cubicBezTo>
                    <a:cubicBezTo>
                      <a:pt x="40" y="226"/>
                      <a:pt x="0" y="60"/>
                      <a:pt x="1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30"/>
              <p:cNvSpPr/>
              <p:nvPr/>
            </p:nvSpPr>
            <p:spPr>
              <a:xfrm rot="-755222">
                <a:off x="10121845" y="3387192"/>
                <a:ext cx="92529" cy="147047"/>
              </a:xfrm>
              <a:custGeom>
                <a:avLst/>
                <a:gdLst/>
                <a:ahLst/>
                <a:cxnLst/>
                <a:rect l="l" t="t" r="r" b="b"/>
                <a:pathLst>
                  <a:path w="112" h="178" extrusionOk="0">
                    <a:moveTo>
                      <a:pt x="47" y="89"/>
                    </a:moveTo>
                    <a:lnTo>
                      <a:pt x="0" y="9"/>
                    </a:lnTo>
                    <a:cubicBezTo>
                      <a:pt x="15" y="0"/>
                      <a:pt x="20" y="13"/>
                      <a:pt x="24" y="21"/>
                    </a:cubicBezTo>
                    <a:cubicBezTo>
                      <a:pt x="49" y="61"/>
                      <a:pt x="73" y="102"/>
                      <a:pt x="97" y="143"/>
                    </a:cubicBezTo>
                    <a:cubicBezTo>
                      <a:pt x="102" y="151"/>
                      <a:pt x="111" y="161"/>
                      <a:pt x="96" y="169"/>
                    </a:cubicBezTo>
                    <a:cubicBezTo>
                      <a:pt x="81" y="177"/>
                      <a:pt x="72" y="168"/>
                      <a:pt x="67" y="155"/>
                    </a:cubicBezTo>
                    <a:cubicBezTo>
                      <a:pt x="62" y="143"/>
                      <a:pt x="56" y="125"/>
                      <a:pt x="52" y="109"/>
                    </a:cubicBezTo>
                    <a:lnTo>
                      <a:pt x="47" y="8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30"/>
              <p:cNvSpPr/>
              <p:nvPr/>
            </p:nvSpPr>
            <p:spPr>
              <a:xfrm rot="-755222">
                <a:off x="7927704" y="2657098"/>
                <a:ext cx="38003" cy="247831"/>
              </a:xfrm>
              <a:custGeom>
                <a:avLst/>
                <a:gdLst/>
                <a:ahLst/>
                <a:cxnLst/>
                <a:rect l="l" t="t" r="r" b="b"/>
                <a:pathLst>
                  <a:path w="46" h="300" extrusionOk="0">
                    <a:moveTo>
                      <a:pt x="45" y="297"/>
                    </a:moveTo>
                    <a:cubicBezTo>
                      <a:pt x="32" y="299"/>
                      <a:pt x="31" y="289"/>
                      <a:pt x="28" y="280"/>
                    </a:cubicBezTo>
                    <a:cubicBezTo>
                      <a:pt x="9" y="210"/>
                      <a:pt x="0" y="136"/>
                      <a:pt x="0" y="63"/>
                    </a:cubicBezTo>
                    <a:cubicBezTo>
                      <a:pt x="0" y="42"/>
                      <a:pt x="0" y="21"/>
                      <a:pt x="2" y="0"/>
                    </a:cubicBezTo>
                    <a:cubicBezTo>
                      <a:pt x="8" y="100"/>
                      <a:pt x="21" y="200"/>
                      <a:pt x="42" y="298"/>
                    </a:cubicBezTo>
                    <a:lnTo>
                      <a:pt x="45" y="29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30"/>
              <p:cNvSpPr/>
              <p:nvPr/>
            </p:nvSpPr>
            <p:spPr>
              <a:xfrm rot="-755222">
                <a:off x="8980561" y="2454930"/>
                <a:ext cx="132184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60" extrusionOk="0">
                    <a:moveTo>
                      <a:pt x="14" y="41"/>
                    </a:moveTo>
                    <a:lnTo>
                      <a:pt x="0" y="30"/>
                    </a:lnTo>
                    <a:cubicBezTo>
                      <a:pt x="0" y="15"/>
                      <a:pt x="5" y="0"/>
                      <a:pt x="21" y="14"/>
                    </a:cubicBezTo>
                    <a:cubicBezTo>
                      <a:pt x="70" y="59"/>
                      <a:pt x="116" y="108"/>
                      <a:pt x="159" y="159"/>
                    </a:cubicBezTo>
                    <a:cubicBezTo>
                      <a:pt x="101" y="130"/>
                      <a:pt x="64" y="78"/>
                      <a:pt x="14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30"/>
              <p:cNvSpPr/>
              <p:nvPr/>
            </p:nvSpPr>
            <p:spPr>
              <a:xfrm rot="-755222">
                <a:off x="7959420" y="2614731"/>
                <a:ext cx="57004" cy="235440"/>
              </a:xfrm>
              <a:custGeom>
                <a:avLst/>
                <a:gdLst/>
                <a:ahLst/>
                <a:cxnLst/>
                <a:rect l="l" t="t" r="r" b="b"/>
                <a:pathLst>
                  <a:path w="69" h="285" extrusionOk="0">
                    <a:moveTo>
                      <a:pt x="68" y="284"/>
                    </a:moveTo>
                    <a:cubicBezTo>
                      <a:pt x="65" y="283"/>
                      <a:pt x="61" y="282"/>
                      <a:pt x="59" y="280"/>
                    </a:cubicBezTo>
                    <a:cubicBezTo>
                      <a:pt x="27" y="198"/>
                      <a:pt x="7" y="111"/>
                      <a:pt x="0" y="24"/>
                    </a:cubicBezTo>
                    <a:cubicBezTo>
                      <a:pt x="1" y="15"/>
                      <a:pt x="4" y="7"/>
                      <a:pt x="7" y="0"/>
                    </a:cubicBezTo>
                    <a:cubicBezTo>
                      <a:pt x="16" y="47"/>
                      <a:pt x="22" y="86"/>
                      <a:pt x="30" y="125"/>
                    </a:cubicBezTo>
                    <a:cubicBezTo>
                      <a:pt x="42" y="178"/>
                      <a:pt x="55" y="231"/>
                      <a:pt x="67" y="284"/>
                    </a:cubicBezTo>
                    <a:lnTo>
                      <a:pt x="68" y="28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30"/>
              <p:cNvSpPr/>
              <p:nvPr/>
            </p:nvSpPr>
            <p:spPr>
              <a:xfrm rot="-755222">
                <a:off x="10088543" y="3954901"/>
                <a:ext cx="119791" cy="113176"/>
              </a:xfrm>
              <a:custGeom>
                <a:avLst/>
                <a:gdLst/>
                <a:ahLst/>
                <a:cxnLst/>
                <a:rect l="l" t="t" r="r" b="b"/>
                <a:pathLst>
                  <a:path w="145" h="137" extrusionOk="0">
                    <a:moveTo>
                      <a:pt x="84" y="57"/>
                    </a:moveTo>
                    <a:cubicBezTo>
                      <a:pt x="105" y="77"/>
                      <a:pt x="124" y="100"/>
                      <a:pt x="138" y="125"/>
                    </a:cubicBezTo>
                    <a:cubicBezTo>
                      <a:pt x="140" y="129"/>
                      <a:pt x="142" y="132"/>
                      <a:pt x="144" y="136"/>
                    </a:cubicBezTo>
                    <a:cubicBezTo>
                      <a:pt x="144" y="136"/>
                      <a:pt x="143" y="135"/>
                      <a:pt x="142" y="135"/>
                    </a:cubicBezTo>
                    <a:cubicBezTo>
                      <a:pt x="85" y="102"/>
                      <a:pt x="36" y="56"/>
                      <a:pt x="0" y="0"/>
                    </a:cubicBezTo>
                    <a:cubicBezTo>
                      <a:pt x="18" y="4"/>
                      <a:pt x="27" y="19"/>
                      <a:pt x="41" y="30"/>
                    </a:cubicBezTo>
                    <a:cubicBezTo>
                      <a:pt x="55" y="41"/>
                      <a:pt x="64" y="57"/>
                      <a:pt x="84" y="5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30"/>
              <p:cNvSpPr/>
              <p:nvPr/>
            </p:nvSpPr>
            <p:spPr>
              <a:xfrm rot="-755222">
                <a:off x="8744092" y="2609019"/>
                <a:ext cx="130531" cy="162743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97" extrusionOk="0">
                    <a:moveTo>
                      <a:pt x="155" y="195"/>
                    </a:moveTo>
                    <a:cubicBezTo>
                      <a:pt x="105" y="158"/>
                      <a:pt x="76" y="102"/>
                      <a:pt x="36" y="55"/>
                    </a:cubicBezTo>
                    <a:cubicBezTo>
                      <a:pt x="26" y="46"/>
                      <a:pt x="18" y="36"/>
                      <a:pt x="11" y="24"/>
                    </a:cubicBezTo>
                    <a:cubicBezTo>
                      <a:pt x="6" y="16"/>
                      <a:pt x="3" y="8"/>
                      <a:pt x="0" y="0"/>
                    </a:cubicBezTo>
                    <a:cubicBezTo>
                      <a:pt x="5" y="1"/>
                      <a:pt x="9" y="3"/>
                      <a:pt x="13" y="6"/>
                    </a:cubicBezTo>
                    <a:cubicBezTo>
                      <a:pt x="24" y="12"/>
                      <a:pt x="32" y="20"/>
                      <a:pt x="38" y="31"/>
                    </a:cubicBezTo>
                    <a:cubicBezTo>
                      <a:pt x="39" y="31"/>
                      <a:pt x="39" y="32"/>
                      <a:pt x="39" y="33"/>
                    </a:cubicBezTo>
                    <a:cubicBezTo>
                      <a:pt x="75" y="79"/>
                      <a:pt x="110" y="125"/>
                      <a:pt x="145" y="172"/>
                    </a:cubicBezTo>
                    <a:cubicBezTo>
                      <a:pt x="151" y="179"/>
                      <a:pt x="157" y="185"/>
                      <a:pt x="154" y="196"/>
                    </a:cubicBezTo>
                    <a:lnTo>
                      <a:pt x="155" y="19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30"/>
              <p:cNvSpPr/>
              <p:nvPr/>
            </p:nvSpPr>
            <p:spPr>
              <a:xfrm rot="-755222">
                <a:off x="9382025" y="2835511"/>
                <a:ext cx="118139" cy="178439"/>
              </a:xfrm>
              <a:custGeom>
                <a:avLst/>
                <a:gdLst/>
                <a:ahLst/>
                <a:cxnLst/>
                <a:rect l="l" t="t" r="r" b="b"/>
                <a:pathLst>
                  <a:path w="143" h="216" extrusionOk="0">
                    <a:moveTo>
                      <a:pt x="142" y="215"/>
                    </a:moveTo>
                    <a:cubicBezTo>
                      <a:pt x="89" y="148"/>
                      <a:pt x="53" y="74"/>
                      <a:pt x="0" y="0"/>
                    </a:cubicBezTo>
                    <a:cubicBezTo>
                      <a:pt x="41" y="25"/>
                      <a:pt x="131" y="166"/>
                      <a:pt x="142" y="21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30"/>
              <p:cNvSpPr/>
              <p:nvPr/>
            </p:nvSpPr>
            <p:spPr>
              <a:xfrm rot="-755222">
                <a:off x="7991180" y="2535730"/>
                <a:ext cx="61135" cy="207352"/>
              </a:xfrm>
              <a:custGeom>
                <a:avLst/>
                <a:gdLst/>
                <a:ahLst/>
                <a:cxnLst/>
                <a:rect l="l" t="t" r="r" b="b"/>
                <a:pathLst>
                  <a:path w="74" h="251" extrusionOk="0">
                    <a:moveTo>
                      <a:pt x="73" y="248"/>
                    </a:moveTo>
                    <a:cubicBezTo>
                      <a:pt x="71" y="248"/>
                      <a:pt x="68" y="248"/>
                      <a:pt x="68" y="248"/>
                    </a:cubicBezTo>
                    <a:cubicBezTo>
                      <a:pt x="28" y="171"/>
                      <a:pt x="5" y="87"/>
                      <a:pt x="0" y="0"/>
                    </a:cubicBezTo>
                    <a:cubicBezTo>
                      <a:pt x="20" y="85"/>
                      <a:pt x="50" y="166"/>
                      <a:pt x="72" y="250"/>
                    </a:cubicBezTo>
                    <a:lnTo>
                      <a:pt x="73" y="24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30"/>
              <p:cNvSpPr/>
              <p:nvPr/>
            </p:nvSpPr>
            <p:spPr>
              <a:xfrm rot="-755222">
                <a:off x="9007218" y="3199337"/>
                <a:ext cx="152011" cy="138786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68" extrusionOk="0">
                    <a:moveTo>
                      <a:pt x="10" y="0"/>
                    </a:moveTo>
                    <a:lnTo>
                      <a:pt x="183" y="167"/>
                    </a:lnTo>
                    <a:cubicBezTo>
                      <a:pt x="115" y="123"/>
                      <a:pt x="54" y="69"/>
                      <a:pt x="0" y="8"/>
                    </a:cubicBezTo>
                    <a:lnTo>
                      <a:pt x="1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Google Shape;1718;p30"/>
              <p:cNvSpPr/>
              <p:nvPr/>
            </p:nvSpPr>
            <p:spPr>
              <a:xfrm rot="-755222">
                <a:off x="7787823" y="2077254"/>
                <a:ext cx="128053" cy="106567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29" extrusionOk="0">
                    <a:moveTo>
                      <a:pt x="152" y="115"/>
                    </a:moveTo>
                    <a:cubicBezTo>
                      <a:pt x="154" y="120"/>
                      <a:pt x="154" y="128"/>
                      <a:pt x="148" y="128"/>
                    </a:cubicBezTo>
                    <a:cubicBezTo>
                      <a:pt x="106" y="124"/>
                      <a:pt x="20" y="51"/>
                      <a:pt x="0" y="0"/>
                    </a:cubicBezTo>
                    <a:cubicBezTo>
                      <a:pt x="35" y="14"/>
                      <a:pt x="43" y="57"/>
                      <a:pt x="80" y="63"/>
                    </a:cubicBezTo>
                    <a:lnTo>
                      <a:pt x="77" y="61"/>
                    </a:lnTo>
                    <a:cubicBezTo>
                      <a:pt x="78" y="64"/>
                      <a:pt x="79" y="66"/>
                      <a:pt x="81" y="69"/>
                    </a:cubicBezTo>
                    <a:cubicBezTo>
                      <a:pt x="86" y="77"/>
                      <a:pt x="93" y="83"/>
                      <a:pt x="101" y="88"/>
                    </a:cubicBezTo>
                    <a:cubicBezTo>
                      <a:pt x="109" y="92"/>
                      <a:pt x="118" y="95"/>
                      <a:pt x="127" y="95"/>
                    </a:cubicBezTo>
                    <a:cubicBezTo>
                      <a:pt x="128" y="95"/>
                      <a:pt x="128" y="95"/>
                      <a:pt x="129" y="95"/>
                    </a:cubicBezTo>
                    <a:lnTo>
                      <a:pt x="143" y="106"/>
                    </a:lnTo>
                    <a:lnTo>
                      <a:pt x="152" y="11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Google Shape;1719;p30"/>
              <p:cNvSpPr/>
              <p:nvPr/>
            </p:nvSpPr>
            <p:spPr>
              <a:xfrm rot="-755222">
                <a:off x="8384282" y="2504520"/>
                <a:ext cx="147054" cy="149525"/>
              </a:xfrm>
              <a:custGeom>
                <a:avLst/>
                <a:gdLst/>
                <a:ahLst/>
                <a:cxnLst/>
                <a:rect l="l" t="t" r="r" b="b"/>
                <a:pathLst>
                  <a:path w="178" h="181" extrusionOk="0">
                    <a:moveTo>
                      <a:pt x="177" y="180"/>
                    </a:moveTo>
                    <a:cubicBezTo>
                      <a:pt x="166" y="180"/>
                      <a:pt x="161" y="173"/>
                      <a:pt x="155" y="166"/>
                    </a:cubicBezTo>
                    <a:cubicBezTo>
                      <a:pt x="108" y="106"/>
                      <a:pt x="56" y="51"/>
                      <a:pt x="0" y="0"/>
                    </a:cubicBezTo>
                    <a:cubicBezTo>
                      <a:pt x="48" y="13"/>
                      <a:pt x="143" y="113"/>
                      <a:pt x="176" y="180"/>
                    </a:cubicBezTo>
                    <a:lnTo>
                      <a:pt x="177" y="18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30"/>
              <p:cNvSpPr/>
              <p:nvPr/>
            </p:nvSpPr>
            <p:spPr>
              <a:xfrm rot="-755222">
                <a:off x="8224884" y="3611995"/>
                <a:ext cx="67744" cy="71871"/>
              </a:xfrm>
              <a:custGeom>
                <a:avLst/>
                <a:gdLst/>
                <a:ahLst/>
                <a:cxnLst/>
                <a:rect l="l" t="t" r="r" b="b"/>
                <a:pathLst>
                  <a:path w="82" h="87" extrusionOk="0">
                    <a:moveTo>
                      <a:pt x="81" y="86"/>
                    </a:moveTo>
                    <a:cubicBezTo>
                      <a:pt x="48" y="83"/>
                      <a:pt x="2" y="44"/>
                      <a:pt x="0" y="19"/>
                    </a:cubicBezTo>
                    <a:cubicBezTo>
                      <a:pt x="0" y="19"/>
                      <a:pt x="0" y="18"/>
                      <a:pt x="0" y="17"/>
                    </a:cubicBezTo>
                    <a:cubicBezTo>
                      <a:pt x="0" y="14"/>
                      <a:pt x="0" y="12"/>
                      <a:pt x="2" y="9"/>
                    </a:cubicBezTo>
                    <a:cubicBezTo>
                      <a:pt x="4" y="6"/>
                      <a:pt x="6" y="5"/>
                      <a:pt x="8" y="3"/>
                    </a:cubicBezTo>
                    <a:cubicBezTo>
                      <a:pt x="9" y="2"/>
                      <a:pt x="9" y="2"/>
                      <a:pt x="10" y="2"/>
                    </a:cubicBezTo>
                    <a:cubicBezTo>
                      <a:pt x="13" y="1"/>
                      <a:pt x="16" y="0"/>
                      <a:pt x="19" y="0"/>
                    </a:cubicBezTo>
                    <a:cubicBezTo>
                      <a:pt x="22" y="0"/>
                      <a:pt x="26" y="1"/>
                      <a:pt x="29" y="3"/>
                    </a:cubicBezTo>
                    <a:cubicBezTo>
                      <a:pt x="32" y="5"/>
                      <a:pt x="34" y="7"/>
                      <a:pt x="36" y="10"/>
                    </a:cubicBezTo>
                    <a:cubicBezTo>
                      <a:pt x="36" y="11"/>
                      <a:pt x="36" y="11"/>
                      <a:pt x="37" y="12"/>
                    </a:cubicBezTo>
                    <a:cubicBezTo>
                      <a:pt x="52" y="36"/>
                      <a:pt x="66" y="60"/>
                      <a:pt x="81" y="8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30"/>
              <p:cNvSpPr/>
              <p:nvPr/>
            </p:nvSpPr>
            <p:spPr>
              <a:xfrm rot="-755222">
                <a:off x="8824383" y="2455310"/>
                <a:ext cx="117313" cy="152003"/>
              </a:xfrm>
              <a:custGeom>
                <a:avLst/>
                <a:gdLst/>
                <a:ahLst/>
                <a:cxnLst/>
                <a:rect l="l" t="t" r="r" b="b"/>
                <a:pathLst>
                  <a:path w="142" h="184" extrusionOk="0">
                    <a:moveTo>
                      <a:pt x="137" y="183"/>
                    </a:moveTo>
                    <a:cubicBezTo>
                      <a:pt x="81" y="130"/>
                      <a:pt x="47" y="59"/>
                      <a:pt x="0" y="0"/>
                    </a:cubicBezTo>
                    <a:cubicBezTo>
                      <a:pt x="36" y="19"/>
                      <a:pt x="96" y="97"/>
                      <a:pt x="141" y="179"/>
                    </a:cubicBezTo>
                    <a:lnTo>
                      <a:pt x="137" y="18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30"/>
              <p:cNvSpPr/>
              <p:nvPr/>
            </p:nvSpPr>
            <p:spPr>
              <a:xfrm rot="-755222">
                <a:off x="8802099" y="2495732"/>
                <a:ext cx="103268" cy="153655"/>
              </a:xfrm>
              <a:custGeom>
                <a:avLst/>
                <a:gdLst/>
                <a:ahLst/>
                <a:cxnLst/>
                <a:rect l="l" t="t" r="r" b="b"/>
                <a:pathLst>
                  <a:path w="125" h="186" extrusionOk="0">
                    <a:moveTo>
                      <a:pt x="124" y="185"/>
                    </a:moveTo>
                    <a:lnTo>
                      <a:pt x="0" y="0"/>
                    </a:lnTo>
                    <a:cubicBezTo>
                      <a:pt x="39" y="18"/>
                      <a:pt x="93" y="96"/>
                      <a:pt x="124" y="18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30"/>
              <p:cNvSpPr/>
              <p:nvPr/>
            </p:nvSpPr>
            <p:spPr>
              <a:xfrm rot="-755222">
                <a:off x="10174684" y="3868264"/>
                <a:ext cx="88398" cy="128872"/>
              </a:xfrm>
              <a:custGeom>
                <a:avLst/>
                <a:gdLst/>
                <a:ahLst/>
                <a:cxnLst/>
                <a:rect l="l" t="t" r="r" b="b"/>
                <a:pathLst>
                  <a:path w="107" h="156" extrusionOk="0">
                    <a:moveTo>
                      <a:pt x="68" y="53"/>
                    </a:moveTo>
                    <a:cubicBezTo>
                      <a:pt x="75" y="87"/>
                      <a:pt x="106" y="113"/>
                      <a:pt x="98" y="155"/>
                    </a:cubicBezTo>
                    <a:lnTo>
                      <a:pt x="0" y="7"/>
                    </a:lnTo>
                    <a:lnTo>
                      <a:pt x="9" y="0"/>
                    </a:lnTo>
                    <a:cubicBezTo>
                      <a:pt x="22" y="21"/>
                      <a:pt x="39" y="38"/>
                      <a:pt x="59" y="49"/>
                    </a:cubicBezTo>
                    <a:cubicBezTo>
                      <a:pt x="63" y="51"/>
                      <a:pt x="66" y="53"/>
                      <a:pt x="70" y="55"/>
                    </a:cubicBezTo>
                    <a:lnTo>
                      <a:pt x="68" y="5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Google Shape;1724;p30"/>
              <p:cNvSpPr/>
              <p:nvPr/>
            </p:nvSpPr>
            <p:spPr>
              <a:xfrm rot="-755222">
                <a:off x="8073842" y="2333761"/>
                <a:ext cx="151185" cy="143742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74" extrusionOk="0">
                    <a:moveTo>
                      <a:pt x="2" y="0"/>
                    </a:moveTo>
                    <a:cubicBezTo>
                      <a:pt x="24" y="7"/>
                      <a:pt x="35" y="27"/>
                      <a:pt x="50" y="43"/>
                    </a:cubicBezTo>
                    <a:cubicBezTo>
                      <a:pt x="93" y="84"/>
                      <a:pt x="135" y="125"/>
                      <a:pt x="182" y="172"/>
                    </a:cubicBezTo>
                    <a:cubicBezTo>
                      <a:pt x="180" y="172"/>
                      <a:pt x="177" y="173"/>
                      <a:pt x="175" y="173"/>
                    </a:cubicBezTo>
                    <a:cubicBezTo>
                      <a:pt x="168" y="173"/>
                      <a:pt x="162" y="170"/>
                      <a:pt x="156" y="167"/>
                    </a:cubicBezTo>
                    <a:cubicBezTo>
                      <a:pt x="151" y="164"/>
                      <a:pt x="146" y="160"/>
                      <a:pt x="143" y="156"/>
                    </a:cubicBezTo>
                    <a:cubicBezTo>
                      <a:pt x="102" y="115"/>
                      <a:pt x="61" y="74"/>
                      <a:pt x="20" y="33"/>
                    </a:cubicBezTo>
                    <a:cubicBezTo>
                      <a:pt x="11" y="24"/>
                      <a:pt x="0" y="16"/>
                      <a:pt x="1" y="1"/>
                    </a:cubicBezTo>
                    <a:lnTo>
                      <a:pt x="2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Google Shape;1725;p30"/>
              <p:cNvSpPr/>
              <p:nvPr/>
            </p:nvSpPr>
            <p:spPr>
              <a:xfrm rot="-755222">
                <a:off x="8950404" y="3462857"/>
                <a:ext cx="114835" cy="168525"/>
              </a:xfrm>
              <a:custGeom>
                <a:avLst/>
                <a:gdLst/>
                <a:ahLst/>
                <a:cxnLst/>
                <a:rect l="l" t="t" r="r" b="b"/>
                <a:pathLst>
                  <a:path w="139" h="204" extrusionOk="0">
                    <a:moveTo>
                      <a:pt x="138" y="203"/>
                    </a:moveTo>
                    <a:cubicBezTo>
                      <a:pt x="118" y="203"/>
                      <a:pt x="113" y="183"/>
                      <a:pt x="104" y="171"/>
                    </a:cubicBezTo>
                    <a:cubicBezTo>
                      <a:pt x="79" y="141"/>
                      <a:pt x="57" y="109"/>
                      <a:pt x="38" y="76"/>
                    </a:cubicBezTo>
                    <a:cubicBezTo>
                      <a:pt x="24" y="51"/>
                      <a:pt x="11" y="26"/>
                      <a:pt x="0" y="0"/>
                    </a:cubicBezTo>
                    <a:cubicBezTo>
                      <a:pt x="22" y="25"/>
                      <a:pt x="42" y="52"/>
                      <a:pt x="59" y="82"/>
                    </a:cubicBezTo>
                    <a:cubicBezTo>
                      <a:pt x="63" y="87"/>
                      <a:pt x="66" y="93"/>
                      <a:pt x="69" y="99"/>
                    </a:cubicBezTo>
                    <a:cubicBezTo>
                      <a:pt x="92" y="134"/>
                      <a:pt x="122" y="163"/>
                      <a:pt x="137" y="203"/>
                    </a:cubicBezTo>
                    <a:lnTo>
                      <a:pt x="138" y="20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30"/>
              <p:cNvSpPr/>
              <p:nvPr/>
            </p:nvSpPr>
            <p:spPr>
              <a:xfrm rot="-755222">
                <a:off x="9639190" y="3235492"/>
                <a:ext cx="128053" cy="15696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90" extrusionOk="0">
                    <a:moveTo>
                      <a:pt x="154" y="188"/>
                    </a:moveTo>
                    <a:cubicBezTo>
                      <a:pt x="141" y="188"/>
                      <a:pt x="136" y="178"/>
                      <a:pt x="129" y="170"/>
                    </a:cubicBezTo>
                    <a:cubicBezTo>
                      <a:pt x="92" y="125"/>
                      <a:pt x="56" y="80"/>
                      <a:pt x="19" y="34"/>
                    </a:cubicBezTo>
                    <a:cubicBezTo>
                      <a:pt x="12" y="25"/>
                      <a:pt x="0" y="17"/>
                      <a:pt x="3" y="3"/>
                    </a:cubicBezTo>
                    <a:cubicBezTo>
                      <a:pt x="18" y="0"/>
                      <a:pt x="21" y="12"/>
                      <a:pt x="27" y="20"/>
                    </a:cubicBezTo>
                    <a:cubicBezTo>
                      <a:pt x="70" y="76"/>
                      <a:pt x="123" y="124"/>
                      <a:pt x="153" y="189"/>
                    </a:cubicBezTo>
                    <a:lnTo>
                      <a:pt x="154" y="18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30"/>
              <p:cNvSpPr/>
              <p:nvPr/>
            </p:nvSpPr>
            <p:spPr>
              <a:xfrm rot="-755222">
                <a:off x="8688559" y="3098555"/>
                <a:ext cx="122270" cy="135481"/>
              </a:xfrm>
              <a:custGeom>
                <a:avLst/>
                <a:gdLst/>
                <a:ahLst/>
                <a:cxnLst/>
                <a:rect l="l" t="t" r="r" b="b"/>
                <a:pathLst>
                  <a:path w="148" h="164" extrusionOk="0">
                    <a:moveTo>
                      <a:pt x="4" y="41"/>
                    </a:moveTo>
                    <a:cubicBezTo>
                      <a:pt x="21" y="31"/>
                      <a:pt x="0" y="14"/>
                      <a:pt x="12" y="0"/>
                    </a:cubicBezTo>
                    <a:cubicBezTo>
                      <a:pt x="48" y="59"/>
                      <a:pt x="94" y="111"/>
                      <a:pt x="147" y="156"/>
                    </a:cubicBezTo>
                    <a:cubicBezTo>
                      <a:pt x="127" y="163"/>
                      <a:pt x="122" y="148"/>
                      <a:pt x="114" y="141"/>
                    </a:cubicBezTo>
                    <a:cubicBezTo>
                      <a:pt x="82" y="115"/>
                      <a:pt x="59" y="79"/>
                      <a:pt x="19" y="62"/>
                    </a:cubicBezTo>
                    <a:cubicBezTo>
                      <a:pt x="18" y="61"/>
                      <a:pt x="17" y="61"/>
                      <a:pt x="16" y="60"/>
                    </a:cubicBezTo>
                    <a:cubicBezTo>
                      <a:pt x="13" y="58"/>
                      <a:pt x="10" y="56"/>
                      <a:pt x="8" y="52"/>
                    </a:cubicBezTo>
                    <a:cubicBezTo>
                      <a:pt x="6" y="48"/>
                      <a:pt x="5" y="45"/>
                      <a:pt x="5" y="41"/>
                    </a:cubicBezTo>
                    <a:lnTo>
                      <a:pt x="5" y="40"/>
                    </a:lnTo>
                    <a:lnTo>
                      <a:pt x="4" y="4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Google Shape;1728;p30"/>
              <p:cNvSpPr/>
              <p:nvPr/>
            </p:nvSpPr>
            <p:spPr>
              <a:xfrm rot="-755222">
                <a:off x="8778734" y="2736075"/>
                <a:ext cx="106573" cy="168525"/>
              </a:xfrm>
              <a:custGeom>
                <a:avLst/>
                <a:gdLst/>
                <a:ahLst/>
                <a:cxnLst/>
                <a:rect l="l" t="t" r="r" b="b"/>
                <a:pathLst>
                  <a:path w="129" h="204" extrusionOk="0">
                    <a:moveTo>
                      <a:pt x="128" y="203"/>
                    </a:moveTo>
                    <a:lnTo>
                      <a:pt x="0" y="0"/>
                    </a:lnTo>
                    <a:cubicBezTo>
                      <a:pt x="40" y="28"/>
                      <a:pt x="117" y="150"/>
                      <a:pt x="128" y="20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Google Shape;1729;p30"/>
              <p:cNvSpPr/>
              <p:nvPr/>
            </p:nvSpPr>
            <p:spPr>
              <a:xfrm rot="-755222">
                <a:off x="9286331" y="4483706"/>
                <a:ext cx="133836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162" h="51" extrusionOk="0">
                    <a:moveTo>
                      <a:pt x="161" y="45"/>
                    </a:moveTo>
                    <a:cubicBezTo>
                      <a:pt x="160" y="45"/>
                      <a:pt x="160" y="45"/>
                      <a:pt x="159" y="46"/>
                    </a:cubicBezTo>
                    <a:cubicBezTo>
                      <a:pt x="154" y="49"/>
                      <a:pt x="149" y="50"/>
                      <a:pt x="143" y="50"/>
                    </a:cubicBezTo>
                    <a:cubicBezTo>
                      <a:pt x="140" y="50"/>
                      <a:pt x="137" y="50"/>
                      <a:pt x="134" y="49"/>
                    </a:cubicBezTo>
                    <a:cubicBezTo>
                      <a:pt x="106" y="47"/>
                      <a:pt x="80" y="31"/>
                      <a:pt x="50" y="44"/>
                    </a:cubicBezTo>
                    <a:cubicBezTo>
                      <a:pt x="39" y="49"/>
                      <a:pt x="21" y="40"/>
                      <a:pt x="8" y="34"/>
                    </a:cubicBezTo>
                    <a:cubicBezTo>
                      <a:pt x="0" y="30"/>
                      <a:pt x="1" y="18"/>
                      <a:pt x="4" y="9"/>
                    </a:cubicBezTo>
                    <a:cubicBezTo>
                      <a:pt x="6" y="0"/>
                      <a:pt x="14" y="3"/>
                      <a:pt x="21" y="5"/>
                    </a:cubicBezTo>
                    <a:lnTo>
                      <a:pt x="161" y="4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Google Shape;1730;p30"/>
              <p:cNvSpPr/>
              <p:nvPr/>
            </p:nvSpPr>
            <p:spPr>
              <a:xfrm rot="-755222">
                <a:off x="9082665" y="2915838"/>
                <a:ext cx="136314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165" h="160" extrusionOk="0">
                    <a:moveTo>
                      <a:pt x="154" y="159"/>
                    </a:moveTo>
                    <a:lnTo>
                      <a:pt x="0" y="0"/>
                    </a:lnTo>
                    <a:cubicBezTo>
                      <a:pt x="29" y="21"/>
                      <a:pt x="56" y="45"/>
                      <a:pt x="80" y="72"/>
                    </a:cubicBezTo>
                    <a:cubicBezTo>
                      <a:pt x="108" y="98"/>
                      <a:pt x="136" y="123"/>
                      <a:pt x="164" y="149"/>
                    </a:cubicBezTo>
                    <a:lnTo>
                      <a:pt x="154" y="15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30"/>
              <p:cNvSpPr/>
              <p:nvPr/>
            </p:nvSpPr>
            <p:spPr>
              <a:xfrm rot="-755222">
                <a:off x="9132724" y="2893564"/>
                <a:ext cx="137140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166" h="160" extrusionOk="0">
                    <a:moveTo>
                      <a:pt x="0" y="0"/>
                    </a:moveTo>
                    <a:cubicBezTo>
                      <a:pt x="65" y="39"/>
                      <a:pt x="112" y="95"/>
                      <a:pt x="165" y="154"/>
                    </a:cubicBezTo>
                    <a:cubicBezTo>
                      <a:pt x="153" y="150"/>
                      <a:pt x="165" y="151"/>
                      <a:pt x="159" y="157"/>
                    </a:cubicBezTo>
                    <a:cubicBezTo>
                      <a:pt x="159" y="157"/>
                      <a:pt x="155" y="159"/>
                      <a:pt x="155" y="158"/>
                    </a:cubicBezTo>
                    <a:cubicBezTo>
                      <a:pt x="149" y="154"/>
                      <a:pt x="144" y="149"/>
                      <a:pt x="139" y="144"/>
                    </a:cubicBezTo>
                    <a:cubicBezTo>
                      <a:pt x="95" y="93"/>
                      <a:pt x="45" y="50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Google Shape;1732;p30"/>
              <p:cNvSpPr/>
              <p:nvPr/>
            </p:nvSpPr>
            <p:spPr>
              <a:xfrm rot="-755222">
                <a:off x="8169021" y="2089676"/>
                <a:ext cx="137140" cy="136307"/>
              </a:xfrm>
              <a:custGeom>
                <a:avLst/>
                <a:gdLst/>
                <a:ahLst/>
                <a:cxnLst/>
                <a:rect l="l" t="t" r="r" b="b"/>
                <a:pathLst>
                  <a:path w="166" h="165" extrusionOk="0">
                    <a:moveTo>
                      <a:pt x="0" y="0"/>
                    </a:moveTo>
                    <a:cubicBezTo>
                      <a:pt x="66" y="41"/>
                      <a:pt x="113" y="102"/>
                      <a:pt x="165" y="156"/>
                    </a:cubicBezTo>
                    <a:lnTo>
                      <a:pt x="156" y="164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Google Shape;1733;p30"/>
              <p:cNvSpPr/>
              <p:nvPr/>
            </p:nvSpPr>
            <p:spPr>
              <a:xfrm rot="-755222">
                <a:off x="9386989" y="3618635"/>
                <a:ext cx="132184" cy="133829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62" extrusionOk="0">
                    <a:moveTo>
                      <a:pt x="0" y="1"/>
                    </a:moveTo>
                    <a:cubicBezTo>
                      <a:pt x="19" y="3"/>
                      <a:pt x="25" y="20"/>
                      <a:pt x="36" y="31"/>
                    </a:cubicBezTo>
                    <a:cubicBezTo>
                      <a:pt x="78" y="73"/>
                      <a:pt x="120" y="116"/>
                      <a:pt x="159" y="161"/>
                    </a:cubicBezTo>
                    <a:cubicBezTo>
                      <a:pt x="118" y="133"/>
                      <a:pt x="82" y="100"/>
                      <a:pt x="49" y="63"/>
                    </a:cubicBezTo>
                    <a:cubicBezTo>
                      <a:pt x="32" y="43"/>
                      <a:pt x="4" y="3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Google Shape;1734;p30"/>
              <p:cNvSpPr/>
              <p:nvPr/>
            </p:nvSpPr>
            <p:spPr>
              <a:xfrm rot="-755222">
                <a:off x="8256439" y="2892080"/>
                <a:ext cx="94181" cy="161090"/>
              </a:xfrm>
              <a:custGeom>
                <a:avLst/>
                <a:gdLst/>
                <a:ahLst/>
                <a:cxnLst/>
                <a:rect l="l" t="t" r="r" b="b"/>
                <a:pathLst>
                  <a:path w="114" h="195" extrusionOk="0">
                    <a:moveTo>
                      <a:pt x="109" y="194"/>
                    </a:moveTo>
                    <a:cubicBezTo>
                      <a:pt x="84" y="168"/>
                      <a:pt x="63" y="140"/>
                      <a:pt x="45" y="109"/>
                    </a:cubicBezTo>
                    <a:cubicBezTo>
                      <a:pt x="25" y="75"/>
                      <a:pt x="10" y="38"/>
                      <a:pt x="0" y="0"/>
                    </a:cubicBezTo>
                    <a:cubicBezTo>
                      <a:pt x="31" y="67"/>
                      <a:pt x="77" y="126"/>
                      <a:pt x="113" y="191"/>
                    </a:cubicBezTo>
                    <a:lnTo>
                      <a:pt x="109" y="19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Google Shape;1735;p30"/>
              <p:cNvSpPr/>
              <p:nvPr/>
            </p:nvSpPr>
            <p:spPr>
              <a:xfrm rot="-755222">
                <a:off x="8187380" y="2468796"/>
                <a:ext cx="131357" cy="134655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63" extrusionOk="0">
                    <a:moveTo>
                      <a:pt x="0" y="1"/>
                    </a:moveTo>
                    <a:cubicBezTo>
                      <a:pt x="23" y="4"/>
                      <a:pt x="29" y="27"/>
                      <a:pt x="43" y="39"/>
                    </a:cubicBezTo>
                    <a:cubicBezTo>
                      <a:pt x="82" y="79"/>
                      <a:pt x="122" y="119"/>
                      <a:pt x="158" y="162"/>
                    </a:cubicBezTo>
                    <a:cubicBezTo>
                      <a:pt x="99" y="114"/>
                      <a:pt x="38" y="6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Google Shape;1736;p30"/>
              <p:cNvSpPr/>
              <p:nvPr/>
            </p:nvSpPr>
            <p:spPr>
              <a:xfrm rot="-755222">
                <a:off x="9651912" y="3663598"/>
                <a:ext cx="124748" cy="135481"/>
              </a:xfrm>
              <a:custGeom>
                <a:avLst/>
                <a:gdLst/>
                <a:ahLst/>
                <a:cxnLst/>
                <a:rect l="l" t="t" r="r" b="b"/>
                <a:pathLst>
                  <a:path w="151" h="164" extrusionOk="0">
                    <a:moveTo>
                      <a:pt x="8" y="0"/>
                    </a:moveTo>
                    <a:lnTo>
                      <a:pt x="150" y="155"/>
                    </a:lnTo>
                    <a:lnTo>
                      <a:pt x="142" y="163"/>
                    </a:lnTo>
                    <a:cubicBezTo>
                      <a:pt x="90" y="115"/>
                      <a:pt x="43" y="63"/>
                      <a:pt x="0" y="7"/>
                    </a:cubicBez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Google Shape;1737;p30"/>
              <p:cNvSpPr/>
              <p:nvPr/>
            </p:nvSpPr>
            <p:spPr>
              <a:xfrm rot="-755222">
                <a:off x="7743440" y="1811750"/>
                <a:ext cx="131357" cy="11069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34" extrusionOk="0">
                    <a:moveTo>
                      <a:pt x="0" y="133"/>
                    </a:moveTo>
                    <a:cubicBezTo>
                      <a:pt x="28" y="87"/>
                      <a:pt x="66" y="49"/>
                      <a:pt x="112" y="22"/>
                    </a:cubicBezTo>
                    <a:cubicBezTo>
                      <a:pt x="127" y="13"/>
                      <a:pt x="142" y="6"/>
                      <a:pt x="158" y="0"/>
                    </a:cubicBezTo>
                    <a:cubicBezTo>
                      <a:pt x="97" y="47"/>
                      <a:pt x="49" y="90"/>
                      <a:pt x="0" y="13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Google Shape;1738;p30"/>
              <p:cNvSpPr/>
              <p:nvPr/>
            </p:nvSpPr>
            <p:spPr>
              <a:xfrm rot="-755222">
                <a:off x="10054148" y="3213989"/>
                <a:ext cx="90050" cy="160264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94" extrusionOk="0">
                    <a:moveTo>
                      <a:pt x="108" y="193"/>
                    </a:moveTo>
                    <a:cubicBezTo>
                      <a:pt x="63" y="123"/>
                      <a:pt x="38" y="58"/>
                      <a:pt x="0" y="0"/>
                    </a:cubicBezTo>
                    <a:cubicBezTo>
                      <a:pt x="34" y="23"/>
                      <a:pt x="79" y="103"/>
                      <a:pt x="108" y="19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Google Shape;1739;p30"/>
              <p:cNvSpPr/>
              <p:nvPr/>
            </p:nvSpPr>
            <p:spPr>
              <a:xfrm rot="-755222">
                <a:off x="8688864" y="2844761"/>
                <a:ext cx="114008" cy="146221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77" extrusionOk="0">
                    <a:moveTo>
                      <a:pt x="137" y="176"/>
                    </a:moveTo>
                    <a:cubicBezTo>
                      <a:pt x="84" y="127"/>
                      <a:pt x="50" y="64"/>
                      <a:pt x="0" y="0"/>
                    </a:cubicBezTo>
                    <a:cubicBezTo>
                      <a:pt x="7" y="1"/>
                      <a:pt x="13" y="4"/>
                      <a:pt x="19" y="7"/>
                    </a:cubicBezTo>
                    <a:cubicBezTo>
                      <a:pt x="28" y="13"/>
                      <a:pt x="36" y="20"/>
                      <a:pt x="42" y="30"/>
                    </a:cubicBezTo>
                    <a:cubicBezTo>
                      <a:pt x="43" y="32"/>
                      <a:pt x="44" y="34"/>
                      <a:pt x="45" y="36"/>
                    </a:cubicBezTo>
                    <a:cubicBezTo>
                      <a:pt x="75" y="84"/>
                      <a:pt x="117" y="122"/>
                      <a:pt x="136" y="176"/>
                    </a:cubicBezTo>
                    <a:lnTo>
                      <a:pt x="137" y="17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Google Shape;1740;p30"/>
              <p:cNvSpPr/>
              <p:nvPr/>
            </p:nvSpPr>
            <p:spPr>
              <a:xfrm rot="-755222">
                <a:off x="8834291" y="2426603"/>
                <a:ext cx="117313" cy="131351"/>
              </a:xfrm>
              <a:custGeom>
                <a:avLst/>
                <a:gdLst/>
                <a:ahLst/>
                <a:cxnLst/>
                <a:rect l="l" t="t" r="r" b="b"/>
                <a:pathLst>
                  <a:path w="142" h="159" extrusionOk="0">
                    <a:moveTo>
                      <a:pt x="138" y="158"/>
                    </a:moveTo>
                    <a:cubicBezTo>
                      <a:pt x="85" y="112"/>
                      <a:pt x="46" y="53"/>
                      <a:pt x="0" y="0"/>
                    </a:cubicBezTo>
                    <a:cubicBezTo>
                      <a:pt x="57" y="41"/>
                      <a:pt x="105" y="93"/>
                      <a:pt x="140" y="154"/>
                    </a:cubicBezTo>
                    <a:cubicBezTo>
                      <a:pt x="140" y="155"/>
                      <a:pt x="141" y="155"/>
                      <a:pt x="141" y="155"/>
                    </a:cubicBezTo>
                    <a:lnTo>
                      <a:pt x="138" y="15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Google Shape;1741;p30"/>
              <p:cNvSpPr/>
              <p:nvPr/>
            </p:nvSpPr>
            <p:spPr>
              <a:xfrm rot="-755222">
                <a:off x="9985232" y="3860389"/>
                <a:ext cx="111530" cy="113176"/>
              </a:xfrm>
              <a:custGeom>
                <a:avLst/>
                <a:gdLst/>
                <a:ahLst/>
                <a:cxnLst/>
                <a:rect l="l" t="t" r="r" b="b"/>
                <a:pathLst>
                  <a:path w="135" h="137" extrusionOk="0">
                    <a:moveTo>
                      <a:pt x="26" y="46"/>
                    </a:moveTo>
                    <a:cubicBezTo>
                      <a:pt x="24" y="27"/>
                      <a:pt x="2" y="19"/>
                      <a:pt x="0" y="0"/>
                    </a:cubicBezTo>
                    <a:cubicBezTo>
                      <a:pt x="52" y="38"/>
                      <a:pt x="98" y="84"/>
                      <a:pt x="134" y="136"/>
                    </a:cubicBezTo>
                    <a:cubicBezTo>
                      <a:pt x="102" y="130"/>
                      <a:pt x="93" y="90"/>
                      <a:pt x="61" y="83"/>
                    </a:cubicBezTo>
                    <a:lnTo>
                      <a:pt x="26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Google Shape;1742;p30"/>
              <p:cNvSpPr/>
              <p:nvPr/>
            </p:nvSpPr>
            <p:spPr>
              <a:xfrm rot="-755222">
                <a:off x="9321025" y="3417676"/>
                <a:ext cx="87572" cy="154482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87" extrusionOk="0">
                    <a:moveTo>
                      <a:pt x="102" y="186"/>
                    </a:moveTo>
                    <a:cubicBezTo>
                      <a:pt x="45" y="129"/>
                      <a:pt x="0" y="50"/>
                      <a:pt x="1" y="0"/>
                    </a:cubicBezTo>
                    <a:cubicBezTo>
                      <a:pt x="26" y="67"/>
                      <a:pt x="73" y="120"/>
                      <a:pt x="105" y="182"/>
                    </a:cubicBezTo>
                    <a:lnTo>
                      <a:pt x="102" y="18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30"/>
              <p:cNvSpPr/>
              <p:nvPr/>
            </p:nvSpPr>
            <p:spPr>
              <a:xfrm rot="-755222">
                <a:off x="9104793" y="3037380"/>
                <a:ext cx="108225" cy="113176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7" extrusionOk="0">
                    <a:moveTo>
                      <a:pt x="121" y="136"/>
                    </a:moveTo>
                    <a:lnTo>
                      <a:pt x="0" y="0"/>
                    </a:lnTo>
                    <a:cubicBezTo>
                      <a:pt x="18" y="7"/>
                      <a:pt x="77" y="61"/>
                      <a:pt x="130" y="127"/>
                    </a:cubicBezTo>
                    <a:lnTo>
                      <a:pt x="121" y="13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Google Shape;1744;p30"/>
              <p:cNvSpPr/>
              <p:nvPr/>
            </p:nvSpPr>
            <p:spPr>
              <a:xfrm rot="-755222">
                <a:off x="9002486" y="4047961"/>
                <a:ext cx="66918" cy="76828"/>
              </a:xfrm>
              <a:custGeom>
                <a:avLst/>
                <a:gdLst/>
                <a:ahLst/>
                <a:cxnLst/>
                <a:rect l="l" t="t" r="r" b="b"/>
                <a:pathLst>
                  <a:path w="81" h="93" extrusionOk="0">
                    <a:moveTo>
                      <a:pt x="80" y="92"/>
                    </a:moveTo>
                    <a:cubicBezTo>
                      <a:pt x="27" y="78"/>
                      <a:pt x="35" y="23"/>
                      <a:pt x="0" y="8"/>
                    </a:cubicBezTo>
                    <a:cubicBezTo>
                      <a:pt x="4" y="1"/>
                      <a:pt x="7" y="0"/>
                      <a:pt x="11" y="2"/>
                    </a:cubicBezTo>
                    <a:cubicBezTo>
                      <a:pt x="33" y="17"/>
                      <a:pt x="52" y="37"/>
                      <a:pt x="65" y="61"/>
                    </a:cubicBezTo>
                    <a:cubicBezTo>
                      <a:pt x="71" y="71"/>
                      <a:pt x="76" y="81"/>
                      <a:pt x="80" y="9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Google Shape;1745;p30"/>
              <p:cNvSpPr/>
              <p:nvPr/>
            </p:nvSpPr>
            <p:spPr>
              <a:xfrm rot="-755222">
                <a:off x="8008504" y="2415194"/>
                <a:ext cx="84267" cy="153655"/>
              </a:xfrm>
              <a:custGeom>
                <a:avLst/>
                <a:gdLst/>
                <a:ahLst/>
                <a:cxnLst/>
                <a:rect l="l" t="t" r="r" b="b"/>
                <a:pathLst>
                  <a:path w="102" h="186" extrusionOk="0">
                    <a:moveTo>
                      <a:pt x="100" y="185"/>
                    </a:moveTo>
                    <a:cubicBezTo>
                      <a:pt x="51" y="135"/>
                      <a:pt x="33" y="70"/>
                      <a:pt x="0" y="0"/>
                    </a:cubicBezTo>
                    <a:cubicBezTo>
                      <a:pt x="14" y="12"/>
                      <a:pt x="5" y="5"/>
                      <a:pt x="12" y="4"/>
                    </a:cubicBezTo>
                    <a:cubicBezTo>
                      <a:pt x="13" y="4"/>
                      <a:pt x="16" y="4"/>
                      <a:pt x="17" y="6"/>
                    </a:cubicBezTo>
                    <a:cubicBezTo>
                      <a:pt x="45" y="65"/>
                      <a:pt x="73" y="124"/>
                      <a:pt x="101" y="183"/>
                    </a:cubicBezTo>
                    <a:lnTo>
                      <a:pt x="100" y="18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Google Shape;1746;p30"/>
              <p:cNvSpPr/>
              <p:nvPr/>
            </p:nvSpPr>
            <p:spPr>
              <a:xfrm rot="-755222">
                <a:off x="9072253" y="3525226"/>
                <a:ext cx="104921" cy="135481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64" extrusionOk="0">
                    <a:moveTo>
                      <a:pt x="126" y="163"/>
                    </a:moveTo>
                    <a:cubicBezTo>
                      <a:pt x="84" y="128"/>
                      <a:pt x="48" y="86"/>
                      <a:pt x="20" y="39"/>
                    </a:cubicBezTo>
                    <a:cubicBezTo>
                      <a:pt x="13" y="26"/>
                      <a:pt x="6" y="13"/>
                      <a:pt x="0" y="0"/>
                    </a:cubicBezTo>
                    <a:cubicBezTo>
                      <a:pt x="39" y="57"/>
                      <a:pt x="93" y="102"/>
                      <a:pt x="126" y="16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Google Shape;1747;p30"/>
              <p:cNvSpPr/>
              <p:nvPr/>
            </p:nvSpPr>
            <p:spPr>
              <a:xfrm rot="-755222">
                <a:off x="9104607" y="2998768"/>
                <a:ext cx="113182" cy="1123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136" extrusionOk="0">
                    <a:moveTo>
                      <a:pt x="136" y="135"/>
                    </a:moveTo>
                    <a:cubicBezTo>
                      <a:pt x="86" y="95"/>
                      <a:pt x="40" y="50"/>
                      <a:pt x="0" y="0"/>
                    </a:cubicBezTo>
                    <a:cubicBezTo>
                      <a:pt x="32" y="12"/>
                      <a:pt x="49" y="41"/>
                      <a:pt x="72" y="63"/>
                    </a:cubicBezTo>
                    <a:cubicBezTo>
                      <a:pt x="95" y="85"/>
                      <a:pt x="114" y="111"/>
                      <a:pt x="136" y="13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Google Shape;1748;p30"/>
              <p:cNvSpPr/>
              <p:nvPr/>
            </p:nvSpPr>
            <p:spPr>
              <a:xfrm rot="-755222">
                <a:off x="9314544" y="3313038"/>
                <a:ext cx="95833" cy="137959"/>
              </a:xfrm>
              <a:custGeom>
                <a:avLst/>
                <a:gdLst/>
                <a:ahLst/>
                <a:cxnLst/>
                <a:rect l="l" t="t" r="r" b="b"/>
                <a:pathLst>
                  <a:path w="116" h="167" extrusionOk="0">
                    <a:moveTo>
                      <a:pt x="114" y="166"/>
                    </a:moveTo>
                    <a:cubicBezTo>
                      <a:pt x="80" y="131"/>
                      <a:pt x="49" y="91"/>
                      <a:pt x="25" y="49"/>
                    </a:cubicBezTo>
                    <a:cubicBezTo>
                      <a:pt x="16" y="33"/>
                      <a:pt x="7" y="16"/>
                      <a:pt x="0" y="0"/>
                    </a:cubicBezTo>
                    <a:cubicBezTo>
                      <a:pt x="41" y="52"/>
                      <a:pt x="88" y="101"/>
                      <a:pt x="115" y="165"/>
                    </a:cubicBezTo>
                    <a:lnTo>
                      <a:pt x="114" y="16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Google Shape;1749;p30"/>
              <p:cNvSpPr/>
              <p:nvPr/>
            </p:nvSpPr>
            <p:spPr>
              <a:xfrm rot="-755222">
                <a:off x="8685041" y="3220533"/>
                <a:ext cx="110704" cy="111524"/>
              </a:xfrm>
              <a:custGeom>
                <a:avLst/>
                <a:gdLst/>
                <a:ahLst/>
                <a:cxnLst/>
                <a:rect l="l" t="t" r="r" b="b"/>
                <a:pathLst>
                  <a:path w="134" h="135" extrusionOk="0">
                    <a:moveTo>
                      <a:pt x="133" y="134"/>
                    </a:moveTo>
                    <a:lnTo>
                      <a:pt x="132" y="134"/>
                    </a:lnTo>
                    <a:cubicBezTo>
                      <a:pt x="79" y="103"/>
                      <a:pt x="34" y="58"/>
                      <a:pt x="3" y="5"/>
                    </a:cubicBezTo>
                    <a:cubicBezTo>
                      <a:pt x="2" y="3"/>
                      <a:pt x="1" y="2"/>
                      <a:pt x="0" y="0"/>
                    </a:cubicBezTo>
                    <a:lnTo>
                      <a:pt x="133" y="13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Google Shape;1750;p30"/>
              <p:cNvSpPr/>
              <p:nvPr/>
            </p:nvSpPr>
            <p:spPr>
              <a:xfrm rot="-755222">
                <a:off x="10314572" y="3141315"/>
                <a:ext cx="58656" cy="139612"/>
              </a:xfrm>
              <a:custGeom>
                <a:avLst/>
                <a:gdLst/>
                <a:ahLst/>
                <a:cxnLst/>
                <a:rect l="l" t="t" r="r" b="b"/>
                <a:pathLst>
                  <a:path w="71" h="169" extrusionOk="0">
                    <a:moveTo>
                      <a:pt x="0" y="168"/>
                    </a:moveTo>
                    <a:lnTo>
                      <a:pt x="10" y="111"/>
                    </a:lnTo>
                    <a:cubicBezTo>
                      <a:pt x="28" y="91"/>
                      <a:pt x="25" y="62"/>
                      <a:pt x="42" y="42"/>
                    </a:cubicBezTo>
                    <a:lnTo>
                      <a:pt x="70" y="0"/>
                    </a:lnTo>
                    <a:cubicBezTo>
                      <a:pt x="57" y="53"/>
                      <a:pt x="37" y="105"/>
                      <a:pt x="9" y="152"/>
                    </a:cubicBezTo>
                    <a:cubicBezTo>
                      <a:pt x="6" y="157"/>
                      <a:pt x="3" y="163"/>
                      <a:pt x="0" y="16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Google Shape;1751;p30"/>
              <p:cNvSpPr/>
              <p:nvPr/>
            </p:nvSpPr>
            <p:spPr>
              <a:xfrm rot="-755222">
                <a:off x="8888461" y="4418593"/>
                <a:ext cx="132184" cy="104089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26" extrusionOk="0">
                    <a:moveTo>
                      <a:pt x="91" y="90"/>
                    </a:moveTo>
                    <a:cubicBezTo>
                      <a:pt x="63" y="58"/>
                      <a:pt x="21" y="41"/>
                      <a:pt x="0" y="0"/>
                    </a:cubicBezTo>
                    <a:lnTo>
                      <a:pt x="159" y="118"/>
                    </a:lnTo>
                    <a:cubicBezTo>
                      <a:pt x="133" y="125"/>
                      <a:pt x="121" y="99"/>
                      <a:pt x="101" y="102"/>
                    </a:cubicBezTo>
                    <a:lnTo>
                      <a:pt x="91" y="9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Google Shape;1752;p30"/>
              <p:cNvSpPr/>
              <p:nvPr/>
            </p:nvSpPr>
            <p:spPr>
              <a:xfrm rot="-755222">
                <a:off x="10305651" y="3107505"/>
                <a:ext cx="52047" cy="128046"/>
              </a:xfrm>
              <a:custGeom>
                <a:avLst/>
                <a:gdLst/>
                <a:ahLst/>
                <a:cxnLst/>
                <a:rect l="l" t="t" r="r" b="b"/>
                <a:pathLst>
                  <a:path w="63" h="155" extrusionOk="0">
                    <a:moveTo>
                      <a:pt x="42" y="85"/>
                    </a:moveTo>
                    <a:cubicBezTo>
                      <a:pt x="25" y="105"/>
                      <a:pt x="28" y="134"/>
                      <a:pt x="10" y="154"/>
                    </a:cubicBezTo>
                    <a:lnTo>
                      <a:pt x="0" y="152"/>
                    </a:lnTo>
                    <a:cubicBezTo>
                      <a:pt x="12" y="99"/>
                      <a:pt x="32" y="48"/>
                      <a:pt x="57" y="0"/>
                    </a:cubicBezTo>
                    <a:cubicBezTo>
                      <a:pt x="62" y="31"/>
                      <a:pt x="38" y="55"/>
                      <a:pt x="42" y="8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Google Shape;1753;p30"/>
              <p:cNvSpPr/>
              <p:nvPr/>
            </p:nvSpPr>
            <p:spPr>
              <a:xfrm rot="-755222">
                <a:off x="9334148" y="3259876"/>
                <a:ext cx="108225" cy="137959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67" extrusionOk="0">
                    <a:moveTo>
                      <a:pt x="0" y="1"/>
                    </a:moveTo>
                    <a:cubicBezTo>
                      <a:pt x="13" y="0"/>
                      <a:pt x="19" y="10"/>
                      <a:pt x="26" y="19"/>
                    </a:cubicBezTo>
                    <a:cubicBezTo>
                      <a:pt x="59" y="64"/>
                      <a:pt x="91" y="110"/>
                      <a:pt x="130" y="166"/>
                    </a:cubicBezTo>
                    <a:cubicBezTo>
                      <a:pt x="84" y="123"/>
                      <a:pt x="43" y="73"/>
                      <a:pt x="12" y="18"/>
                    </a:cubicBezTo>
                    <a:cubicBezTo>
                      <a:pt x="8" y="12"/>
                      <a:pt x="5" y="6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Google Shape;1754;p30"/>
              <p:cNvSpPr/>
              <p:nvPr/>
            </p:nvSpPr>
            <p:spPr>
              <a:xfrm rot="-755222">
                <a:off x="8373974" y="3755727"/>
                <a:ext cx="65266" cy="58653"/>
              </a:xfrm>
              <a:custGeom>
                <a:avLst/>
                <a:gdLst/>
                <a:ahLst/>
                <a:cxnLst/>
                <a:rect l="l" t="t" r="r" b="b"/>
                <a:pathLst>
                  <a:path w="79" h="71" extrusionOk="0">
                    <a:moveTo>
                      <a:pt x="55" y="70"/>
                    </a:moveTo>
                    <a:cubicBezTo>
                      <a:pt x="31" y="53"/>
                      <a:pt x="0" y="49"/>
                      <a:pt x="14" y="15"/>
                    </a:cubicBezTo>
                    <a:cubicBezTo>
                      <a:pt x="15" y="14"/>
                      <a:pt x="16" y="13"/>
                      <a:pt x="16" y="12"/>
                    </a:cubicBezTo>
                    <a:cubicBezTo>
                      <a:pt x="19" y="8"/>
                      <a:pt x="21" y="5"/>
                      <a:pt x="24" y="3"/>
                    </a:cubicBezTo>
                    <a:cubicBezTo>
                      <a:pt x="28" y="1"/>
                      <a:pt x="32" y="0"/>
                      <a:pt x="36" y="0"/>
                    </a:cubicBezTo>
                    <a:cubicBezTo>
                      <a:pt x="40" y="0"/>
                      <a:pt x="43" y="1"/>
                      <a:pt x="47" y="2"/>
                    </a:cubicBezTo>
                    <a:cubicBezTo>
                      <a:pt x="78" y="17"/>
                      <a:pt x="63" y="41"/>
                      <a:pt x="55" y="7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Google Shape;1755;p30"/>
              <p:cNvSpPr/>
              <p:nvPr/>
            </p:nvSpPr>
            <p:spPr>
              <a:xfrm rot="-755222">
                <a:off x="8475480" y="3763988"/>
                <a:ext cx="74353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90" h="49" extrusionOk="0">
                    <a:moveTo>
                      <a:pt x="49" y="41"/>
                    </a:moveTo>
                    <a:cubicBezTo>
                      <a:pt x="43" y="41"/>
                      <a:pt x="38" y="42"/>
                      <a:pt x="33" y="42"/>
                    </a:cubicBezTo>
                    <a:cubicBezTo>
                      <a:pt x="28" y="42"/>
                      <a:pt x="23" y="41"/>
                      <a:pt x="17" y="41"/>
                    </a:cubicBezTo>
                    <a:cubicBezTo>
                      <a:pt x="15" y="41"/>
                      <a:pt x="12" y="40"/>
                      <a:pt x="10" y="39"/>
                    </a:cubicBezTo>
                    <a:cubicBezTo>
                      <a:pt x="7" y="37"/>
                      <a:pt x="5" y="35"/>
                      <a:pt x="3" y="32"/>
                    </a:cubicBezTo>
                    <a:cubicBezTo>
                      <a:pt x="1" y="29"/>
                      <a:pt x="0" y="26"/>
                      <a:pt x="0" y="23"/>
                    </a:cubicBezTo>
                    <a:cubicBezTo>
                      <a:pt x="0" y="21"/>
                      <a:pt x="1" y="19"/>
                      <a:pt x="1" y="17"/>
                    </a:cubicBezTo>
                    <a:cubicBezTo>
                      <a:pt x="2" y="14"/>
                      <a:pt x="3" y="12"/>
                      <a:pt x="4" y="10"/>
                    </a:cubicBezTo>
                    <a:cubicBezTo>
                      <a:pt x="6" y="7"/>
                      <a:pt x="8" y="4"/>
                      <a:pt x="11" y="2"/>
                    </a:cubicBezTo>
                    <a:cubicBezTo>
                      <a:pt x="14" y="0"/>
                      <a:pt x="17" y="0"/>
                      <a:pt x="21" y="0"/>
                    </a:cubicBezTo>
                    <a:cubicBezTo>
                      <a:pt x="24" y="0"/>
                      <a:pt x="28" y="1"/>
                      <a:pt x="30" y="2"/>
                    </a:cubicBezTo>
                    <a:cubicBezTo>
                      <a:pt x="31" y="3"/>
                      <a:pt x="31" y="3"/>
                      <a:pt x="31" y="3"/>
                    </a:cubicBezTo>
                    <a:cubicBezTo>
                      <a:pt x="43" y="8"/>
                      <a:pt x="47" y="29"/>
                      <a:pt x="67" y="17"/>
                    </a:cubicBezTo>
                    <a:cubicBezTo>
                      <a:pt x="79" y="11"/>
                      <a:pt x="89" y="17"/>
                      <a:pt x="89" y="31"/>
                    </a:cubicBezTo>
                    <a:cubicBezTo>
                      <a:pt x="88" y="45"/>
                      <a:pt x="77" y="48"/>
                      <a:pt x="65" y="46"/>
                    </a:cubicBezTo>
                    <a:cubicBezTo>
                      <a:pt x="60" y="45"/>
                      <a:pt x="54" y="43"/>
                      <a:pt x="49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Google Shape;1756;p30"/>
              <p:cNvSpPr/>
              <p:nvPr/>
            </p:nvSpPr>
            <p:spPr>
              <a:xfrm rot="-755222">
                <a:off x="8449427" y="2367315"/>
                <a:ext cx="104095" cy="109872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33" extrusionOk="0">
                    <a:moveTo>
                      <a:pt x="0" y="0"/>
                    </a:moveTo>
                    <a:lnTo>
                      <a:pt x="125" y="132"/>
                    </a:lnTo>
                    <a:cubicBezTo>
                      <a:pt x="123" y="132"/>
                      <a:pt x="122" y="131"/>
                      <a:pt x="120" y="130"/>
                    </a:cubicBezTo>
                    <a:cubicBezTo>
                      <a:pt x="74" y="104"/>
                      <a:pt x="37" y="66"/>
                      <a:pt x="10" y="20"/>
                    </a:cubicBezTo>
                    <a:cubicBezTo>
                      <a:pt x="6" y="13"/>
                      <a:pt x="3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Google Shape;1757;p30"/>
              <p:cNvSpPr/>
              <p:nvPr/>
            </p:nvSpPr>
            <p:spPr>
              <a:xfrm rot="-755222">
                <a:off x="9251556" y="4321056"/>
                <a:ext cx="46264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6" h="61" extrusionOk="0">
                    <a:moveTo>
                      <a:pt x="1" y="29"/>
                    </a:moveTo>
                    <a:cubicBezTo>
                      <a:pt x="0" y="28"/>
                      <a:pt x="0" y="28"/>
                      <a:pt x="0" y="27"/>
                    </a:cubicBezTo>
                    <a:cubicBezTo>
                      <a:pt x="0" y="22"/>
                      <a:pt x="2" y="18"/>
                      <a:pt x="4" y="13"/>
                    </a:cubicBezTo>
                    <a:cubicBezTo>
                      <a:pt x="6" y="8"/>
                      <a:pt x="10" y="6"/>
                      <a:pt x="14" y="3"/>
                    </a:cubicBezTo>
                    <a:cubicBezTo>
                      <a:pt x="18" y="0"/>
                      <a:pt x="23" y="0"/>
                      <a:pt x="28" y="0"/>
                    </a:cubicBezTo>
                    <a:cubicBezTo>
                      <a:pt x="32" y="0"/>
                      <a:pt x="37" y="0"/>
                      <a:pt x="41" y="3"/>
                    </a:cubicBezTo>
                    <a:cubicBezTo>
                      <a:pt x="45" y="6"/>
                      <a:pt x="49" y="9"/>
                      <a:pt x="51" y="13"/>
                    </a:cubicBezTo>
                    <a:cubicBezTo>
                      <a:pt x="53" y="17"/>
                      <a:pt x="55" y="21"/>
                      <a:pt x="55" y="25"/>
                    </a:cubicBezTo>
                    <a:cubicBezTo>
                      <a:pt x="55" y="27"/>
                      <a:pt x="55" y="28"/>
                      <a:pt x="55" y="30"/>
                    </a:cubicBezTo>
                    <a:cubicBezTo>
                      <a:pt x="55" y="35"/>
                      <a:pt x="54" y="39"/>
                      <a:pt x="51" y="44"/>
                    </a:cubicBezTo>
                    <a:cubicBezTo>
                      <a:pt x="48" y="49"/>
                      <a:pt x="45" y="52"/>
                      <a:pt x="41" y="55"/>
                    </a:cubicBezTo>
                    <a:cubicBezTo>
                      <a:pt x="37" y="57"/>
                      <a:pt x="32" y="58"/>
                      <a:pt x="27" y="58"/>
                    </a:cubicBezTo>
                    <a:cubicBezTo>
                      <a:pt x="10" y="60"/>
                      <a:pt x="1" y="48"/>
                      <a:pt x="1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Google Shape;1758;p30"/>
              <p:cNvSpPr/>
              <p:nvPr/>
            </p:nvSpPr>
            <p:spPr>
              <a:xfrm rot="-755222">
                <a:off x="10393510" y="3482502"/>
                <a:ext cx="40481" cy="105741"/>
              </a:xfrm>
              <a:custGeom>
                <a:avLst/>
                <a:gdLst/>
                <a:ahLst/>
                <a:cxnLst/>
                <a:rect l="l" t="t" r="r" b="b"/>
                <a:pathLst>
                  <a:path w="49" h="128" extrusionOk="0">
                    <a:moveTo>
                      <a:pt x="26" y="0"/>
                    </a:moveTo>
                    <a:cubicBezTo>
                      <a:pt x="26" y="14"/>
                      <a:pt x="27" y="30"/>
                      <a:pt x="48" y="17"/>
                    </a:cubicBezTo>
                    <a:cubicBezTo>
                      <a:pt x="44" y="54"/>
                      <a:pt x="25" y="85"/>
                      <a:pt x="9" y="127"/>
                    </a:cubicBezTo>
                    <a:cubicBezTo>
                      <a:pt x="1" y="78"/>
                      <a:pt x="0" y="37"/>
                      <a:pt x="2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Google Shape;1759;p30"/>
              <p:cNvSpPr/>
              <p:nvPr/>
            </p:nvSpPr>
            <p:spPr>
              <a:xfrm rot="-755222">
                <a:off x="8859452" y="3482703"/>
                <a:ext cx="85093" cy="136307"/>
              </a:xfrm>
              <a:custGeom>
                <a:avLst/>
                <a:gdLst/>
                <a:ahLst/>
                <a:cxnLst/>
                <a:rect l="l" t="t" r="r" b="b"/>
                <a:pathLst>
                  <a:path w="103" h="165" extrusionOk="0">
                    <a:moveTo>
                      <a:pt x="101" y="164"/>
                    </a:moveTo>
                    <a:cubicBezTo>
                      <a:pt x="54" y="120"/>
                      <a:pt x="29" y="62"/>
                      <a:pt x="0" y="7"/>
                    </a:cubicBezTo>
                    <a:lnTo>
                      <a:pt x="11" y="0"/>
                    </a:lnTo>
                    <a:lnTo>
                      <a:pt x="102" y="163"/>
                    </a:lnTo>
                    <a:lnTo>
                      <a:pt x="101" y="16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Google Shape;1760;p30"/>
              <p:cNvSpPr/>
              <p:nvPr/>
            </p:nvSpPr>
            <p:spPr>
              <a:xfrm rot="-755222">
                <a:off x="8163592" y="2290587"/>
                <a:ext cx="104095" cy="106567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29" extrusionOk="0">
                    <a:moveTo>
                      <a:pt x="0" y="1"/>
                    </a:moveTo>
                    <a:cubicBezTo>
                      <a:pt x="51" y="32"/>
                      <a:pt x="94" y="76"/>
                      <a:pt x="125" y="128"/>
                    </a:cubicBezTo>
                    <a:cubicBezTo>
                      <a:pt x="88" y="81"/>
                      <a:pt x="33" y="5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Google Shape;1761;p30"/>
              <p:cNvSpPr/>
              <p:nvPr/>
            </p:nvSpPr>
            <p:spPr>
              <a:xfrm rot="-755222">
                <a:off x="8180170" y="2155148"/>
                <a:ext cx="99964" cy="94176"/>
              </a:xfrm>
              <a:custGeom>
                <a:avLst/>
                <a:gdLst/>
                <a:ahLst/>
                <a:cxnLst/>
                <a:rect l="l" t="t" r="r" b="b"/>
                <a:pathLst>
                  <a:path w="121" h="114" extrusionOk="0">
                    <a:moveTo>
                      <a:pt x="0" y="0"/>
                    </a:moveTo>
                    <a:cubicBezTo>
                      <a:pt x="52" y="26"/>
                      <a:pt x="85" y="69"/>
                      <a:pt x="120" y="113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Google Shape;1762;p30"/>
              <p:cNvSpPr/>
              <p:nvPr/>
            </p:nvSpPr>
            <p:spPr>
              <a:xfrm rot="-755222">
                <a:off x="9401713" y="2997334"/>
                <a:ext cx="85919" cy="118133"/>
              </a:xfrm>
              <a:custGeom>
                <a:avLst/>
                <a:gdLst/>
                <a:ahLst/>
                <a:cxnLst/>
                <a:rect l="l" t="t" r="r" b="b"/>
                <a:pathLst>
                  <a:path w="104" h="143" extrusionOk="0">
                    <a:moveTo>
                      <a:pt x="103" y="141"/>
                    </a:moveTo>
                    <a:cubicBezTo>
                      <a:pt x="56" y="103"/>
                      <a:pt x="34" y="47"/>
                      <a:pt x="0" y="0"/>
                    </a:cubicBezTo>
                    <a:cubicBezTo>
                      <a:pt x="40" y="43"/>
                      <a:pt x="81" y="85"/>
                      <a:pt x="102" y="142"/>
                    </a:cubicBezTo>
                    <a:lnTo>
                      <a:pt x="103" y="14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Google Shape;1763;p30"/>
              <p:cNvSpPr/>
              <p:nvPr/>
            </p:nvSpPr>
            <p:spPr>
              <a:xfrm rot="-755222">
                <a:off x="9239285" y="2608189"/>
                <a:ext cx="80962" cy="101611"/>
              </a:xfrm>
              <a:custGeom>
                <a:avLst/>
                <a:gdLst/>
                <a:ahLst/>
                <a:cxnLst/>
                <a:rect l="l" t="t" r="r" b="b"/>
                <a:pathLst>
                  <a:path w="98" h="123" extrusionOk="0">
                    <a:moveTo>
                      <a:pt x="0" y="0"/>
                    </a:moveTo>
                    <a:cubicBezTo>
                      <a:pt x="35" y="29"/>
                      <a:pt x="64" y="65"/>
                      <a:pt x="87" y="104"/>
                    </a:cubicBezTo>
                    <a:cubicBezTo>
                      <a:pt x="91" y="110"/>
                      <a:pt x="94" y="116"/>
                      <a:pt x="97" y="122"/>
                    </a:cubicBezTo>
                    <a:cubicBezTo>
                      <a:pt x="59" y="87"/>
                      <a:pt x="27" y="47"/>
                      <a:pt x="1" y="3"/>
                    </a:cubicBezTo>
                    <a:cubicBezTo>
                      <a:pt x="1" y="2"/>
                      <a:pt x="0" y="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Google Shape;1764;p30"/>
              <p:cNvSpPr/>
              <p:nvPr/>
            </p:nvSpPr>
            <p:spPr>
              <a:xfrm rot="-755222">
                <a:off x="8025529" y="3147769"/>
                <a:ext cx="53700" cy="148699"/>
              </a:xfrm>
              <a:custGeom>
                <a:avLst/>
                <a:gdLst/>
                <a:ahLst/>
                <a:cxnLst/>
                <a:rect l="l" t="t" r="r" b="b"/>
                <a:pathLst>
                  <a:path w="65" h="180" extrusionOk="0">
                    <a:moveTo>
                      <a:pt x="64" y="178"/>
                    </a:moveTo>
                    <a:cubicBezTo>
                      <a:pt x="24" y="125"/>
                      <a:pt x="11" y="63"/>
                      <a:pt x="0" y="0"/>
                    </a:cubicBezTo>
                    <a:cubicBezTo>
                      <a:pt x="20" y="60"/>
                      <a:pt x="53" y="115"/>
                      <a:pt x="63" y="179"/>
                    </a:cubicBezTo>
                    <a:lnTo>
                      <a:pt x="64" y="17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Google Shape;1765;p30"/>
              <p:cNvSpPr/>
              <p:nvPr/>
            </p:nvSpPr>
            <p:spPr>
              <a:xfrm rot="-755222">
                <a:off x="8546283" y="4238408"/>
                <a:ext cx="67744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82" h="73" extrusionOk="0">
                    <a:moveTo>
                      <a:pt x="81" y="72"/>
                    </a:moveTo>
                    <a:cubicBezTo>
                      <a:pt x="61" y="69"/>
                      <a:pt x="41" y="62"/>
                      <a:pt x="24" y="52"/>
                    </a:cubicBezTo>
                    <a:cubicBezTo>
                      <a:pt x="21" y="50"/>
                      <a:pt x="18" y="48"/>
                      <a:pt x="15" y="46"/>
                    </a:cubicBezTo>
                    <a:cubicBezTo>
                      <a:pt x="14" y="46"/>
                      <a:pt x="13" y="45"/>
                      <a:pt x="13" y="45"/>
                    </a:cubicBezTo>
                    <a:cubicBezTo>
                      <a:pt x="9" y="43"/>
                      <a:pt x="5" y="39"/>
                      <a:pt x="3" y="35"/>
                    </a:cubicBezTo>
                    <a:cubicBezTo>
                      <a:pt x="1" y="31"/>
                      <a:pt x="0" y="27"/>
                      <a:pt x="0" y="22"/>
                    </a:cubicBezTo>
                    <a:cubicBezTo>
                      <a:pt x="0" y="21"/>
                      <a:pt x="0" y="20"/>
                      <a:pt x="0" y="2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0" y="16"/>
                      <a:pt x="0" y="13"/>
                      <a:pt x="2" y="10"/>
                    </a:cubicBezTo>
                    <a:cubicBezTo>
                      <a:pt x="4" y="7"/>
                      <a:pt x="6" y="5"/>
                      <a:pt x="9" y="3"/>
                    </a:cubicBezTo>
                    <a:cubicBezTo>
                      <a:pt x="9" y="3"/>
                      <a:pt x="10" y="3"/>
                      <a:pt x="11" y="3"/>
                    </a:cubicBezTo>
                    <a:cubicBezTo>
                      <a:pt x="16" y="0"/>
                      <a:pt x="23" y="1"/>
                      <a:pt x="25" y="6"/>
                    </a:cubicBezTo>
                    <a:cubicBezTo>
                      <a:pt x="35" y="30"/>
                      <a:pt x="67" y="38"/>
                      <a:pt x="81" y="7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Google Shape;1766;p30"/>
              <p:cNvSpPr/>
              <p:nvPr/>
            </p:nvSpPr>
            <p:spPr>
              <a:xfrm rot="-755222">
                <a:off x="10067602" y="3860708"/>
                <a:ext cx="79310" cy="103263"/>
              </a:xfrm>
              <a:custGeom>
                <a:avLst/>
                <a:gdLst/>
                <a:ahLst/>
                <a:cxnLst/>
                <a:rect l="l" t="t" r="r" b="b"/>
                <a:pathLst>
                  <a:path w="96" h="125" extrusionOk="0">
                    <a:moveTo>
                      <a:pt x="95" y="124"/>
                    </a:moveTo>
                    <a:lnTo>
                      <a:pt x="0" y="0"/>
                    </a:lnTo>
                    <a:cubicBezTo>
                      <a:pt x="30" y="6"/>
                      <a:pt x="57" y="36"/>
                      <a:pt x="95" y="12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Google Shape;1767;p30"/>
              <p:cNvSpPr/>
              <p:nvPr/>
            </p:nvSpPr>
            <p:spPr>
              <a:xfrm rot="-755222">
                <a:off x="8332280" y="3632254"/>
                <a:ext cx="50395" cy="70219"/>
              </a:xfrm>
              <a:custGeom>
                <a:avLst/>
                <a:gdLst/>
                <a:ahLst/>
                <a:cxnLst/>
                <a:rect l="l" t="t" r="r" b="b"/>
                <a:pathLst>
                  <a:path w="61" h="85" extrusionOk="0">
                    <a:moveTo>
                      <a:pt x="19" y="0"/>
                    </a:moveTo>
                    <a:cubicBezTo>
                      <a:pt x="23" y="0"/>
                      <a:pt x="27" y="1"/>
                      <a:pt x="31" y="3"/>
                    </a:cubicBezTo>
                    <a:cubicBezTo>
                      <a:pt x="35" y="6"/>
                      <a:pt x="38" y="9"/>
                      <a:pt x="41" y="13"/>
                    </a:cubicBezTo>
                    <a:lnTo>
                      <a:pt x="41" y="14"/>
                    </a:lnTo>
                    <a:cubicBezTo>
                      <a:pt x="48" y="30"/>
                      <a:pt x="54" y="47"/>
                      <a:pt x="59" y="64"/>
                    </a:cubicBezTo>
                    <a:cubicBezTo>
                      <a:pt x="59" y="65"/>
                      <a:pt x="60" y="67"/>
                      <a:pt x="60" y="68"/>
                    </a:cubicBezTo>
                    <a:cubicBezTo>
                      <a:pt x="60" y="71"/>
                      <a:pt x="60" y="74"/>
                      <a:pt x="58" y="76"/>
                    </a:cubicBezTo>
                    <a:cubicBezTo>
                      <a:pt x="57" y="78"/>
                      <a:pt x="55" y="80"/>
                      <a:pt x="52" y="82"/>
                    </a:cubicBezTo>
                    <a:cubicBezTo>
                      <a:pt x="50" y="84"/>
                      <a:pt x="47" y="84"/>
                      <a:pt x="44" y="84"/>
                    </a:cubicBezTo>
                    <a:cubicBezTo>
                      <a:pt x="41" y="84"/>
                      <a:pt x="39" y="84"/>
                      <a:pt x="36" y="82"/>
                    </a:cubicBezTo>
                    <a:cubicBezTo>
                      <a:pt x="34" y="80"/>
                      <a:pt x="32" y="78"/>
                      <a:pt x="31" y="76"/>
                    </a:cubicBezTo>
                    <a:cubicBezTo>
                      <a:pt x="30" y="74"/>
                      <a:pt x="29" y="73"/>
                      <a:pt x="29" y="71"/>
                    </a:cubicBezTo>
                    <a:cubicBezTo>
                      <a:pt x="29" y="68"/>
                      <a:pt x="29" y="65"/>
                      <a:pt x="29" y="62"/>
                    </a:cubicBezTo>
                    <a:cubicBezTo>
                      <a:pt x="29" y="52"/>
                      <a:pt x="27" y="43"/>
                      <a:pt x="22" y="35"/>
                    </a:cubicBezTo>
                    <a:cubicBezTo>
                      <a:pt x="18" y="28"/>
                      <a:pt x="13" y="23"/>
                      <a:pt x="8" y="18"/>
                    </a:cubicBezTo>
                    <a:cubicBezTo>
                      <a:pt x="0" y="11"/>
                      <a:pt x="9" y="0"/>
                      <a:pt x="1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Google Shape;1768;p30"/>
              <p:cNvSpPr/>
              <p:nvPr/>
            </p:nvSpPr>
            <p:spPr>
              <a:xfrm rot="-755222">
                <a:off x="8765785" y="3032363"/>
                <a:ext cx="101616" cy="97480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18" extrusionOk="0">
                    <a:moveTo>
                      <a:pt x="0" y="2"/>
                    </a:moveTo>
                    <a:cubicBezTo>
                      <a:pt x="45" y="32"/>
                      <a:pt x="74" y="81"/>
                      <a:pt x="122" y="117"/>
                    </a:cubicBezTo>
                    <a:cubicBezTo>
                      <a:pt x="115" y="113"/>
                      <a:pt x="107" y="109"/>
                      <a:pt x="100" y="105"/>
                    </a:cubicBezTo>
                    <a:cubicBezTo>
                      <a:pt x="62" y="83"/>
                      <a:pt x="30" y="51"/>
                      <a:pt x="8" y="13"/>
                    </a:cubicBezTo>
                    <a:cubicBezTo>
                      <a:pt x="6" y="9"/>
                      <a:pt x="3" y="5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Google Shape;1769;p30"/>
              <p:cNvSpPr/>
              <p:nvPr/>
            </p:nvSpPr>
            <p:spPr>
              <a:xfrm rot="-755222">
                <a:off x="9928130" y="3417946"/>
                <a:ext cx="90876" cy="79306"/>
              </a:xfrm>
              <a:custGeom>
                <a:avLst/>
                <a:gdLst/>
                <a:ahLst/>
                <a:cxnLst/>
                <a:rect l="l" t="t" r="r" b="b"/>
                <a:pathLst>
                  <a:path w="110" h="96" extrusionOk="0">
                    <a:moveTo>
                      <a:pt x="109" y="95"/>
                    </a:moveTo>
                    <a:cubicBezTo>
                      <a:pt x="68" y="70"/>
                      <a:pt x="31" y="38"/>
                      <a:pt x="0" y="0"/>
                    </a:cubicBezTo>
                    <a:cubicBezTo>
                      <a:pt x="2" y="1"/>
                      <a:pt x="3" y="2"/>
                      <a:pt x="5" y="3"/>
                    </a:cubicBezTo>
                    <a:cubicBezTo>
                      <a:pt x="45" y="27"/>
                      <a:pt x="81" y="58"/>
                      <a:pt x="109" y="9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Google Shape;1770;p30"/>
              <p:cNvSpPr/>
              <p:nvPr/>
            </p:nvSpPr>
            <p:spPr>
              <a:xfrm rot="-755222">
                <a:off x="9379226" y="4286791"/>
                <a:ext cx="38003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46" h="70" extrusionOk="0">
                    <a:moveTo>
                      <a:pt x="29" y="69"/>
                    </a:moveTo>
                    <a:cubicBezTo>
                      <a:pt x="25" y="68"/>
                      <a:pt x="22" y="67"/>
                      <a:pt x="19" y="65"/>
                    </a:cubicBezTo>
                    <a:cubicBezTo>
                      <a:pt x="13" y="62"/>
                      <a:pt x="8" y="57"/>
                      <a:pt x="5" y="51"/>
                    </a:cubicBezTo>
                    <a:cubicBezTo>
                      <a:pt x="2" y="45"/>
                      <a:pt x="0" y="39"/>
                      <a:pt x="0" y="32"/>
                    </a:cubicBezTo>
                    <a:cubicBezTo>
                      <a:pt x="0" y="25"/>
                      <a:pt x="2" y="19"/>
                      <a:pt x="5" y="13"/>
                    </a:cubicBezTo>
                    <a:cubicBezTo>
                      <a:pt x="6" y="12"/>
                      <a:pt x="6" y="11"/>
                      <a:pt x="7" y="10"/>
                    </a:cubicBezTo>
                    <a:cubicBezTo>
                      <a:pt x="8" y="7"/>
                      <a:pt x="10" y="5"/>
                      <a:pt x="13" y="3"/>
                    </a:cubicBezTo>
                    <a:cubicBezTo>
                      <a:pt x="16" y="1"/>
                      <a:pt x="19" y="0"/>
                      <a:pt x="23" y="0"/>
                    </a:cubicBezTo>
                    <a:cubicBezTo>
                      <a:pt x="24" y="0"/>
                      <a:pt x="26" y="1"/>
                      <a:pt x="27" y="1"/>
                    </a:cubicBezTo>
                    <a:cubicBezTo>
                      <a:pt x="37" y="4"/>
                      <a:pt x="45" y="11"/>
                      <a:pt x="43" y="21"/>
                    </a:cubicBezTo>
                    <a:cubicBezTo>
                      <a:pt x="42" y="38"/>
                      <a:pt x="37" y="54"/>
                      <a:pt x="29" y="6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Google Shape;1771;p30"/>
              <p:cNvSpPr/>
              <p:nvPr/>
            </p:nvSpPr>
            <p:spPr>
              <a:xfrm rot="-755222">
                <a:off x="9723242" y="3429360"/>
                <a:ext cx="88398" cy="86741"/>
              </a:xfrm>
              <a:custGeom>
                <a:avLst/>
                <a:gdLst/>
                <a:ahLst/>
                <a:cxnLst/>
                <a:rect l="l" t="t" r="r" b="b"/>
                <a:pathLst>
                  <a:path w="107" h="105" extrusionOk="0">
                    <a:moveTo>
                      <a:pt x="106" y="104"/>
                    </a:moveTo>
                    <a:lnTo>
                      <a:pt x="0" y="0"/>
                    </a:lnTo>
                    <a:cubicBezTo>
                      <a:pt x="31" y="11"/>
                      <a:pt x="73" y="52"/>
                      <a:pt x="106" y="10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Google Shape;1772;p30"/>
              <p:cNvSpPr/>
              <p:nvPr/>
            </p:nvSpPr>
            <p:spPr>
              <a:xfrm rot="-755222">
                <a:off x="9391668" y="3923092"/>
                <a:ext cx="28089" cy="147047"/>
              </a:xfrm>
              <a:custGeom>
                <a:avLst/>
                <a:gdLst/>
                <a:ahLst/>
                <a:cxnLst/>
                <a:rect l="l" t="t" r="r" b="b"/>
                <a:pathLst>
                  <a:path w="34" h="178" extrusionOk="0">
                    <a:moveTo>
                      <a:pt x="3" y="177"/>
                    </a:moveTo>
                    <a:cubicBezTo>
                      <a:pt x="1" y="164"/>
                      <a:pt x="0" y="151"/>
                      <a:pt x="0" y="137"/>
                    </a:cubicBezTo>
                    <a:cubicBezTo>
                      <a:pt x="0" y="119"/>
                      <a:pt x="2" y="102"/>
                      <a:pt x="5" y="84"/>
                    </a:cubicBezTo>
                    <a:cubicBezTo>
                      <a:pt x="9" y="58"/>
                      <a:pt x="5" y="28"/>
                      <a:pt x="10" y="0"/>
                    </a:cubicBezTo>
                    <a:cubicBezTo>
                      <a:pt x="33" y="61"/>
                      <a:pt x="3" y="119"/>
                      <a:pt x="3" y="17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Google Shape;1773;p30"/>
              <p:cNvSpPr/>
              <p:nvPr/>
            </p:nvSpPr>
            <p:spPr>
              <a:xfrm rot="-755222">
                <a:off x="7680234" y="2028728"/>
                <a:ext cx="111530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135" h="55" extrusionOk="0">
                    <a:moveTo>
                      <a:pt x="5" y="0"/>
                    </a:moveTo>
                    <a:lnTo>
                      <a:pt x="134" y="54"/>
                    </a:lnTo>
                    <a:cubicBezTo>
                      <a:pt x="91" y="53"/>
                      <a:pt x="50" y="40"/>
                      <a:pt x="13" y="20"/>
                    </a:cubicBezTo>
                    <a:cubicBezTo>
                      <a:pt x="8" y="17"/>
                      <a:pt x="4" y="15"/>
                      <a:pt x="0" y="12"/>
                    </a:cubicBezTo>
                    <a:lnTo>
                      <a:pt x="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Google Shape;1774;p30"/>
              <p:cNvSpPr/>
              <p:nvPr/>
            </p:nvSpPr>
            <p:spPr>
              <a:xfrm rot="-755222">
                <a:off x="9313402" y="3488529"/>
                <a:ext cx="76832" cy="104915"/>
              </a:xfrm>
              <a:custGeom>
                <a:avLst/>
                <a:gdLst/>
                <a:ahLst/>
                <a:cxnLst/>
                <a:rect l="l" t="t" r="r" b="b"/>
                <a:pathLst>
                  <a:path w="93" h="127" extrusionOk="0">
                    <a:moveTo>
                      <a:pt x="92" y="125"/>
                    </a:moveTo>
                    <a:cubicBezTo>
                      <a:pt x="48" y="96"/>
                      <a:pt x="27" y="50"/>
                      <a:pt x="0" y="0"/>
                    </a:cubicBezTo>
                    <a:cubicBezTo>
                      <a:pt x="29" y="26"/>
                      <a:pt x="54" y="57"/>
                      <a:pt x="73" y="91"/>
                    </a:cubicBezTo>
                    <a:cubicBezTo>
                      <a:pt x="80" y="102"/>
                      <a:pt x="86" y="114"/>
                      <a:pt x="91" y="126"/>
                    </a:cubicBezTo>
                    <a:lnTo>
                      <a:pt x="92" y="12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Google Shape;1775;p30"/>
              <p:cNvSpPr/>
              <p:nvPr/>
            </p:nvSpPr>
            <p:spPr>
              <a:xfrm rot="-755222">
                <a:off x="8040737" y="2351279"/>
                <a:ext cx="79310" cy="108220"/>
              </a:xfrm>
              <a:custGeom>
                <a:avLst/>
                <a:gdLst/>
                <a:ahLst/>
                <a:cxnLst/>
                <a:rect l="l" t="t" r="r" b="b"/>
                <a:pathLst>
                  <a:path w="96" h="131" extrusionOk="0">
                    <a:moveTo>
                      <a:pt x="95" y="129"/>
                    </a:moveTo>
                    <a:cubicBezTo>
                      <a:pt x="51" y="99"/>
                      <a:pt x="31" y="53"/>
                      <a:pt x="0" y="0"/>
                    </a:cubicBezTo>
                    <a:cubicBezTo>
                      <a:pt x="30" y="29"/>
                      <a:pt x="56" y="62"/>
                      <a:pt x="77" y="98"/>
                    </a:cubicBezTo>
                    <a:cubicBezTo>
                      <a:pt x="83" y="108"/>
                      <a:pt x="89" y="119"/>
                      <a:pt x="94" y="130"/>
                    </a:cubicBezTo>
                    <a:lnTo>
                      <a:pt x="95" y="1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Google Shape;1776;p30"/>
              <p:cNvSpPr/>
              <p:nvPr/>
            </p:nvSpPr>
            <p:spPr>
              <a:xfrm rot="-755222">
                <a:off x="10050473" y="3481829"/>
                <a:ext cx="94181" cy="91698"/>
              </a:xfrm>
              <a:custGeom>
                <a:avLst/>
                <a:gdLst/>
                <a:ahLst/>
                <a:cxnLst/>
                <a:rect l="l" t="t" r="r" b="b"/>
                <a:pathLst>
                  <a:path w="114" h="111" extrusionOk="0">
                    <a:moveTo>
                      <a:pt x="113" y="110"/>
                    </a:moveTo>
                    <a:lnTo>
                      <a:pt x="0" y="0"/>
                    </a:lnTo>
                    <a:cubicBezTo>
                      <a:pt x="44" y="29"/>
                      <a:pt x="82" y="67"/>
                      <a:pt x="113" y="11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Google Shape;1777;p30"/>
              <p:cNvSpPr/>
              <p:nvPr/>
            </p:nvSpPr>
            <p:spPr>
              <a:xfrm rot="-755222">
                <a:off x="8795205" y="4192326"/>
                <a:ext cx="4130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50" h="51" extrusionOk="0">
                    <a:moveTo>
                      <a:pt x="21" y="49"/>
                    </a:moveTo>
                    <a:cubicBezTo>
                      <a:pt x="18" y="49"/>
                      <a:pt x="15" y="48"/>
                      <a:pt x="12" y="46"/>
                    </a:cubicBezTo>
                    <a:cubicBezTo>
                      <a:pt x="8" y="44"/>
                      <a:pt x="5" y="41"/>
                      <a:pt x="3" y="37"/>
                    </a:cubicBezTo>
                    <a:cubicBezTo>
                      <a:pt x="1" y="33"/>
                      <a:pt x="0" y="29"/>
                      <a:pt x="0" y="25"/>
                    </a:cubicBezTo>
                    <a:cubicBezTo>
                      <a:pt x="0" y="20"/>
                      <a:pt x="1" y="16"/>
                      <a:pt x="3" y="12"/>
                    </a:cubicBezTo>
                    <a:cubicBezTo>
                      <a:pt x="5" y="8"/>
                      <a:pt x="8" y="5"/>
                      <a:pt x="12" y="3"/>
                    </a:cubicBezTo>
                    <a:cubicBezTo>
                      <a:pt x="16" y="1"/>
                      <a:pt x="20" y="0"/>
                      <a:pt x="24" y="0"/>
                    </a:cubicBezTo>
                    <a:cubicBezTo>
                      <a:pt x="25" y="0"/>
                      <a:pt x="26" y="0"/>
                      <a:pt x="26" y="0"/>
                    </a:cubicBezTo>
                    <a:cubicBezTo>
                      <a:pt x="30" y="0"/>
                      <a:pt x="34" y="1"/>
                      <a:pt x="37" y="3"/>
                    </a:cubicBezTo>
                    <a:cubicBezTo>
                      <a:pt x="41" y="5"/>
                      <a:pt x="44" y="8"/>
                      <a:pt x="46" y="11"/>
                    </a:cubicBezTo>
                    <a:cubicBezTo>
                      <a:pt x="48" y="14"/>
                      <a:pt x="49" y="18"/>
                      <a:pt x="49" y="22"/>
                    </a:cubicBezTo>
                    <a:cubicBezTo>
                      <a:pt x="49" y="24"/>
                      <a:pt x="48" y="25"/>
                      <a:pt x="48" y="26"/>
                    </a:cubicBezTo>
                    <a:cubicBezTo>
                      <a:pt x="48" y="30"/>
                      <a:pt x="47" y="34"/>
                      <a:pt x="45" y="37"/>
                    </a:cubicBezTo>
                    <a:cubicBezTo>
                      <a:pt x="43" y="41"/>
                      <a:pt x="40" y="44"/>
                      <a:pt x="36" y="46"/>
                    </a:cubicBezTo>
                    <a:cubicBezTo>
                      <a:pt x="32" y="48"/>
                      <a:pt x="28" y="50"/>
                      <a:pt x="24" y="50"/>
                    </a:cubicBezTo>
                    <a:cubicBezTo>
                      <a:pt x="23" y="50"/>
                      <a:pt x="22" y="50"/>
                      <a:pt x="21" y="4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Google Shape;1778;p30"/>
              <p:cNvSpPr/>
              <p:nvPr/>
            </p:nvSpPr>
            <p:spPr>
              <a:xfrm rot="-755222">
                <a:off x="9021644" y="3842851"/>
                <a:ext cx="50395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61" h="56" extrusionOk="0">
                    <a:moveTo>
                      <a:pt x="15" y="0"/>
                    </a:moveTo>
                    <a:cubicBezTo>
                      <a:pt x="17" y="1"/>
                      <a:pt x="20" y="3"/>
                      <a:pt x="23" y="4"/>
                    </a:cubicBezTo>
                    <a:cubicBezTo>
                      <a:pt x="37" y="12"/>
                      <a:pt x="49" y="24"/>
                      <a:pt x="56" y="37"/>
                    </a:cubicBezTo>
                    <a:cubicBezTo>
                      <a:pt x="58" y="40"/>
                      <a:pt x="59" y="42"/>
                      <a:pt x="60" y="45"/>
                    </a:cubicBezTo>
                    <a:cubicBezTo>
                      <a:pt x="60" y="48"/>
                      <a:pt x="58" y="53"/>
                      <a:pt x="56" y="54"/>
                    </a:cubicBezTo>
                    <a:cubicBezTo>
                      <a:pt x="52" y="55"/>
                      <a:pt x="48" y="55"/>
                      <a:pt x="44" y="55"/>
                    </a:cubicBezTo>
                    <a:cubicBezTo>
                      <a:pt x="36" y="55"/>
                      <a:pt x="27" y="53"/>
                      <a:pt x="20" y="49"/>
                    </a:cubicBezTo>
                    <a:cubicBezTo>
                      <a:pt x="17" y="47"/>
                      <a:pt x="14" y="45"/>
                      <a:pt x="12" y="43"/>
                    </a:cubicBezTo>
                    <a:cubicBezTo>
                      <a:pt x="8" y="41"/>
                      <a:pt x="5" y="38"/>
                      <a:pt x="3" y="34"/>
                    </a:cubicBezTo>
                    <a:cubicBezTo>
                      <a:pt x="1" y="30"/>
                      <a:pt x="0" y="27"/>
                      <a:pt x="0" y="23"/>
                    </a:cubicBezTo>
                    <a:cubicBezTo>
                      <a:pt x="0" y="19"/>
                      <a:pt x="1" y="15"/>
                      <a:pt x="3" y="11"/>
                    </a:cubicBezTo>
                    <a:cubicBezTo>
                      <a:pt x="3" y="11"/>
                      <a:pt x="4" y="11"/>
                      <a:pt x="4" y="10"/>
                    </a:cubicBezTo>
                    <a:cubicBezTo>
                      <a:pt x="6" y="5"/>
                      <a:pt x="12" y="2"/>
                      <a:pt x="1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Google Shape;1779;p30"/>
              <p:cNvSpPr/>
              <p:nvPr/>
            </p:nvSpPr>
            <p:spPr>
              <a:xfrm rot="-755222">
                <a:off x="9413330" y="2835733"/>
                <a:ext cx="81789" cy="90872"/>
              </a:xfrm>
              <a:custGeom>
                <a:avLst/>
                <a:gdLst/>
                <a:ahLst/>
                <a:cxnLst/>
                <a:rect l="l" t="t" r="r" b="b"/>
                <a:pathLst>
                  <a:path w="99" h="110" extrusionOk="0">
                    <a:moveTo>
                      <a:pt x="97" y="109"/>
                    </a:moveTo>
                    <a:cubicBezTo>
                      <a:pt x="56" y="81"/>
                      <a:pt x="38" y="32"/>
                      <a:pt x="0" y="0"/>
                    </a:cubicBezTo>
                    <a:cubicBezTo>
                      <a:pt x="36" y="11"/>
                      <a:pt x="71" y="50"/>
                      <a:pt x="98" y="108"/>
                    </a:cubicBezTo>
                    <a:lnTo>
                      <a:pt x="97" y="10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Google Shape;1780;p30"/>
              <p:cNvSpPr/>
              <p:nvPr/>
            </p:nvSpPr>
            <p:spPr>
              <a:xfrm rot="-755222">
                <a:off x="8213859" y="2210457"/>
                <a:ext cx="81789" cy="82610"/>
              </a:xfrm>
              <a:custGeom>
                <a:avLst/>
                <a:gdLst/>
                <a:ahLst/>
                <a:cxnLst/>
                <a:rect l="l" t="t" r="r" b="b"/>
                <a:pathLst>
                  <a:path w="99" h="100" extrusionOk="0">
                    <a:moveTo>
                      <a:pt x="0" y="0"/>
                    </a:moveTo>
                    <a:cubicBezTo>
                      <a:pt x="40" y="26"/>
                      <a:pt x="73" y="59"/>
                      <a:pt x="98" y="99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Google Shape;1781;p30"/>
              <p:cNvSpPr/>
              <p:nvPr/>
            </p:nvSpPr>
            <p:spPr>
              <a:xfrm rot="-755222">
                <a:off x="7678424" y="1945679"/>
                <a:ext cx="97485" cy="14870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8" extrusionOk="0">
                    <a:moveTo>
                      <a:pt x="0" y="15"/>
                    </a:moveTo>
                    <a:cubicBezTo>
                      <a:pt x="18" y="5"/>
                      <a:pt x="38" y="0"/>
                      <a:pt x="59" y="0"/>
                    </a:cubicBezTo>
                    <a:cubicBezTo>
                      <a:pt x="79" y="0"/>
                      <a:pt x="99" y="5"/>
                      <a:pt x="117" y="15"/>
                    </a:cubicBezTo>
                    <a:cubicBezTo>
                      <a:pt x="77" y="13"/>
                      <a:pt x="39" y="17"/>
                      <a:pt x="0" y="1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Google Shape;1782;p30"/>
              <p:cNvSpPr/>
              <p:nvPr/>
            </p:nvSpPr>
            <p:spPr>
              <a:xfrm rot="-755222">
                <a:off x="8981187" y="4197764"/>
                <a:ext cx="52873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64" h="52" extrusionOk="0">
                    <a:moveTo>
                      <a:pt x="20" y="51"/>
                    </a:moveTo>
                    <a:cubicBezTo>
                      <a:pt x="16" y="51"/>
                      <a:pt x="6" y="51"/>
                      <a:pt x="3" y="40"/>
                    </a:cubicBezTo>
                    <a:cubicBezTo>
                      <a:pt x="0" y="29"/>
                      <a:pt x="9" y="24"/>
                      <a:pt x="17" y="20"/>
                    </a:cubicBezTo>
                    <a:cubicBezTo>
                      <a:pt x="30" y="15"/>
                      <a:pt x="41" y="0"/>
                      <a:pt x="57" y="13"/>
                    </a:cubicBezTo>
                    <a:cubicBezTo>
                      <a:pt x="59" y="14"/>
                      <a:pt x="59" y="16"/>
                      <a:pt x="61" y="18"/>
                    </a:cubicBezTo>
                    <a:cubicBezTo>
                      <a:pt x="62" y="20"/>
                      <a:pt x="63" y="23"/>
                      <a:pt x="63" y="26"/>
                    </a:cubicBezTo>
                    <a:cubicBezTo>
                      <a:pt x="63" y="28"/>
                      <a:pt x="63" y="30"/>
                      <a:pt x="62" y="32"/>
                    </a:cubicBezTo>
                    <a:cubicBezTo>
                      <a:pt x="55" y="47"/>
                      <a:pt x="40" y="50"/>
                      <a:pt x="20" y="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Google Shape;1783;p30"/>
              <p:cNvSpPr/>
              <p:nvPr/>
            </p:nvSpPr>
            <p:spPr>
              <a:xfrm rot="-755222">
                <a:off x="8892510" y="3893143"/>
                <a:ext cx="47917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58" h="58" extrusionOk="0">
                    <a:moveTo>
                      <a:pt x="54" y="55"/>
                    </a:moveTo>
                    <a:cubicBezTo>
                      <a:pt x="51" y="56"/>
                      <a:pt x="48" y="57"/>
                      <a:pt x="45" y="57"/>
                    </a:cubicBezTo>
                    <a:cubicBezTo>
                      <a:pt x="40" y="57"/>
                      <a:pt x="35" y="55"/>
                      <a:pt x="30" y="53"/>
                    </a:cubicBezTo>
                    <a:cubicBezTo>
                      <a:pt x="27" y="51"/>
                      <a:pt x="24" y="48"/>
                      <a:pt x="22" y="46"/>
                    </a:cubicBezTo>
                    <a:cubicBezTo>
                      <a:pt x="10" y="36"/>
                      <a:pt x="0" y="25"/>
                      <a:pt x="6" y="9"/>
                    </a:cubicBezTo>
                    <a:lnTo>
                      <a:pt x="6" y="8"/>
                    </a:lnTo>
                    <a:cubicBezTo>
                      <a:pt x="8" y="6"/>
                      <a:pt x="10" y="4"/>
                      <a:pt x="12" y="2"/>
                    </a:cubicBezTo>
                    <a:cubicBezTo>
                      <a:pt x="14" y="1"/>
                      <a:pt x="16" y="1"/>
                      <a:pt x="18" y="0"/>
                    </a:cubicBezTo>
                    <a:cubicBezTo>
                      <a:pt x="34" y="0"/>
                      <a:pt x="33" y="16"/>
                      <a:pt x="40" y="27"/>
                    </a:cubicBezTo>
                    <a:cubicBezTo>
                      <a:pt x="46" y="38"/>
                      <a:pt x="57" y="41"/>
                      <a:pt x="54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Google Shape;1784;p30"/>
              <p:cNvSpPr/>
              <p:nvPr/>
            </p:nvSpPr>
            <p:spPr>
              <a:xfrm rot="-755222">
                <a:off x="9040458" y="3271175"/>
                <a:ext cx="80962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98" h="107" extrusionOk="0">
                    <a:moveTo>
                      <a:pt x="4" y="0"/>
                    </a:moveTo>
                    <a:cubicBezTo>
                      <a:pt x="41" y="30"/>
                      <a:pt x="72" y="66"/>
                      <a:pt x="97" y="106"/>
                    </a:cubicBezTo>
                    <a:cubicBezTo>
                      <a:pt x="58" y="78"/>
                      <a:pt x="25" y="43"/>
                      <a:pt x="0" y="2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Google Shape;1785;p30"/>
              <p:cNvSpPr/>
              <p:nvPr/>
            </p:nvSpPr>
            <p:spPr>
              <a:xfrm rot="-755222">
                <a:off x="7833061" y="2086120"/>
                <a:ext cx="76006" cy="75176"/>
              </a:xfrm>
              <a:custGeom>
                <a:avLst/>
                <a:gdLst/>
                <a:ahLst/>
                <a:cxnLst/>
                <a:rect l="l" t="t" r="r" b="b"/>
                <a:pathLst>
                  <a:path w="92" h="91" extrusionOk="0">
                    <a:moveTo>
                      <a:pt x="88" y="90"/>
                    </a:moveTo>
                    <a:lnTo>
                      <a:pt x="74" y="79"/>
                    </a:lnTo>
                    <a:cubicBezTo>
                      <a:pt x="57" y="67"/>
                      <a:pt x="44" y="49"/>
                      <a:pt x="22" y="45"/>
                    </a:cubicBezTo>
                    <a:lnTo>
                      <a:pt x="24" y="47"/>
                    </a:lnTo>
                    <a:cubicBezTo>
                      <a:pt x="26" y="30"/>
                      <a:pt x="0" y="25"/>
                      <a:pt x="7" y="0"/>
                    </a:cubicBezTo>
                    <a:lnTo>
                      <a:pt x="91" y="76"/>
                    </a:lnTo>
                    <a:lnTo>
                      <a:pt x="88" y="9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Google Shape;1786;p30"/>
              <p:cNvSpPr/>
              <p:nvPr/>
            </p:nvSpPr>
            <p:spPr>
              <a:xfrm rot="-755222">
                <a:off x="10016904" y="3648948"/>
                <a:ext cx="90050" cy="9417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14" extrusionOk="0">
                    <a:moveTo>
                      <a:pt x="105" y="113"/>
                    </a:moveTo>
                    <a:cubicBezTo>
                      <a:pt x="67" y="79"/>
                      <a:pt x="32" y="41"/>
                      <a:pt x="0" y="0"/>
                    </a:cubicBezTo>
                    <a:cubicBezTo>
                      <a:pt x="2" y="1"/>
                      <a:pt x="3" y="2"/>
                      <a:pt x="4" y="3"/>
                    </a:cubicBezTo>
                    <a:cubicBezTo>
                      <a:pt x="46" y="27"/>
                      <a:pt x="81" y="61"/>
                      <a:pt x="104" y="102"/>
                    </a:cubicBezTo>
                    <a:cubicBezTo>
                      <a:pt x="106" y="105"/>
                      <a:pt x="107" y="107"/>
                      <a:pt x="108" y="110"/>
                    </a:cubicBezTo>
                    <a:lnTo>
                      <a:pt x="105" y="11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Google Shape;1787;p30"/>
              <p:cNvSpPr/>
              <p:nvPr/>
            </p:nvSpPr>
            <p:spPr>
              <a:xfrm rot="-755222">
                <a:off x="9198644" y="3639030"/>
                <a:ext cx="78484" cy="87567"/>
              </a:xfrm>
              <a:custGeom>
                <a:avLst/>
                <a:gdLst/>
                <a:ahLst/>
                <a:cxnLst/>
                <a:rect l="l" t="t" r="r" b="b"/>
                <a:pathLst>
                  <a:path w="95" h="106" extrusionOk="0">
                    <a:moveTo>
                      <a:pt x="0" y="0"/>
                    </a:moveTo>
                    <a:cubicBezTo>
                      <a:pt x="38" y="28"/>
                      <a:pt x="70" y="64"/>
                      <a:pt x="94" y="105"/>
                    </a:cubicBezTo>
                    <a:cubicBezTo>
                      <a:pt x="58" y="74"/>
                      <a:pt x="19" y="4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Google Shape;1788;p30"/>
              <p:cNvSpPr/>
              <p:nvPr/>
            </p:nvSpPr>
            <p:spPr>
              <a:xfrm rot="-755222">
                <a:off x="8445714" y="3918928"/>
                <a:ext cx="51221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62" h="61" extrusionOk="0">
                    <a:moveTo>
                      <a:pt x="61" y="57"/>
                    </a:moveTo>
                    <a:cubicBezTo>
                      <a:pt x="55" y="59"/>
                      <a:pt x="48" y="60"/>
                      <a:pt x="42" y="60"/>
                    </a:cubicBezTo>
                    <a:cubicBezTo>
                      <a:pt x="34" y="60"/>
                      <a:pt x="25" y="57"/>
                      <a:pt x="18" y="54"/>
                    </a:cubicBezTo>
                    <a:cubicBezTo>
                      <a:pt x="14" y="51"/>
                      <a:pt x="11" y="49"/>
                      <a:pt x="8" y="46"/>
                    </a:cubicBezTo>
                    <a:cubicBezTo>
                      <a:pt x="6" y="44"/>
                      <a:pt x="5" y="43"/>
                      <a:pt x="3" y="41"/>
                    </a:cubicBezTo>
                    <a:cubicBezTo>
                      <a:pt x="1" y="37"/>
                      <a:pt x="0" y="33"/>
                      <a:pt x="0" y="29"/>
                    </a:cubicBezTo>
                    <a:cubicBezTo>
                      <a:pt x="0" y="25"/>
                      <a:pt x="1" y="21"/>
                      <a:pt x="3" y="18"/>
                    </a:cubicBezTo>
                    <a:cubicBezTo>
                      <a:pt x="5" y="14"/>
                      <a:pt x="8" y="12"/>
                      <a:pt x="12" y="10"/>
                    </a:cubicBezTo>
                    <a:lnTo>
                      <a:pt x="13" y="9"/>
                    </a:lnTo>
                    <a:cubicBezTo>
                      <a:pt x="26" y="0"/>
                      <a:pt x="33" y="9"/>
                      <a:pt x="34" y="22"/>
                    </a:cubicBezTo>
                    <a:cubicBezTo>
                      <a:pt x="35" y="39"/>
                      <a:pt x="57" y="38"/>
                      <a:pt x="61" y="5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Google Shape;1789;p30"/>
              <p:cNvSpPr/>
              <p:nvPr/>
            </p:nvSpPr>
            <p:spPr>
              <a:xfrm rot="-755222">
                <a:off x="8405450" y="2449108"/>
                <a:ext cx="77658" cy="78480"/>
              </a:xfrm>
              <a:custGeom>
                <a:avLst/>
                <a:gdLst/>
                <a:ahLst/>
                <a:cxnLst/>
                <a:rect l="l" t="t" r="r" b="b"/>
                <a:pathLst>
                  <a:path w="94" h="95" extrusionOk="0">
                    <a:moveTo>
                      <a:pt x="58" y="38"/>
                    </a:moveTo>
                    <a:cubicBezTo>
                      <a:pt x="67" y="58"/>
                      <a:pt x="93" y="68"/>
                      <a:pt x="93" y="94"/>
                    </a:cubicBezTo>
                    <a:cubicBezTo>
                      <a:pt x="58" y="74"/>
                      <a:pt x="37" y="40"/>
                      <a:pt x="9" y="13"/>
                    </a:cubicBezTo>
                    <a:cubicBezTo>
                      <a:pt x="0" y="4"/>
                      <a:pt x="16" y="1"/>
                      <a:pt x="24" y="0"/>
                    </a:cubicBezTo>
                    <a:lnTo>
                      <a:pt x="58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Google Shape;1790;p30"/>
              <p:cNvSpPr/>
              <p:nvPr/>
            </p:nvSpPr>
            <p:spPr>
              <a:xfrm rot="-755222">
                <a:off x="8743309" y="3931957"/>
                <a:ext cx="43786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53" h="54" extrusionOk="0">
                    <a:moveTo>
                      <a:pt x="10" y="53"/>
                    </a:moveTo>
                    <a:cubicBezTo>
                      <a:pt x="5" y="51"/>
                      <a:pt x="0" y="49"/>
                      <a:pt x="0" y="43"/>
                    </a:cubicBezTo>
                    <a:cubicBezTo>
                      <a:pt x="0" y="29"/>
                      <a:pt x="25" y="0"/>
                      <a:pt x="36" y="0"/>
                    </a:cubicBezTo>
                    <a:lnTo>
                      <a:pt x="37" y="0"/>
                    </a:lnTo>
                    <a:cubicBezTo>
                      <a:pt x="39" y="0"/>
                      <a:pt x="41" y="0"/>
                      <a:pt x="44" y="2"/>
                    </a:cubicBezTo>
                    <a:cubicBezTo>
                      <a:pt x="47" y="4"/>
                      <a:pt x="49" y="6"/>
                      <a:pt x="50" y="8"/>
                    </a:cubicBezTo>
                    <a:cubicBezTo>
                      <a:pt x="51" y="10"/>
                      <a:pt x="52" y="13"/>
                      <a:pt x="52" y="16"/>
                    </a:cubicBezTo>
                    <a:cubicBezTo>
                      <a:pt x="52" y="17"/>
                      <a:pt x="52" y="17"/>
                      <a:pt x="52" y="18"/>
                    </a:cubicBezTo>
                    <a:cubicBezTo>
                      <a:pt x="51" y="22"/>
                      <a:pt x="49" y="26"/>
                      <a:pt x="47" y="30"/>
                    </a:cubicBezTo>
                    <a:cubicBezTo>
                      <a:pt x="43" y="37"/>
                      <a:pt x="37" y="43"/>
                      <a:pt x="30" y="47"/>
                    </a:cubicBezTo>
                    <a:cubicBezTo>
                      <a:pt x="24" y="51"/>
                      <a:pt x="17" y="53"/>
                      <a:pt x="10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Google Shape;1791;p30"/>
              <p:cNvSpPr/>
              <p:nvPr/>
            </p:nvSpPr>
            <p:spPr>
              <a:xfrm rot="-755222">
                <a:off x="8867026" y="4259896"/>
                <a:ext cx="35524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43" h="52" extrusionOk="0">
                    <a:moveTo>
                      <a:pt x="41" y="31"/>
                    </a:moveTo>
                    <a:cubicBezTo>
                      <a:pt x="41" y="38"/>
                      <a:pt x="42" y="50"/>
                      <a:pt x="30" y="51"/>
                    </a:cubicBezTo>
                    <a:cubicBezTo>
                      <a:pt x="29" y="51"/>
                      <a:pt x="29" y="51"/>
                      <a:pt x="28" y="51"/>
                    </a:cubicBezTo>
                    <a:cubicBezTo>
                      <a:pt x="23" y="51"/>
                      <a:pt x="18" y="50"/>
                      <a:pt x="14" y="47"/>
                    </a:cubicBezTo>
                    <a:cubicBezTo>
                      <a:pt x="10" y="45"/>
                      <a:pt x="7" y="41"/>
                      <a:pt x="4" y="37"/>
                    </a:cubicBezTo>
                    <a:cubicBezTo>
                      <a:pt x="2" y="34"/>
                      <a:pt x="1" y="30"/>
                      <a:pt x="0" y="26"/>
                    </a:cubicBezTo>
                    <a:cubicBezTo>
                      <a:pt x="0" y="24"/>
                      <a:pt x="0" y="23"/>
                      <a:pt x="0" y="22"/>
                    </a:cubicBezTo>
                    <a:cubicBezTo>
                      <a:pt x="0" y="18"/>
                      <a:pt x="1" y="15"/>
                      <a:pt x="3" y="12"/>
                    </a:cubicBezTo>
                    <a:cubicBezTo>
                      <a:pt x="5" y="9"/>
                      <a:pt x="7" y="7"/>
                      <a:pt x="10" y="5"/>
                    </a:cubicBezTo>
                    <a:cubicBezTo>
                      <a:pt x="12" y="4"/>
                      <a:pt x="15" y="3"/>
                      <a:pt x="17" y="2"/>
                    </a:cubicBezTo>
                    <a:cubicBezTo>
                      <a:pt x="36" y="0"/>
                      <a:pt x="41" y="14"/>
                      <a:pt x="41" y="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Google Shape;1792;p30"/>
              <p:cNvSpPr/>
              <p:nvPr/>
            </p:nvSpPr>
            <p:spPr>
              <a:xfrm rot="-755222">
                <a:off x="8820217" y="3951995"/>
                <a:ext cx="50395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61" h="40" extrusionOk="0">
                    <a:moveTo>
                      <a:pt x="60" y="30"/>
                    </a:moveTo>
                    <a:cubicBezTo>
                      <a:pt x="59" y="31"/>
                      <a:pt x="57" y="32"/>
                      <a:pt x="55" y="33"/>
                    </a:cubicBezTo>
                    <a:cubicBezTo>
                      <a:pt x="48" y="37"/>
                      <a:pt x="40" y="39"/>
                      <a:pt x="32" y="39"/>
                    </a:cubicBezTo>
                    <a:cubicBezTo>
                      <a:pt x="25" y="39"/>
                      <a:pt x="17" y="38"/>
                      <a:pt x="11" y="34"/>
                    </a:cubicBezTo>
                    <a:cubicBezTo>
                      <a:pt x="10" y="34"/>
                      <a:pt x="9" y="33"/>
                      <a:pt x="8" y="33"/>
                    </a:cubicBezTo>
                    <a:cubicBezTo>
                      <a:pt x="6" y="32"/>
                      <a:pt x="4" y="30"/>
                      <a:pt x="2" y="27"/>
                    </a:cubicBezTo>
                    <a:cubicBezTo>
                      <a:pt x="0" y="24"/>
                      <a:pt x="0" y="22"/>
                      <a:pt x="0" y="19"/>
                    </a:cubicBezTo>
                    <a:cubicBezTo>
                      <a:pt x="0" y="16"/>
                      <a:pt x="1" y="14"/>
                      <a:pt x="2" y="11"/>
                    </a:cubicBezTo>
                    <a:cubicBezTo>
                      <a:pt x="2" y="10"/>
                      <a:pt x="3" y="9"/>
                      <a:pt x="4" y="8"/>
                    </a:cubicBezTo>
                    <a:cubicBezTo>
                      <a:pt x="5" y="5"/>
                      <a:pt x="6" y="3"/>
                      <a:pt x="9" y="2"/>
                    </a:cubicBezTo>
                    <a:cubicBezTo>
                      <a:pt x="12" y="1"/>
                      <a:pt x="14" y="0"/>
                      <a:pt x="17" y="0"/>
                    </a:cubicBezTo>
                    <a:cubicBezTo>
                      <a:pt x="19" y="0"/>
                      <a:pt x="22" y="0"/>
                      <a:pt x="24" y="2"/>
                    </a:cubicBezTo>
                    <a:cubicBezTo>
                      <a:pt x="36" y="8"/>
                      <a:pt x="52" y="12"/>
                      <a:pt x="60" y="3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Google Shape;1793;p30"/>
              <p:cNvSpPr/>
              <p:nvPr/>
            </p:nvSpPr>
            <p:spPr>
              <a:xfrm rot="-755222">
                <a:off x="9035146" y="4130633"/>
                <a:ext cx="38829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47" h="58" extrusionOk="0">
                    <a:moveTo>
                      <a:pt x="46" y="21"/>
                    </a:moveTo>
                    <a:cubicBezTo>
                      <a:pt x="45" y="26"/>
                      <a:pt x="43" y="31"/>
                      <a:pt x="40" y="36"/>
                    </a:cubicBezTo>
                    <a:cubicBezTo>
                      <a:pt x="37" y="42"/>
                      <a:pt x="31" y="48"/>
                      <a:pt x="25" y="51"/>
                    </a:cubicBezTo>
                    <a:cubicBezTo>
                      <a:pt x="21" y="54"/>
                      <a:pt x="16" y="56"/>
                      <a:pt x="11" y="57"/>
                    </a:cubicBezTo>
                    <a:lnTo>
                      <a:pt x="10" y="57"/>
                    </a:lnTo>
                    <a:cubicBezTo>
                      <a:pt x="8" y="57"/>
                      <a:pt x="7" y="56"/>
                      <a:pt x="5" y="55"/>
                    </a:cubicBezTo>
                    <a:cubicBezTo>
                      <a:pt x="3" y="54"/>
                      <a:pt x="2" y="53"/>
                      <a:pt x="1" y="51"/>
                    </a:cubicBezTo>
                    <a:cubicBezTo>
                      <a:pt x="0" y="49"/>
                      <a:pt x="0" y="48"/>
                      <a:pt x="0" y="46"/>
                    </a:cubicBezTo>
                    <a:cubicBezTo>
                      <a:pt x="0" y="44"/>
                      <a:pt x="0" y="43"/>
                      <a:pt x="1" y="41"/>
                    </a:cubicBezTo>
                    <a:cubicBezTo>
                      <a:pt x="9" y="26"/>
                      <a:pt x="5" y="1"/>
                      <a:pt x="30" y="0"/>
                    </a:cubicBezTo>
                    <a:cubicBezTo>
                      <a:pt x="41" y="0"/>
                      <a:pt x="44" y="10"/>
                      <a:pt x="46" y="2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Google Shape;1794;p30"/>
              <p:cNvSpPr/>
              <p:nvPr/>
            </p:nvSpPr>
            <p:spPr>
              <a:xfrm rot="-755222">
                <a:off x="8594426" y="3072400"/>
                <a:ext cx="84267" cy="84263"/>
              </a:xfrm>
              <a:custGeom>
                <a:avLst/>
                <a:gdLst/>
                <a:ahLst/>
                <a:cxnLst/>
                <a:rect l="l" t="t" r="r" b="b"/>
                <a:pathLst>
                  <a:path w="102" h="102" extrusionOk="0">
                    <a:moveTo>
                      <a:pt x="4" y="0"/>
                    </a:moveTo>
                    <a:cubicBezTo>
                      <a:pt x="42" y="27"/>
                      <a:pt x="75" y="62"/>
                      <a:pt x="101" y="101"/>
                    </a:cubicBezTo>
                    <a:cubicBezTo>
                      <a:pt x="97" y="99"/>
                      <a:pt x="93" y="96"/>
                      <a:pt x="89" y="94"/>
                    </a:cubicBezTo>
                    <a:cubicBezTo>
                      <a:pt x="54" y="74"/>
                      <a:pt x="24" y="45"/>
                      <a:pt x="4" y="10"/>
                    </a:cubicBezTo>
                    <a:cubicBezTo>
                      <a:pt x="3" y="7"/>
                      <a:pt x="2" y="5"/>
                      <a:pt x="0" y="3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Google Shape;1795;p30"/>
              <p:cNvSpPr/>
              <p:nvPr/>
            </p:nvSpPr>
            <p:spPr>
              <a:xfrm rot="-755222">
                <a:off x="8693390" y="3187655"/>
                <a:ext cx="76006" cy="96654"/>
              </a:xfrm>
              <a:custGeom>
                <a:avLst/>
                <a:gdLst/>
                <a:ahLst/>
                <a:cxnLst/>
                <a:rect l="l" t="t" r="r" b="b"/>
                <a:pathLst>
                  <a:path w="92" h="117" extrusionOk="0">
                    <a:moveTo>
                      <a:pt x="11" y="0"/>
                    </a:moveTo>
                    <a:cubicBezTo>
                      <a:pt x="28" y="46"/>
                      <a:pt x="69" y="74"/>
                      <a:pt x="91" y="116"/>
                    </a:cubicBezTo>
                    <a:cubicBezTo>
                      <a:pt x="46" y="98"/>
                      <a:pt x="26" y="58"/>
                      <a:pt x="4" y="20"/>
                    </a:cubicBezTo>
                    <a:cubicBezTo>
                      <a:pt x="0" y="13"/>
                      <a:pt x="5" y="6"/>
                      <a:pt x="10" y="1"/>
                    </a:cubicBezTo>
                    <a:lnTo>
                      <a:pt x="1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Google Shape;1796;p30"/>
              <p:cNvSpPr/>
              <p:nvPr/>
            </p:nvSpPr>
            <p:spPr>
              <a:xfrm rot="-755222">
                <a:off x="8461151" y="3502144"/>
                <a:ext cx="44612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54" h="45" extrusionOk="0">
                    <a:moveTo>
                      <a:pt x="20" y="44"/>
                    </a:moveTo>
                    <a:cubicBezTo>
                      <a:pt x="19" y="44"/>
                      <a:pt x="18" y="44"/>
                      <a:pt x="17" y="44"/>
                    </a:cubicBezTo>
                    <a:cubicBezTo>
                      <a:pt x="14" y="44"/>
                      <a:pt x="12" y="43"/>
                      <a:pt x="9" y="42"/>
                    </a:cubicBezTo>
                    <a:cubicBezTo>
                      <a:pt x="6" y="40"/>
                      <a:pt x="4" y="38"/>
                      <a:pt x="2" y="35"/>
                    </a:cubicBezTo>
                    <a:cubicBezTo>
                      <a:pt x="0" y="32"/>
                      <a:pt x="0" y="30"/>
                      <a:pt x="0" y="27"/>
                    </a:cubicBezTo>
                    <a:cubicBezTo>
                      <a:pt x="0" y="25"/>
                      <a:pt x="0" y="24"/>
                      <a:pt x="0" y="23"/>
                    </a:cubicBezTo>
                    <a:lnTo>
                      <a:pt x="0" y="22"/>
                    </a:lnTo>
                    <a:cubicBezTo>
                      <a:pt x="0" y="18"/>
                      <a:pt x="1" y="14"/>
                      <a:pt x="3" y="11"/>
                    </a:cubicBezTo>
                    <a:cubicBezTo>
                      <a:pt x="5" y="8"/>
                      <a:pt x="7" y="5"/>
                      <a:pt x="11" y="3"/>
                    </a:cubicBezTo>
                    <a:cubicBezTo>
                      <a:pt x="15" y="1"/>
                      <a:pt x="18" y="0"/>
                      <a:pt x="22" y="0"/>
                    </a:cubicBezTo>
                    <a:cubicBezTo>
                      <a:pt x="24" y="0"/>
                      <a:pt x="25" y="0"/>
                      <a:pt x="27" y="0"/>
                    </a:cubicBezTo>
                    <a:cubicBezTo>
                      <a:pt x="40" y="2"/>
                      <a:pt x="53" y="10"/>
                      <a:pt x="53" y="23"/>
                    </a:cubicBezTo>
                    <a:cubicBezTo>
                      <a:pt x="53" y="43"/>
                      <a:pt x="31" y="37"/>
                      <a:pt x="20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Google Shape;1797;p30"/>
              <p:cNvSpPr/>
              <p:nvPr/>
            </p:nvSpPr>
            <p:spPr>
              <a:xfrm rot="-755222">
                <a:off x="7987931" y="1819580"/>
                <a:ext cx="118139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143" h="51" extrusionOk="0">
                    <a:moveTo>
                      <a:pt x="142" y="49"/>
                    </a:moveTo>
                    <a:cubicBezTo>
                      <a:pt x="92" y="40"/>
                      <a:pt x="44" y="24"/>
                      <a:pt x="0" y="0"/>
                    </a:cubicBezTo>
                    <a:cubicBezTo>
                      <a:pt x="43" y="3"/>
                      <a:pt x="84" y="16"/>
                      <a:pt x="121" y="37"/>
                    </a:cubicBezTo>
                    <a:cubicBezTo>
                      <a:pt x="128" y="41"/>
                      <a:pt x="134" y="45"/>
                      <a:pt x="141" y="50"/>
                    </a:cubicBezTo>
                    <a:lnTo>
                      <a:pt x="142" y="4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Google Shape;1798;p30"/>
              <p:cNvSpPr/>
              <p:nvPr/>
            </p:nvSpPr>
            <p:spPr>
              <a:xfrm rot="-755222">
                <a:off x="9274442" y="4220626"/>
                <a:ext cx="42134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51" h="48" extrusionOk="0">
                    <a:moveTo>
                      <a:pt x="19" y="47"/>
                    </a:moveTo>
                    <a:cubicBezTo>
                      <a:pt x="16" y="46"/>
                      <a:pt x="13" y="45"/>
                      <a:pt x="10" y="44"/>
                    </a:cubicBezTo>
                    <a:cubicBezTo>
                      <a:pt x="7" y="42"/>
                      <a:pt x="5" y="40"/>
                      <a:pt x="3" y="37"/>
                    </a:cubicBezTo>
                    <a:cubicBezTo>
                      <a:pt x="1" y="34"/>
                      <a:pt x="0" y="30"/>
                      <a:pt x="0" y="27"/>
                    </a:cubicBezTo>
                    <a:cubicBezTo>
                      <a:pt x="0" y="26"/>
                      <a:pt x="0" y="25"/>
                      <a:pt x="0" y="25"/>
                    </a:cubicBezTo>
                    <a:cubicBezTo>
                      <a:pt x="0" y="6"/>
                      <a:pt x="13" y="0"/>
                      <a:pt x="29" y="0"/>
                    </a:cubicBezTo>
                    <a:cubicBezTo>
                      <a:pt x="30" y="0"/>
                      <a:pt x="30" y="0"/>
                      <a:pt x="31" y="0"/>
                    </a:cubicBezTo>
                    <a:cubicBezTo>
                      <a:pt x="34" y="0"/>
                      <a:pt x="38" y="1"/>
                      <a:pt x="41" y="3"/>
                    </a:cubicBezTo>
                    <a:cubicBezTo>
                      <a:pt x="44" y="5"/>
                      <a:pt x="46" y="7"/>
                      <a:pt x="48" y="10"/>
                    </a:cubicBezTo>
                    <a:cubicBezTo>
                      <a:pt x="50" y="13"/>
                      <a:pt x="50" y="16"/>
                      <a:pt x="50" y="19"/>
                    </a:cubicBezTo>
                    <a:cubicBezTo>
                      <a:pt x="50" y="20"/>
                      <a:pt x="50" y="20"/>
                      <a:pt x="50" y="21"/>
                    </a:cubicBezTo>
                    <a:cubicBezTo>
                      <a:pt x="50" y="25"/>
                      <a:pt x="48" y="29"/>
                      <a:pt x="46" y="32"/>
                    </a:cubicBezTo>
                    <a:cubicBezTo>
                      <a:pt x="44" y="37"/>
                      <a:pt x="41" y="40"/>
                      <a:pt x="36" y="43"/>
                    </a:cubicBezTo>
                    <a:cubicBezTo>
                      <a:pt x="31" y="46"/>
                      <a:pt x="26" y="47"/>
                      <a:pt x="21" y="47"/>
                    </a:cubicBezTo>
                    <a:cubicBezTo>
                      <a:pt x="20" y="47"/>
                      <a:pt x="19" y="47"/>
                      <a:pt x="19" y="4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Google Shape;1799;p30"/>
              <p:cNvSpPr/>
              <p:nvPr/>
            </p:nvSpPr>
            <p:spPr>
              <a:xfrm rot="-755222">
                <a:off x="9703557" y="3340003"/>
                <a:ext cx="71049" cy="83437"/>
              </a:xfrm>
              <a:custGeom>
                <a:avLst/>
                <a:gdLst/>
                <a:ahLst/>
                <a:cxnLst/>
                <a:rect l="l" t="t" r="r" b="b"/>
                <a:pathLst>
                  <a:path w="86" h="101" extrusionOk="0">
                    <a:moveTo>
                      <a:pt x="85" y="99"/>
                    </a:moveTo>
                    <a:cubicBezTo>
                      <a:pt x="43" y="77"/>
                      <a:pt x="23" y="37"/>
                      <a:pt x="0" y="0"/>
                    </a:cubicBezTo>
                    <a:cubicBezTo>
                      <a:pt x="30" y="22"/>
                      <a:pt x="56" y="50"/>
                      <a:pt x="75" y="83"/>
                    </a:cubicBezTo>
                    <a:cubicBezTo>
                      <a:pt x="78" y="88"/>
                      <a:pt x="81" y="94"/>
                      <a:pt x="84" y="100"/>
                    </a:cubicBezTo>
                    <a:lnTo>
                      <a:pt x="85" y="9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Google Shape;1800;p30"/>
              <p:cNvSpPr/>
              <p:nvPr/>
            </p:nvSpPr>
            <p:spPr>
              <a:xfrm rot="-755222">
                <a:off x="9728145" y="3007662"/>
                <a:ext cx="70223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85" h="80" extrusionOk="0">
                    <a:moveTo>
                      <a:pt x="0" y="0"/>
                    </a:moveTo>
                    <a:lnTo>
                      <a:pt x="84" y="79"/>
                    </a:lnTo>
                    <a:cubicBezTo>
                      <a:pt x="51" y="59"/>
                      <a:pt x="23" y="3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Google Shape;1801;p30"/>
              <p:cNvSpPr/>
              <p:nvPr/>
            </p:nvSpPr>
            <p:spPr>
              <a:xfrm rot="-755222">
                <a:off x="8275745" y="3820706"/>
                <a:ext cx="48743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59" h="44" extrusionOk="0">
                    <a:moveTo>
                      <a:pt x="58" y="36"/>
                    </a:moveTo>
                    <a:cubicBezTo>
                      <a:pt x="57" y="36"/>
                      <a:pt x="56" y="37"/>
                      <a:pt x="56" y="37"/>
                    </a:cubicBezTo>
                    <a:cubicBezTo>
                      <a:pt x="49" y="41"/>
                      <a:pt x="41" y="43"/>
                      <a:pt x="32" y="43"/>
                    </a:cubicBezTo>
                    <a:cubicBezTo>
                      <a:pt x="27" y="43"/>
                      <a:pt x="22" y="42"/>
                      <a:pt x="17" y="41"/>
                    </a:cubicBezTo>
                    <a:cubicBezTo>
                      <a:pt x="14" y="40"/>
                      <a:pt x="11" y="39"/>
                      <a:pt x="9" y="38"/>
                    </a:cubicBezTo>
                    <a:cubicBezTo>
                      <a:pt x="6" y="36"/>
                      <a:pt x="4" y="34"/>
                      <a:pt x="2" y="31"/>
                    </a:cubicBezTo>
                    <a:cubicBezTo>
                      <a:pt x="1" y="29"/>
                      <a:pt x="0" y="26"/>
                      <a:pt x="0" y="23"/>
                    </a:cubicBezTo>
                    <a:cubicBezTo>
                      <a:pt x="0" y="19"/>
                      <a:pt x="1" y="15"/>
                      <a:pt x="3" y="12"/>
                    </a:cubicBezTo>
                    <a:cubicBezTo>
                      <a:pt x="5" y="8"/>
                      <a:pt x="7" y="5"/>
                      <a:pt x="11" y="3"/>
                    </a:cubicBezTo>
                    <a:cubicBezTo>
                      <a:pt x="12" y="3"/>
                      <a:pt x="13" y="2"/>
                      <a:pt x="14" y="2"/>
                    </a:cubicBezTo>
                    <a:cubicBezTo>
                      <a:pt x="17" y="0"/>
                      <a:pt x="20" y="0"/>
                      <a:pt x="23" y="0"/>
                    </a:cubicBezTo>
                    <a:cubicBezTo>
                      <a:pt x="26" y="0"/>
                      <a:pt x="29" y="1"/>
                      <a:pt x="31" y="2"/>
                    </a:cubicBezTo>
                    <a:cubicBezTo>
                      <a:pt x="34" y="4"/>
                      <a:pt x="36" y="5"/>
                      <a:pt x="37" y="8"/>
                    </a:cubicBezTo>
                    <a:cubicBezTo>
                      <a:pt x="44" y="16"/>
                      <a:pt x="50" y="25"/>
                      <a:pt x="58" y="3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Google Shape;1802;p30"/>
              <p:cNvSpPr/>
              <p:nvPr/>
            </p:nvSpPr>
            <p:spPr>
              <a:xfrm rot="-755222">
                <a:off x="8718081" y="4319608"/>
                <a:ext cx="34698" cy="52871"/>
              </a:xfrm>
              <a:custGeom>
                <a:avLst/>
                <a:gdLst/>
                <a:ahLst/>
                <a:cxnLst/>
                <a:rect l="l" t="t" r="r" b="b"/>
                <a:pathLst>
                  <a:path w="42" h="64" extrusionOk="0">
                    <a:moveTo>
                      <a:pt x="30" y="0"/>
                    </a:moveTo>
                    <a:cubicBezTo>
                      <a:pt x="31" y="2"/>
                      <a:pt x="33" y="4"/>
                      <a:pt x="34" y="6"/>
                    </a:cubicBezTo>
                    <a:cubicBezTo>
                      <a:pt x="39" y="15"/>
                      <a:pt x="41" y="24"/>
                      <a:pt x="41" y="33"/>
                    </a:cubicBezTo>
                    <a:cubicBezTo>
                      <a:pt x="41" y="37"/>
                      <a:pt x="41" y="41"/>
                      <a:pt x="40" y="45"/>
                    </a:cubicBezTo>
                    <a:cubicBezTo>
                      <a:pt x="39" y="48"/>
                      <a:pt x="39" y="50"/>
                      <a:pt x="37" y="53"/>
                    </a:cubicBezTo>
                    <a:cubicBezTo>
                      <a:pt x="35" y="56"/>
                      <a:pt x="33" y="58"/>
                      <a:pt x="30" y="60"/>
                    </a:cubicBezTo>
                    <a:cubicBezTo>
                      <a:pt x="27" y="62"/>
                      <a:pt x="23" y="63"/>
                      <a:pt x="19" y="63"/>
                    </a:cubicBezTo>
                    <a:cubicBezTo>
                      <a:pt x="18" y="63"/>
                      <a:pt x="17" y="63"/>
                      <a:pt x="16" y="62"/>
                    </a:cubicBezTo>
                    <a:cubicBezTo>
                      <a:pt x="2" y="60"/>
                      <a:pt x="0" y="48"/>
                      <a:pt x="3" y="36"/>
                    </a:cubicBezTo>
                    <a:cubicBezTo>
                      <a:pt x="4" y="30"/>
                      <a:pt x="6" y="25"/>
                      <a:pt x="9" y="20"/>
                    </a:cubicBezTo>
                    <a:cubicBezTo>
                      <a:pt x="14" y="12"/>
                      <a:pt x="20" y="5"/>
                      <a:pt x="28" y="1"/>
                    </a:cubicBezTo>
                    <a:cubicBezTo>
                      <a:pt x="29" y="1"/>
                      <a:pt x="29" y="0"/>
                      <a:pt x="3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Google Shape;1803;p30"/>
              <p:cNvSpPr/>
              <p:nvPr/>
            </p:nvSpPr>
            <p:spPr>
              <a:xfrm rot="-755222">
                <a:off x="8600414" y="3617395"/>
                <a:ext cx="38003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6" h="47" extrusionOk="0">
                    <a:moveTo>
                      <a:pt x="45" y="26"/>
                    </a:moveTo>
                    <a:cubicBezTo>
                      <a:pt x="45" y="29"/>
                      <a:pt x="44" y="32"/>
                      <a:pt x="42" y="35"/>
                    </a:cubicBezTo>
                    <a:cubicBezTo>
                      <a:pt x="40" y="39"/>
                      <a:pt x="38" y="41"/>
                      <a:pt x="34" y="43"/>
                    </a:cubicBezTo>
                    <a:cubicBezTo>
                      <a:pt x="30" y="45"/>
                      <a:pt x="27" y="46"/>
                      <a:pt x="24" y="46"/>
                    </a:cubicBezTo>
                    <a:cubicBezTo>
                      <a:pt x="22" y="46"/>
                      <a:pt x="20" y="46"/>
                      <a:pt x="19" y="46"/>
                    </a:cubicBezTo>
                    <a:cubicBezTo>
                      <a:pt x="16" y="45"/>
                      <a:pt x="13" y="45"/>
                      <a:pt x="10" y="43"/>
                    </a:cubicBezTo>
                    <a:cubicBezTo>
                      <a:pt x="7" y="41"/>
                      <a:pt x="5" y="39"/>
                      <a:pt x="3" y="36"/>
                    </a:cubicBezTo>
                    <a:cubicBezTo>
                      <a:pt x="1" y="33"/>
                      <a:pt x="0" y="29"/>
                      <a:pt x="0" y="26"/>
                    </a:cubicBezTo>
                    <a:cubicBezTo>
                      <a:pt x="0" y="25"/>
                      <a:pt x="0" y="24"/>
                      <a:pt x="0" y="23"/>
                    </a:cubicBezTo>
                    <a:cubicBezTo>
                      <a:pt x="0" y="23"/>
                      <a:pt x="0" y="22"/>
                      <a:pt x="0" y="21"/>
                    </a:cubicBezTo>
                    <a:cubicBezTo>
                      <a:pt x="0" y="18"/>
                      <a:pt x="1" y="14"/>
                      <a:pt x="3" y="11"/>
                    </a:cubicBezTo>
                    <a:cubicBezTo>
                      <a:pt x="5" y="8"/>
                      <a:pt x="8" y="5"/>
                      <a:pt x="11" y="3"/>
                    </a:cubicBezTo>
                    <a:cubicBezTo>
                      <a:pt x="14" y="1"/>
                      <a:pt x="18" y="0"/>
                      <a:pt x="21" y="0"/>
                    </a:cubicBezTo>
                    <a:cubicBezTo>
                      <a:pt x="22" y="0"/>
                      <a:pt x="23" y="0"/>
                      <a:pt x="24" y="0"/>
                    </a:cubicBezTo>
                    <a:cubicBezTo>
                      <a:pt x="39" y="1"/>
                      <a:pt x="45" y="11"/>
                      <a:pt x="45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Google Shape;1804;p30"/>
              <p:cNvSpPr/>
              <p:nvPr/>
            </p:nvSpPr>
            <p:spPr>
              <a:xfrm rot="-755222">
                <a:off x="10427633" y="3936074"/>
                <a:ext cx="41307" cy="103263"/>
              </a:xfrm>
              <a:custGeom>
                <a:avLst/>
                <a:gdLst/>
                <a:ahLst/>
                <a:cxnLst/>
                <a:rect l="l" t="t" r="r" b="b"/>
                <a:pathLst>
                  <a:path w="50" h="125" extrusionOk="0">
                    <a:moveTo>
                      <a:pt x="48" y="0"/>
                    </a:moveTo>
                    <a:cubicBezTo>
                      <a:pt x="48" y="47"/>
                      <a:pt x="17" y="83"/>
                      <a:pt x="0" y="124"/>
                    </a:cubicBezTo>
                    <a:cubicBezTo>
                      <a:pt x="7" y="87"/>
                      <a:pt x="20" y="51"/>
                      <a:pt x="39" y="18"/>
                    </a:cubicBezTo>
                    <a:cubicBezTo>
                      <a:pt x="42" y="13"/>
                      <a:pt x="46" y="7"/>
                      <a:pt x="49" y="1"/>
                    </a:cubicBezTo>
                    <a:lnTo>
                      <a:pt x="4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Google Shape;1805;p30"/>
              <p:cNvSpPr/>
              <p:nvPr/>
            </p:nvSpPr>
            <p:spPr>
              <a:xfrm rot="-755222">
                <a:off x="9399706" y="3258167"/>
                <a:ext cx="57004" cy="104915"/>
              </a:xfrm>
              <a:custGeom>
                <a:avLst/>
                <a:gdLst/>
                <a:ahLst/>
                <a:cxnLst/>
                <a:rect l="l" t="t" r="r" b="b"/>
                <a:pathLst>
                  <a:path w="69" h="127" extrusionOk="0">
                    <a:moveTo>
                      <a:pt x="68" y="126"/>
                    </a:moveTo>
                    <a:cubicBezTo>
                      <a:pt x="58" y="112"/>
                      <a:pt x="49" y="97"/>
                      <a:pt x="40" y="82"/>
                    </a:cubicBezTo>
                    <a:cubicBezTo>
                      <a:pt x="25" y="56"/>
                      <a:pt x="12" y="28"/>
                      <a:pt x="0" y="0"/>
                    </a:cubicBezTo>
                    <a:cubicBezTo>
                      <a:pt x="15" y="15"/>
                      <a:pt x="27" y="32"/>
                      <a:pt x="38" y="51"/>
                    </a:cubicBezTo>
                    <a:cubicBezTo>
                      <a:pt x="51" y="74"/>
                      <a:pt x="62" y="99"/>
                      <a:pt x="68" y="1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Google Shape;1806;p30"/>
              <p:cNvSpPr/>
              <p:nvPr/>
            </p:nvSpPr>
            <p:spPr>
              <a:xfrm rot="-755222">
                <a:off x="10125508" y="3870601"/>
                <a:ext cx="62787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76" h="107" extrusionOk="0">
                    <a:moveTo>
                      <a:pt x="3" y="0"/>
                    </a:moveTo>
                    <a:cubicBezTo>
                      <a:pt x="24" y="22"/>
                      <a:pt x="42" y="46"/>
                      <a:pt x="58" y="73"/>
                    </a:cubicBezTo>
                    <a:cubicBezTo>
                      <a:pt x="64" y="83"/>
                      <a:pt x="69" y="94"/>
                      <a:pt x="75" y="106"/>
                    </a:cubicBezTo>
                    <a:cubicBezTo>
                      <a:pt x="50" y="82"/>
                      <a:pt x="29" y="55"/>
                      <a:pt x="12" y="26"/>
                    </a:cubicBezTo>
                    <a:cubicBezTo>
                      <a:pt x="8" y="18"/>
                      <a:pt x="4" y="11"/>
                      <a:pt x="0" y="3"/>
                    </a:cubicBezTo>
                    <a:lnTo>
                      <a:pt x="3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Google Shape;1807;p30"/>
              <p:cNvSpPr/>
              <p:nvPr/>
            </p:nvSpPr>
            <p:spPr>
              <a:xfrm rot="-755222">
                <a:off x="9689682" y="3010209"/>
                <a:ext cx="57830" cy="81784"/>
              </a:xfrm>
              <a:custGeom>
                <a:avLst/>
                <a:gdLst/>
                <a:ahLst/>
                <a:cxnLst/>
                <a:rect l="l" t="t" r="r" b="b"/>
                <a:pathLst>
                  <a:path w="70" h="99" extrusionOk="0">
                    <a:moveTo>
                      <a:pt x="69" y="97"/>
                    </a:moveTo>
                    <a:cubicBezTo>
                      <a:pt x="48" y="81"/>
                      <a:pt x="30" y="60"/>
                      <a:pt x="17" y="37"/>
                    </a:cubicBezTo>
                    <a:cubicBezTo>
                      <a:pt x="10" y="25"/>
                      <a:pt x="5" y="13"/>
                      <a:pt x="0" y="0"/>
                    </a:cubicBezTo>
                    <a:cubicBezTo>
                      <a:pt x="27" y="30"/>
                      <a:pt x="58" y="57"/>
                      <a:pt x="68" y="98"/>
                    </a:cubicBezTo>
                    <a:lnTo>
                      <a:pt x="69" y="9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Google Shape;1808;p30"/>
              <p:cNvSpPr/>
              <p:nvPr/>
            </p:nvSpPr>
            <p:spPr>
              <a:xfrm rot="-755222">
                <a:off x="10481253" y="3485108"/>
                <a:ext cx="47090" cy="112350"/>
              </a:xfrm>
              <a:custGeom>
                <a:avLst/>
                <a:gdLst/>
                <a:ahLst/>
                <a:cxnLst/>
                <a:rect l="l" t="t" r="r" b="b"/>
                <a:pathLst>
                  <a:path w="57" h="136" extrusionOk="0">
                    <a:moveTo>
                      <a:pt x="56" y="0"/>
                    </a:moveTo>
                    <a:cubicBezTo>
                      <a:pt x="50" y="39"/>
                      <a:pt x="36" y="75"/>
                      <a:pt x="17" y="109"/>
                    </a:cubicBezTo>
                    <a:cubicBezTo>
                      <a:pt x="12" y="118"/>
                      <a:pt x="6" y="127"/>
                      <a:pt x="0" y="135"/>
                    </a:cubicBezTo>
                    <a:cubicBezTo>
                      <a:pt x="7" y="97"/>
                      <a:pt x="20" y="60"/>
                      <a:pt x="40" y="27"/>
                    </a:cubicBezTo>
                    <a:cubicBezTo>
                      <a:pt x="45" y="18"/>
                      <a:pt x="50" y="9"/>
                      <a:pt x="5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Google Shape;1809;p30"/>
              <p:cNvSpPr/>
              <p:nvPr/>
            </p:nvSpPr>
            <p:spPr>
              <a:xfrm rot="-755222">
                <a:off x="9153328" y="3359761"/>
                <a:ext cx="67744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82" h="81" extrusionOk="0">
                    <a:moveTo>
                      <a:pt x="72" y="80"/>
                    </a:moveTo>
                    <a:lnTo>
                      <a:pt x="0" y="0"/>
                    </a:lnTo>
                    <a:cubicBezTo>
                      <a:pt x="2" y="1"/>
                      <a:pt x="4" y="3"/>
                      <a:pt x="6" y="4"/>
                    </a:cubicBezTo>
                    <a:cubicBezTo>
                      <a:pt x="36" y="21"/>
                      <a:pt x="61" y="44"/>
                      <a:pt x="81" y="73"/>
                    </a:cubicBezTo>
                    <a:lnTo>
                      <a:pt x="72" y="8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Google Shape;1810;p30"/>
              <p:cNvSpPr/>
              <p:nvPr/>
            </p:nvSpPr>
            <p:spPr>
              <a:xfrm rot="-755222">
                <a:off x="9198599" y="4150741"/>
                <a:ext cx="47090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57" h="55" extrusionOk="0">
                    <a:moveTo>
                      <a:pt x="48" y="47"/>
                    </a:moveTo>
                    <a:cubicBezTo>
                      <a:pt x="35" y="54"/>
                      <a:pt x="24" y="47"/>
                      <a:pt x="13" y="41"/>
                    </a:cubicBezTo>
                    <a:cubicBezTo>
                      <a:pt x="12" y="41"/>
                      <a:pt x="11" y="40"/>
                      <a:pt x="10" y="39"/>
                    </a:cubicBezTo>
                    <a:cubicBezTo>
                      <a:pt x="7" y="38"/>
                      <a:pt x="5" y="36"/>
                      <a:pt x="3" y="33"/>
                    </a:cubicBezTo>
                    <a:cubicBezTo>
                      <a:pt x="1" y="30"/>
                      <a:pt x="0" y="27"/>
                      <a:pt x="0" y="24"/>
                    </a:cubicBezTo>
                    <a:cubicBezTo>
                      <a:pt x="0" y="22"/>
                      <a:pt x="1" y="21"/>
                      <a:pt x="1" y="19"/>
                    </a:cubicBezTo>
                    <a:cubicBezTo>
                      <a:pt x="1" y="17"/>
                      <a:pt x="3" y="15"/>
                      <a:pt x="4" y="12"/>
                    </a:cubicBezTo>
                    <a:cubicBezTo>
                      <a:pt x="6" y="8"/>
                      <a:pt x="8" y="6"/>
                      <a:pt x="12" y="4"/>
                    </a:cubicBezTo>
                    <a:cubicBezTo>
                      <a:pt x="14" y="3"/>
                      <a:pt x="16" y="2"/>
                      <a:pt x="18" y="1"/>
                    </a:cubicBezTo>
                    <a:cubicBezTo>
                      <a:pt x="20" y="1"/>
                      <a:pt x="22" y="0"/>
                      <a:pt x="24" y="0"/>
                    </a:cubicBezTo>
                    <a:cubicBezTo>
                      <a:pt x="27" y="0"/>
                      <a:pt x="29" y="1"/>
                      <a:pt x="32" y="3"/>
                    </a:cubicBezTo>
                    <a:cubicBezTo>
                      <a:pt x="35" y="5"/>
                      <a:pt x="37" y="6"/>
                      <a:pt x="39" y="9"/>
                    </a:cubicBezTo>
                    <a:cubicBezTo>
                      <a:pt x="39" y="10"/>
                      <a:pt x="40" y="11"/>
                      <a:pt x="40" y="12"/>
                    </a:cubicBezTo>
                    <a:cubicBezTo>
                      <a:pt x="43" y="23"/>
                      <a:pt x="56" y="32"/>
                      <a:pt x="48" y="4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Google Shape;1811;p30"/>
              <p:cNvSpPr/>
              <p:nvPr/>
            </p:nvSpPr>
            <p:spPr>
              <a:xfrm rot="-755222">
                <a:off x="8583031" y="4044028"/>
                <a:ext cx="42960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52" h="55" extrusionOk="0">
                    <a:moveTo>
                      <a:pt x="45" y="0"/>
                    </a:moveTo>
                    <a:cubicBezTo>
                      <a:pt x="47" y="26"/>
                      <a:pt x="51" y="47"/>
                      <a:pt x="20" y="53"/>
                    </a:cubicBezTo>
                    <a:cubicBezTo>
                      <a:pt x="19" y="53"/>
                      <a:pt x="17" y="54"/>
                      <a:pt x="16" y="54"/>
                    </a:cubicBezTo>
                    <a:cubicBezTo>
                      <a:pt x="13" y="54"/>
                      <a:pt x="11" y="52"/>
                      <a:pt x="8" y="51"/>
                    </a:cubicBezTo>
                    <a:cubicBezTo>
                      <a:pt x="6" y="49"/>
                      <a:pt x="4" y="48"/>
                      <a:pt x="3" y="46"/>
                    </a:cubicBezTo>
                    <a:cubicBezTo>
                      <a:pt x="2" y="44"/>
                      <a:pt x="1" y="42"/>
                      <a:pt x="1" y="39"/>
                    </a:cubicBezTo>
                    <a:cubicBezTo>
                      <a:pt x="0" y="10"/>
                      <a:pt x="21" y="6"/>
                      <a:pt x="4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Google Shape;1812;p30"/>
              <p:cNvSpPr/>
              <p:nvPr/>
            </p:nvSpPr>
            <p:spPr>
              <a:xfrm rot="-755222">
                <a:off x="9896671" y="3000210"/>
                <a:ext cx="48743" cy="53697"/>
              </a:xfrm>
              <a:custGeom>
                <a:avLst/>
                <a:gdLst/>
                <a:ahLst/>
                <a:cxnLst/>
                <a:rect l="l" t="t" r="r" b="b"/>
                <a:pathLst>
                  <a:path w="59" h="65" extrusionOk="0">
                    <a:moveTo>
                      <a:pt x="17" y="1"/>
                    </a:moveTo>
                    <a:cubicBezTo>
                      <a:pt x="58" y="27"/>
                      <a:pt x="58" y="27"/>
                      <a:pt x="43" y="64"/>
                    </a:cubicBezTo>
                    <a:cubicBezTo>
                      <a:pt x="29" y="44"/>
                      <a:pt x="0" y="32"/>
                      <a:pt x="17" y="0"/>
                    </a:cubicBezTo>
                    <a:lnTo>
                      <a:pt x="17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Google Shape;1813;p30"/>
              <p:cNvSpPr/>
              <p:nvPr/>
            </p:nvSpPr>
            <p:spPr>
              <a:xfrm rot="-755222">
                <a:off x="9334707" y="3732420"/>
                <a:ext cx="66918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81" h="81" extrusionOk="0">
                    <a:moveTo>
                      <a:pt x="0" y="0"/>
                    </a:moveTo>
                    <a:lnTo>
                      <a:pt x="80" y="80"/>
                    </a:lnTo>
                    <a:cubicBezTo>
                      <a:pt x="75" y="78"/>
                      <a:pt x="71" y="75"/>
                      <a:pt x="67" y="73"/>
                    </a:cubicBezTo>
                    <a:cubicBezTo>
                      <a:pt x="42" y="59"/>
                      <a:pt x="21" y="38"/>
                      <a:pt x="7" y="13"/>
                    </a:cubicBezTo>
                    <a:cubicBezTo>
                      <a:pt x="5" y="9"/>
                      <a:pt x="2" y="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Google Shape;1814;p30"/>
              <p:cNvSpPr/>
              <p:nvPr/>
            </p:nvSpPr>
            <p:spPr>
              <a:xfrm rot="-755222">
                <a:off x="8960622" y="3208321"/>
                <a:ext cx="67744" cy="84263"/>
              </a:xfrm>
              <a:custGeom>
                <a:avLst/>
                <a:gdLst/>
                <a:ahLst/>
                <a:cxnLst/>
                <a:rect l="l" t="t" r="r" b="b"/>
                <a:pathLst>
                  <a:path w="82" h="102" extrusionOk="0">
                    <a:moveTo>
                      <a:pt x="77" y="101"/>
                    </a:moveTo>
                    <a:cubicBezTo>
                      <a:pt x="52" y="82"/>
                      <a:pt x="31" y="59"/>
                      <a:pt x="15" y="31"/>
                    </a:cubicBezTo>
                    <a:cubicBezTo>
                      <a:pt x="9" y="21"/>
                      <a:pt x="4" y="11"/>
                      <a:pt x="0" y="0"/>
                    </a:cubicBezTo>
                    <a:cubicBezTo>
                      <a:pt x="32" y="28"/>
                      <a:pt x="59" y="61"/>
                      <a:pt x="81" y="97"/>
                    </a:cubicBezTo>
                    <a:lnTo>
                      <a:pt x="77" y="10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Google Shape;1815;p30"/>
              <p:cNvSpPr/>
              <p:nvPr/>
            </p:nvSpPr>
            <p:spPr>
              <a:xfrm rot="-755222">
                <a:off x="10357967" y="4153856"/>
                <a:ext cx="31394" cy="76002"/>
              </a:xfrm>
              <a:custGeom>
                <a:avLst/>
                <a:gdLst/>
                <a:ahLst/>
                <a:cxnLst/>
                <a:rect l="l" t="t" r="r" b="b"/>
                <a:pathLst>
                  <a:path w="38" h="92" extrusionOk="0">
                    <a:moveTo>
                      <a:pt x="37" y="91"/>
                    </a:moveTo>
                    <a:cubicBezTo>
                      <a:pt x="2" y="56"/>
                      <a:pt x="0" y="50"/>
                      <a:pt x="8" y="0"/>
                    </a:cubicBezTo>
                    <a:cubicBezTo>
                      <a:pt x="23" y="34"/>
                      <a:pt x="20" y="66"/>
                      <a:pt x="37" y="9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Google Shape;1816;p30"/>
              <p:cNvSpPr/>
              <p:nvPr/>
            </p:nvSpPr>
            <p:spPr>
              <a:xfrm rot="-755222">
                <a:off x="7758708" y="1982571"/>
                <a:ext cx="71875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87" h="50" extrusionOk="0">
                    <a:moveTo>
                      <a:pt x="86" y="49"/>
                    </a:moveTo>
                    <a:cubicBezTo>
                      <a:pt x="69" y="45"/>
                      <a:pt x="53" y="39"/>
                      <a:pt x="38" y="30"/>
                    </a:cubicBezTo>
                    <a:cubicBezTo>
                      <a:pt x="24" y="22"/>
                      <a:pt x="11" y="12"/>
                      <a:pt x="0" y="0"/>
                    </a:cubicBezTo>
                    <a:cubicBezTo>
                      <a:pt x="17" y="3"/>
                      <a:pt x="33" y="10"/>
                      <a:pt x="48" y="18"/>
                    </a:cubicBezTo>
                    <a:cubicBezTo>
                      <a:pt x="62" y="26"/>
                      <a:pt x="75" y="37"/>
                      <a:pt x="86" y="4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Google Shape;1817;p30"/>
              <p:cNvSpPr/>
              <p:nvPr/>
            </p:nvSpPr>
            <p:spPr>
              <a:xfrm rot="-755222">
                <a:off x="8127949" y="3403901"/>
                <a:ext cx="57004" cy="83437"/>
              </a:xfrm>
              <a:custGeom>
                <a:avLst/>
                <a:gdLst/>
                <a:ahLst/>
                <a:cxnLst/>
                <a:rect l="l" t="t" r="r" b="b"/>
                <a:pathLst>
                  <a:path w="69" h="101" extrusionOk="0">
                    <a:moveTo>
                      <a:pt x="68" y="99"/>
                    </a:moveTo>
                    <a:cubicBezTo>
                      <a:pt x="47" y="82"/>
                      <a:pt x="30" y="62"/>
                      <a:pt x="16" y="38"/>
                    </a:cubicBezTo>
                    <a:cubicBezTo>
                      <a:pt x="10" y="27"/>
                      <a:pt x="4" y="15"/>
                      <a:pt x="0" y="2"/>
                    </a:cubicBezTo>
                    <a:lnTo>
                      <a:pt x="2" y="0"/>
                    </a:lnTo>
                    <a:cubicBezTo>
                      <a:pt x="20" y="16"/>
                      <a:pt x="35" y="36"/>
                      <a:pt x="47" y="57"/>
                    </a:cubicBezTo>
                    <a:cubicBezTo>
                      <a:pt x="55" y="70"/>
                      <a:pt x="62" y="85"/>
                      <a:pt x="67" y="100"/>
                    </a:cubicBezTo>
                    <a:lnTo>
                      <a:pt x="68" y="9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Google Shape;1818;p30"/>
              <p:cNvSpPr/>
              <p:nvPr/>
            </p:nvSpPr>
            <p:spPr>
              <a:xfrm rot="-755222">
                <a:off x="8510913" y="3074825"/>
                <a:ext cx="61135" cy="69393"/>
              </a:xfrm>
              <a:custGeom>
                <a:avLst/>
                <a:gdLst/>
                <a:ahLst/>
                <a:cxnLst/>
                <a:rect l="l" t="t" r="r" b="b"/>
                <a:pathLst>
                  <a:path w="74" h="84" extrusionOk="0">
                    <a:moveTo>
                      <a:pt x="0" y="1"/>
                    </a:moveTo>
                    <a:cubicBezTo>
                      <a:pt x="35" y="18"/>
                      <a:pt x="50" y="54"/>
                      <a:pt x="73" y="83"/>
                    </a:cubicBezTo>
                    <a:cubicBezTo>
                      <a:pt x="44" y="60"/>
                      <a:pt x="12" y="3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Google Shape;1819;p30"/>
              <p:cNvSpPr/>
              <p:nvPr/>
            </p:nvSpPr>
            <p:spPr>
              <a:xfrm rot="-755222">
                <a:off x="7856762" y="2065988"/>
                <a:ext cx="61961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75" h="59" extrusionOk="0">
                    <a:moveTo>
                      <a:pt x="8" y="0"/>
                    </a:moveTo>
                    <a:lnTo>
                      <a:pt x="74" y="58"/>
                    </a:lnTo>
                    <a:cubicBezTo>
                      <a:pt x="61" y="56"/>
                      <a:pt x="49" y="51"/>
                      <a:pt x="37" y="44"/>
                    </a:cubicBezTo>
                    <a:cubicBezTo>
                      <a:pt x="22" y="36"/>
                      <a:pt x="9" y="24"/>
                      <a:pt x="0" y="9"/>
                    </a:cubicBez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Google Shape;1820;p30"/>
              <p:cNvSpPr/>
              <p:nvPr/>
            </p:nvSpPr>
            <p:spPr>
              <a:xfrm rot="-755222">
                <a:off x="7923999" y="2052298"/>
                <a:ext cx="66092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80" h="68" extrusionOk="0">
                    <a:moveTo>
                      <a:pt x="79" y="67"/>
                    </a:moveTo>
                    <a:cubicBezTo>
                      <a:pt x="68" y="64"/>
                      <a:pt x="58" y="60"/>
                      <a:pt x="48" y="55"/>
                    </a:cubicBezTo>
                    <a:cubicBezTo>
                      <a:pt x="31" y="45"/>
                      <a:pt x="16" y="30"/>
                      <a:pt x="6" y="12"/>
                    </a:cubicBezTo>
                    <a:cubicBezTo>
                      <a:pt x="4" y="8"/>
                      <a:pt x="1" y="4"/>
                      <a:pt x="0" y="0"/>
                    </a:cubicBezTo>
                    <a:lnTo>
                      <a:pt x="79" y="6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Google Shape;1821;p30"/>
              <p:cNvSpPr/>
              <p:nvPr/>
            </p:nvSpPr>
            <p:spPr>
              <a:xfrm rot="-755222">
                <a:off x="8738794" y="3469914"/>
                <a:ext cx="47917" cy="78480"/>
              </a:xfrm>
              <a:custGeom>
                <a:avLst/>
                <a:gdLst/>
                <a:ahLst/>
                <a:cxnLst/>
                <a:rect l="l" t="t" r="r" b="b"/>
                <a:pathLst>
                  <a:path w="58" h="95" extrusionOk="0">
                    <a:moveTo>
                      <a:pt x="57" y="94"/>
                    </a:moveTo>
                    <a:cubicBezTo>
                      <a:pt x="41" y="79"/>
                      <a:pt x="28" y="62"/>
                      <a:pt x="18" y="43"/>
                    </a:cubicBezTo>
                    <a:cubicBezTo>
                      <a:pt x="11" y="31"/>
                      <a:pt x="5" y="18"/>
                      <a:pt x="0" y="5"/>
                    </a:cubicBezTo>
                    <a:lnTo>
                      <a:pt x="10" y="0"/>
                    </a:lnTo>
                    <a:lnTo>
                      <a:pt x="57" y="9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Google Shape;1822;p30"/>
              <p:cNvSpPr/>
              <p:nvPr/>
            </p:nvSpPr>
            <p:spPr>
              <a:xfrm rot="-755222">
                <a:off x="8082271" y="2199530"/>
                <a:ext cx="76006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92" h="68" extrusionOk="0">
                    <a:moveTo>
                      <a:pt x="8" y="0"/>
                    </a:moveTo>
                    <a:cubicBezTo>
                      <a:pt x="14" y="3"/>
                      <a:pt x="20" y="6"/>
                      <a:pt x="26" y="9"/>
                    </a:cubicBezTo>
                    <a:cubicBezTo>
                      <a:pt x="51" y="24"/>
                      <a:pt x="73" y="44"/>
                      <a:pt x="91" y="67"/>
                    </a:cubicBezTo>
                    <a:lnTo>
                      <a:pt x="0" y="9"/>
                    </a:ln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Google Shape;1823;p30"/>
              <p:cNvSpPr/>
              <p:nvPr/>
            </p:nvSpPr>
            <p:spPr>
              <a:xfrm rot="-755222">
                <a:off x="9317825" y="4319299"/>
                <a:ext cx="33872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41" h="42" extrusionOk="0">
                    <a:moveTo>
                      <a:pt x="21" y="41"/>
                    </a:moveTo>
                    <a:cubicBezTo>
                      <a:pt x="9" y="41"/>
                      <a:pt x="0" y="36"/>
                      <a:pt x="0" y="23"/>
                    </a:cubicBezTo>
                    <a:cubicBezTo>
                      <a:pt x="0" y="10"/>
                      <a:pt x="9" y="4"/>
                      <a:pt x="20" y="1"/>
                    </a:cubicBezTo>
                    <a:cubicBezTo>
                      <a:pt x="21" y="0"/>
                      <a:pt x="23" y="0"/>
                      <a:pt x="25" y="0"/>
                    </a:cubicBezTo>
                    <a:cubicBezTo>
                      <a:pt x="27" y="0"/>
                      <a:pt x="30" y="1"/>
                      <a:pt x="32" y="2"/>
                    </a:cubicBezTo>
                    <a:cubicBezTo>
                      <a:pt x="34" y="3"/>
                      <a:pt x="36" y="5"/>
                      <a:pt x="37" y="7"/>
                    </a:cubicBezTo>
                    <a:cubicBezTo>
                      <a:pt x="38" y="9"/>
                      <a:pt x="39" y="11"/>
                      <a:pt x="39" y="13"/>
                    </a:cubicBezTo>
                    <a:cubicBezTo>
                      <a:pt x="39" y="16"/>
                      <a:pt x="40" y="18"/>
                      <a:pt x="40" y="20"/>
                    </a:cubicBezTo>
                    <a:cubicBezTo>
                      <a:pt x="40" y="24"/>
                      <a:pt x="39" y="27"/>
                      <a:pt x="37" y="31"/>
                    </a:cubicBezTo>
                    <a:cubicBezTo>
                      <a:pt x="35" y="35"/>
                      <a:pt x="32" y="36"/>
                      <a:pt x="29" y="38"/>
                    </a:cubicBezTo>
                    <a:cubicBezTo>
                      <a:pt x="27" y="39"/>
                      <a:pt x="24" y="41"/>
                      <a:pt x="21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Google Shape;1824;p30"/>
              <p:cNvSpPr/>
              <p:nvPr/>
            </p:nvSpPr>
            <p:spPr>
              <a:xfrm rot="-755222">
                <a:off x="8840502" y="4364676"/>
                <a:ext cx="43786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53" h="42" extrusionOk="0">
                    <a:moveTo>
                      <a:pt x="52" y="41"/>
                    </a:moveTo>
                    <a:cubicBezTo>
                      <a:pt x="50" y="41"/>
                      <a:pt x="49" y="41"/>
                      <a:pt x="47" y="41"/>
                    </a:cubicBezTo>
                    <a:cubicBezTo>
                      <a:pt x="36" y="41"/>
                      <a:pt x="25" y="38"/>
                      <a:pt x="15" y="32"/>
                    </a:cubicBezTo>
                    <a:cubicBezTo>
                      <a:pt x="11" y="30"/>
                      <a:pt x="8" y="28"/>
                      <a:pt x="5" y="25"/>
                    </a:cubicBezTo>
                    <a:cubicBezTo>
                      <a:pt x="4" y="24"/>
                      <a:pt x="3" y="23"/>
                      <a:pt x="2" y="22"/>
                    </a:cubicBezTo>
                    <a:cubicBezTo>
                      <a:pt x="1" y="19"/>
                      <a:pt x="0" y="17"/>
                      <a:pt x="0" y="15"/>
                    </a:cubicBezTo>
                    <a:cubicBezTo>
                      <a:pt x="0" y="12"/>
                      <a:pt x="1" y="10"/>
                      <a:pt x="2" y="8"/>
                    </a:cubicBezTo>
                    <a:cubicBezTo>
                      <a:pt x="2" y="7"/>
                      <a:pt x="2" y="6"/>
                      <a:pt x="3" y="6"/>
                    </a:cubicBezTo>
                    <a:cubicBezTo>
                      <a:pt x="4" y="4"/>
                      <a:pt x="6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1" y="3"/>
                      <a:pt x="21" y="2"/>
                      <a:pt x="21" y="2"/>
                    </a:cubicBezTo>
                    <a:cubicBezTo>
                      <a:pt x="34" y="11"/>
                      <a:pt x="50" y="17"/>
                      <a:pt x="52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Google Shape;1825;p30"/>
              <p:cNvSpPr/>
              <p:nvPr/>
            </p:nvSpPr>
            <p:spPr>
              <a:xfrm rot="-755222">
                <a:off x="8603418" y="3332221"/>
                <a:ext cx="64440" cy="64436"/>
              </a:xfrm>
              <a:custGeom>
                <a:avLst/>
                <a:gdLst/>
                <a:ahLst/>
                <a:cxnLst/>
                <a:rect l="l" t="t" r="r" b="b"/>
                <a:pathLst>
                  <a:path w="78" h="78" extrusionOk="0">
                    <a:moveTo>
                      <a:pt x="5" y="0"/>
                    </a:moveTo>
                    <a:lnTo>
                      <a:pt x="77" y="77"/>
                    </a:lnTo>
                    <a:cubicBezTo>
                      <a:pt x="72" y="74"/>
                      <a:pt x="67" y="72"/>
                      <a:pt x="62" y="69"/>
                    </a:cubicBezTo>
                    <a:cubicBezTo>
                      <a:pt x="37" y="54"/>
                      <a:pt x="17" y="34"/>
                      <a:pt x="3" y="10"/>
                    </a:cubicBezTo>
                    <a:cubicBezTo>
                      <a:pt x="2" y="8"/>
                      <a:pt x="1" y="6"/>
                      <a:pt x="0" y="5"/>
                    </a:cubicBezTo>
                    <a:lnTo>
                      <a:pt x="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Google Shape;1826;p30"/>
              <p:cNvSpPr/>
              <p:nvPr/>
            </p:nvSpPr>
            <p:spPr>
              <a:xfrm rot="-755222">
                <a:off x="10206231" y="3862591"/>
                <a:ext cx="62787" cy="76828"/>
              </a:xfrm>
              <a:custGeom>
                <a:avLst/>
                <a:gdLst/>
                <a:ahLst/>
                <a:cxnLst/>
                <a:rect l="l" t="t" r="r" b="b"/>
                <a:pathLst>
                  <a:path w="76" h="93" extrusionOk="0">
                    <a:moveTo>
                      <a:pt x="24" y="56"/>
                    </a:moveTo>
                    <a:cubicBezTo>
                      <a:pt x="27" y="33"/>
                      <a:pt x="0" y="22"/>
                      <a:pt x="2" y="0"/>
                    </a:cubicBezTo>
                    <a:cubicBezTo>
                      <a:pt x="39" y="18"/>
                      <a:pt x="44" y="60"/>
                      <a:pt x="75" y="92"/>
                    </a:cubicBezTo>
                    <a:cubicBezTo>
                      <a:pt x="43" y="88"/>
                      <a:pt x="46" y="55"/>
                      <a:pt x="22" y="53"/>
                    </a:cubicBezTo>
                    <a:lnTo>
                      <a:pt x="24" y="5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Google Shape;1827;p30"/>
              <p:cNvSpPr/>
              <p:nvPr/>
            </p:nvSpPr>
            <p:spPr>
              <a:xfrm rot="-755222">
                <a:off x="8578141" y="4155333"/>
                <a:ext cx="41307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50" h="54" extrusionOk="0">
                    <a:moveTo>
                      <a:pt x="49" y="53"/>
                    </a:moveTo>
                    <a:cubicBezTo>
                      <a:pt x="41" y="52"/>
                      <a:pt x="34" y="51"/>
                      <a:pt x="27" y="48"/>
                    </a:cubicBezTo>
                    <a:cubicBezTo>
                      <a:pt x="13" y="38"/>
                      <a:pt x="0" y="27"/>
                      <a:pt x="9" y="8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5"/>
                      <a:pt x="12" y="4"/>
                      <a:pt x="13" y="3"/>
                    </a:cubicBezTo>
                    <a:cubicBezTo>
                      <a:pt x="15" y="2"/>
                      <a:pt x="16" y="2"/>
                      <a:pt x="17" y="1"/>
                    </a:cubicBezTo>
                    <a:cubicBezTo>
                      <a:pt x="39" y="0"/>
                      <a:pt x="34" y="21"/>
                      <a:pt x="41" y="31"/>
                    </a:cubicBezTo>
                    <a:cubicBezTo>
                      <a:pt x="45" y="38"/>
                      <a:pt x="47" y="46"/>
                      <a:pt x="49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Google Shape;1828;p30"/>
              <p:cNvSpPr/>
              <p:nvPr/>
            </p:nvSpPr>
            <p:spPr>
              <a:xfrm rot="-755222">
                <a:off x="9316561" y="3955083"/>
                <a:ext cx="22306" cy="93350"/>
              </a:xfrm>
              <a:custGeom>
                <a:avLst/>
                <a:gdLst/>
                <a:ahLst/>
                <a:cxnLst/>
                <a:rect l="l" t="t" r="r" b="b"/>
                <a:pathLst>
                  <a:path w="27" h="113" extrusionOk="0">
                    <a:moveTo>
                      <a:pt x="26" y="112"/>
                    </a:moveTo>
                    <a:cubicBezTo>
                      <a:pt x="23" y="108"/>
                      <a:pt x="20" y="103"/>
                      <a:pt x="18" y="99"/>
                    </a:cubicBezTo>
                    <a:cubicBezTo>
                      <a:pt x="6" y="79"/>
                      <a:pt x="0" y="56"/>
                      <a:pt x="0" y="33"/>
                    </a:cubicBezTo>
                    <a:cubicBezTo>
                      <a:pt x="0" y="22"/>
                      <a:pt x="2" y="11"/>
                      <a:pt x="4" y="0"/>
                    </a:cubicBezTo>
                    <a:cubicBezTo>
                      <a:pt x="12" y="37"/>
                      <a:pt x="15" y="75"/>
                      <a:pt x="26" y="11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Google Shape;1829;p30"/>
              <p:cNvSpPr/>
              <p:nvPr/>
            </p:nvSpPr>
            <p:spPr>
              <a:xfrm rot="-755222">
                <a:off x="8564339" y="2518891"/>
                <a:ext cx="66918" cy="74349"/>
              </a:xfrm>
              <a:custGeom>
                <a:avLst/>
                <a:gdLst/>
                <a:ahLst/>
                <a:cxnLst/>
                <a:rect l="l" t="t" r="r" b="b"/>
                <a:pathLst>
                  <a:path w="81" h="90" extrusionOk="0">
                    <a:moveTo>
                      <a:pt x="0" y="0"/>
                    </a:moveTo>
                    <a:cubicBezTo>
                      <a:pt x="30" y="27"/>
                      <a:pt x="56" y="57"/>
                      <a:pt x="80" y="89"/>
                    </a:cubicBezTo>
                    <a:cubicBezTo>
                      <a:pt x="50" y="71"/>
                      <a:pt x="26" y="46"/>
                      <a:pt x="9" y="17"/>
                    </a:cubicBezTo>
                    <a:cubicBezTo>
                      <a:pt x="6" y="11"/>
                      <a:pt x="3" y="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Google Shape;1830;p30"/>
              <p:cNvSpPr/>
              <p:nvPr/>
            </p:nvSpPr>
            <p:spPr>
              <a:xfrm rot="-755222">
                <a:off x="9466351" y="3622833"/>
                <a:ext cx="57004" cy="63610"/>
              </a:xfrm>
              <a:custGeom>
                <a:avLst/>
                <a:gdLst/>
                <a:ahLst/>
                <a:cxnLst/>
                <a:rect l="l" t="t" r="r" b="b"/>
                <a:pathLst>
                  <a:path w="69" h="77" extrusionOk="0">
                    <a:moveTo>
                      <a:pt x="0" y="0"/>
                    </a:moveTo>
                    <a:cubicBezTo>
                      <a:pt x="27" y="20"/>
                      <a:pt x="50" y="45"/>
                      <a:pt x="66" y="74"/>
                    </a:cubicBezTo>
                    <a:cubicBezTo>
                      <a:pt x="67" y="74"/>
                      <a:pt x="67" y="75"/>
                      <a:pt x="68" y="76"/>
                    </a:cubicBezTo>
                    <a:cubicBezTo>
                      <a:pt x="41" y="57"/>
                      <a:pt x="19" y="32"/>
                      <a:pt x="2" y="4"/>
                    </a:cubicBezTo>
                    <a:cubicBezTo>
                      <a:pt x="2" y="3"/>
                      <a:pt x="1" y="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Google Shape;1831;p30"/>
              <p:cNvSpPr/>
              <p:nvPr/>
            </p:nvSpPr>
            <p:spPr>
              <a:xfrm rot="-755222">
                <a:off x="9550880" y="2889762"/>
                <a:ext cx="54526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66" h="70" extrusionOk="0">
                    <a:moveTo>
                      <a:pt x="0" y="1"/>
                    </a:moveTo>
                    <a:cubicBezTo>
                      <a:pt x="32" y="14"/>
                      <a:pt x="41" y="49"/>
                      <a:pt x="65" y="69"/>
                    </a:cubicBezTo>
                    <a:cubicBezTo>
                      <a:pt x="39" y="50"/>
                      <a:pt x="8" y="3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Google Shape;1832;p30"/>
              <p:cNvSpPr/>
              <p:nvPr/>
            </p:nvSpPr>
            <p:spPr>
              <a:xfrm rot="-755222">
                <a:off x="10396016" y="4159233"/>
                <a:ext cx="26437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32" h="70" extrusionOk="0">
                    <a:moveTo>
                      <a:pt x="22" y="0"/>
                    </a:moveTo>
                    <a:cubicBezTo>
                      <a:pt x="29" y="26"/>
                      <a:pt x="17" y="49"/>
                      <a:pt x="31" y="69"/>
                    </a:cubicBezTo>
                    <a:cubicBezTo>
                      <a:pt x="1" y="44"/>
                      <a:pt x="0" y="41"/>
                      <a:pt x="22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Google Shape;1833;p30"/>
              <p:cNvSpPr/>
              <p:nvPr/>
            </p:nvSpPr>
            <p:spPr>
              <a:xfrm rot="-755222">
                <a:off x="8900356" y="4077107"/>
                <a:ext cx="3552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43" h="39" extrusionOk="0">
                    <a:moveTo>
                      <a:pt x="27" y="38"/>
                    </a:moveTo>
                    <a:cubicBezTo>
                      <a:pt x="22" y="38"/>
                      <a:pt x="18" y="37"/>
                      <a:pt x="14" y="34"/>
                    </a:cubicBezTo>
                    <a:cubicBezTo>
                      <a:pt x="10" y="31"/>
                      <a:pt x="6" y="29"/>
                      <a:pt x="4" y="25"/>
                    </a:cubicBezTo>
                    <a:cubicBezTo>
                      <a:pt x="2" y="21"/>
                      <a:pt x="0" y="16"/>
                      <a:pt x="0" y="11"/>
                    </a:cubicBezTo>
                    <a:cubicBezTo>
                      <a:pt x="0" y="7"/>
                      <a:pt x="6" y="0"/>
                      <a:pt x="9" y="0"/>
                    </a:cubicBezTo>
                    <a:lnTo>
                      <a:pt x="10" y="0"/>
                    </a:lnTo>
                    <a:cubicBezTo>
                      <a:pt x="15" y="0"/>
                      <a:pt x="20" y="1"/>
                      <a:pt x="25" y="4"/>
                    </a:cubicBezTo>
                    <a:cubicBezTo>
                      <a:pt x="30" y="7"/>
                      <a:pt x="34" y="10"/>
                      <a:pt x="36" y="15"/>
                    </a:cubicBezTo>
                    <a:cubicBezTo>
                      <a:pt x="38" y="18"/>
                      <a:pt x="39" y="21"/>
                      <a:pt x="40" y="23"/>
                    </a:cubicBezTo>
                    <a:cubicBezTo>
                      <a:pt x="42" y="30"/>
                      <a:pt x="37" y="37"/>
                      <a:pt x="27" y="3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Google Shape;1834;p30"/>
              <p:cNvSpPr/>
              <p:nvPr/>
            </p:nvSpPr>
            <p:spPr>
              <a:xfrm rot="-755222">
                <a:off x="8497710" y="2509656"/>
                <a:ext cx="55352" cy="73523"/>
              </a:xfrm>
              <a:custGeom>
                <a:avLst/>
                <a:gdLst/>
                <a:ahLst/>
                <a:cxnLst/>
                <a:rect l="l" t="t" r="r" b="b"/>
                <a:pathLst>
                  <a:path w="67" h="89" extrusionOk="0">
                    <a:moveTo>
                      <a:pt x="66" y="88"/>
                    </a:moveTo>
                    <a:cubicBezTo>
                      <a:pt x="45" y="73"/>
                      <a:pt x="27" y="54"/>
                      <a:pt x="14" y="31"/>
                    </a:cubicBezTo>
                    <a:cubicBezTo>
                      <a:pt x="8" y="21"/>
                      <a:pt x="4" y="11"/>
                      <a:pt x="0" y="0"/>
                    </a:cubicBezTo>
                    <a:cubicBezTo>
                      <a:pt x="21" y="14"/>
                      <a:pt x="38" y="32"/>
                      <a:pt x="51" y="54"/>
                    </a:cubicBezTo>
                    <a:cubicBezTo>
                      <a:pt x="58" y="65"/>
                      <a:pt x="62" y="76"/>
                      <a:pt x="66" y="8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Google Shape;1835;p30"/>
              <p:cNvSpPr/>
              <p:nvPr/>
            </p:nvSpPr>
            <p:spPr>
              <a:xfrm rot="-755222">
                <a:off x="9196072" y="2700266"/>
                <a:ext cx="51221" cy="64436"/>
              </a:xfrm>
              <a:custGeom>
                <a:avLst/>
                <a:gdLst/>
                <a:ahLst/>
                <a:cxnLst/>
                <a:rect l="l" t="t" r="r" b="b"/>
                <a:pathLst>
                  <a:path w="62" h="78" extrusionOk="0">
                    <a:moveTo>
                      <a:pt x="61" y="76"/>
                    </a:moveTo>
                    <a:cubicBezTo>
                      <a:pt x="28" y="61"/>
                      <a:pt x="15" y="29"/>
                      <a:pt x="0" y="0"/>
                    </a:cubicBezTo>
                    <a:cubicBezTo>
                      <a:pt x="20" y="14"/>
                      <a:pt x="36" y="32"/>
                      <a:pt x="49" y="53"/>
                    </a:cubicBezTo>
                    <a:cubicBezTo>
                      <a:pt x="53" y="60"/>
                      <a:pt x="57" y="69"/>
                      <a:pt x="60" y="77"/>
                    </a:cubicBezTo>
                    <a:lnTo>
                      <a:pt x="61" y="7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Google Shape;1836;p30"/>
              <p:cNvSpPr/>
              <p:nvPr/>
            </p:nvSpPr>
            <p:spPr>
              <a:xfrm rot="-755222">
                <a:off x="9721202" y="3809685"/>
                <a:ext cx="56178" cy="54523"/>
              </a:xfrm>
              <a:custGeom>
                <a:avLst/>
                <a:gdLst/>
                <a:ahLst/>
                <a:cxnLst/>
                <a:rect l="l" t="t" r="r" b="b"/>
                <a:pathLst>
                  <a:path w="68" h="66" extrusionOk="0">
                    <a:moveTo>
                      <a:pt x="67" y="65"/>
                    </a:moveTo>
                    <a:cubicBezTo>
                      <a:pt x="40" y="49"/>
                      <a:pt x="17" y="27"/>
                      <a:pt x="0" y="0"/>
                    </a:cubicBezTo>
                    <a:lnTo>
                      <a:pt x="67" y="6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Google Shape;1837;p30"/>
              <p:cNvSpPr/>
              <p:nvPr/>
            </p:nvSpPr>
            <p:spPr>
              <a:xfrm rot="-755222">
                <a:off x="9636397" y="3746006"/>
                <a:ext cx="54526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66" h="81" extrusionOk="0">
                    <a:moveTo>
                      <a:pt x="65" y="80"/>
                    </a:moveTo>
                    <a:cubicBezTo>
                      <a:pt x="42" y="62"/>
                      <a:pt x="22" y="39"/>
                      <a:pt x="8" y="14"/>
                    </a:cubicBezTo>
                    <a:cubicBezTo>
                      <a:pt x="5" y="10"/>
                      <a:pt x="3" y="5"/>
                      <a:pt x="0" y="0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3" y="13"/>
                      <a:pt x="40" y="31"/>
                      <a:pt x="53" y="52"/>
                    </a:cubicBezTo>
                    <a:cubicBezTo>
                      <a:pt x="58" y="61"/>
                      <a:pt x="62" y="70"/>
                      <a:pt x="65" y="8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Google Shape;1838;p30"/>
              <p:cNvSpPr/>
              <p:nvPr/>
            </p:nvSpPr>
            <p:spPr>
              <a:xfrm rot="-755222">
                <a:off x="9428616" y="4357188"/>
                <a:ext cx="33872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41" h="41" extrusionOk="0">
                    <a:moveTo>
                      <a:pt x="40" y="17"/>
                    </a:moveTo>
                    <a:cubicBezTo>
                      <a:pt x="40" y="21"/>
                      <a:pt x="39" y="25"/>
                      <a:pt x="37" y="28"/>
                    </a:cubicBezTo>
                    <a:cubicBezTo>
                      <a:pt x="35" y="32"/>
                      <a:pt x="31" y="35"/>
                      <a:pt x="27" y="37"/>
                    </a:cubicBezTo>
                    <a:cubicBezTo>
                      <a:pt x="23" y="39"/>
                      <a:pt x="19" y="40"/>
                      <a:pt x="15" y="40"/>
                    </a:cubicBezTo>
                    <a:lnTo>
                      <a:pt x="14" y="40"/>
                    </a:lnTo>
                    <a:cubicBezTo>
                      <a:pt x="12" y="40"/>
                      <a:pt x="9" y="39"/>
                      <a:pt x="7" y="38"/>
                    </a:cubicBezTo>
                    <a:cubicBezTo>
                      <a:pt x="5" y="37"/>
                      <a:pt x="3" y="35"/>
                      <a:pt x="2" y="33"/>
                    </a:cubicBezTo>
                    <a:cubicBezTo>
                      <a:pt x="1" y="31"/>
                      <a:pt x="1" y="29"/>
                      <a:pt x="0" y="27"/>
                    </a:cubicBezTo>
                    <a:cubicBezTo>
                      <a:pt x="0" y="26"/>
                      <a:pt x="0" y="24"/>
                      <a:pt x="0" y="23"/>
                    </a:cubicBezTo>
                    <a:cubicBezTo>
                      <a:pt x="0" y="19"/>
                      <a:pt x="1" y="16"/>
                      <a:pt x="3" y="12"/>
                    </a:cubicBezTo>
                    <a:cubicBezTo>
                      <a:pt x="5" y="9"/>
                      <a:pt x="8" y="6"/>
                      <a:pt x="11" y="4"/>
                    </a:cubicBezTo>
                    <a:cubicBezTo>
                      <a:pt x="14" y="2"/>
                      <a:pt x="18" y="1"/>
                      <a:pt x="21" y="1"/>
                    </a:cubicBezTo>
                    <a:cubicBezTo>
                      <a:pt x="32" y="0"/>
                      <a:pt x="37" y="7"/>
                      <a:pt x="40" y="1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Google Shape;1839;p30"/>
              <p:cNvSpPr/>
              <p:nvPr/>
            </p:nvSpPr>
            <p:spPr>
              <a:xfrm rot="-755222">
                <a:off x="10059694" y="3815853"/>
                <a:ext cx="53700" cy="71871"/>
              </a:xfrm>
              <a:custGeom>
                <a:avLst/>
                <a:gdLst/>
                <a:ahLst/>
                <a:cxnLst/>
                <a:rect l="l" t="t" r="r" b="b"/>
                <a:pathLst>
                  <a:path w="65" h="87" extrusionOk="0">
                    <a:moveTo>
                      <a:pt x="61" y="86"/>
                    </a:moveTo>
                    <a:cubicBezTo>
                      <a:pt x="43" y="69"/>
                      <a:pt x="27" y="50"/>
                      <a:pt x="14" y="28"/>
                    </a:cubicBezTo>
                    <a:cubicBezTo>
                      <a:pt x="9" y="19"/>
                      <a:pt x="4" y="9"/>
                      <a:pt x="0" y="0"/>
                    </a:cubicBezTo>
                    <a:cubicBezTo>
                      <a:pt x="21" y="16"/>
                      <a:pt x="39" y="35"/>
                      <a:pt x="52" y="58"/>
                    </a:cubicBezTo>
                    <a:cubicBezTo>
                      <a:pt x="57" y="66"/>
                      <a:pt x="61" y="74"/>
                      <a:pt x="64" y="83"/>
                    </a:cubicBezTo>
                    <a:lnTo>
                      <a:pt x="61" y="8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30"/>
              <p:cNvSpPr/>
              <p:nvPr/>
            </p:nvSpPr>
            <p:spPr>
              <a:xfrm rot="-755222">
                <a:off x="8804797" y="2880394"/>
                <a:ext cx="55352" cy="73523"/>
              </a:xfrm>
              <a:custGeom>
                <a:avLst/>
                <a:gdLst/>
                <a:ahLst/>
                <a:cxnLst/>
                <a:rect l="l" t="t" r="r" b="b"/>
                <a:pathLst>
                  <a:path w="67" h="89" extrusionOk="0">
                    <a:moveTo>
                      <a:pt x="66" y="87"/>
                    </a:moveTo>
                    <a:cubicBezTo>
                      <a:pt x="35" y="69"/>
                      <a:pt x="27" y="34"/>
                      <a:pt x="0" y="0"/>
                    </a:cubicBezTo>
                    <a:cubicBezTo>
                      <a:pt x="20" y="12"/>
                      <a:pt x="37" y="29"/>
                      <a:pt x="49" y="50"/>
                    </a:cubicBezTo>
                    <a:cubicBezTo>
                      <a:pt x="56" y="62"/>
                      <a:pt x="61" y="75"/>
                      <a:pt x="64" y="88"/>
                    </a:cubicBezTo>
                    <a:lnTo>
                      <a:pt x="66" y="8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Google Shape;1841;p30"/>
              <p:cNvSpPr/>
              <p:nvPr/>
            </p:nvSpPr>
            <p:spPr>
              <a:xfrm rot="-755222">
                <a:off x="9170376" y="3210956"/>
                <a:ext cx="52873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64" h="59" extrusionOk="0">
                    <a:moveTo>
                      <a:pt x="0" y="0"/>
                    </a:moveTo>
                    <a:cubicBezTo>
                      <a:pt x="3" y="0"/>
                      <a:pt x="7" y="0"/>
                      <a:pt x="10" y="3"/>
                    </a:cubicBezTo>
                    <a:cubicBezTo>
                      <a:pt x="29" y="20"/>
                      <a:pt x="46" y="38"/>
                      <a:pt x="63" y="58"/>
                    </a:cubicBezTo>
                    <a:cubicBezTo>
                      <a:pt x="60" y="57"/>
                      <a:pt x="57" y="56"/>
                      <a:pt x="54" y="54"/>
                    </a:cubicBezTo>
                    <a:cubicBezTo>
                      <a:pt x="32" y="42"/>
                      <a:pt x="13" y="2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Google Shape;1842;p30"/>
              <p:cNvSpPr/>
              <p:nvPr/>
            </p:nvSpPr>
            <p:spPr>
              <a:xfrm rot="-755222">
                <a:off x="8420875" y="2447947"/>
                <a:ext cx="44612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54" h="40" extrusionOk="0">
                    <a:moveTo>
                      <a:pt x="33" y="39"/>
                    </a:moveTo>
                    <a:lnTo>
                      <a:pt x="0" y="0"/>
                    </a:lnTo>
                    <a:cubicBezTo>
                      <a:pt x="27" y="0"/>
                      <a:pt x="27" y="0"/>
                      <a:pt x="53" y="37"/>
                    </a:cubicBezTo>
                    <a:lnTo>
                      <a:pt x="33" y="3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Google Shape;1843;p30"/>
              <p:cNvSpPr/>
              <p:nvPr/>
            </p:nvSpPr>
            <p:spPr>
              <a:xfrm rot="-755222">
                <a:off x="10105599" y="3641505"/>
                <a:ext cx="52047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63" h="80" extrusionOk="0">
                    <a:moveTo>
                      <a:pt x="62" y="79"/>
                    </a:moveTo>
                    <a:cubicBezTo>
                      <a:pt x="30" y="65"/>
                      <a:pt x="23" y="32"/>
                      <a:pt x="0" y="0"/>
                    </a:cubicBezTo>
                    <a:cubicBezTo>
                      <a:pt x="20" y="11"/>
                      <a:pt x="36" y="28"/>
                      <a:pt x="48" y="48"/>
                    </a:cubicBezTo>
                    <a:cubicBezTo>
                      <a:pt x="54" y="58"/>
                      <a:pt x="58" y="68"/>
                      <a:pt x="61" y="79"/>
                    </a:cubicBezTo>
                    <a:lnTo>
                      <a:pt x="62" y="7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Google Shape;1844;p30"/>
              <p:cNvSpPr/>
              <p:nvPr/>
            </p:nvSpPr>
            <p:spPr>
              <a:xfrm rot="-755222">
                <a:off x="10185215" y="3666273"/>
                <a:ext cx="35524" cy="71871"/>
              </a:xfrm>
              <a:custGeom>
                <a:avLst/>
                <a:gdLst/>
                <a:ahLst/>
                <a:cxnLst/>
                <a:rect l="l" t="t" r="r" b="b"/>
                <a:pathLst>
                  <a:path w="43" h="87" extrusionOk="0">
                    <a:moveTo>
                      <a:pt x="42" y="85"/>
                    </a:moveTo>
                    <a:cubicBezTo>
                      <a:pt x="11" y="66"/>
                      <a:pt x="11" y="30"/>
                      <a:pt x="0" y="0"/>
                    </a:cubicBezTo>
                    <a:cubicBezTo>
                      <a:pt x="7" y="9"/>
                      <a:pt x="13" y="18"/>
                      <a:pt x="19" y="28"/>
                    </a:cubicBezTo>
                    <a:cubicBezTo>
                      <a:pt x="29" y="46"/>
                      <a:pt x="37" y="65"/>
                      <a:pt x="41" y="86"/>
                    </a:cubicBezTo>
                    <a:lnTo>
                      <a:pt x="42" y="8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Google Shape;1845;p30"/>
              <p:cNvSpPr/>
              <p:nvPr/>
            </p:nvSpPr>
            <p:spPr>
              <a:xfrm rot="-755222">
                <a:off x="9187548" y="3437590"/>
                <a:ext cx="52047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63" h="73" extrusionOk="0">
                    <a:moveTo>
                      <a:pt x="0" y="1"/>
                    </a:moveTo>
                    <a:cubicBezTo>
                      <a:pt x="33" y="14"/>
                      <a:pt x="44" y="46"/>
                      <a:pt x="62" y="72"/>
                    </a:cubicBezTo>
                    <a:cubicBezTo>
                      <a:pt x="40" y="50"/>
                      <a:pt x="9" y="3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Google Shape;1846;p30"/>
              <p:cNvSpPr/>
              <p:nvPr/>
            </p:nvSpPr>
            <p:spPr>
              <a:xfrm rot="-755222">
                <a:off x="10437836" y="3559416"/>
                <a:ext cx="33046" cy="76828"/>
              </a:xfrm>
              <a:custGeom>
                <a:avLst/>
                <a:gdLst/>
                <a:ahLst/>
                <a:cxnLst/>
                <a:rect l="l" t="t" r="r" b="b"/>
                <a:pathLst>
                  <a:path w="40" h="93" extrusionOk="0">
                    <a:moveTo>
                      <a:pt x="1" y="92"/>
                    </a:moveTo>
                    <a:cubicBezTo>
                      <a:pt x="4" y="67"/>
                      <a:pt x="12" y="43"/>
                      <a:pt x="25" y="21"/>
                    </a:cubicBezTo>
                    <a:cubicBezTo>
                      <a:pt x="29" y="14"/>
                      <a:pt x="34" y="7"/>
                      <a:pt x="39" y="0"/>
                    </a:cubicBezTo>
                    <a:cubicBezTo>
                      <a:pt x="37" y="23"/>
                      <a:pt x="29" y="45"/>
                      <a:pt x="18" y="65"/>
                    </a:cubicBezTo>
                    <a:cubicBezTo>
                      <a:pt x="12" y="75"/>
                      <a:pt x="7" y="83"/>
                      <a:pt x="0" y="91"/>
                    </a:cubicBezTo>
                    <a:lnTo>
                      <a:pt x="1" y="9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Google Shape;1847;p30"/>
              <p:cNvSpPr/>
              <p:nvPr/>
            </p:nvSpPr>
            <p:spPr>
              <a:xfrm rot="-755222">
                <a:off x="8200980" y="3547504"/>
                <a:ext cx="36350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44" h="34" extrusionOk="0">
                    <a:moveTo>
                      <a:pt x="19" y="2"/>
                    </a:moveTo>
                    <a:cubicBezTo>
                      <a:pt x="33" y="2"/>
                      <a:pt x="42" y="7"/>
                      <a:pt x="42" y="17"/>
                    </a:cubicBezTo>
                    <a:cubicBezTo>
                      <a:pt x="43" y="27"/>
                      <a:pt x="33" y="33"/>
                      <a:pt x="23" y="32"/>
                    </a:cubicBezTo>
                    <a:cubicBezTo>
                      <a:pt x="13" y="32"/>
                      <a:pt x="0" y="29"/>
                      <a:pt x="1" y="14"/>
                    </a:cubicBezTo>
                    <a:cubicBezTo>
                      <a:pt x="2" y="0"/>
                      <a:pt x="13" y="2"/>
                      <a:pt x="19" y="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Google Shape;1848;p30"/>
              <p:cNvSpPr/>
              <p:nvPr/>
            </p:nvSpPr>
            <p:spPr>
              <a:xfrm rot="-755222">
                <a:off x="9116360" y="4139638"/>
                <a:ext cx="36350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44" h="36" extrusionOk="0">
                    <a:moveTo>
                      <a:pt x="20" y="35"/>
                    </a:moveTo>
                    <a:cubicBezTo>
                      <a:pt x="9" y="35"/>
                      <a:pt x="1" y="30"/>
                      <a:pt x="0" y="17"/>
                    </a:cubicBezTo>
                    <a:cubicBezTo>
                      <a:pt x="0" y="16"/>
                      <a:pt x="0" y="16"/>
                      <a:pt x="0" y="15"/>
                    </a:cubicBezTo>
                    <a:cubicBezTo>
                      <a:pt x="0" y="13"/>
                      <a:pt x="0" y="11"/>
                      <a:pt x="2" y="8"/>
                    </a:cubicBezTo>
                    <a:cubicBezTo>
                      <a:pt x="4" y="5"/>
                      <a:pt x="6" y="3"/>
                      <a:pt x="8" y="2"/>
                    </a:cubicBezTo>
                    <a:cubicBezTo>
                      <a:pt x="10" y="1"/>
                      <a:pt x="13" y="0"/>
                      <a:pt x="16" y="0"/>
                    </a:cubicBezTo>
                    <a:lnTo>
                      <a:pt x="17" y="0"/>
                    </a:lnTo>
                    <a:cubicBezTo>
                      <a:pt x="30" y="0"/>
                      <a:pt x="43" y="7"/>
                      <a:pt x="42" y="22"/>
                    </a:cubicBezTo>
                    <a:cubicBezTo>
                      <a:pt x="42" y="31"/>
                      <a:pt x="30" y="33"/>
                      <a:pt x="20" y="3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30"/>
              <p:cNvSpPr/>
              <p:nvPr/>
            </p:nvSpPr>
            <p:spPr>
              <a:xfrm rot="-755222">
                <a:off x="8100503" y="3282167"/>
                <a:ext cx="33872" cy="76002"/>
              </a:xfrm>
              <a:custGeom>
                <a:avLst/>
                <a:gdLst/>
                <a:ahLst/>
                <a:cxnLst/>
                <a:rect l="l" t="t" r="r" b="b"/>
                <a:pathLst>
                  <a:path w="41" h="92" extrusionOk="0">
                    <a:moveTo>
                      <a:pt x="0" y="1"/>
                    </a:moveTo>
                    <a:cubicBezTo>
                      <a:pt x="6" y="8"/>
                      <a:pt x="12" y="17"/>
                      <a:pt x="17" y="25"/>
                    </a:cubicBezTo>
                    <a:cubicBezTo>
                      <a:pt x="29" y="45"/>
                      <a:pt x="37" y="68"/>
                      <a:pt x="40" y="91"/>
                    </a:cubicBezTo>
                    <a:cubicBezTo>
                      <a:pt x="22" y="63"/>
                      <a:pt x="0" y="38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Google Shape;1850;p30"/>
              <p:cNvSpPr/>
              <p:nvPr/>
            </p:nvSpPr>
            <p:spPr>
              <a:xfrm rot="-755222">
                <a:off x="9108725" y="4262805"/>
                <a:ext cx="33046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40" h="41" extrusionOk="0">
                    <a:moveTo>
                      <a:pt x="34" y="0"/>
                    </a:moveTo>
                    <a:cubicBezTo>
                      <a:pt x="37" y="3"/>
                      <a:pt x="39" y="4"/>
                      <a:pt x="39" y="5"/>
                    </a:cubicBezTo>
                    <a:cubicBezTo>
                      <a:pt x="35" y="20"/>
                      <a:pt x="37" y="40"/>
                      <a:pt x="12" y="39"/>
                    </a:cubicBezTo>
                    <a:cubicBezTo>
                      <a:pt x="10" y="39"/>
                      <a:pt x="8" y="38"/>
                      <a:pt x="7" y="37"/>
                    </a:cubicBezTo>
                    <a:cubicBezTo>
                      <a:pt x="5" y="36"/>
                      <a:pt x="4" y="34"/>
                      <a:pt x="2" y="32"/>
                    </a:cubicBezTo>
                    <a:cubicBezTo>
                      <a:pt x="0" y="30"/>
                      <a:pt x="0" y="28"/>
                      <a:pt x="0" y="25"/>
                    </a:cubicBezTo>
                    <a:lnTo>
                      <a:pt x="0" y="24"/>
                    </a:lnTo>
                    <a:cubicBezTo>
                      <a:pt x="2" y="4"/>
                      <a:pt x="18" y="1"/>
                      <a:pt x="3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Google Shape;1851;p30"/>
              <p:cNvSpPr/>
              <p:nvPr/>
            </p:nvSpPr>
            <p:spPr>
              <a:xfrm rot="-755222">
                <a:off x="9706905" y="3473517"/>
                <a:ext cx="47917" cy="53697"/>
              </a:xfrm>
              <a:custGeom>
                <a:avLst/>
                <a:gdLst/>
                <a:ahLst/>
                <a:cxnLst/>
                <a:rect l="l" t="t" r="r" b="b"/>
                <a:pathLst>
                  <a:path w="58" h="65" extrusionOk="0">
                    <a:moveTo>
                      <a:pt x="57" y="63"/>
                    </a:moveTo>
                    <a:cubicBezTo>
                      <a:pt x="25" y="53"/>
                      <a:pt x="17" y="23"/>
                      <a:pt x="0" y="0"/>
                    </a:cubicBezTo>
                    <a:cubicBezTo>
                      <a:pt x="22" y="18"/>
                      <a:pt x="48" y="33"/>
                      <a:pt x="56" y="64"/>
                    </a:cubicBezTo>
                    <a:lnTo>
                      <a:pt x="57" y="6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Google Shape;1852;p30"/>
              <p:cNvSpPr/>
              <p:nvPr/>
            </p:nvSpPr>
            <p:spPr>
              <a:xfrm rot="-755222">
                <a:off x="9023816" y="2579536"/>
                <a:ext cx="51221" cy="59480"/>
              </a:xfrm>
              <a:custGeom>
                <a:avLst/>
                <a:gdLst/>
                <a:ahLst/>
                <a:cxnLst/>
                <a:rect l="l" t="t" r="r" b="b"/>
                <a:pathLst>
                  <a:path w="62" h="72" extrusionOk="0">
                    <a:moveTo>
                      <a:pt x="0" y="1"/>
                    </a:moveTo>
                    <a:cubicBezTo>
                      <a:pt x="31" y="14"/>
                      <a:pt x="44" y="45"/>
                      <a:pt x="61" y="71"/>
                    </a:cubicBezTo>
                    <a:cubicBezTo>
                      <a:pt x="37" y="51"/>
                      <a:pt x="10" y="33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Google Shape;1853;p30"/>
              <p:cNvSpPr/>
              <p:nvPr/>
            </p:nvSpPr>
            <p:spPr>
              <a:xfrm rot="-755222">
                <a:off x="8683302" y="3282166"/>
                <a:ext cx="48743" cy="55349"/>
              </a:xfrm>
              <a:custGeom>
                <a:avLst/>
                <a:gdLst/>
                <a:ahLst/>
                <a:cxnLst/>
                <a:rect l="l" t="t" r="r" b="b"/>
                <a:pathLst>
                  <a:path w="59" h="67" extrusionOk="0">
                    <a:moveTo>
                      <a:pt x="58" y="66"/>
                    </a:moveTo>
                    <a:cubicBezTo>
                      <a:pt x="54" y="64"/>
                      <a:pt x="49" y="62"/>
                      <a:pt x="45" y="59"/>
                    </a:cubicBezTo>
                    <a:cubicBezTo>
                      <a:pt x="30" y="50"/>
                      <a:pt x="18" y="39"/>
                      <a:pt x="10" y="25"/>
                    </a:cubicBezTo>
                    <a:cubicBezTo>
                      <a:pt x="6" y="17"/>
                      <a:pt x="2" y="8"/>
                      <a:pt x="0" y="0"/>
                    </a:cubicBezTo>
                    <a:lnTo>
                      <a:pt x="58" y="6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Google Shape;1854;p30"/>
              <p:cNvSpPr/>
              <p:nvPr/>
            </p:nvSpPr>
            <p:spPr>
              <a:xfrm rot="-755222">
                <a:off x="8514122" y="3653183"/>
                <a:ext cx="40481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49" h="34" extrusionOk="0">
                    <a:moveTo>
                      <a:pt x="16" y="0"/>
                    </a:moveTo>
                    <a:cubicBezTo>
                      <a:pt x="30" y="3"/>
                      <a:pt x="46" y="5"/>
                      <a:pt x="48" y="23"/>
                    </a:cubicBezTo>
                    <a:cubicBezTo>
                      <a:pt x="48" y="29"/>
                      <a:pt x="42" y="33"/>
                      <a:pt x="36" y="31"/>
                    </a:cubicBezTo>
                    <a:cubicBezTo>
                      <a:pt x="23" y="28"/>
                      <a:pt x="5" y="31"/>
                      <a:pt x="2" y="13"/>
                    </a:cubicBezTo>
                    <a:cubicBezTo>
                      <a:pt x="0" y="3"/>
                      <a:pt x="10" y="3"/>
                      <a:pt x="1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Google Shape;1855;p30"/>
              <p:cNvSpPr/>
              <p:nvPr/>
            </p:nvSpPr>
            <p:spPr>
              <a:xfrm rot="-755222">
                <a:off x="9974341" y="3929811"/>
                <a:ext cx="43786" cy="58653"/>
              </a:xfrm>
              <a:custGeom>
                <a:avLst/>
                <a:gdLst/>
                <a:ahLst/>
                <a:cxnLst/>
                <a:rect l="l" t="t" r="r" b="b"/>
                <a:pathLst>
                  <a:path w="53" h="71" extrusionOk="0">
                    <a:moveTo>
                      <a:pt x="52" y="70"/>
                    </a:moveTo>
                    <a:cubicBezTo>
                      <a:pt x="48" y="36"/>
                      <a:pt x="11" y="27"/>
                      <a:pt x="0" y="0"/>
                    </a:cubicBezTo>
                    <a:cubicBezTo>
                      <a:pt x="43" y="26"/>
                      <a:pt x="48" y="32"/>
                      <a:pt x="51" y="70"/>
                    </a:cubicBezTo>
                    <a:lnTo>
                      <a:pt x="52" y="7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Google Shape;1856;p30"/>
              <p:cNvSpPr/>
              <p:nvPr/>
            </p:nvSpPr>
            <p:spPr>
              <a:xfrm rot="-755222">
                <a:off x="8963086" y="4317396"/>
                <a:ext cx="47090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57" h="35" extrusionOk="0">
                    <a:moveTo>
                      <a:pt x="56" y="6"/>
                    </a:moveTo>
                    <a:cubicBezTo>
                      <a:pt x="49" y="23"/>
                      <a:pt x="35" y="26"/>
                      <a:pt x="25" y="32"/>
                    </a:cubicBezTo>
                    <a:cubicBezTo>
                      <a:pt x="24" y="32"/>
                      <a:pt x="24" y="32"/>
                      <a:pt x="24" y="32"/>
                    </a:cubicBezTo>
                    <a:cubicBezTo>
                      <a:pt x="22" y="34"/>
                      <a:pt x="19" y="34"/>
                      <a:pt x="17" y="34"/>
                    </a:cubicBezTo>
                    <a:cubicBezTo>
                      <a:pt x="14" y="34"/>
                      <a:pt x="12" y="34"/>
                      <a:pt x="10" y="32"/>
                    </a:cubicBezTo>
                    <a:cubicBezTo>
                      <a:pt x="8" y="30"/>
                      <a:pt x="6" y="29"/>
                      <a:pt x="5" y="27"/>
                    </a:cubicBezTo>
                    <a:cubicBezTo>
                      <a:pt x="4" y="26"/>
                      <a:pt x="4" y="24"/>
                      <a:pt x="3" y="23"/>
                    </a:cubicBezTo>
                    <a:cubicBezTo>
                      <a:pt x="0" y="12"/>
                      <a:pt x="8" y="6"/>
                      <a:pt x="17" y="4"/>
                    </a:cubicBezTo>
                    <a:cubicBezTo>
                      <a:pt x="23" y="1"/>
                      <a:pt x="29" y="0"/>
                      <a:pt x="35" y="0"/>
                    </a:cubicBezTo>
                    <a:cubicBezTo>
                      <a:pt x="42" y="0"/>
                      <a:pt x="49" y="2"/>
                      <a:pt x="56" y="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Google Shape;1857;p30"/>
              <p:cNvSpPr/>
              <p:nvPr/>
            </p:nvSpPr>
            <p:spPr>
              <a:xfrm rot="-755222">
                <a:off x="7672387" y="1788546"/>
                <a:ext cx="59483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72" h="81" extrusionOk="0">
                    <a:moveTo>
                      <a:pt x="71" y="0"/>
                    </a:moveTo>
                    <a:cubicBezTo>
                      <a:pt x="70" y="3"/>
                      <a:pt x="68" y="6"/>
                      <a:pt x="67" y="9"/>
                    </a:cubicBezTo>
                    <a:cubicBezTo>
                      <a:pt x="50" y="37"/>
                      <a:pt x="28" y="61"/>
                      <a:pt x="0" y="80"/>
                    </a:cubicBezTo>
                    <a:cubicBezTo>
                      <a:pt x="3" y="72"/>
                      <a:pt x="7" y="64"/>
                      <a:pt x="11" y="56"/>
                    </a:cubicBezTo>
                    <a:cubicBezTo>
                      <a:pt x="23" y="35"/>
                      <a:pt x="41" y="17"/>
                      <a:pt x="62" y="5"/>
                    </a:cubicBezTo>
                    <a:cubicBezTo>
                      <a:pt x="65" y="3"/>
                      <a:pt x="68" y="2"/>
                      <a:pt x="7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Google Shape;1858;p30"/>
              <p:cNvSpPr/>
              <p:nvPr/>
            </p:nvSpPr>
            <p:spPr>
              <a:xfrm rot="-755222">
                <a:off x="8028873" y="2275935"/>
                <a:ext cx="58656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71" h="59" extrusionOk="0">
                    <a:moveTo>
                      <a:pt x="70" y="58"/>
                    </a:moveTo>
                    <a:cubicBezTo>
                      <a:pt x="37" y="50"/>
                      <a:pt x="20" y="23"/>
                      <a:pt x="0" y="0"/>
                    </a:cubicBezTo>
                    <a:cubicBezTo>
                      <a:pt x="27" y="16"/>
                      <a:pt x="56" y="28"/>
                      <a:pt x="70" y="5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Google Shape;1859;p30"/>
              <p:cNvSpPr/>
              <p:nvPr/>
            </p:nvSpPr>
            <p:spPr>
              <a:xfrm rot="-755222">
                <a:off x="7686686" y="1809371"/>
                <a:ext cx="57004" cy="70219"/>
              </a:xfrm>
              <a:custGeom>
                <a:avLst/>
                <a:gdLst/>
                <a:ahLst/>
                <a:cxnLst/>
                <a:rect l="l" t="t" r="r" b="b"/>
                <a:pathLst>
                  <a:path w="69" h="85" extrusionOk="0">
                    <a:moveTo>
                      <a:pt x="0" y="84"/>
                    </a:moveTo>
                    <a:cubicBezTo>
                      <a:pt x="12" y="48"/>
                      <a:pt x="44" y="27"/>
                      <a:pt x="68" y="0"/>
                    </a:cubicBezTo>
                    <a:cubicBezTo>
                      <a:pt x="65" y="11"/>
                      <a:pt x="60" y="23"/>
                      <a:pt x="54" y="33"/>
                    </a:cubicBezTo>
                    <a:cubicBezTo>
                      <a:pt x="42" y="53"/>
                      <a:pt x="26" y="70"/>
                      <a:pt x="6" y="81"/>
                    </a:cubicBezTo>
                    <a:cubicBezTo>
                      <a:pt x="4" y="82"/>
                      <a:pt x="2" y="83"/>
                      <a:pt x="0" y="8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Google Shape;1860;p30"/>
              <p:cNvSpPr/>
              <p:nvPr/>
            </p:nvSpPr>
            <p:spPr>
              <a:xfrm rot="-755222">
                <a:off x="9177648" y="4328223"/>
                <a:ext cx="37177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45" h="42" extrusionOk="0">
                    <a:moveTo>
                      <a:pt x="44" y="17"/>
                    </a:moveTo>
                    <a:cubicBezTo>
                      <a:pt x="44" y="34"/>
                      <a:pt x="30" y="35"/>
                      <a:pt x="18" y="38"/>
                    </a:cubicBezTo>
                    <a:cubicBezTo>
                      <a:pt x="5" y="41"/>
                      <a:pt x="0" y="35"/>
                      <a:pt x="0" y="25"/>
                    </a:cubicBezTo>
                    <a:cubicBezTo>
                      <a:pt x="0" y="10"/>
                      <a:pt x="12" y="5"/>
                      <a:pt x="26" y="2"/>
                    </a:cubicBezTo>
                    <a:cubicBezTo>
                      <a:pt x="40" y="0"/>
                      <a:pt x="41" y="7"/>
                      <a:pt x="44" y="1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30"/>
              <p:cNvSpPr/>
              <p:nvPr/>
            </p:nvSpPr>
            <p:spPr>
              <a:xfrm rot="-755222">
                <a:off x="10108238" y="3247039"/>
                <a:ext cx="38829" cy="61132"/>
              </a:xfrm>
              <a:custGeom>
                <a:avLst/>
                <a:gdLst/>
                <a:ahLst/>
                <a:cxnLst/>
                <a:rect l="l" t="t" r="r" b="b"/>
                <a:pathLst>
                  <a:path w="47" h="74" extrusionOk="0">
                    <a:moveTo>
                      <a:pt x="46" y="73"/>
                    </a:moveTo>
                    <a:cubicBezTo>
                      <a:pt x="33" y="62"/>
                      <a:pt x="23" y="49"/>
                      <a:pt x="14" y="35"/>
                    </a:cubicBezTo>
                    <a:cubicBezTo>
                      <a:pt x="8" y="24"/>
                      <a:pt x="3" y="12"/>
                      <a:pt x="0" y="0"/>
                    </a:cubicBezTo>
                    <a:cubicBezTo>
                      <a:pt x="12" y="12"/>
                      <a:pt x="23" y="25"/>
                      <a:pt x="31" y="40"/>
                    </a:cubicBezTo>
                    <a:cubicBezTo>
                      <a:pt x="37" y="50"/>
                      <a:pt x="42" y="61"/>
                      <a:pt x="46" y="7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Google Shape;1862;p30"/>
              <p:cNvSpPr/>
              <p:nvPr/>
            </p:nvSpPr>
            <p:spPr>
              <a:xfrm rot="-755222">
                <a:off x="10504918" y="3396704"/>
                <a:ext cx="38003" cy="85089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3" extrusionOk="0">
                    <a:moveTo>
                      <a:pt x="45" y="0"/>
                    </a:moveTo>
                    <a:cubicBezTo>
                      <a:pt x="42" y="26"/>
                      <a:pt x="34" y="50"/>
                      <a:pt x="21" y="72"/>
                    </a:cubicBezTo>
                    <a:cubicBezTo>
                      <a:pt x="15" y="83"/>
                      <a:pt x="8" y="93"/>
                      <a:pt x="0" y="102"/>
                    </a:cubicBezTo>
                    <a:cubicBezTo>
                      <a:pt x="3" y="77"/>
                      <a:pt x="10" y="53"/>
                      <a:pt x="23" y="31"/>
                    </a:cubicBezTo>
                    <a:cubicBezTo>
                      <a:pt x="30" y="20"/>
                      <a:pt x="37" y="10"/>
                      <a:pt x="4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Google Shape;1863;p30"/>
              <p:cNvSpPr/>
              <p:nvPr/>
            </p:nvSpPr>
            <p:spPr>
              <a:xfrm rot="-755222">
                <a:off x="8806461" y="4121521"/>
                <a:ext cx="30567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7" h="43" extrusionOk="0">
                    <a:moveTo>
                      <a:pt x="14" y="42"/>
                    </a:moveTo>
                    <a:cubicBezTo>
                      <a:pt x="12" y="42"/>
                      <a:pt x="10" y="41"/>
                      <a:pt x="8" y="40"/>
                    </a:cubicBezTo>
                    <a:cubicBezTo>
                      <a:pt x="6" y="39"/>
                      <a:pt x="4" y="37"/>
                      <a:pt x="3" y="35"/>
                    </a:cubicBezTo>
                    <a:cubicBezTo>
                      <a:pt x="1" y="32"/>
                      <a:pt x="1" y="30"/>
                      <a:pt x="1" y="27"/>
                    </a:cubicBezTo>
                    <a:cubicBezTo>
                      <a:pt x="0" y="26"/>
                      <a:pt x="0" y="25"/>
                      <a:pt x="0" y="23"/>
                    </a:cubicBezTo>
                    <a:cubicBezTo>
                      <a:pt x="0" y="19"/>
                      <a:pt x="1" y="16"/>
                      <a:pt x="3" y="12"/>
                    </a:cubicBezTo>
                    <a:cubicBezTo>
                      <a:pt x="5" y="8"/>
                      <a:pt x="8" y="6"/>
                      <a:pt x="12" y="4"/>
                    </a:cubicBezTo>
                    <a:cubicBezTo>
                      <a:pt x="15" y="2"/>
                      <a:pt x="19" y="1"/>
                      <a:pt x="23" y="0"/>
                    </a:cubicBezTo>
                    <a:cubicBezTo>
                      <a:pt x="32" y="0"/>
                      <a:pt x="36" y="6"/>
                      <a:pt x="35" y="14"/>
                    </a:cubicBezTo>
                    <a:cubicBezTo>
                      <a:pt x="33" y="29"/>
                      <a:pt x="30" y="40"/>
                      <a:pt x="14" y="4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Google Shape;1864;p30"/>
              <p:cNvSpPr/>
              <p:nvPr/>
            </p:nvSpPr>
            <p:spPr>
              <a:xfrm rot="-755222">
                <a:off x="8689902" y="4170172"/>
                <a:ext cx="40481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49" h="46" extrusionOk="0">
                    <a:moveTo>
                      <a:pt x="48" y="35"/>
                    </a:moveTo>
                    <a:cubicBezTo>
                      <a:pt x="24" y="45"/>
                      <a:pt x="9" y="39"/>
                      <a:pt x="0" y="21"/>
                    </a:cubicBezTo>
                    <a:lnTo>
                      <a:pt x="0" y="20"/>
                    </a:lnTo>
                    <a:cubicBezTo>
                      <a:pt x="0" y="17"/>
                      <a:pt x="0" y="15"/>
                      <a:pt x="2" y="13"/>
                    </a:cubicBezTo>
                    <a:cubicBezTo>
                      <a:pt x="3" y="11"/>
                      <a:pt x="4" y="9"/>
                      <a:pt x="6" y="8"/>
                    </a:cubicBezTo>
                    <a:cubicBezTo>
                      <a:pt x="29" y="0"/>
                      <a:pt x="37" y="16"/>
                      <a:pt x="48" y="3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Google Shape;1865;p30"/>
              <p:cNvSpPr/>
              <p:nvPr/>
            </p:nvSpPr>
            <p:spPr>
              <a:xfrm rot="-755222">
                <a:off x="8921315" y="4129416"/>
                <a:ext cx="33046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40" h="39" extrusionOk="0">
                    <a:moveTo>
                      <a:pt x="38" y="23"/>
                    </a:moveTo>
                    <a:cubicBezTo>
                      <a:pt x="34" y="31"/>
                      <a:pt x="28" y="38"/>
                      <a:pt x="18" y="35"/>
                    </a:cubicBezTo>
                    <a:cubicBezTo>
                      <a:pt x="15" y="35"/>
                      <a:pt x="13" y="34"/>
                      <a:pt x="10" y="32"/>
                    </a:cubicBezTo>
                    <a:cubicBezTo>
                      <a:pt x="7" y="31"/>
                      <a:pt x="4" y="28"/>
                      <a:pt x="2" y="25"/>
                    </a:cubicBezTo>
                    <a:cubicBezTo>
                      <a:pt x="1" y="22"/>
                      <a:pt x="0" y="18"/>
                      <a:pt x="0" y="14"/>
                    </a:cubicBezTo>
                    <a:lnTo>
                      <a:pt x="0" y="13"/>
                    </a:lnTo>
                    <a:cubicBezTo>
                      <a:pt x="0" y="11"/>
                      <a:pt x="0" y="9"/>
                      <a:pt x="1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5" y="0"/>
                      <a:pt x="17" y="1"/>
                      <a:pt x="19" y="1"/>
                    </a:cubicBezTo>
                    <a:cubicBezTo>
                      <a:pt x="29" y="5"/>
                      <a:pt x="39" y="9"/>
                      <a:pt x="38" y="2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Google Shape;1866;p30"/>
              <p:cNvSpPr/>
              <p:nvPr/>
            </p:nvSpPr>
            <p:spPr>
              <a:xfrm rot="-755222">
                <a:off x="8656253" y="4208172"/>
                <a:ext cx="32220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9" h="40" extrusionOk="0">
                    <a:moveTo>
                      <a:pt x="19" y="0"/>
                    </a:moveTo>
                    <a:lnTo>
                      <a:pt x="20" y="0"/>
                    </a:lnTo>
                    <a:cubicBezTo>
                      <a:pt x="23" y="0"/>
                      <a:pt x="26" y="0"/>
                      <a:pt x="29" y="2"/>
                    </a:cubicBezTo>
                    <a:cubicBezTo>
                      <a:pt x="32" y="4"/>
                      <a:pt x="34" y="6"/>
                      <a:pt x="36" y="9"/>
                    </a:cubicBezTo>
                    <a:cubicBezTo>
                      <a:pt x="37" y="12"/>
                      <a:pt x="38" y="14"/>
                      <a:pt x="38" y="18"/>
                    </a:cubicBezTo>
                    <a:cubicBezTo>
                      <a:pt x="38" y="19"/>
                      <a:pt x="38" y="20"/>
                      <a:pt x="38" y="21"/>
                    </a:cubicBezTo>
                    <a:cubicBezTo>
                      <a:pt x="37" y="24"/>
                      <a:pt x="37" y="27"/>
                      <a:pt x="35" y="30"/>
                    </a:cubicBezTo>
                    <a:cubicBezTo>
                      <a:pt x="33" y="33"/>
                      <a:pt x="31" y="35"/>
                      <a:pt x="28" y="37"/>
                    </a:cubicBezTo>
                    <a:cubicBezTo>
                      <a:pt x="25" y="39"/>
                      <a:pt x="22" y="39"/>
                      <a:pt x="18" y="39"/>
                    </a:cubicBezTo>
                    <a:cubicBezTo>
                      <a:pt x="17" y="39"/>
                      <a:pt x="16" y="39"/>
                      <a:pt x="15" y="39"/>
                    </a:cubicBezTo>
                    <a:cubicBezTo>
                      <a:pt x="4" y="39"/>
                      <a:pt x="0" y="31"/>
                      <a:pt x="0" y="21"/>
                    </a:cubicBezTo>
                    <a:cubicBezTo>
                      <a:pt x="0" y="20"/>
                      <a:pt x="0" y="20"/>
                      <a:pt x="0" y="19"/>
                    </a:cubicBezTo>
                    <a:cubicBezTo>
                      <a:pt x="0" y="16"/>
                      <a:pt x="1" y="12"/>
                      <a:pt x="3" y="9"/>
                    </a:cubicBezTo>
                    <a:cubicBezTo>
                      <a:pt x="5" y="6"/>
                      <a:pt x="7" y="4"/>
                      <a:pt x="10" y="2"/>
                    </a:cubicBezTo>
                    <a:cubicBezTo>
                      <a:pt x="13" y="1"/>
                      <a:pt x="16" y="0"/>
                      <a:pt x="1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30"/>
              <p:cNvSpPr/>
              <p:nvPr/>
            </p:nvSpPr>
            <p:spPr>
              <a:xfrm rot="-755222">
                <a:off x="8076372" y="2726921"/>
                <a:ext cx="35524" cy="67741"/>
              </a:xfrm>
              <a:custGeom>
                <a:avLst/>
                <a:gdLst/>
                <a:ahLst/>
                <a:cxnLst/>
                <a:rect l="l" t="t" r="r" b="b"/>
                <a:pathLst>
                  <a:path w="43" h="82" extrusionOk="0">
                    <a:moveTo>
                      <a:pt x="3" y="1"/>
                    </a:moveTo>
                    <a:cubicBezTo>
                      <a:pt x="25" y="23"/>
                      <a:pt x="29" y="54"/>
                      <a:pt x="42" y="81"/>
                    </a:cubicBezTo>
                    <a:cubicBezTo>
                      <a:pt x="23" y="56"/>
                      <a:pt x="0" y="35"/>
                      <a:pt x="4" y="0"/>
                    </a:cubicBezTo>
                    <a:lnTo>
                      <a:pt x="3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Google Shape;1868;p30"/>
              <p:cNvSpPr/>
              <p:nvPr/>
            </p:nvSpPr>
            <p:spPr>
              <a:xfrm rot="-755222">
                <a:off x="9178822" y="3144683"/>
                <a:ext cx="45438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55" h="55" extrusionOk="0">
                    <a:moveTo>
                      <a:pt x="6" y="0"/>
                    </a:moveTo>
                    <a:lnTo>
                      <a:pt x="54" y="53"/>
                    </a:lnTo>
                    <a:lnTo>
                      <a:pt x="52" y="54"/>
                    </a:lnTo>
                    <a:lnTo>
                      <a:pt x="0" y="8"/>
                    </a:lnTo>
                    <a:lnTo>
                      <a:pt x="6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1869" name="Google Shape;1869;p30"/>
              <p:cNvSpPr/>
              <p:nvPr/>
            </p:nvSpPr>
            <p:spPr>
              <a:xfrm rot="-755222">
                <a:off x="9805511" y="3004955"/>
                <a:ext cx="43786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53" h="57" extrusionOk="0">
                    <a:moveTo>
                      <a:pt x="0" y="0"/>
                    </a:moveTo>
                    <a:lnTo>
                      <a:pt x="52" y="56"/>
                    </a:lnTo>
                    <a:cubicBezTo>
                      <a:pt x="17" y="37"/>
                      <a:pt x="17" y="3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Google Shape;1870;p30"/>
              <p:cNvSpPr/>
              <p:nvPr/>
            </p:nvSpPr>
            <p:spPr>
              <a:xfrm rot="-755222">
                <a:off x="8447541" y="4116677"/>
                <a:ext cx="41307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50" h="44" extrusionOk="0">
                    <a:moveTo>
                      <a:pt x="49" y="34"/>
                    </a:moveTo>
                    <a:cubicBezTo>
                      <a:pt x="44" y="35"/>
                      <a:pt x="38" y="36"/>
                      <a:pt x="33" y="38"/>
                    </a:cubicBezTo>
                    <a:cubicBezTo>
                      <a:pt x="22" y="42"/>
                      <a:pt x="12" y="43"/>
                      <a:pt x="6" y="31"/>
                    </a:cubicBezTo>
                    <a:cubicBezTo>
                      <a:pt x="0" y="19"/>
                      <a:pt x="8" y="14"/>
                      <a:pt x="16" y="9"/>
                    </a:cubicBezTo>
                    <a:cubicBezTo>
                      <a:pt x="29" y="0"/>
                      <a:pt x="39" y="5"/>
                      <a:pt x="45" y="19"/>
                    </a:cubicBezTo>
                    <a:cubicBezTo>
                      <a:pt x="46" y="24"/>
                      <a:pt x="47" y="30"/>
                      <a:pt x="47" y="35"/>
                    </a:cubicBezTo>
                    <a:lnTo>
                      <a:pt x="49" y="3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Google Shape;1871;p30"/>
              <p:cNvSpPr/>
              <p:nvPr/>
            </p:nvSpPr>
            <p:spPr>
              <a:xfrm rot="-755222">
                <a:off x="7716784" y="1825994"/>
                <a:ext cx="58656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71" h="68" extrusionOk="0">
                    <a:moveTo>
                      <a:pt x="70" y="0"/>
                    </a:moveTo>
                    <a:cubicBezTo>
                      <a:pt x="53" y="28"/>
                      <a:pt x="29" y="51"/>
                      <a:pt x="1" y="67"/>
                    </a:cubicBezTo>
                    <a:lnTo>
                      <a:pt x="0" y="67"/>
                    </a:lnTo>
                    <a:cubicBezTo>
                      <a:pt x="2" y="61"/>
                      <a:pt x="5" y="56"/>
                      <a:pt x="8" y="50"/>
                    </a:cubicBezTo>
                    <a:cubicBezTo>
                      <a:pt x="18" y="33"/>
                      <a:pt x="32" y="19"/>
                      <a:pt x="50" y="9"/>
                    </a:cubicBezTo>
                    <a:cubicBezTo>
                      <a:pt x="56" y="5"/>
                      <a:pt x="63" y="2"/>
                      <a:pt x="7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Google Shape;1872;p30"/>
              <p:cNvSpPr/>
              <p:nvPr/>
            </p:nvSpPr>
            <p:spPr>
              <a:xfrm rot="-755222">
                <a:off x="9020292" y="4275698"/>
                <a:ext cx="33046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40" h="33" extrusionOk="0">
                    <a:moveTo>
                      <a:pt x="39" y="22"/>
                    </a:moveTo>
                    <a:cubicBezTo>
                      <a:pt x="37" y="32"/>
                      <a:pt x="30" y="32"/>
                      <a:pt x="23" y="30"/>
                    </a:cubicBezTo>
                    <a:cubicBezTo>
                      <a:pt x="16" y="28"/>
                      <a:pt x="0" y="28"/>
                      <a:pt x="1" y="13"/>
                    </a:cubicBezTo>
                    <a:cubicBezTo>
                      <a:pt x="1" y="11"/>
                      <a:pt x="2" y="9"/>
                      <a:pt x="3" y="7"/>
                    </a:cubicBezTo>
                    <a:cubicBezTo>
                      <a:pt x="4" y="5"/>
                      <a:pt x="6" y="4"/>
                      <a:pt x="8" y="2"/>
                    </a:cubicBezTo>
                    <a:cubicBezTo>
                      <a:pt x="11" y="0"/>
                      <a:pt x="13" y="0"/>
                      <a:pt x="16" y="0"/>
                    </a:cubicBezTo>
                    <a:cubicBezTo>
                      <a:pt x="17" y="0"/>
                      <a:pt x="19" y="0"/>
                      <a:pt x="20" y="0"/>
                    </a:cubicBezTo>
                    <a:cubicBezTo>
                      <a:pt x="23" y="1"/>
                      <a:pt x="25" y="2"/>
                      <a:pt x="27" y="3"/>
                    </a:cubicBezTo>
                    <a:cubicBezTo>
                      <a:pt x="31" y="5"/>
                      <a:pt x="34" y="8"/>
                      <a:pt x="36" y="12"/>
                    </a:cubicBezTo>
                    <a:cubicBezTo>
                      <a:pt x="38" y="15"/>
                      <a:pt x="39" y="18"/>
                      <a:pt x="39" y="2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Google Shape;1873;p30"/>
              <p:cNvSpPr/>
              <p:nvPr/>
            </p:nvSpPr>
            <p:spPr>
              <a:xfrm rot="-755222">
                <a:off x="9573068" y="3037193"/>
                <a:ext cx="47090" cy="61132"/>
              </a:xfrm>
              <a:custGeom>
                <a:avLst/>
                <a:gdLst/>
                <a:ahLst/>
                <a:cxnLst/>
                <a:rect l="l" t="t" r="r" b="b"/>
                <a:pathLst>
                  <a:path w="57" h="74" extrusionOk="0">
                    <a:moveTo>
                      <a:pt x="47" y="73"/>
                    </a:moveTo>
                    <a:lnTo>
                      <a:pt x="0" y="6"/>
                    </a:lnTo>
                    <a:lnTo>
                      <a:pt x="9" y="0"/>
                    </a:lnTo>
                    <a:lnTo>
                      <a:pt x="56" y="67"/>
                    </a:lnTo>
                    <a:lnTo>
                      <a:pt x="47" y="7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1874" name="Google Shape;1874;p30"/>
              <p:cNvSpPr/>
              <p:nvPr/>
            </p:nvSpPr>
            <p:spPr>
              <a:xfrm rot="-755222">
                <a:off x="8564668" y="2570414"/>
                <a:ext cx="42960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52" h="73" extrusionOk="0">
                    <a:moveTo>
                      <a:pt x="0" y="1"/>
                    </a:moveTo>
                    <a:cubicBezTo>
                      <a:pt x="16" y="13"/>
                      <a:pt x="29" y="28"/>
                      <a:pt x="39" y="45"/>
                    </a:cubicBezTo>
                    <a:cubicBezTo>
                      <a:pt x="44" y="54"/>
                      <a:pt x="48" y="63"/>
                      <a:pt x="51" y="72"/>
                    </a:cubicBezTo>
                    <a:cubicBezTo>
                      <a:pt x="36" y="61"/>
                      <a:pt x="23" y="46"/>
                      <a:pt x="14" y="30"/>
                    </a:cubicBezTo>
                    <a:cubicBezTo>
                      <a:pt x="9" y="21"/>
                      <a:pt x="4" y="1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Google Shape;1875;p30"/>
              <p:cNvSpPr/>
              <p:nvPr/>
            </p:nvSpPr>
            <p:spPr>
              <a:xfrm rot="-755222">
                <a:off x="9428507" y="3432956"/>
                <a:ext cx="43786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53" h="73" extrusionOk="0">
                    <a:moveTo>
                      <a:pt x="1" y="0"/>
                    </a:moveTo>
                    <a:cubicBezTo>
                      <a:pt x="16" y="11"/>
                      <a:pt x="30" y="26"/>
                      <a:pt x="39" y="42"/>
                    </a:cubicBezTo>
                    <a:cubicBezTo>
                      <a:pt x="45" y="52"/>
                      <a:pt x="48" y="62"/>
                      <a:pt x="52" y="72"/>
                    </a:cubicBezTo>
                    <a:cubicBezTo>
                      <a:pt x="36" y="60"/>
                      <a:pt x="23" y="46"/>
                      <a:pt x="13" y="29"/>
                    </a:cubicBezTo>
                    <a:cubicBezTo>
                      <a:pt x="8" y="19"/>
                      <a:pt x="4" y="10"/>
                      <a:pt x="0" y="0"/>
                    </a:cubicBezTo>
                    <a:lnTo>
                      <a:pt x="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Google Shape;1876;p30"/>
              <p:cNvSpPr/>
              <p:nvPr/>
            </p:nvSpPr>
            <p:spPr>
              <a:xfrm rot="-755222">
                <a:off x="7731395" y="2007949"/>
                <a:ext cx="64440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78" h="33" extrusionOk="0">
                    <a:moveTo>
                      <a:pt x="0" y="2"/>
                    </a:moveTo>
                    <a:cubicBezTo>
                      <a:pt x="31" y="0"/>
                      <a:pt x="48" y="21"/>
                      <a:pt x="77" y="28"/>
                    </a:cubicBezTo>
                    <a:cubicBezTo>
                      <a:pt x="40" y="32"/>
                      <a:pt x="40" y="32"/>
                      <a:pt x="0" y="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Google Shape;1877;p30"/>
              <p:cNvSpPr/>
              <p:nvPr/>
            </p:nvSpPr>
            <p:spPr>
              <a:xfrm rot="-755222">
                <a:off x="9250651" y="2916197"/>
                <a:ext cx="44612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54" h="47" extrusionOk="0">
                    <a:moveTo>
                      <a:pt x="0" y="0"/>
                    </a:moveTo>
                    <a:cubicBezTo>
                      <a:pt x="4" y="1"/>
                      <a:pt x="7" y="3"/>
                      <a:pt x="11" y="5"/>
                    </a:cubicBezTo>
                    <a:cubicBezTo>
                      <a:pt x="28" y="15"/>
                      <a:pt x="42" y="29"/>
                      <a:pt x="53" y="46"/>
                    </a:cubicBezTo>
                    <a:cubicBezTo>
                      <a:pt x="49" y="44"/>
                      <a:pt x="45" y="42"/>
                      <a:pt x="41" y="40"/>
                    </a:cubicBezTo>
                    <a:cubicBezTo>
                      <a:pt x="24" y="30"/>
                      <a:pt x="10" y="1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Google Shape;1878;p30"/>
              <p:cNvSpPr/>
              <p:nvPr/>
            </p:nvSpPr>
            <p:spPr>
              <a:xfrm rot="-755222">
                <a:off x="8913932" y="4474675"/>
                <a:ext cx="64440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78" h="46" extrusionOk="0">
                    <a:moveTo>
                      <a:pt x="66" y="25"/>
                    </a:moveTo>
                    <a:lnTo>
                      <a:pt x="77" y="37"/>
                    </a:lnTo>
                    <a:cubicBezTo>
                      <a:pt x="42" y="45"/>
                      <a:pt x="20" y="26"/>
                      <a:pt x="0" y="2"/>
                    </a:cubicBezTo>
                    <a:cubicBezTo>
                      <a:pt x="25" y="0"/>
                      <a:pt x="40" y="29"/>
                      <a:pt x="66" y="2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Google Shape;1879;p30"/>
              <p:cNvSpPr/>
              <p:nvPr/>
            </p:nvSpPr>
            <p:spPr>
              <a:xfrm rot="-755222">
                <a:off x="9986444" y="3210079"/>
                <a:ext cx="37177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45" h="73" extrusionOk="0">
                    <a:moveTo>
                      <a:pt x="44" y="71"/>
                    </a:moveTo>
                    <a:cubicBezTo>
                      <a:pt x="14" y="57"/>
                      <a:pt x="9" y="27"/>
                      <a:pt x="0" y="0"/>
                    </a:cubicBezTo>
                    <a:cubicBezTo>
                      <a:pt x="10" y="10"/>
                      <a:pt x="19" y="22"/>
                      <a:pt x="26" y="34"/>
                    </a:cubicBezTo>
                    <a:cubicBezTo>
                      <a:pt x="33" y="46"/>
                      <a:pt x="39" y="59"/>
                      <a:pt x="43" y="72"/>
                    </a:cubicBezTo>
                    <a:lnTo>
                      <a:pt x="44" y="7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Google Shape;1880;p30"/>
              <p:cNvSpPr/>
              <p:nvPr/>
            </p:nvSpPr>
            <p:spPr>
              <a:xfrm rot="-755222">
                <a:off x="8398749" y="2316291"/>
                <a:ext cx="48743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59" h="54" extrusionOk="0">
                    <a:moveTo>
                      <a:pt x="0" y="0"/>
                    </a:moveTo>
                    <a:cubicBezTo>
                      <a:pt x="3" y="1"/>
                      <a:pt x="6" y="3"/>
                      <a:pt x="9" y="5"/>
                    </a:cubicBezTo>
                    <a:cubicBezTo>
                      <a:pt x="29" y="16"/>
                      <a:pt x="46" y="33"/>
                      <a:pt x="58" y="53"/>
                    </a:cubicBezTo>
                    <a:cubicBezTo>
                      <a:pt x="53" y="51"/>
                      <a:pt x="48" y="49"/>
                      <a:pt x="43" y="46"/>
                    </a:cubicBezTo>
                    <a:cubicBezTo>
                      <a:pt x="27" y="37"/>
                      <a:pt x="13" y="23"/>
                      <a:pt x="4" y="7"/>
                    </a:cubicBezTo>
                    <a:cubicBezTo>
                      <a:pt x="3" y="5"/>
                      <a:pt x="2" y="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Google Shape;1881;p30"/>
              <p:cNvSpPr/>
              <p:nvPr/>
            </p:nvSpPr>
            <p:spPr>
              <a:xfrm rot="-755222">
                <a:off x="9418082" y="3473559"/>
                <a:ext cx="42134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51" h="73" extrusionOk="0">
                    <a:moveTo>
                      <a:pt x="0" y="0"/>
                    </a:moveTo>
                    <a:lnTo>
                      <a:pt x="50" y="72"/>
                    </a:lnTo>
                    <a:cubicBezTo>
                      <a:pt x="14" y="47"/>
                      <a:pt x="14" y="4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Google Shape;1882;p30"/>
              <p:cNvSpPr/>
              <p:nvPr/>
            </p:nvSpPr>
            <p:spPr>
              <a:xfrm rot="-755222">
                <a:off x="8180420" y="2247602"/>
                <a:ext cx="61961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75" h="54" extrusionOk="0">
                    <a:moveTo>
                      <a:pt x="74" y="53"/>
                    </a:moveTo>
                    <a:cubicBezTo>
                      <a:pt x="39" y="39"/>
                      <a:pt x="26" y="17"/>
                      <a:pt x="0" y="0"/>
                    </a:cubicBezTo>
                    <a:cubicBezTo>
                      <a:pt x="34" y="10"/>
                      <a:pt x="34" y="10"/>
                      <a:pt x="74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Google Shape;1883;p30"/>
              <p:cNvSpPr/>
              <p:nvPr/>
            </p:nvSpPr>
            <p:spPr>
              <a:xfrm rot="-755222">
                <a:off x="9763277" y="3514789"/>
                <a:ext cx="42960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52" h="63" extrusionOk="0">
                    <a:moveTo>
                      <a:pt x="0" y="2"/>
                    </a:moveTo>
                    <a:cubicBezTo>
                      <a:pt x="1" y="2"/>
                      <a:pt x="2" y="3"/>
                      <a:pt x="3" y="3"/>
                    </a:cubicBezTo>
                    <a:cubicBezTo>
                      <a:pt x="19" y="13"/>
                      <a:pt x="33" y="27"/>
                      <a:pt x="43" y="43"/>
                    </a:cubicBezTo>
                    <a:cubicBezTo>
                      <a:pt x="46" y="49"/>
                      <a:pt x="49" y="55"/>
                      <a:pt x="51" y="62"/>
                    </a:cubicBezTo>
                    <a:cubicBezTo>
                      <a:pt x="31" y="44"/>
                      <a:pt x="7" y="30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Google Shape;1884;p30"/>
              <p:cNvSpPr/>
              <p:nvPr/>
            </p:nvSpPr>
            <p:spPr>
              <a:xfrm rot="-755222">
                <a:off x="10120184" y="3435799"/>
                <a:ext cx="43786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53" h="58" extrusionOk="0">
                    <a:moveTo>
                      <a:pt x="48" y="37"/>
                    </a:moveTo>
                    <a:lnTo>
                      <a:pt x="52" y="57"/>
                    </a:lnTo>
                    <a:cubicBezTo>
                      <a:pt x="19" y="53"/>
                      <a:pt x="9" y="26"/>
                      <a:pt x="0" y="0"/>
                    </a:cubicBezTo>
                    <a:cubicBezTo>
                      <a:pt x="21" y="3"/>
                      <a:pt x="25" y="34"/>
                      <a:pt x="48" y="3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Google Shape;1885;p30"/>
              <p:cNvSpPr/>
              <p:nvPr/>
            </p:nvSpPr>
            <p:spPr>
              <a:xfrm rot="-755222">
                <a:off x="10117931" y="3724766"/>
                <a:ext cx="46264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56" h="68" extrusionOk="0">
                    <a:moveTo>
                      <a:pt x="2" y="0"/>
                    </a:moveTo>
                    <a:cubicBezTo>
                      <a:pt x="20" y="10"/>
                      <a:pt x="35" y="24"/>
                      <a:pt x="44" y="41"/>
                    </a:cubicBezTo>
                    <a:cubicBezTo>
                      <a:pt x="49" y="50"/>
                      <a:pt x="52" y="58"/>
                      <a:pt x="55" y="67"/>
                    </a:cubicBezTo>
                    <a:cubicBezTo>
                      <a:pt x="36" y="56"/>
                      <a:pt x="20" y="40"/>
                      <a:pt x="8" y="20"/>
                    </a:cubicBezTo>
                    <a:cubicBezTo>
                      <a:pt x="5" y="14"/>
                      <a:pt x="2" y="8"/>
                      <a:pt x="0" y="2"/>
                    </a:cubicBezTo>
                    <a:lnTo>
                      <a:pt x="2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Google Shape;1886;p30"/>
              <p:cNvSpPr/>
              <p:nvPr/>
            </p:nvSpPr>
            <p:spPr>
              <a:xfrm rot="-755222">
                <a:off x="8449137" y="3100571"/>
                <a:ext cx="42960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2" h="61" extrusionOk="0">
                    <a:moveTo>
                      <a:pt x="0" y="1"/>
                    </a:moveTo>
                    <a:cubicBezTo>
                      <a:pt x="18" y="11"/>
                      <a:pt x="33" y="26"/>
                      <a:pt x="43" y="44"/>
                    </a:cubicBezTo>
                    <a:cubicBezTo>
                      <a:pt x="46" y="49"/>
                      <a:pt x="49" y="55"/>
                      <a:pt x="51" y="60"/>
                    </a:cubicBezTo>
                    <a:cubicBezTo>
                      <a:pt x="50" y="60"/>
                      <a:pt x="50" y="60"/>
                      <a:pt x="49" y="59"/>
                    </a:cubicBezTo>
                    <a:cubicBezTo>
                      <a:pt x="32" y="49"/>
                      <a:pt x="19" y="37"/>
                      <a:pt x="10" y="20"/>
                    </a:cubicBezTo>
                    <a:cubicBezTo>
                      <a:pt x="6" y="14"/>
                      <a:pt x="3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Google Shape;1887;p30"/>
              <p:cNvSpPr/>
              <p:nvPr/>
            </p:nvSpPr>
            <p:spPr>
              <a:xfrm rot="-755222">
                <a:off x="9190216" y="3518874"/>
                <a:ext cx="37177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45" h="54" extrusionOk="0">
                    <a:moveTo>
                      <a:pt x="0" y="0"/>
                    </a:moveTo>
                    <a:cubicBezTo>
                      <a:pt x="15" y="10"/>
                      <a:pt x="28" y="23"/>
                      <a:pt x="37" y="39"/>
                    </a:cubicBezTo>
                    <a:cubicBezTo>
                      <a:pt x="39" y="43"/>
                      <a:pt x="42" y="48"/>
                      <a:pt x="44" y="53"/>
                    </a:cubicBezTo>
                    <a:cubicBezTo>
                      <a:pt x="28" y="43"/>
                      <a:pt x="16" y="30"/>
                      <a:pt x="7" y="15"/>
                    </a:cubicBezTo>
                    <a:cubicBezTo>
                      <a:pt x="4" y="10"/>
                      <a:pt x="2" y="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Google Shape;1888;p30"/>
              <p:cNvSpPr/>
              <p:nvPr/>
            </p:nvSpPr>
            <p:spPr>
              <a:xfrm rot="-755222">
                <a:off x="8193462" y="2542955"/>
                <a:ext cx="44612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4" h="61" extrusionOk="0">
                    <a:moveTo>
                      <a:pt x="0" y="1"/>
                    </a:moveTo>
                    <a:cubicBezTo>
                      <a:pt x="26" y="12"/>
                      <a:pt x="37" y="38"/>
                      <a:pt x="53" y="60"/>
                    </a:cubicBezTo>
                    <a:cubicBezTo>
                      <a:pt x="53" y="60"/>
                      <a:pt x="53" y="59"/>
                      <a:pt x="52" y="59"/>
                    </a:cubicBezTo>
                    <a:cubicBezTo>
                      <a:pt x="35" y="49"/>
                      <a:pt x="20" y="35"/>
                      <a:pt x="10" y="17"/>
                    </a:cubicBezTo>
                    <a:cubicBezTo>
                      <a:pt x="7" y="12"/>
                      <a:pt x="4" y="6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Google Shape;1889;p30"/>
              <p:cNvSpPr/>
              <p:nvPr/>
            </p:nvSpPr>
            <p:spPr>
              <a:xfrm rot="-755222">
                <a:off x="10112775" y="3955217"/>
                <a:ext cx="38829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47" h="61" extrusionOk="0">
                    <a:moveTo>
                      <a:pt x="3" y="33"/>
                    </a:moveTo>
                    <a:lnTo>
                      <a:pt x="0" y="0"/>
                    </a:lnTo>
                    <a:cubicBezTo>
                      <a:pt x="15" y="13"/>
                      <a:pt x="28" y="29"/>
                      <a:pt x="38" y="46"/>
                    </a:cubicBezTo>
                    <a:cubicBezTo>
                      <a:pt x="41" y="51"/>
                      <a:pt x="43" y="55"/>
                      <a:pt x="46" y="60"/>
                    </a:cubicBezTo>
                    <a:cubicBezTo>
                      <a:pt x="26" y="60"/>
                      <a:pt x="19" y="40"/>
                      <a:pt x="3" y="3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Google Shape;1890;p30"/>
              <p:cNvSpPr/>
              <p:nvPr/>
            </p:nvSpPr>
            <p:spPr>
              <a:xfrm rot="-755222">
                <a:off x="8624330" y="3829157"/>
                <a:ext cx="33046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40" h="33" extrusionOk="0">
                    <a:moveTo>
                      <a:pt x="21" y="32"/>
                    </a:moveTo>
                    <a:cubicBezTo>
                      <a:pt x="6" y="32"/>
                      <a:pt x="0" y="25"/>
                      <a:pt x="0" y="16"/>
                    </a:cubicBezTo>
                    <a:cubicBezTo>
                      <a:pt x="0" y="13"/>
                      <a:pt x="0" y="11"/>
                      <a:pt x="2" y="8"/>
                    </a:cubicBezTo>
                    <a:cubicBezTo>
                      <a:pt x="3" y="6"/>
                      <a:pt x="5" y="4"/>
                      <a:pt x="8" y="2"/>
                    </a:cubicBezTo>
                    <a:cubicBezTo>
                      <a:pt x="11" y="0"/>
                      <a:pt x="14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30" y="0"/>
                      <a:pt x="39" y="5"/>
                      <a:pt x="37" y="19"/>
                    </a:cubicBezTo>
                    <a:cubicBezTo>
                      <a:pt x="37" y="21"/>
                      <a:pt x="36" y="23"/>
                      <a:pt x="35" y="24"/>
                    </a:cubicBezTo>
                    <a:cubicBezTo>
                      <a:pt x="34" y="27"/>
                      <a:pt x="32" y="29"/>
                      <a:pt x="29" y="30"/>
                    </a:cubicBezTo>
                    <a:cubicBezTo>
                      <a:pt x="27" y="31"/>
                      <a:pt x="24" y="32"/>
                      <a:pt x="21" y="3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Google Shape;1891;p30"/>
              <p:cNvSpPr/>
              <p:nvPr/>
            </p:nvSpPr>
            <p:spPr>
              <a:xfrm rot="-755222">
                <a:off x="8807712" y="3794032"/>
                <a:ext cx="33872" cy="26435"/>
              </a:xfrm>
              <a:custGeom>
                <a:avLst/>
                <a:gdLst/>
                <a:ahLst/>
                <a:cxnLst/>
                <a:rect l="l" t="t" r="r" b="b"/>
                <a:pathLst>
                  <a:path w="41" h="32" extrusionOk="0">
                    <a:moveTo>
                      <a:pt x="16" y="31"/>
                    </a:moveTo>
                    <a:cubicBezTo>
                      <a:pt x="7" y="31"/>
                      <a:pt x="3" y="27"/>
                      <a:pt x="2" y="22"/>
                    </a:cubicBezTo>
                    <a:cubicBezTo>
                      <a:pt x="0" y="5"/>
                      <a:pt x="11" y="0"/>
                      <a:pt x="25" y="0"/>
                    </a:cubicBezTo>
                    <a:cubicBezTo>
                      <a:pt x="32" y="0"/>
                      <a:pt x="40" y="4"/>
                      <a:pt x="38" y="13"/>
                    </a:cubicBezTo>
                    <a:cubicBezTo>
                      <a:pt x="36" y="22"/>
                      <a:pt x="22" y="26"/>
                      <a:pt x="16" y="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Google Shape;1892;p30"/>
              <p:cNvSpPr/>
              <p:nvPr/>
            </p:nvSpPr>
            <p:spPr>
              <a:xfrm rot="-755222">
                <a:off x="9148830" y="3754596"/>
                <a:ext cx="55352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67" h="51" extrusionOk="0">
                    <a:moveTo>
                      <a:pt x="66" y="50"/>
                    </a:moveTo>
                    <a:cubicBezTo>
                      <a:pt x="60" y="48"/>
                      <a:pt x="55" y="45"/>
                      <a:pt x="49" y="42"/>
                    </a:cubicBezTo>
                    <a:cubicBezTo>
                      <a:pt x="31" y="31"/>
                      <a:pt x="14" y="17"/>
                      <a:pt x="0" y="0"/>
                    </a:cubicBezTo>
                    <a:cubicBezTo>
                      <a:pt x="38" y="7"/>
                      <a:pt x="49" y="34"/>
                      <a:pt x="66" y="5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Google Shape;1893;p30"/>
              <p:cNvSpPr/>
              <p:nvPr/>
            </p:nvSpPr>
            <p:spPr>
              <a:xfrm rot="-755222">
                <a:off x="9060752" y="3421086"/>
                <a:ext cx="42960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2" h="61" extrusionOk="0">
                    <a:moveTo>
                      <a:pt x="0" y="1"/>
                    </a:moveTo>
                    <a:cubicBezTo>
                      <a:pt x="27" y="11"/>
                      <a:pt x="38" y="37"/>
                      <a:pt x="51" y="60"/>
                    </a:cubicBezTo>
                    <a:cubicBezTo>
                      <a:pt x="31" y="43"/>
                      <a:pt x="8" y="2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Google Shape;1894;p30"/>
              <p:cNvSpPr/>
              <p:nvPr/>
            </p:nvSpPr>
            <p:spPr>
              <a:xfrm rot="-755222">
                <a:off x="8201480" y="3688871"/>
                <a:ext cx="36350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44" h="46" extrusionOk="0">
                    <a:moveTo>
                      <a:pt x="19" y="0"/>
                    </a:moveTo>
                    <a:cubicBezTo>
                      <a:pt x="23" y="3"/>
                      <a:pt x="28" y="5"/>
                      <a:pt x="28" y="7"/>
                    </a:cubicBezTo>
                    <a:cubicBezTo>
                      <a:pt x="28" y="19"/>
                      <a:pt x="43" y="29"/>
                      <a:pt x="32" y="41"/>
                    </a:cubicBezTo>
                    <a:cubicBezTo>
                      <a:pt x="31" y="42"/>
                      <a:pt x="30" y="42"/>
                      <a:pt x="29" y="43"/>
                    </a:cubicBezTo>
                    <a:cubicBezTo>
                      <a:pt x="27" y="44"/>
                      <a:pt x="25" y="45"/>
                      <a:pt x="22" y="45"/>
                    </a:cubicBezTo>
                    <a:cubicBezTo>
                      <a:pt x="20" y="45"/>
                      <a:pt x="18" y="44"/>
                      <a:pt x="16" y="43"/>
                    </a:cubicBezTo>
                    <a:cubicBezTo>
                      <a:pt x="14" y="42"/>
                      <a:pt x="13" y="41"/>
                      <a:pt x="12" y="40"/>
                    </a:cubicBezTo>
                    <a:cubicBezTo>
                      <a:pt x="0" y="24"/>
                      <a:pt x="0" y="10"/>
                      <a:pt x="1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Google Shape;1895;p30"/>
              <p:cNvSpPr/>
              <p:nvPr/>
            </p:nvSpPr>
            <p:spPr>
              <a:xfrm rot="-755222">
                <a:off x="9363046" y="3964577"/>
                <a:ext cx="9088" cy="75176"/>
              </a:xfrm>
              <a:custGeom>
                <a:avLst/>
                <a:gdLst/>
                <a:ahLst/>
                <a:cxnLst/>
                <a:rect l="l" t="t" r="r" b="b"/>
                <a:pathLst>
                  <a:path w="11" h="91" extrusionOk="0">
                    <a:moveTo>
                      <a:pt x="4" y="0"/>
                    </a:moveTo>
                    <a:cubicBezTo>
                      <a:pt x="8" y="15"/>
                      <a:pt x="10" y="30"/>
                      <a:pt x="10" y="45"/>
                    </a:cubicBezTo>
                    <a:cubicBezTo>
                      <a:pt x="10" y="60"/>
                      <a:pt x="8" y="75"/>
                      <a:pt x="4" y="90"/>
                    </a:cubicBezTo>
                    <a:cubicBezTo>
                      <a:pt x="1" y="75"/>
                      <a:pt x="0" y="60"/>
                      <a:pt x="0" y="45"/>
                    </a:cubicBezTo>
                    <a:cubicBezTo>
                      <a:pt x="0" y="30"/>
                      <a:pt x="1" y="15"/>
                      <a:pt x="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Google Shape;1896;p30"/>
              <p:cNvSpPr/>
              <p:nvPr/>
            </p:nvSpPr>
            <p:spPr>
              <a:xfrm rot="-755222">
                <a:off x="10275115" y="3541706"/>
                <a:ext cx="23132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28" h="80" extrusionOk="0">
                    <a:moveTo>
                      <a:pt x="23" y="77"/>
                    </a:moveTo>
                    <a:cubicBezTo>
                      <a:pt x="0" y="55"/>
                      <a:pt x="8" y="26"/>
                      <a:pt x="5" y="0"/>
                    </a:cubicBezTo>
                    <a:cubicBezTo>
                      <a:pt x="27" y="22"/>
                      <a:pt x="20" y="53"/>
                      <a:pt x="22" y="79"/>
                    </a:cubicBezTo>
                    <a:lnTo>
                      <a:pt x="23" y="7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Google Shape;1897;p30"/>
              <p:cNvSpPr/>
              <p:nvPr/>
            </p:nvSpPr>
            <p:spPr>
              <a:xfrm rot="-755222">
                <a:off x="10000511" y="3902263"/>
                <a:ext cx="48743" cy="59480"/>
              </a:xfrm>
              <a:custGeom>
                <a:avLst/>
                <a:gdLst/>
                <a:ahLst/>
                <a:cxnLst/>
                <a:rect l="l" t="t" r="r" b="b"/>
                <a:pathLst>
                  <a:path w="59" h="72" extrusionOk="0">
                    <a:moveTo>
                      <a:pt x="46" y="38"/>
                    </a:moveTo>
                    <a:cubicBezTo>
                      <a:pt x="50" y="49"/>
                      <a:pt x="58" y="58"/>
                      <a:pt x="55" y="71"/>
                    </a:cubicBezTo>
                    <a:cubicBezTo>
                      <a:pt x="38" y="52"/>
                      <a:pt x="21" y="34"/>
                      <a:pt x="4" y="15"/>
                    </a:cubicBezTo>
                    <a:cubicBezTo>
                      <a:pt x="0" y="9"/>
                      <a:pt x="1" y="1"/>
                      <a:pt x="11" y="0"/>
                    </a:cubicBezTo>
                    <a:lnTo>
                      <a:pt x="46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Google Shape;1898;p30"/>
              <p:cNvSpPr/>
              <p:nvPr/>
            </p:nvSpPr>
            <p:spPr>
              <a:xfrm rot="-755222">
                <a:off x="8159652" y="3598458"/>
                <a:ext cx="27263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33" h="42" extrusionOk="0">
                    <a:moveTo>
                      <a:pt x="32" y="20"/>
                    </a:moveTo>
                    <a:cubicBezTo>
                      <a:pt x="32" y="34"/>
                      <a:pt x="27" y="41"/>
                      <a:pt x="17" y="40"/>
                    </a:cubicBezTo>
                    <a:cubicBezTo>
                      <a:pt x="14" y="40"/>
                      <a:pt x="11" y="40"/>
                      <a:pt x="9" y="38"/>
                    </a:cubicBezTo>
                    <a:cubicBezTo>
                      <a:pt x="6" y="37"/>
                      <a:pt x="4" y="34"/>
                      <a:pt x="2" y="31"/>
                    </a:cubicBezTo>
                    <a:cubicBezTo>
                      <a:pt x="1" y="29"/>
                      <a:pt x="0" y="26"/>
                      <a:pt x="0" y="23"/>
                    </a:cubicBezTo>
                    <a:cubicBezTo>
                      <a:pt x="0" y="22"/>
                      <a:pt x="0" y="21"/>
                      <a:pt x="0" y="20"/>
                    </a:cubicBezTo>
                    <a:cubicBezTo>
                      <a:pt x="0" y="17"/>
                      <a:pt x="0" y="15"/>
                      <a:pt x="2" y="12"/>
                    </a:cubicBezTo>
                    <a:cubicBezTo>
                      <a:pt x="4" y="10"/>
                      <a:pt x="6" y="7"/>
                      <a:pt x="8" y="5"/>
                    </a:cubicBezTo>
                    <a:cubicBezTo>
                      <a:pt x="10" y="4"/>
                      <a:pt x="12" y="4"/>
                      <a:pt x="14" y="3"/>
                    </a:cubicBezTo>
                    <a:cubicBezTo>
                      <a:pt x="30" y="0"/>
                      <a:pt x="28" y="15"/>
                      <a:pt x="32" y="2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Google Shape;1899;p30"/>
              <p:cNvSpPr/>
              <p:nvPr/>
            </p:nvSpPr>
            <p:spPr>
              <a:xfrm rot="-755222">
                <a:off x="10006591" y="3706030"/>
                <a:ext cx="47917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58" h="44" extrusionOk="0">
                    <a:moveTo>
                      <a:pt x="8" y="0"/>
                    </a:moveTo>
                    <a:lnTo>
                      <a:pt x="57" y="43"/>
                    </a:lnTo>
                    <a:cubicBezTo>
                      <a:pt x="46" y="41"/>
                      <a:pt x="36" y="37"/>
                      <a:pt x="27" y="32"/>
                    </a:cubicBezTo>
                    <a:cubicBezTo>
                      <a:pt x="16" y="26"/>
                      <a:pt x="7" y="18"/>
                      <a:pt x="0" y="9"/>
                    </a:cubicBez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Google Shape;1900;p30"/>
              <p:cNvSpPr/>
              <p:nvPr/>
            </p:nvSpPr>
            <p:spPr>
              <a:xfrm rot="-755222">
                <a:off x="9762151" y="3219313"/>
                <a:ext cx="45438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55" h="59" extrusionOk="0">
                    <a:moveTo>
                      <a:pt x="9" y="0"/>
                    </a:moveTo>
                    <a:lnTo>
                      <a:pt x="54" y="53"/>
                    </a:lnTo>
                    <a:lnTo>
                      <a:pt x="48" y="58"/>
                    </a:lnTo>
                    <a:lnTo>
                      <a:pt x="0" y="8"/>
                    </a:lnTo>
                    <a:lnTo>
                      <a:pt x="9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1901" name="Google Shape;1901;p30"/>
              <p:cNvSpPr/>
              <p:nvPr/>
            </p:nvSpPr>
            <p:spPr>
              <a:xfrm rot="-755222">
                <a:off x="8098288" y="2266956"/>
                <a:ext cx="52873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64" h="54" extrusionOk="0">
                    <a:moveTo>
                      <a:pt x="63" y="51"/>
                    </a:moveTo>
                    <a:cubicBezTo>
                      <a:pt x="55" y="48"/>
                      <a:pt x="49" y="45"/>
                      <a:pt x="42" y="41"/>
                    </a:cubicBezTo>
                    <a:cubicBezTo>
                      <a:pt x="25" y="31"/>
                      <a:pt x="10" y="17"/>
                      <a:pt x="0" y="0"/>
                    </a:cubicBezTo>
                    <a:cubicBezTo>
                      <a:pt x="7" y="2"/>
                      <a:pt x="14" y="5"/>
                      <a:pt x="20" y="9"/>
                    </a:cubicBezTo>
                    <a:cubicBezTo>
                      <a:pt x="36" y="18"/>
                      <a:pt x="48" y="31"/>
                      <a:pt x="58" y="47"/>
                    </a:cubicBezTo>
                    <a:cubicBezTo>
                      <a:pt x="59" y="49"/>
                      <a:pt x="61" y="51"/>
                      <a:pt x="62" y="53"/>
                    </a:cubicBezTo>
                    <a:lnTo>
                      <a:pt x="63" y="5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Google Shape;1902;p30"/>
              <p:cNvSpPr/>
              <p:nvPr/>
            </p:nvSpPr>
            <p:spPr>
              <a:xfrm rot="-755222">
                <a:off x="9005742" y="3376360"/>
                <a:ext cx="46264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56" h="68" extrusionOk="0">
                    <a:moveTo>
                      <a:pt x="55" y="67"/>
                    </a:moveTo>
                    <a:cubicBezTo>
                      <a:pt x="54" y="66"/>
                      <a:pt x="52" y="65"/>
                      <a:pt x="50" y="64"/>
                    </a:cubicBezTo>
                    <a:cubicBezTo>
                      <a:pt x="34" y="54"/>
                      <a:pt x="20" y="40"/>
                      <a:pt x="10" y="24"/>
                    </a:cubicBezTo>
                    <a:cubicBezTo>
                      <a:pt x="6" y="17"/>
                      <a:pt x="3" y="9"/>
                      <a:pt x="0" y="0"/>
                    </a:cubicBezTo>
                    <a:cubicBezTo>
                      <a:pt x="3" y="2"/>
                      <a:pt x="6" y="3"/>
                      <a:pt x="9" y="5"/>
                    </a:cubicBezTo>
                    <a:cubicBezTo>
                      <a:pt x="24" y="14"/>
                      <a:pt x="36" y="26"/>
                      <a:pt x="45" y="41"/>
                    </a:cubicBezTo>
                    <a:cubicBezTo>
                      <a:pt x="50" y="49"/>
                      <a:pt x="53" y="58"/>
                      <a:pt x="55" y="6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Google Shape;1903;p30"/>
              <p:cNvSpPr/>
              <p:nvPr/>
            </p:nvSpPr>
            <p:spPr>
              <a:xfrm rot="-755222">
                <a:off x="8491156" y="4136121"/>
                <a:ext cx="29741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6" h="40" extrusionOk="0">
                    <a:moveTo>
                      <a:pt x="0" y="2"/>
                    </a:moveTo>
                    <a:cubicBezTo>
                      <a:pt x="4" y="1"/>
                      <a:pt x="7" y="1"/>
                      <a:pt x="11" y="1"/>
                    </a:cubicBezTo>
                    <a:cubicBezTo>
                      <a:pt x="15" y="1"/>
                      <a:pt x="18" y="1"/>
                      <a:pt x="22" y="2"/>
                    </a:cubicBezTo>
                    <a:cubicBezTo>
                      <a:pt x="35" y="3"/>
                      <a:pt x="33" y="13"/>
                      <a:pt x="32" y="22"/>
                    </a:cubicBezTo>
                    <a:cubicBezTo>
                      <a:pt x="32" y="24"/>
                      <a:pt x="31" y="26"/>
                      <a:pt x="30" y="28"/>
                    </a:cubicBezTo>
                    <a:cubicBezTo>
                      <a:pt x="28" y="31"/>
                      <a:pt x="26" y="33"/>
                      <a:pt x="23" y="35"/>
                    </a:cubicBezTo>
                    <a:cubicBezTo>
                      <a:pt x="22" y="36"/>
                      <a:pt x="20" y="36"/>
                      <a:pt x="18" y="37"/>
                    </a:cubicBezTo>
                    <a:cubicBezTo>
                      <a:pt x="7" y="39"/>
                      <a:pt x="1" y="33"/>
                      <a:pt x="0" y="22"/>
                    </a:cubicBezTo>
                    <a:cubicBezTo>
                      <a:pt x="0" y="14"/>
                      <a:pt x="1" y="7"/>
                      <a:pt x="2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Google Shape;1904;p30"/>
              <p:cNvSpPr/>
              <p:nvPr/>
            </p:nvSpPr>
            <p:spPr>
              <a:xfrm rot="-755222">
                <a:off x="8031711" y="2389127"/>
                <a:ext cx="33046" cy="55349"/>
              </a:xfrm>
              <a:custGeom>
                <a:avLst/>
                <a:gdLst/>
                <a:ahLst/>
                <a:cxnLst/>
                <a:rect l="l" t="t" r="r" b="b"/>
                <a:pathLst>
                  <a:path w="40" h="67" extrusionOk="0">
                    <a:moveTo>
                      <a:pt x="39" y="66"/>
                    </a:moveTo>
                    <a:cubicBezTo>
                      <a:pt x="28" y="57"/>
                      <a:pt x="20" y="47"/>
                      <a:pt x="13" y="35"/>
                    </a:cubicBezTo>
                    <a:cubicBezTo>
                      <a:pt x="7" y="25"/>
                      <a:pt x="3" y="13"/>
                      <a:pt x="0" y="0"/>
                    </a:cubicBezTo>
                    <a:cubicBezTo>
                      <a:pt x="10" y="9"/>
                      <a:pt x="18" y="20"/>
                      <a:pt x="25" y="31"/>
                    </a:cubicBezTo>
                    <a:cubicBezTo>
                      <a:pt x="31" y="42"/>
                      <a:pt x="36" y="53"/>
                      <a:pt x="39" y="6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Google Shape;1905;p30"/>
              <p:cNvSpPr/>
              <p:nvPr/>
            </p:nvSpPr>
            <p:spPr>
              <a:xfrm rot="-755222">
                <a:off x="9192508" y="2759021"/>
                <a:ext cx="46264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56" h="63" extrusionOk="0">
                    <a:moveTo>
                      <a:pt x="46" y="62"/>
                    </a:moveTo>
                    <a:lnTo>
                      <a:pt x="0" y="7"/>
                    </a:lnTo>
                    <a:lnTo>
                      <a:pt x="9" y="0"/>
                    </a:lnTo>
                    <a:cubicBezTo>
                      <a:pt x="27" y="16"/>
                      <a:pt x="42" y="35"/>
                      <a:pt x="55" y="56"/>
                    </a:cubicBezTo>
                    <a:lnTo>
                      <a:pt x="46" y="6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Google Shape;1906;p30"/>
              <p:cNvSpPr/>
              <p:nvPr/>
            </p:nvSpPr>
            <p:spPr>
              <a:xfrm rot="-755222">
                <a:off x="8964761" y="2536349"/>
                <a:ext cx="47917" cy="57001"/>
              </a:xfrm>
              <a:custGeom>
                <a:avLst/>
                <a:gdLst/>
                <a:ahLst/>
                <a:cxnLst/>
                <a:rect l="l" t="t" r="r" b="b"/>
                <a:pathLst>
                  <a:path w="58" h="69" extrusionOk="0">
                    <a:moveTo>
                      <a:pt x="4" y="0"/>
                    </a:moveTo>
                    <a:cubicBezTo>
                      <a:pt x="22" y="11"/>
                      <a:pt x="36" y="26"/>
                      <a:pt x="46" y="43"/>
                    </a:cubicBezTo>
                    <a:cubicBezTo>
                      <a:pt x="51" y="51"/>
                      <a:pt x="55" y="60"/>
                      <a:pt x="57" y="68"/>
                    </a:cubicBezTo>
                    <a:cubicBezTo>
                      <a:pt x="56" y="67"/>
                      <a:pt x="54" y="67"/>
                      <a:pt x="53" y="66"/>
                    </a:cubicBezTo>
                    <a:cubicBezTo>
                      <a:pt x="35" y="55"/>
                      <a:pt x="20" y="40"/>
                      <a:pt x="9" y="22"/>
                    </a:cubicBezTo>
                    <a:cubicBezTo>
                      <a:pt x="6" y="16"/>
                      <a:pt x="3" y="10"/>
                      <a:pt x="0" y="4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Google Shape;1907;p30"/>
              <p:cNvSpPr/>
              <p:nvPr/>
            </p:nvSpPr>
            <p:spPr>
              <a:xfrm rot="-755222">
                <a:off x="10232476" y="3728273"/>
                <a:ext cx="29741" cy="68567"/>
              </a:xfrm>
              <a:custGeom>
                <a:avLst/>
                <a:gdLst/>
                <a:ahLst/>
                <a:cxnLst/>
                <a:rect l="l" t="t" r="r" b="b"/>
                <a:pathLst>
                  <a:path w="36" h="83" extrusionOk="0">
                    <a:moveTo>
                      <a:pt x="1" y="1"/>
                    </a:moveTo>
                    <a:cubicBezTo>
                      <a:pt x="5" y="6"/>
                      <a:pt x="9" y="12"/>
                      <a:pt x="12" y="18"/>
                    </a:cubicBezTo>
                    <a:cubicBezTo>
                      <a:pt x="23" y="37"/>
                      <a:pt x="31" y="59"/>
                      <a:pt x="35" y="82"/>
                    </a:cubicBezTo>
                    <a:lnTo>
                      <a:pt x="10" y="53"/>
                    </a:lnTo>
                    <a:lnTo>
                      <a:pt x="0" y="36"/>
                    </a:lnTo>
                    <a:cubicBezTo>
                      <a:pt x="0" y="24"/>
                      <a:pt x="1" y="12"/>
                      <a:pt x="2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Google Shape;1908;p30"/>
              <p:cNvSpPr/>
              <p:nvPr/>
            </p:nvSpPr>
            <p:spPr>
              <a:xfrm rot="-755222">
                <a:off x="8820534" y="2848742"/>
                <a:ext cx="39655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48" h="63" extrusionOk="0">
                    <a:moveTo>
                      <a:pt x="10" y="0"/>
                    </a:moveTo>
                    <a:lnTo>
                      <a:pt x="47" y="56"/>
                    </a:lnTo>
                    <a:lnTo>
                      <a:pt x="38" y="62"/>
                    </a:lnTo>
                    <a:lnTo>
                      <a:pt x="0" y="8"/>
                    </a:lnTo>
                    <a:lnTo>
                      <a:pt x="1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1909" name="Google Shape;1909;p30"/>
              <p:cNvSpPr/>
              <p:nvPr/>
            </p:nvSpPr>
            <p:spPr>
              <a:xfrm rot="-755222">
                <a:off x="8756092" y="3340002"/>
                <a:ext cx="50395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61" h="46" extrusionOk="0">
                    <a:moveTo>
                      <a:pt x="7" y="0"/>
                    </a:moveTo>
                    <a:lnTo>
                      <a:pt x="60" y="45"/>
                    </a:lnTo>
                    <a:cubicBezTo>
                      <a:pt x="33" y="42"/>
                      <a:pt x="18" y="23"/>
                      <a:pt x="0" y="7"/>
                    </a:cubicBezTo>
                    <a:lnTo>
                      <a:pt x="7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Google Shape;1910;p30"/>
              <p:cNvSpPr/>
              <p:nvPr/>
            </p:nvSpPr>
            <p:spPr>
              <a:xfrm rot="-755222">
                <a:off x="8119657" y="3350553"/>
                <a:ext cx="33046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40" h="70" extrusionOk="0">
                    <a:moveTo>
                      <a:pt x="39" y="68"/>
                    </a:moveTo>
                    <a:cubicBezTo>
                      <a:pt x="13" y="54"/>
                      <a:pt x="13" y="23"/>
                      <a:pt x="0" y="0"/>
                    </a:cubicBezTo>
                    <a:cubicBezTo>
                      <a:pt x="9" y="9"/>
                      <a:pt x="17" y="19"/>
                      <a:pt x="23" y="30"/>
                    </a:cubicBezTo>
                    <a:cubicBezTo>
                      <a:pt x="30" y="42"/>
                      <a:pt x="35" y="55"/>
                      <a:pt x="38" y="69"/>
                    </a:cubicBezTo>
                    <a:lnTo>
                      <a:pt x="39" y="6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Google Shape;1911;p30"/>
              <p:cNvSpPr/>
              <p:nvPr/>
            </p:nvSpPr>
            <p:spPr>
              <a:xfrm rot="-755222">
                <a:off x="10175860" y="3768533"/>
                <a:ext cx="46264" cy="55349"/>
              </a:xfrm>
              <a:custGeom>
                <a:avLst/>
                <a:gdLst/>
                <a:ahLst/>
                <a:cxnLst/>
                <a:rect l="l" t="t" r="r" b="b"/>
                <a:pathLst>
                  <a:path w="56" h="67" extrusionOk="0">
                    <a:moveTo>
                      <a:pt x="55" y="66"/>
                    </a:moveTo>
                    <a:cubicBezTo>
                      <a:pt x="54" y="65"/>
                      <a:pt x="53" y="65"/>
                      <a:pt x="52" y="64"/>
                    </a:cubicBezTo>
                    <a:cubicBezTo>
                      <a:pt x="34" y="54"/>
                      <a:pt x="20" y="40"/>
                      <a:pt x="9" y="22"/>
                    </a:cubicBezTo>
                    <a:cubicBezTo>
                      <a:pt x="5" y="15"/>
                      <a:pt x="2" y="7"/>
                      <a:pt x="0" y="0"/>
                    </a:cubicBezTo>
                    <a:cubicBezTo>
                      <a:pt x="2" y="1"/>
                      <a:pt x="5" y="3"/>
                      <a:pt x="7" y="4"/>
                    </a:cubicBezTo>
                    <a:cubicBezTo>
                      <a:pt x="23" y="14"/>
                      <a:pt x="36" y="26"/>
                      <a:pt x="45" y="41"/>
                    </a:cubicBezTo>
                    <a:cubicBezTo>
                      <a:pt x="49" y="49"/>
                      <a:pt x="52" y="57"/>
                      <a:pt x="55" y="6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Google Shape;1912;p30"/>
              <p:cNvSpPr/>
              <p:nvPr/>
            </p:nvSpPr>
            <p:spPr>
              <a:xfrm rot="-755222">
                <a:off x="9119011" y="3640656"/>
                <a:ext cx="44612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54" h="60" extrusionOk="0">
                    <a:moveTo>
                      <a:pt x="0" y="1"/>
                    </a:moveTo>
                    <a:cubicBezTo>
                      <a:pt x="30" y="9"/>
                      <a:pt x="35" y="40"/>
                      <a:pt x="53" y="59"/>
                    </a:cubicBezTo>
                    <a:cubicBezTo>
                      <a:pt x="51" y="58"/>
                      <a:pt x="50" y="57"/>
                      <a:pt x="48" y="56"/>
                    </a:cubicBezTo>
                    <a:cubicBezTo>
                      <a:pt x="33" y="47"/>
                      <a:pt x="20" y="35"/>
                      <a:pt x="11" y="19"/>
                    </a:cubicBezTo>
                    <a:cubicBezTo>
                      <a:pt x="7" y="13"/>
                      <a:pt x="5" y="7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30"/>
              <p:cNvSpPr/>
              <p:nvPr/>
            </p:nvSpPr>
            <p:spPr>
              <a:xfrm rot="-755222">
                <a:off x="8456613" y="3582205"/>
                <a:ext cx="40481" cy="26435"/>
              </a:xfrm>
              <a:custGeom>
                <a:avLst/>
                <a:gdLst/>
                <a:ahLst/>
                <a:cxnLst/>
                <a:rect l="l" t="t" r="r" b="b"/>
                <a:pathLst>
                  <a:path w="49" h="32" extrusionOk="0">
                    <a:moveTo>
                      <a:pt x="48" y="23"/>
                    </a:moveTo>
                    <a:cubicBezTo>
                      <a:pt x="42" y="25"/>
                      <a:pt x="37" y="27"/>
                      <a:pt x="31" y="27"/>
                    </a:cubicBezTo>
                    <a:cubicBezTo>
                      <a:pt x="20" y="25"/>
                      <a:pt x="5" y="31"/>
                      <a:pt x="1" y="13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1"/>
                      <a:pt x="1" y="9"/>
                      <a:pt x="2" y="7"/>
                    </a:cubicBezTo>
                    <a:cubicBezTo>
                      <a:pt x="3" y="6"/>
                      <a:pt x="3" y="5"/>
                      <a:pt x="4" y="4"/>
                    </a:cubicBezTo>
                    <a:cubicBezTo>
                      <a:pt x="5" y="4"/>
                      <a:pt x="5" y="4"/>
                      <a:pt x="6" y="3"/>
                    </a:cubicBezTo>
                    <a:cubicBezTo>
                      <a:pt x="10" y="1"/>
                      <a:pt x="14" y="0"/>
                      <a:pt x="19" y="0"/>
                    </a:cubicBezTo>
                    <a:cubicBezTo>
                      <a:pt x="23" y="0"/>
                      <a:pt x="28" y="1"/>
                      <a:pt x="32" y="3"/>
                    </a:cubicBezTo>
                    <a:cubicBezTo>
                      <a:pt x="35" y="5"/>
                      <a:pt x="37" y="7"/>
                      <a:pt x="39" y="9"/>
                    </a:cubicBezTo>
                    <a:cubicBezTo>
                      <a:pt x="41" y="11"/>
                      <a:pt x="43" y="14"/>
                      <a:pt x="44" y="16"/>
                    </a:cubicBezTo>
                    <a:cubicBezTo>
                      <a:pt x="46" y="18"/>
                      <a:pt x="47" y="21"/>
                      <a:pt x="48" y="2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30"/>
              <p:cNvSpPr/>
              <p:nvPr/>
            </p:nvSpPr>
            <p:spPr>
              <a:xfrm rot="-755222">
                <a:off x="8111598" y="2551357"/>
                <a:ext cx="34698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42" h="63" extrusionOk="0">
                    <a:moveTo>
                      <a:pt x="1" y="0"/>
                    </a:moveTo>
                    <a:cubicBezTo>
                      <a:pt x="12" y="9"/>
                      <a:pt x="22" y="20"/>
                      <a:pt x="29" y="32"/>
                    </a:cubicBezTo>
                    <a:cubicBezTo>
                      <a:pt x="34" y="41"/>
                      <a:pt x="38" y="51"/>
                      <a:pt x="41" y="62"/>
                    </a:cubicBezTo>
                    <a:cubicBezTo>
                      <a:pt x="28" y="54"/>
                      <a:pt x="18" y="42"/>
                      <a:pt x="11" y="29"/>
                    </a:cubicBezTo>
                    <a:cubicBezTo>
                      <a:pt x="6" y="21"/>
                      <a:pt x="2" y="11"/>
                      <a:pt x="0" y="2"/>
                    </a:cubicBezTo>
                    <a:lnTo>
                      <a:pt x="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Google Shape;1915;p30"/>
              <p:cNvSpPr/>
              <p:nvPr/>
            </p:nvSpPr>
            <p:spPr>
              <a:xfrm rot="-755222">
                <a:off x="8741587" y="3061576"/>
                <a:ext cx="34698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42" h="60" extrusionOk="0">
                    <a:moveTo>
                      <a:pt x="41" y="57"/>
                    </a:moveTo>
                    <a:cubicBezTo>
                      <a:pt x="15" y="47"/>
                      <a:pt x="10" y="22"/>
                      <a:pt x="0" y="0"/>
                    </a:cubicBezTo>
                    <a:cubicBezTo>
                      <a:pt x="12" y="8"/>
                      <a:pt x="22" y="19"/>
                      <a:pt x="29" y="32"/>
                    </a:cubicBezTo>
                    <a:cubicBezTo>
                      <a:pt x="34" y="40"/>
                      <a:pt x="38" y="49"/>
                      <a:pt x="40" y="59"/>
                    </a:cubicBezTo>
                    <a:lnTo>
                      <a:pt x="41" y="5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Google Shape;1916;p30"/>
              <p:cNvSpPr/>
              <p:nvPr/>
            </p:nvSpPr>
            <p:spPr>
              <a:xfrm rot="-755222">
                <a:off x="9107088" y="3098842"/>
                <a:ext cx="38003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6" h="50" extrusionOk="0">
                    <a:moveTo>
                      <a:pt x="45" y="49"/>
                    </a:moveTo>
                    <a:cubicBezTo>
                      <a:pt x="27" y="37"/>
                      <a:pt x="13" y="22"/>
                      <a:pt x="2" y="4"/>
                    </a:cubicBezTo>
                    <a:cubicBezTo>
                      <a:pt x="2" y="2"/>
                      <a:pt x="1" y="1"/>
                      <a:pt x="0" y="0"/>
                    </a:cubicBezTo>
                    <a:cubicBezTo>
                      <a:pt x="2" y="1"/>
                      <a:pt x="3" y="1"/>
                      <a:pt x="4" y="2"/>
                    </a:cubicBezTo>
                    <a:cubicBezTo>
                      <a:pt x="18" y="10"/>
                      <a:pt x="30" y="22"/>
                      <a:pt x="38" y="36"/>
                    </a:cubicBezTo>
                    <a:cubicBezTo>
                      <a:pt x="41" y="40"/>
                      <a:pt x="43" y="45"/>
                      <a:pt x="45" y="4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30"/>
              <p:cNvSpPr/>
              <p:nvPr/>
            </p:nvSpPr>
            <p:spPr>
              <a:xfrm rot="-755222">
                <a:off x="8160790" y="3398457"/>
                <a:ext cx="36350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44" h="60" extrusionOk="0">
                    <a:moveTo>
                      <a:pt x="0" y="1"/>
                    </a:moveTo>
                    <a:lnTo>
                      <a:pt x="21" y="10"/>
                    </a:lnTo>
                    <a:lnTo>
                      <a:pt x="19" y="9"/>
                    </a:lnTo>
                    <a:cubicBezTo>
                      <a:pt x="19" y="28"/>
                      <a:pt x="36" y="40"/>
                      <a:pt x="43" y="59"/>
                    </a:cubicBezTo>
                    <a:cubicBezTo>
                      <a:pt x="43" y="58"/>
                      <a:pt x="42" y="58"/>
                      <a:pt x="42" y="58"/>
                    </a:cubicBezTo>
                    <a:cubicBezTo>
                      <a:pt x="30" y="51"/>
                      <a:pt x="20" y="41"/>
                      <a:pt x="12" y="28"/>
                    </a:cubicBezTo>
                    <a:cubicBezTo>
                      <a:pt x="7" y="19"/>
                      <a:pt x="4" y="10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30"/>
              <p:cNvSpPr/>
              <p:nvPr/>
            </p:nvSpPr>
            <p:spPr>
              <a:xfrm rot="-755222">
                <a:off x="9598735" y="3414219"/>
                <a:ext cx="28915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35" h="57" extrusionOk="0">
                    <a:moveTo>
                      <a:pt x="1" y="1"/>
                    </a:moveTo>
                    <a:cubicBezTo>
                      <a:pt x="24" y="11"/>
                      <a:pt x="22" y="38"/>
                      <a:pt x="34" y="56"/>
                    </a:cubicBezTo>
                    <a:cubicBezTo>
                      <a:pt x="20" y="39"/>
                      <a:pt x="0" y="26"/>
                      <a:pt x="2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30"/>
              <p:cNvSpPr/>
              <p:nvPr/>
            </p:nvSpPr>
            <p:spPr>
              <a:xfrm rot="-755222">
                <a:off x="10006457" y="3303882"/>
                <a:ext cx="33872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1" h="45" extrusionOk="0">
                    <a:moveTo>
                      <a:pt x="40" y="31"/>
                    </a:moveTo>
                    <a:cubicBezTo>
                      <a:pt x="40" y="41"/>
                      <a:pt x="32" y="44"/>
                      <a:pt x="25" y="40"/>
                    </a:cubicBezTo>
                    <a:cubicBezTo>
                      <a:pt x="12" y="31"/>
                      <a:pt x="0" y="19"/>
                      <a:pt x="9" y="0"/>
                    </a:cubicBezTo>
                    <a:cubicBezTo>
                      <a:pt x="22" y="8"/>
                      <a:pt x="32" y="19"/>
                      <a:pt x="40" y="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Google Shape;1920;p30"/>
              <p:cNvSpPr/>
              <p:nvPr/>
            </p:nvSpPr>
            <p:spPr>
              <a:xfrm rot="-755222">
                <a:off x="8636172" y="3741954"/>
                <a:ext cx="24784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4" extrusionOk="0">
                    <a:moveTo>
                      <a:pt x="29" y="15"/>
                    </a:moveTo>
                    <a:cubicBezTo>
                      <a:pt x="29" y="28"/>
                      <a:pt x="24" y="32"/>
                      <a:pt x="16" y="33"/>
                    </a:cubicBezTo>
                    <a:lnTo>
                      <a:pt x="15" y="33"/>
                    </a:lnTo>
                    <a:cubicBezTo>
                      <a:pt x="12" y="33"/>
                      <a:pt x="10" y="33"/>
                      <a:pt x="7" y="31"/>
                    </a:cubicBezTo>
                    <a:cubicBezTo>
                      <a:pt x="4" y="29"/>
                      <a:pt x="3" y="27"/>
                      <a:pt x="2" y="25"/>
                    </a:cubicBezTo>
                    <a:cubicBezTo>
                      <a:pt x="1" y="23"/>
                      <a:pt x="0" y="20"/>
                      <a:pt x="0" y="18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6"/>
                      <a:pt x="0" y="16"/>
                      <a:pt x="0" y="15"/>
                    </a:cubicBezTo>
                    <a:cubicBezTo>
                      <a:pt x="0" y="12"/>
                      <a:pt x="0" y="11"/>
                      <a:pt x="2" y="8"/>
                    </a:cubicBezTo>
                    <a:cubicBezTo>
                      <a:pt x="4" y="5"/>
                      <a:pt x="5" y="3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lnTo>
                      <a:pt x="16" y="0"/>
                    </a:lnTo>
                    <a:cubicBezTo>
                      <a:pt x="18" y="0"/>
                      <a:pt x="20" y="1"/>
                      <a:pt x="22" y="2"/>
                    </a:cubicBezTo>
                    <a:cubicBezTo>
                      <a:pt x="24" y="3"/>
                      <a:pt x="26" y="5"/>
                      <a:pt x="27" y="7"/>
                    </a:cubicBezTo>
                    <a:cubicBezTo>
                      <a:pt x="28" y="9"/>
                      <a:pt x="29" y="12"/>
                      <a:pt x="29" y="14"/>
                    </a:cubicBezTo>
                    <a:lnTo>
                      <a:pt x="29" y="1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Google Shape;1921;p30"/>
              <p:cNvSpPr/>
              <p:nvPr/>
            </p:nvSpPr>
            <p:spPr>
              <a:xfrm rot="-755222">
                <a:off x="9334210" y="3594333"/>
                <a:ext cx="36350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4" h="56" extrusionOk="0">
                    <a:moveTo>
                      <a:pt x="43" y="54"/>
                    </a:moveTo>
                    <a:cubicBezTo>
                      <a:pt x="17" y="46"/>
                      <a:pt x="12" y="20"/>
                      <a:pt x="0" y="0"/>
                    </a:cubicBezTo>
                    <a:cubicBezTo>
                      <a:pt x="2" y="1"/>
                      <a:pt x="3" y="2"/>
                      <a:pt x="5" y="3"/>
                    </a:cubicBezTo>
                    <a:cubicBezTo>
                      <a:pt x="17" y="10"/>
                      <a:pt x="27" y="20"/>
                      <a:pt x="34" y="32"/>
                    </a:cubicBezTo>
                    <a:cubicBezTo>
                      <a:pt x="38" y="39"/>
                      <a:pt x="41" y="47"/>
                      <a:pt x="43" y="55"/>
                    </a:cubicBezTo>
                    <a:lnTo>
                      <a:pt x="43" y="5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30"/>
              <p:cNvSpPr/>
              <p:nvPr/>
            </p:nvSpPr>
            <p:spPr>
              <a:xfrm rot="-755222">
                <a:off x="10027567" y="3531194"/>
                <a:ext cx="40481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49" h="44" extrusionOk="0">
                    <a:moveTo>
                      <a:pt x="0" y="1"/>
                    </a:moveTo>
                    <a:cubicBezTo>
                      <a:pt x="6" y="3"/>
                      <a:pt x="12" y="5"/>
                      <a:pt x="17" y="8"/>
                    </a:cubicBezTo>
                    <a:cubicBezTo>
                      <a:pt x="29" y="15"/>
                      <a:pt x="37" y="24"/>
                      <a:pt x="44" y="36"/>
                    </a:cubicBezTo>
                    <a:cubicBezTo>
                      <a:pt x="45" y="38"/>
                      <a:pt x="47" y="40"/>
                      <a:pt x="48" y="43"/>
                    </a:cubicBezTo>
                    <a:cubicBezTo>
                      <a:pt x="31" y="30"/>
                      <a:pt x="6" y="2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Google Shape;1923;p30"/>
              <p:cNvSpPr/>
              <p:nvPr/>
            </p:nvSpPr>
            <p:spPr>
              <a:xfrm rot="-755222">
                <a:off x="8371402" y="4007900"/>
                <a:ext cx="29741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6" h="34" extrusionOk="0">
                    <a:moveTo>
                      <a:pt x="35" y="22"/>
                    </a:moveTo>
                    <a:cubicBezTo>
                      <a:pt x="34" y="23"/>
                      <a:pt x="34" y="24"/>
                      <a:pt x="34" y="24"/>
                    </a:cubicBezTo>
                    <a:cubicBezTo>
                      <a:pt x="32" y="27"/>
                      <a:pt x="30" y="29"/>
                      <a:pt x="27" y="31"/>
                    </a:cubicBezTo>
                    <a:cubicBezTo>
                      <a:pt x="24" y="33"/>
                      <a:pt x="22" y="33"/>
                      <a:pt x="19" y="33"/>
                    </a:cubicBezTo>
                    <a:cubicBezTo>
                      <a:pt x="16" y="33"/>
                      <a:pt x="14" y="33"/>
                      <a:pt x="12" y="32"/>
                    </a:cubicBezTo>
                    <a:cubicBezTo>
                      <a:pt x="10" y="31"/>
                      <a:pt x="9" y="31"/>
                      <a:pt x="7" y="30"/>
                    </a:cubicBezTo>
                    <a:cubicBezTo>
                      <a:pt x="5" y="29"/>
                      <a:pt x="3" y="28"/>
                      <a:pt x="2" y="25"/>
                    </a:cubicBezTo>
                    <a:cubicBezTo>
                      <a:pt x="1" y="22"/>
                      <a:pt x="0" y="20"/>
                      <a:pt x="0" y="17"/>
                    </a:cubicBezTo>
                    <a:cubicBezTo>
                      <a:pt x="0" y="15"/>
                      <a:pt x="0" y="13"/>
                      <a:pt x="1" y="11"/>
                    </a:cubicBezTo>
                    <a:cubicBezTo>
                      <a:pt x="1" y="10"/>
                      <a:pt x="2" y="9"/>
                      <a:pt x="3" y="8"/>
                    </a:cubicBezTo>
                    <a:cubicBezTo>
                      <a:pt x="4" y="5"/>
                      <a:pt x="6" y="4"/>
                      <a:pt x="8" y="2"/>
                    </a:cubicBezTo>
                    <a:cubicBezTo>
                      <a:pt x="10" y="0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3" y="3"/>
                      <a:pt x="24" y="3"/>
                      <a:pt x="25" y="4"/>
                    </a:cubicBezTo>
                    <a:cubicBezTo>
                      <a:pt x="28" y="6"/>
                      <a:pt x="30" y="8"/>
                      <a:pt x="32" y="11"/>
                    </a:cubicBezTo>
                    <a:cubicBezTo>
                      <a:pt x="34" y="14"/>
                      <a:pt x="35" y="17"/>
                      <a:pt x="35" y="20"/>
                    </a:cubicBezTo>
                    <a:cubicBezTo>
                      <a:pt x="35" y="21"/>
                      <a:pt x="35" y="22"/>
                      <a:pt x="35" y="2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Google Shape;1924;p30"/>
              <p:cNvSpPr/>
              <p:nvPr/>
            </p:nvSpPr>
            <p:spPr>
              <a:xfrm rot="-755222">
                <a:off x="10425672" y="3641048"/>
                <a:ext cx="29741" cy="62784"/>
              </a:xfrm>
              <a:custGeom>
                <a:avLst/>
                <a:gdLst/>
                <a:ahLst/>
                <a:cxnLst/>
                <a:rect l="l" t="t" r="r" b="b"/>
                <a:pathLst>
                  <a:path w="36" h="76" extrusionOk="0">
                    <a:moveTo>
                      <a:pt x="0" y="75"/>
                    </a:moveTo>
                    <a:cubicBezTo>
                      <a:pt x="2" y="57"/>
                      <a:pt x="7" y="40"/>
                      <a:pt x="16" y="25"/>
                    </a:cubicBezTo>
                    <a:cubicBezTo>
                      <a:pt x="21" y="16"/>
                      <a:pt x="28" y="7"/>
                      <a:pt x="35" y="0"/>
                    </a:cubicBezTo>
                    <a:cubicBezTo>
                      <a:pt x="35" y="17"/>
                      <a:pt x="30" y="34"/>
                      <a:pt x="22" y="48"/>
                    </a:cubicBezTo>
                    <a:cubicBezTo>
                      <a:pt x="16" y="58"/>
                      <a:pt x="8" y="67"/>
                      <a:pt x="0" y="7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30"/>
              <p:cNvSpPr/>
              <p:nvPr/>
            </p:nvSpPr>
            <p:spPr>
              <a:xfrm rot="-755222">
                <a:off x="8682974" y="4077403"/>
                <a:ext cx="27263" cy="26435"/>
              </a:xfrm>
              <a:custGeom>
                <a:avLst/>
                <a:gdLst/>
                <a:ahLst/>
                <a:cxnLst/>
                <a:rect l="l" t="t" r="r" b="b"/>
                <a:pathLst>
                  <a:path w="33" h="32" extrusionOk="0">
                    <a:moveTo>
                      <a:pt x="13" y="0"/>
                    </a:moveTo>
                    <a:lnTo>
                      <a:pt x="14" y="0"/>
                    </a:lnTo>
                    <a:cubicBezTo>
                      <a:pt x="17" y="0"/>
                      <a:pt x="20" y="0"/>
                      <a:pt x="23" y="2"/>
                    </a:cubicBezTo>
                    <a:cubicBezTo>
                      <a:pt x="26" y="4"/>
                      <a:pt x="27" y="6"/>
                      <a:pt x="29" y="9"/>
                    </a:cubicBezTo>
                    <a:cubicBezTo>
                      <a:pt x="30" y="10"/>
                      <a:pt x="31" y="13"/>
                      <a:pt x="31" y="15"/>
                    </a:cubicBezTo>
                    <a:cubicBezTo>
                      <a:pt x="31" y="16"/>
                      <a:pt x="32" y="17"/>
                      <a:pt x="32" y="19"/>
                    </a:cubicBezTo>
                    <a:cubicBezTo>
                      <a:pt x="32" y="21"/>
                      <a:pt x="31" y="23"/>
                      <a:pt x="30" y="25"/>
                    </a:cubicBezTo>
                    <a:cubicBezTo>
                      <a:pt x="29" y="27"/>
                      <a:pt x="28" y="28"/>
                      <a:pt x="26" y="29"/>
                    </a:cubicBezTo>
                    <a:cubicBezTo>
                      <a:pt x="25" y="30"/>
                      <a:pt x="23" y="30"/>
                      <a:pt x="21" y="30"/>
                    </a:cubicBezTo>
                    <a:cubicBezTo>
                      <a:pt x="20" y="31"/>
                      <a:pt x="18" y="31"/>
                      <a:pt x="16" y="31"/>
                    </a:cubicBezTo>
                    <a:cubicBezTo>
                      <a:pt x="14" y="31"/>
                      <a:pt x="11" y="31"/>
                      <a:pt x="8" y="29"/>
                    </a:cubicBezTo>
                    <a:cubicBezTo>
                      <a:pt x="5" y="27"/>
                      <a:pt x="4" y="26"/>
                      <a:pt x="2" y="23"/>
                    </a:cubicBezTo>
                    <a:cubicBezTo>
                      <a:pt x="0" y="20"/>
                      <a:pt x="0" y="17"/>
                      <a:pt x="0" y="15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0"/>
                      <a:pt x="1" y="8"/>
                      <a:pt x="2" y="6"/>
                    </a:cubicBezTo>
                    <a:cubicBezTo>
                      <a:pt x="3" y="4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Google Shape;1926;p30"/>
              <p:cNvSpPr/>
              <p:nvPr/>
            </p:nvSpPr>
            <p:spPr>
              <a:xfrm rot="-755222">
                <a:off x="10492051" y="3894601"/>
                <a:ext cx="29741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36" h="81" extrusionOk="0">
                    <a:moveTo>
                      <a:pt x="35" y="0"/>
                    </a:moveTo>
                    <a:cubicBezTo>
                      <a:pt x="33" y="20"/>
                      <a:pt x="27" y="39"/>
                      <a:pt x="17" y="57"/>
                    </a:cubicBezTo>
                    <a:cubicBezTo>
                      <a:pt x="12" y="65"/>
                      <a:pt x="7" y="72"/>
                      <a:pt x="0" y="80"/>
                    </a:cubicBezTo>
                    <a:cubicBezTo>
                      <a:pt x="1" y="60"/>
                      <a:pt x="7" y="41"/>
                      <a:pt x="17" y="25"/>
                    </a:cubicBezTo>
                    <a:cubicBezTo>
                      <a:pt x="22" y="16"/>
                      <a:pt x="28" y="7"/>
                      <a:pt x="3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Google Shape;1927;p30"/>
              <p:cNvSpPr/>
              <p:nvPr/>
            </p:nvSpPr>
            <p:spPr>
              <a:xfrm rot="-755222">
                <a:off x="10480120" y="3962534"/>
                <a:ext cx="28915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35" h="81" extrusionOk="0">
                    <a:moveTo>
                      <a:pt x="34" y="0"/>
                    </a:moveTo>
                    <a:cubicBezTo>
                      <a:pt x="32" y="20"/>
                      <a:pt x="26" y="40"/>
                      <a:pt x="16" y="57"/>
                    </a:cubicBezTo>
                    <a:cubicBezTo>
                      <a:pt x="11" y="65"/>
                      <a:pt x="6" y="73"/>
                      <a:pt x="0" y="80"/>
                    </a:cubicBezTo>
                    <a:cubicBezTo>
                      <a:pt x="1" y="60"/>
                      <a:pt x="7" y="41"/>
                      <a:pt x="17" y="24"/>
                    </a:cubicBezTo>
                    <a:cubicBezTo>
                      <a:pt x="22" y="15"/>
                      <a:pt x="28" y="8"/>
                      <a:pt x="3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30"/>
              <p:cNvSpPr/>
              <p:nvPr/>
            </p:nvSpPr>
            <p:spPr>
              <a:xfrm rot="-755222">
                <a:off x="9114082" y="4329305"/>
                <a:ext cx="32220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39" h="30" extrusionOk="0">
                    <a:moveTo>
                      <a:pt x="16" y="0"/>
                    </a:moveTo>
                    <a:cubicBezTo>
                      <a:pt x="27" y="4"/>
                      <a:pt x="38" y="7"/>
                      <a:pt x="37" y="20"/>
                    </a:cubicBezTo>
                    <a:cubicBezTo>
                      <a:pt x="37" y="29"/>
                      <a:pt x="27" y="28"/>
                      <a:pt x="21" y="29"/>
                    </a:cubicBezTo>
                    <a:cubicBezTo>
                      <a:pt x="15" y="29"/>
                      <a:pt x="2" y="28"/>
                      <a:pt x="1" y="17"/>
                    </a:cubicBezTo>
                    <a:cubicBezTo>
                      <a:pt x="0" y="5"/>
                      <a:pt x="7" y="2"/>
                      <a:pt x="1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Google Shape;1929;p30"/>
              <p:cNvSpPr/>
              <p:nvPr/>
            </p:nvSpPr>
            <p:spPr>
              <a:xfrm rot="-755222">
                <a:off x="8959241" y="4400491"/>
                <a:ext cx="30567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7" h="33" extrusionOk="0">
                    <a:moveTo>
                      <a:pt x="12" y="32"/>
                    </a:moveTo>
                    <a:cubicBezTo>
                      <a:pt x="10" y="32"/>
                      <a:pt x="9" y="32"/>
                      <a:pt x="7" y="31"/>
                    </a:cubicBezTo>
                    <a:cubicBezTo>
                      <a:pt x="5" y="29"/>
                      <a:pt x="3" y="28"/>
                      <a:pt x="2" y="26"/>
                    </a:cubicBezTo>
                    <a:cubicBezTo>
                      <a:pt x="1" y="24"/>
                      <a:pt x="0" y="21"/>
                      <a:pt x="0" y="19"/>
                    </a:cubicBezTo>
                    <a:cubicBezTo>
                      <a:pt x="0" y="18"/>
                      <a:pt x="0" y="18"/>
                      <a:pt x="0" y="17"/>
                    </a:cubicBezTo>
                    <a:lnTo>
                      <a:pt x="0" y="16"/>
                    </a:lnTo>
                    <a:cubicBezTo>
                      <a:pt x="0" y="13"/>
                      <a:pt x="0" y="11"/>
                      <a:pt x="2" y="8"/>
                    </a:cubicBezTo>
                    <a:cubicBezTo>
                      <a:pt x="4" y="5"/>
                      <a:pt x="5" y="4"/>
                      <a:pt x="8" y="2"/>
                    </a:cubicBezTo>
                    <a:cubicBezTo>
                      <a:pt x="11" y="0"/>
                      <a:pt x="13" y="0"/>
                      <a:pt x="16" y="0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26" y="0"/>
                      <a:pt x="36" y="6"/>
                      <a:pt x="33" y="18"/>
                    </a:cubicBezTo>
                    <a:cubicBezTo>
                      <a:pt x="32" y="20"/>
                      <a:pt x="32" y="21"/>
                      <a:pt x="31" y="23"/>
                    </a:cubicBezTo>
                    <a:cubicBezTo>
                      <a:pt x="30" y="26"/>
                      <a:pt x="27" y="28"/>
                      <a:pt x="24" y="30"/>
                    </a:cubicBezTo>
                    <a:cubicBezTo>
                      <a:pt x="21" y="32"/>
                      <a:pt x="17" y="32"/>
                      <a:pt x="14" y="32"/>
                    </a:cubicBezTo>
                    <a:cubicBezTo>
                      <a:pt x="13" y="32"/>
                      <a:pt x="13" y="32"/>
                      <a:pt x="12" y="3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Google Shape;1930;p30"/>
              <p:cNvSpPr/>
              <p:nvPr/>
            </p:nvSpPr>
            <p:spPr>
              <a:xfrm rot="-755222">
                <a:off x="10132913" y="3497538"/>
                <a:ext cx="33046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40" h="48" extrusionOk="0">
                    <a:moveTo>
                      <a:pt x="39" y="47"/>
                    </a:moveTo>
                    <a:cubicBezTo>
                      <a:pt x="24" y="34"/>
                      <a:pt x="11" y="18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5" y="11"/>
                      <a:pt x="25" y="11"/>
                      <a:pt x="39" y="4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Google Shape;1931;p30"/>
              <p:cNvSpPr/>
              <p:nvPr/>
            </p:nvSpPr>
            <p:spPr>
              <a:xfrm rot="-755222">
                <a:off x="9841398" y="3517338"/>
                <a:ext cx="36350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44" h="42" extrusionOk="0">
                    <a:moveTo>
                      <a:pt x="0" y="0"/>
                    </a:moveTo>
                    <a:cubicBezTo>
                      <a:pt x="29" y="9"/>
                      <a:pt x="32" y="29"/>
                      <a:pt x="43" y="41"/>
                    </a:cubicBezTo>
                    <a:cubicBezTo>
                      <a:pt x="24" y="38"/>
                      <a:pt x="16" y="2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Google Shape;1932;p30"/>
              <p:cNvSpPr/>
              <p:nvPr/>
            </p:nvSpPr>
            <p:spPr>
              <a:xfrm rot="-755222">
                <a:off x="8821091" y="4323932"/>
                <a:ext cx="29741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6" h="33" extrusionOk="0">
                    <a:moveTo>
                      <a:pt x="0" y="10"/>
                    </a:moveTo>
                    <a:cubicBezTo>
                      <a:pt x="0" y="3"/>
                      <a:pt x="9" y="1"/>
                      <a:pt x="20" y="0"/>
                    </a:cubicBezTo>
                    <a:cubicBezTo>
                      <a:pt x="26" y="0"/>
                      <a:pt x="32" y="0"/>
                      <a:pt x="33" y="6"/>
                    </a:cubicBezTo>
                    <a:cubicBezTo>
                      <a:pt x="35" y="18"/>
                      <a:pt x="25" y="24"/>
                      <a:pt x="15" y="28"/>
                    </a:cubicBezTo>
                    <a:cubicBezTo>
                      <a:pt x="5" y="32"/>
                      <a:pt x="1" y="26"/>
                      <a:pt x="0" y="1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Google Shape;1933;p30"/>
              <p:cNvSpPr/>
              <p:nvPr/>
            </p:nvSpPr>
            <p:spPr>
              <a:xfrm rot="-755222">
                <a:off x="9665337" y="2960181"/>
                <a:ext cx="34698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2" h="51" extrusionOk="0">
                    <a:moveTo>
                      <a:pt x="2" y="0"/>
                    </a:moveTo>
                    <a:lnTo>
                      <a:pt x="3" y="0"/>
                    </a:lnTo>
                    <a:cubicBezTo>
                      <a:pt x="15" y="7"/>
                      <a:pt x="26" y="18"/>
                      <a:pt x="33" y="31"/>
                    </a:cubicBezTo>
                    <a:cubicBezTo>
                      <a:pt x="37" y="37"/>
                      <a:pt x="39" y="43"/>
                      <a:pt x="41" y="50"/>
                    </a:cubicBezTo>
                    <a:cubicBezTo>
                      <a:pt x="40" y="49"/>
                      <a:pt x="38" y="49"/>
                      <a:pt x="37" y="48"/>
                    </a:cubicBezTo>
                    <a:cubicBezTo>
                      <a:pt x="25" y="41"/>
                      <a:pt x="14" y="31"/>
                      <a:pt x="7" y="18"/>
                    </a:cubicBezTo>
                    <a:cubicBezTo>
                      <a:pt x="4" y="13"/>
                      <a:pt x="2" y="7"/>
                      <a:pt x="0" y="1"/>
                    </a:cubicBezTo>
                    <a:lnTo>
                      <a:pt x="2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Google Shape;1934;p30"/>
              <p:cNvSpPr/>
              <p:nvPr/>
            </p:nvSpPr>
            <p:spPr>
              <a:xfrm rot="-755222">
                <a:off x="9943157" y="3494453"/>
                <a:ext cx="37177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45" h="35" extrusionOk="0">
                    <a:moveTo>
                      <a:pt x="44" y="33"/>
                    </a:moveTo>
                    <a:cubicBezTo>
                      <a:pt x="22" y="33"/>
                      <a:pt x="11" y="15"/>
                      <a:pt x="0" y="0"/>
                    </a:cubicBezTo>
                    <a:cubicBezTo>
                      <a:pt x="7" y="1"/>
                      <a:pt x="15" y="3"/>
                      <a:pt x="21" y="7"/>
                    </a:cubicBezTo>
                    <a:cubicBezTo>
                      <a:pt x="28" y="11"/>
                      <a:pt x="35" y="16"/>
                      <a:pt x="39" y="24"/>
                    </a:cubicBezTo>
                    <a:cubicBezTo>
                      <a:pt x="41" y="28"/>
                      <a:pt x="42" y="31"/>
                      <a:pt x="43" y="34"/>
                    </a:cubicBezTo>
                    <a:lnTo>
                      <a:pt x="44" y="3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Google Shape;1935;p30"/>
              <p:cNvSpPr/>
              <p:nvPr/>
            </p:nvSpPr>
            <p:spPr>
              <a:xfrm rot="-755222">
                <a:off x="9535321" y="3129050"/>
                <a:ext cx="33046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0" y="1"/>
                    </a:moveTo>
                    <a:cubicBezTo>
                      <a:pt x="22" y="9"/>
                      <a:pt x="30" y="28"/>
                      <a:pt x="39" y="49"/>
                    </a:cubicBezTo>
                    <a:cubicBezTo>
                      <a:pt x="22" y="36"/>
                      <a:pt x="4" y="24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30"/>
              <p:cNvSpPr/>
              <p:nvPr/>
            </p:nvSpPr>
            <p:spPr>
              <a:xfrm rot="-755222">
                <a:off x="9494564" y="3613762"/>
                <a:ext cx="33872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1" h="50" extrusionOk="0">
                    <a:moveTo>
                      <a:pt x="0" y="1"/>
                    </a:moveTo>
                    <a:cubicBezTo>
                      <a:pt x="24" y="8"/>
                      <a:pt x="31" y="30"/>
                      <a:pt x="40" y="49"/>
                    </a:cubicBezTo>
                    <a:cubicBezTo>
                      <a:pt x="38" y="49"/>
                      <a:pt x="37" y="48"/>
                      <a:pt x="35" y="47"/>
                    </a:cubicBezTo>
                    <a:cubicBezTo>
                      <a:pt x="24" y="41"/>
                      <a:pt x="15" y="32"/>
                      <a:pt x="9" y="21"/>
                    </a:cubicBezTo>
                    <a:cubicBezTo>
                      <a:pt x="5" y="14"/>
                      <a:pt x="2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30"/>
              <p:cNvSpPr/>
              <p:nvPr/>
            </p:nvSpPr>
            <p:spPr>
              <a:xfrm rot="-755222">
                <a:off x="10364673" y="3430673"/>
                <a:ext cx="17349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21" h="54" extrusionOk="0">
                    <a:moveTo>
                      <a:pt x="8" y="53"/>
                    </a:moveTo>
                    <a:cubicBezTo>
                      <a:pt x="0" y="33"/>
                      <a:pt x="20" y="20"/>
                      <a:pt x="18" y="0"/>
                    </a:cubicBezTo>
                    <a:cubicBezTo>
                      <a:pt x="19" y="6"/>
                      <a:pt x="20" y="11"/>
                      <a:pt x="20" y="17"/>
                    </a:cubicBezTo>
                    <a:cubicBezTo>
                      <a:pt x="20" y="27"/>
                      <a:pt x="17" y="38"/>
                      <a:pt x="12" y="47"/>
                    </a:cubicBezTo>
                    <a:cubicBezTo>
                      <a:pt x="11" y="49"/>
                      <a:pt x="9" y="51"/>
                      <a:pt x="8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30"/>
              <p:cNvSpPr/>
              <p:nvPr/>
            </p:nvSpPr>
            <p:spPr>
              <a:xfrm rot="-755222">
                <a:off x="10203899" y="3735355"/>
                <a:ext cx="36350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44" h="58" extrusionOk="0">
                    <a:moveTo>
                      <a:pt x="33" y="34"/>
                    </a:moveTo>
                    <a:lnTo>
                      <a:pt x="43" y="52"/>
                    </a:lnTo>
                    <a:cubicBezTo>
                      <a:pt x="35" y="57"/>
                      <a:pt x="27" y="56"/>
                      <a:pt x="22" y="46"/>
                    </a:cubicBezTo>
                    <a:cubicBezTo>
                      <a:pt x="18" y="42"/>
                      <a:pt x="16" y="37"/>
                      <a:pt x="13" y="32"/>
                    </a:cubicBezTo>
                    <a:cubicBezTo>
                      <a:pt x="8" y="22"/>
                      <a:pt x="3" y="12"/>
                      <a:pt x="0" y="0"/>
                    </a:cubicBezTo>
                    <a:cubicBezTo>
                      <a:pt x="20" y="2"/>
                      <a:pt x="17" y="28"/>
                      <a:pt x="33" y="3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30"/>
              <p:cNvSpPr/>
              <p:nvPr/>
            </p:nvSpPr>
            <p:spPr>
              <a:xfrm rot="-755222">
                <a:off x="8310600" y="3533665"/>
                <a:ext cx="33046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0" h="45" extrusionOk="0">
                    <a:moveTo>
                      <a:pt x="0" y="1"/>
                    </a:moveTo>
                    <a:cubicBezTo>
                      <a:pt x="21" y="8"/>
                      <a:pt x="29" y="28"/>
                      <a:pt x="39" y="44"/>
                    </a:cubicBezTo>
                    <a:cubicBezTo>
                      <a:pt x="37" y="43"/>
                      <a:pt x="35" y="42"/>
                      <a:pt x="33" y="41"/>
                    </a:cubicBezTo>
                    <a:cubicBezTo>
                      <a:pt x="22" y="35"/>
                      <a:pt x="13" y="26"/>
                      <a:pt x="7" y="16"/>
                    </a:cubicBezTo>
                    <a:cubicBezTo>
                      <a:pt x="4" y="11"/>
                      <a:pt x="2" y="6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30"/>
              <p:cNvSpPr/>
              <p:nvPr/>
            </p:nvSpPr>
            <p:spPr>
              <a:xfrm rot="-755222">
                <a:off x="8891166" y="2751071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3" y="1"/>
                      <a:pt x="6" y="3"/>
                      <a:pt x="9" y="5"/>
                    </a:cubicBezTo>
                    <a:cubicBezTo>
                      <a:pt x="20" y="11"/>
                      <a:pt x="29" y="20"/>
                      <a:pt x="36" y="31"/>
                    </a:cubicBezTo>
                    <a:cubicBezTo>
                      <a:pt x="40" y="38"/>
                      <a:pt x="43" y="46"/>
                      <a:pt x="44" y="55"/>
                    </a:cubicBezTo>
                    <a:cubicBezTo>
                      <a:pt x="41" y="54"/>
                      <a:pt x="38" y="52"/>
                      <a:pt x="35" y="50"/>
                    </a:cubicBezTo>
                    <a:cubicBezTo>
                      <a:pt x="24" y="44"/>
                      <a:pt x="15" y="35"/>
                      <a:pt x="8" y="24"/>
                    </a:cubicBezTo>
                    <a:cubicBezTo>
                      <a:pt x="4" y="16"/>
                      <a:pt x="1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30"/>
              <p:cNvSpPr/>
              <p:nvPr/>
            </p:nvSpPr>
            <p:spPr>
              <a:xfrm rot="-755222">
                <a:off x="8653104" y="3466517"/>
                <a:ext cx="18175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22" h="50" extrusionOk="0">
                    <a:moveTo>
                      <a:pt x="3" y="0"/>
                    </a:moveTo>
                    <a:lnTo>
                      <a:pt x="21" y="49"/>
                    </a:lnTo>
                    <a:cubicBezTo>
                      <a:pt x="21" y="49"/>
                      <a:pt x="20" y="48"/>
                      <a:pt x="19" y="48"/>
                    </a:cubicBezTo>
                    <a:cubicBezTo>
                      <a:pt x="14" y="45"/>
                      <a:pt x="9" y="40"/>
                      <a:pt x="5" y="34"/>
                    </a:cubicBezTo>
                    <a:cubicBezTo>
                      <a:pt x="1" y="28"/>
                      <a:pt x="0" y="21"/>
                      <a:pt x="0" y="15"/>
                    </a:cubicBezTo>
                    <a:cubicBezTo>
                      <a:pt x="0" y="10"/>
                      <a:pt x="1" y="5"/>
                      <a:pt x="3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30"/>
              <p:cNvSpPr/>
              <p:nvPr/>
            </p:nvSpPr>
            <p:spPr>
              <a:xfrm rot="-755222">
                <a:off x="8992443" y="3898705"/>
                <a:ext cx="23132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28" h="30" extrusionOk="0">
                    <a:moveTo>
                      <a:pt x="10" y="28"/>
                    </a:moveTo>
                    <a:cubicBezTo>
                      <a:pt x="5" y="28"/>
                      <a:pt x="0" y="24"/>
                      <a:pt x="0" y="18"/>
                    </a:cubicBezTo>
                    <a:cubicBezTo>
                      <a:pt x="0" y="15"/>
                      <a:pt x="2" y="12"/>
                      <a:pt x="3" y="10"/>
                    </a:cubicBezTo>
                    <a:cubicBezTo>
                      <a:pt x="5" y="7"/>
                      <a:pt x="7" y="5"/>
                      <a:pt x="10" y="3"/>
                    </a:cubicBezTo>
                    <a:cubicBezTo>
                      <a:pt x="13" y="1"/>
                      <a:pt x="16" y="0"/>
                      <a:pt x="19" y="0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3" y="0"/>
                      <a:pt x="27" y="8"/>
                      <a:pt x="26" y="12"/>
                    </a:cubicBezTo>
                    <a:cubicBezTo>
                      <a:pt x="26" y="22"/>
                      <a:pt x="21" y="29"/>
                      <a:pt x="10" y="2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30"/>
              <p:cNvSpPr/>
              <p:nvPr/>
            </p:nvSpPr>
            <p:spPr>
              <a:xfrm rot="-755222">
                <a:off x="9834619" y="3571121"/>
                <a:ext cx="30567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7" h="41" extrusionOk="0">
                    <a:moveTo>
                      <a:pt x="0" y="0"/>
                    </a:moveTo>
                    <a:cubicBezTo>
                      <a:pt x="14" y="9"/>
                      <a:pt x="26" y="22"/>
                      <a:pt x="34" y="37"/>
                    </a:cubicBezTo>
                    <a:cubicBezTo>
                      <a:pt x="35" y="38"/>
                      <a:pt x="35" y="39"/>
                      <a:pt x="36" y="40"/>
                    </a:cubicBezTo>
                    <a:cubicBezTo>
                      <a:pt x="13" y="28"/>
                      <a:pt x="13" y="2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30"/>
              <p:cNvSpPr/>
              <p:nvPr/>
            </p:nvSpPr>
            <p:spPr>
              <a:xfrm rot="-755222">
                <a:off x="9757928" y="3079170"/>
                <a:ext cx="34698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2" h="51" extrusionOk="0">
                    <a:moveTo>
                      <a:pt x="0" y="1"/>
                    </a:moveTo>
                    <a:cubicBezTo>
                      <a:pt x="26" y="8"/>
                      <a:pt x="32" y="30"/>
                      <a:pt x="41" y="50"/>
                    </a:cubicBezTo>
                    <a:cubicBezTo>
                      <a:pt x="23" y="37"/>
                      <a:pt x="4" y="24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30"/>
              <p:cNvSpPr/>
              <p:nvPr/>
            </p:nvSpPr>
            <p:spPr>
              <a:xfrm rot="-755222">
                <a:off x="8861780" y="3072831"/>
                <a:ext cx="32220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9" h="33" extrusionOk="0">
                    <a:moveTo>
                      <a:pt x="0" y="0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9" y="0"/>
                      <a:pt x="14" y="2"/>
                      <a:pt x="20" y="5"/>
                    </a:cubicBezTo>
                    <a:cubicBezTo>
                      <a:pt x="26" y="8"/>
                      <a:pt x="30" y="13"/>
                      <a:pt x="33" y="18"/>
                    </a:cubicBezTo>
                    <a:cubicBezTo>
                      <a:pt x="36" y="22"/>
                      <a:pt x="37" y="27"/>
                      <a:pt x="38" y="32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30"/>
              <p:cNvSpPr/>
              <p:nvPr/>
            </p:nvSpPr>
            <p:spPr>
              <a:xfrm rot="-755222">
                <a:off x="8927891" y="3995712"/>
                <a:ext cx="26437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32" h="31" extrusionOk="0">
                    <a:moveTo>
                      <a:pt x="31" y="14"/>
                    </a:moveTo>
                    <a:cubicBezTo>
                      <a:pt x="27" y="25"/>
                      <a:pt x="21" y="30"/>
                      <a:pt x="11" y="28"/>
                    </a:cubicBezTo>
                    <a:cubicBezTo>
                      <a:pt x="5" y="28"/>
                      <a:pt x="0" y="24"/>
                      <a:pt x="2" y="17"/>
                    </a:cubicBezTo>
                    <a:cubicBezTo>
                      <a:pt x="2" y="15"/>
                      <a:pt x="4" y="12"/>
                      <a:pt x="4" y="10"/>
                    </a:cubicBezTo>
                    <a:cubicBezTo>
                      <a:pt x="6" y="7"/>
                      <a:pt x="8" y="5"/>
                      <a:pt x="11" y="3"/>
                    </a:cubicBezTo>
                    <a:cubicBezTo>
                      <a:pt x="13" y="2"/>
                      <a:pt x="16" y="1"/>
                      <a:pt x="19" y="1"/>
                    </a:cubicBezTo>
                    <a:cubicBezTo>
                      <a:pt x="30" y="0"/>
                      <a:pt x="29" y="9"/>
                      <a:pt x="31" y="1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30"/>
              <p:cNvSpPr/>
              <p:nvPr/>
            </p:nvSpPr>
            <p:spPr>
              <a:xfrm rot="-755222">
                <a:off x="8380060" y="2246936"/>
                <a:ext cx="47090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57" h="47" extrusionOk="0">
                    <a:moveTo>
                      <a:pt x="0" y="0"/>
                    </a:moveTo>
                    <a:cubicBezTo>
                      <a:pt x="7" y="2"/>
                      <a:pt x="13" y="6"/>
                      <a:pt x="19" y="9"/>
                    </a:cubicBezTo>
                    <a:cubicBezTo>
                      <a:pt x="35" y="18"/>
                      <a:pt x="47" y="30"/>
                      <a:pt x="56" y="45"/>
                    </a:cubicBezTo>
                    <a:lnTo>
                      <a:pt x="56" y="46"/>
                    </a:lnTo>
                    <a:cubicBezTo>
                      <a:pt x="49" y="44"/>
                      <a:pt x="42" y="41"/>
                      <a:pt x="36" y="37"/>
                    </a:cubicBezTo>
                    <a:cubicBezTo>
                      <a:pt x="22" y="29"/>
                      <a:pt x="9" y="16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30"/>
              <p:cNvSpPr/>
              <p:nvPr/>
            </p:nvSpPr>
            <p:spPr>
              <a:xfrm rot="-755222">
                <a:off x="7732407" y="1758097"/>
                <a:ext cx="34698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2" h="47" extrusionOk="0">
                    <a:moveTo>
                      <a:pt x="0" y="46"/>
                    </a:moveTo>
                    <a:lnTo>
                      <a:pt x="10" y="24"/>
                    </a:lnTo>
                    <a:lnTo>
                      <a:pt x="41" y="0"/>
                    </a:lnTo>
                    <a:cubicBezTo>
                      <a:pt x="27" y="32"/>
                      <a:pt x="27" y="32"/>
                      <a:pt x="0" y="4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30"/>
              <p:cNvSpPr/>
              <p:nvPr/>
            </p:nvSpPr>
            <p:spPr>
              <a:xfrm rot="-755222">
                <a:off x="8134401" y="2443508"/>
                <a:ext cx="37177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57" extrusionOk="0">
                    <a:moveTo>
                      <a:pt x="44" y="56"/>
                    </a:moveTo>
                    <a:cubicBezTo>
                      <a:pt x="41" y="54"/>
                      <a:pt x="38" y="53"/>
                      <a:pt x="35" y="51"/>
                    </a:cubicBezTo>
                    <a:cubicBezTo>
                      <a:pt x="24" y="45"/>
                      <a:pt x="15" y="36"/>
                      <a:pt x="9" y="25"/>
                    </a:cubicBezTo>
                    <a:cubicBezTo>
                      <a:pt x="5" y="17"/>
                      <a:pt x="2" y="9"/>
                      <a:pt x="0" y="0"/>
                    </a:cubicBezTo>
                    <a:cubicBezTo>
                      <a:pt x="3" y="1"/>
                      <a:pt x="6" y="3"/>
                      <a:pt x="8" y="4"/>
                    </a:cubicBezTo>
                    <a:cubicBezTo>
                      <a:pt x="19" y="11"/>
                      <a:pt x="28" y="20"/>
                      <a:pt x="34" y="30"/>
                    </a:cubicBezTo>
                    <a:cubicBezTo>
                      <a:pt x="39" y="38"/>
                      <a:pt x="42" y="47"/>
                      <a:pt x="43" y="56"/>
                    </a:cubicBezTo>
                    <a:lnTo>
                      <a:pt x="44" y="5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30"/>
              <p:cNvSpPr/>
              <p:nvPr/>
            </p:nvSpPr>
            <p:spPr>
              <a:xfrm rot="-755222">
                <a:off x="9037965" y="2652495"/>
                <a:ext cx="34698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2" h="51" extrusionOk="0">
                    <a:moveTo>
                      <a:pt x="0" y="1"/>
                    </a:moveTo>
                    <a:cubicBezTo>
                      <a:pt x="24" y="9"/>
                      <a:pt x="32" y="30"/>
                      <a:pt x="41" y="50"/>
                    </a:cubicBezTo>
                    <a:cubicBezTo>
                      <a:pt x="39" y="50"/>
                      <a:pt x="38" y="49"/>
                      <a:pt x="36" y="48"/>
                    </a:cubicBezTo>
                    <a:cubicBezTo>
                      <a:pt x="25" y="41"/>
                      <a:pt x="16" y="32"/>
                      <a:pt x="9" y="20"/>
                    </a:cubicBezTo>
                    <a:cubicBezTo>
                      <a:pt x="5" y="14"/>
                      <a:pt x="2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30"/>
              <p:cNvSpPr/>
              <p:nvPr/>
            </p:nvSpPr>
            <p:spPr>
              <a:xfrm rot="-755222">
                <a:off x="8767473" y="3004508"/>
                <a:ext cx="38003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6" h="47" extrusionOk="0">
                    <a:moveTo>
                      <a:pt x="45" y="46"/>
                    </a:moveTo>
                    <a:cubicBezTo>
                      <a:pt x="44" y="45"/>
                      <a:pt x="44" y="45"/>
                      <a:pt x="43" y="44"/>
                    </a:cubicBezTo>
                    <a:cubicBezTo>
                      <a:pt x="26" y="35"/>
                      <a:pt x="12" y="21"/>
                      <a:pt x="2" y="4"/>
                    </a:cubicBezTo>
                    <a:cubicBezTo>
                      <a:pt x="2" y="3"/>
                      <a:pt x="1" y="1"/>
                      <a:pt x="0" y="0"/>
                    </a:cubicBezTo>
                    <a:cubicBezTo>
                      <a:pt x="30" y="8"/>
                      <a:pt x="34" y="30"/>
                      <a:pt x="45" y="4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30"/>
              <p:cNvSpPr/>
              <p:nvPr/>
            </p:nvSpPr>
            <p:spPr>
              <a:xfrm rot="-755222">
                <a:off x="9734431" y="3112668"/>
                <a:ext cx="31394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8" h="46" extrusionOk="0">
                    <a:moveTo>
                      <a:pt x="37" y="44"/>
                    </a:moveTo>
                    <a:cubicBezTo>
                      <a:pt x="15" y="38"/>
                      <a:pt x="7" y="19"/>
                      <a:pt x="0" y="0"/>
                    </a:cubicBezTo>
                    <a:cubicBezTo>
                      <a:pt x="2" y="1"/>
                      <a:pt x="4" y="2"/>
                      <a:pt x="6" y="3"/>
                    </a:cubicBezTo>
                    <a:cubicBezTo>
                      <a:pt x="15" y="9"/>
                      <a:pt x="23" y="16"/>
                      <a:pt x="29" y="26"/>
                    </a:cubicBezTo>
                    <a:cubicBezTo>
                      <a:pt x="32" y="32"/>
                      <a:pt x="35" y="38"/>
                      <a:pt x="36" y="45"/>
                    </a:cubicBezTo>
                    <a:lnTo>
                      <a:pt x="37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30"/>
              <p:cNvSpPr/>
              <p:nvPr/>
            </p:nvSpPr>
            <p:spPr>
              <a:xfrm rot="-755222">
                <a:off x="8463736" y="4043226"/>
                <a:ext cx="37177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45" h="40" extrusionOk="0">
                    <a:moveTo>
                      <a:pt x="0" y="7"/>
                    </a:moveTo>
                    <a:cubicBezTo>
                      <a:pt x="9" y="0"/>
                      <a:pt x="15" y="5"/>
                      <a:pt x="21" y="7"/>
                    </a:cubicBezTo>
                    <a:cubicBezTo>
                      <a:pt x="26" y="9"/>
                      <a:pt x="44" y="16"/>
                      <a:pt x="33" y="29"/>
                    </a:cubicBezTo>
                    <a:cubicBezTo>
                      <a:pt x="26" y="39"/>
                      <a:pt x="17" y="32"/>
                      <a:pt x="10" y="26"/>
                    </a:cubicBezTo>
                    <a:cubicBezTo>
                      <a:pt x="7" y="25"/>
                      <a:pt x="4" y="21"/>
                      <a:pt x="3" y="19"/>
                    </a:cubicBezTo>
                    <a:cubicBezTo>
                      <a:pt x="1" y="15"/>
                      <a:pt x="0" y="13"/>
                      <a:pt x="0" y="9"/>
                    </a:cubicBezTo>
                    <a:cubicBezTo>
                      <a:pt x="0" y="9"/>
                      <a:pt x="0" y="8"/>
                      <a:pt x="0" y="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30"/>
              <p:cNvSpPr/>
              <p:nvPr/>
            </p:nvSpPr>
            <p:spPr>
              <a:xfrm rot="-755222">
                <a:off x="8402744" y="3065725"/>
                <a:ext cx="38003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6" h="56" extrusionOk="0">
                    <a:moveTo>
                      <a:pt x="0" y="0"/>
                    </a:moveTo>
                    <a:cubicBezTo>
                      <a:pt x="3" y="1"/>
                      <a:pt x="6" y="3"/>
                      <a:pt x="8" y="4"/>
                    </a:cubicBezTo>
                    <a:cubicBezTo>
                      <a:pt x="20" y="11"/>
                      <a:pt x="29" y="20"/>
                      <a:pt x="36" y="31"/>
                    </a:cubicBezTo>
                    <a:cubicBezTo>
                      <a:pt x="40" y="39"/>
                      <a:pt x="43" y="46"/>
                      <a:pt x="45" y="55"/>
                    </a:cubicBezTo>
                    <a:cubicBezTo>
                      <a:pt x="41" y="53"/>
                      <a:pt x="38" y="52"/>
                      <a:pt x="35" y="50"/>
                    </a:cubicBezTo>
                    <a:cubicBezTo>
                      <a:pt x="24" y="44"/>
                      <a:pt x="15" y="35"/>
                      <a:pt x="9" y="24"/>
                    </a:cubicBezTo>
                    <a:cubicBezTo>
                      <a:pt x="5" y="16"/>
                      <a:pt x="2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30"/>
              <p:cNvSpPr/>
              <p:nvPr/>
            </p:nvSpPr>
            <p:spPr>
              <a:xfrm rot="-755222">
                <a:off x="8216181" y="2649854"/>
                <a:ext cx="33872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1" h="50" extrusionOk="0">
                    <a:moveTo>
                      <a:pt x="0" y="1"/>
                    </a:moveTo>
                    <a:cubicBezTo>
                      <a:pt x="2" y="2"/>
                      <a:pt x="4" y="3"/>
                      <a:pt x="5" y="4"/>
                    </a:cubicBezTo>
                    <a:cubicBezTo>
                      <a:pt x="17" y="10"/>
                      <a:pt x="26" y="20"/>
                      <a:pt x="33" y="31"/>
                    </a:cubicBezTo>
                    <a:cubicBezTo>
                      <a:pt x="36" y="37"/>
                      <a:pt x="39" y="43"/>
                      <a:pt x="40" y="49"/>
                    </a:cubicBezTo>
                    <a:cubicBezTo>
                      <a:pt x="39" y="49"/>
                      <a:pt x="37" y="48"/>
                      <a:pt x="36" y="47"/>
                    </a:cubicBezTo>
                    <a:cubicBezTo>
                      <a:pt x="25" y="41"/>
                      <a:pt x="15" y="31"/>
                      <a:pt x="9" y="20"/>
                    </a:cubicBezTo>
                    <a:cubicBezTo>
                      <a:pt x="5" y="14"/>
                      <a:pt x="3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30"/>
              <p:cNvSpPr/>
              <p:nvPr/>
            </p:nvSpPr>
            <p:spPr>
              <a:xfrm rot="-755222">
                <a:off x="9128253" y="3474264"/>
                <a:ext cx="37177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5" h="50" extrusionOk="0">
                    <a:moveTo>
                      <a:pt x="8" y="0"/>
                    </a:moveTo>
                    <a:lnTo>
                      <a:pt x="44" y="43"/>
                    </a:lnTo>
                    <a:lnTo>
                      <a:pt x="37" y="49"/>
                    </a:lnTo>
                    <a:lnTo>
                      <a:pt x="0" y="6"/>
                    </a:ln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1957" name="Google Shape;1957;p30"/>
              <p:cNvSpPr/>
              <p:nvPr/>
            </p:nvSpPr>
            <p:spPr>
              <a:xfrm rot="-755222">
                <a:off x="8195479" y="3474685"/>
                <a:ext cx="33872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1" h="50" extrusionOk="0">
                    <a:moveTo>
                      <a:pt x="0" y="1"/>
                    </a:moveTo>
                    <a:cubicBezTo>
                      <a:pt x="24" y="8"/>
                      <a:pt x="29" y="31"/>
                      <a:pt x="40" y="49"/>
                    </a:cubicBezTo>
                    <a:cubicBezTo>
                      <a:pt x="38" y="48"/>
                      <a:pt x="35" y="47"/>
                      <a:pt x="33" y="45"/>
                    </a:cubicBezTo>
                    <a:cubicBezTo>
                      <a:pt x="23" y="39"/>
                      <a:pt x="14" y="31"/>
                      <a:pt x="9" y="21"/>
                    </a:cubicBezTo>
                    <a:cubicBezTo>
                      <a:pt x="5" y="15"/>
                      <a:pt x="2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30"/>
              <p:cNvSpPr/>
              <p:nvPr/>
            </p:nvSpPr>
            <p:spPr>
              <a:xfrm rot="-755222">
                <a:off x="9880955" y="3102139"/>
                <a:ext cx="36350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44" h="35" extrusionOk="0">
                    <a:moveTo>
                      <a:pt x="0" y="0"/>
                    </a:moveTo>
                    <a:cubicBezTo>
                      <a:pt x="23" y="0"/>
                      <a:pt x="32" y="19"/>
                      <a:pt x="43" y="34"/>
                    </a:cubicBezTo>
                    <a:cubicBezTo>
                      <a:pt x="21" y="34"/>
                      <a:pt x="11" y="1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30"/>
              <p:cNvSpPr/>
              <p:nvPr/>
            </p:nvSpPr>
            <p:spPr>
              <a:xfrm rot="-755222">
                <a:off x="9977221" y="3322681"/>
                <a:ext cx="29741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6" h="41" extrusionOk="0">
                    <a:moveTo>
                      <a:pt x="35" y="40"/>
                    </a:moveTo>
                    <a:cubicBezTo>
                      <a:pt x="30" y="39"/>
                      <a:pt x="26" y="38"/>
                      <a:pt x="21" y="35"/>
                    </a:cubicBezTo>
                    <a:cubicBezTo>
                      <a:pt x="15" y="32"/>
                      <a:pt x="9" y="25"/>
                      <a:pt x="5" y="19"/>
                    </a:cubicBezTo>
                    <a:cubicBezTo>
                      <a:pt x="2" y="13"/>
                      <a:pt x="0" y="7"/>
                      <a:pt x="0" y="0"/>
                    </a:cubicBezTo>
                    <a:lnTo>
                      <a:pt x="35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30"/>
              <p:cNvSpPr/>
              <p:nvPr/>
            </p:nvSpPr>
            <p:spPr>
              <a:xfrm rot="-755222">
                <a:off x="9222226" y="2830002"/>
                <a:ext cx="31394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8" h="41" extrusionOk="0">
                    <a:moveTo>
                      <a:pt x="37" y="40"/>
                    </a:moveTo>
                    <a:cubicBezTo>
                      <a:pt x="32" y="39"/>
                      <a:pt x="27" y="37"/>
                      <a:pt x="23" y="34"/>
                    </a:cubicBezTo>
                    <a:cubicBezTo>
                      <a:pt x="16" y="30"/>
                      <a:pt x="10" y="24"/>
                      <a:pt x="6" y="17"/>
                    </a:cubicBezTo>
                    <a:cubicBezTo>
                      <a:pt x="3" y="12"/>
                      <a:pt x="1" y="6"/>
                      <a:pt x="0" y="0"/>
                    </a:cubicBezTo>
                    <a:lnTo>
                      <a:pt x="37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30"/>
              <p:cNvSpPr/>
              <p:nvPr/>
            </p:nvSpPr>
            <p:spPr>
              <a:xfrm rot="-755222">
                <a:off x="9786411" y="3371381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1" y="1"/>
                      <a:pt x="3" y="2"/>
                      <a:pt x="5" y="3"/>
                    </a:cubicBezTo>
                    <a:cubicBezTo>
                      <a:pt x="17" y="10"/>
                      <a:pt x="28" y="21"/>
                      <a:pt x="35" y="34"/>
                    </a:cubicBezTo>
                    <a:cubicBezTo>
                      <a:pt x="39" y="40"/>
                      <a:pt x="42" y="48"/>
                      <a:pt x="44" y="55"/>
                    </a:cubicBezTo>
                    <a:cubicBezTo>
                      <a:pt x="40" y="54"/>
                      <a:pt x="36" y="52"/>
                      <a:pt x="33" y="50"/>
                    </a:cubicBezTo>
                    <a:cubicBezTo>
                      <a:pt x="23" y="44"/>
                      <a:pt x="14" y="36"/>
                      <a:pt x="8" y="26"/>
                    </a:cubicBezTo>
                    <a:cubicBezTo>
                      <a:pt x="4" y="18"/>
                      <a:pt x="1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30"/>
              <p:cNvSpPr/>
              <p:nvPr/>
            </p:nvSpPr>
            <p:spPr>
              <a:xfrm rot="-755222">
                <a:off x="8306048" y="3469458"/>
                <a:ext cx="2643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32" h="51" extrusionOk="0">
                    <a:moveTo>
                      <a:pt x="0" y="1"/>
                    </a:moveTo>
                    <a:cubicBezTo>
                      <a:pt x="9" y="8"/>
                      <a:pt x="17" y="16"/>
                      <a:pt x="22" y="25"/>
                    </a:cubicBezTo>
                    <a:cubicBezTo>
                      <a:pt x="27" y="33"/>
                      <a:pt x="30" y="41"/>
                      <a:pt x="31" y="50"/>
                    </a:cubicBezTo>
                    <a:cubicBezTo>
                      <a:pt x="31" y="50"/>
                      <a:pt x="30" y="49"/>
                      <a:pt x="29" y="49"/>
                    </a:cubicBezTo>
                    <a:cubicBezTo>
                      <a:pt x="21" y="44"/>
                      <a:pt x="14" y="37"/>
                      <a:pt x="9" y="28"/>
                    </a:cubicBezTo>
                    <a:cubicBezTo>
                      <a:pt x="4" y="20"/>
                      <a:pt x="1" y="10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30"/>
              <p:cNvSpPr/>
              <p:nvPr/>
            </p:nvSpPr>
            <p:spPr>
              <a:xfrm rot="-755222">
                <a:off x="8023727" y="2313556"/>
                <a:ext cx="34698" cy="43784"/>
              </a:xfrm>
              <a:custGeom>
                <a:avLst/>
                <a:gdLst/>
                <a:ahLst/>
                <a:cxnLst/>
                <a:rect l="l" t="t" r="r" b="b"/>
                <a:pathLst>
                  <a:path w="42" h="53" extrusionOk="0">
                    <a:moveTo>
                      <a:pt x="40" y="52"/>
                    </a:moveTo>
                    <a:cubicBezTo>
                      <a:pt x="38" y="51"/>
                      <a:pt x="36" y="50"/>
                      <a:pt x="33" y="49"/>
                    </a:cubicBezTo>
                    <a:cubicBezTo>
                      <a:pt x="23" y="43"/>
                      <a:pt x="14" y="34"/>
                      <a:pt x="8" y="23"/>
                    </a:cubicBezTo>
                    <a:cubicBezTo>
                      <a:pt x="4" y="16"/>
                      <a:pt x="1" y="9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ubicBezTo>
                      <a:pt x="15" y="9"/>
                      <a:pt x="26" y="20"/>
                      <a:pt x="33" y="33"/>
                    </a:cubicBezTo>
                    <a:cubicBezTo>
                      <a:pt x="36" y="39"/>
                      <a:pt x="39" y="44"/>
                      <a:pt x="41" y="50"/>
                    </a:cubicBezTo>
                    <a:lnTo>
                      <a:pt x="40" y="5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30"/>
              <p:cNvSpPr/>
              <p:nvPr/>
            </p:nvSpPr>
            <p:spPr>
              <a:xfrm rot="-755222">
                <a:off x="9771618" y="3141362"/>
                <a:ext cx="3387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41" h="49" extrusionOk="0">
                    <a:moveTo>
                      <a:pt x="0" y="1"/>
                    </a:moveTo>
                    <a:cubicBezTo>
                      <a:pt x="23" y="8"/>
                      <a:pt x="29" y="30"/>
                      <a:pt x="40" y="48"/>
                    </a:cubicBezTo>
                    <a:cubicBezTo>
                      <a:pt x="24" y="35"/>
                      <a:pt x="4" y="2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30"/>
              <p:cNvSpPr/>
              <p:nvPr/>
            </p:nvSpPr>
            <p:spPr>
              <a:xfrm rot="-755222">
                <a:off x="8694002" y="2906826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3" y="1"/>
                      <a:pt x="7" y="3"/>
                      <a:pt x="10" y="5"/>
                    </a:cubicBezTo>
                    <a:cubicBezTo>
                      <a:pt x="20" y="11"/>
                      <a:pt x="29" y="20"/>
                      <a:pt x="36" y="31"/>
                    </a:cubicBezTo>
                    <a:cubicBezTo>
                      <a:pt x="40" y="38"/>
                      <a:pt x="43" y="46"/>
                      <a:pt x="44" y="55"/>
                    </a:cubicBezTo>
                    <a:cubicBezTo>
                      <a:pt x="41" y="54"/>
                      <a:pt x="37" y="52"/>
                      <a:pt x="34" y="50"/>
                    </a:cubicBezTo>
                    <a:cubicBezTo>
                      <a:pt x="24" y="44"/>
                      <a:pt x="15" y="35"/>
                      <a:pt x="9" y="25"/>
                    </a:cubicBezTo>
                    <a:cubicBezTo>
                      <a:pt x="4" y="17"/>
                      <a:pt x="1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30"/>
              <p:cNvSpPr/>
              <p:nvPr/>
            </p:nvSpPr>
            <p:spPr>
              <a:xfrm rot="-755222">
                <a:off x="9094609" y="3179324"/>
                <a:ext cx="46264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56" h="40" extrusionOk="0">
                    <a:moveTo>
                      <a:pt x="55" y="39"/>
                    </a:moveTo>
                    <a:cubicBezTo>
                      <a:pt x="33" y="35"/>
                      <a:pt x="21" y="20"/>
                      <a:pt x="0" y="0"/>
                    </a:cubicBezTo>
                    <a:cubicBezTo>
                      <a:pt x="9" y="2"/>
                      <a:pt x="18" y="5"/>
                      <a:pt x="26" y="10"/>
                    </a:cubicBezTo>
                    <a:cubicBezTo>
                      <a:pt x="38" y="17"/>
                      <a:pt x="48" y="27"/>
                      <a:pt x="55" y="3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30"/>
              <p:cNvSpPr/>
              <p:nvPr/>
            </p:nvSpPr>
            <p:spPr>
              <a:xfrm rot="-755222">
                <a:off x="9035335" y="3145066"/>
                <a:ext cx="47090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57" h="40" extrusionOk="0">
                    <a:moveTo>
                      <a:pt x="0" y="2"/>
                    </a:moveTo>
                    <a:cubicBezTo>
                      <a:pt x="23" y="5"/>
                      <a:pt x="35" y="25"/>
                      <a:pt x="56" y="39"/>
                    </a:cubicBezTo>
                    <a:cubicBezTo>
                      <a:pt x="24" y="32"/>
                      <a:pt x="24" y="32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30"/>
              <p:cNvSpPr/>
              <p:nvPr/>
            </p:nvSpPr>
            <p:spPr>
              <a:xfrm rot="-755222">
                <a:off x="9784962" y="3408430"/>
                <a:ext cx="33872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41" h="52" extrusionOk="0">
                    <a:moveTo>
                      <a:pt x="0" y="1"/>
                    </a:moveTo>
                    <a:cubicBezTo>
                      <a:pt x="2" y="2"/>
                      <a:pt x="4" y="4"/>
                      <a:pt x="6" y="5"/>
                    </a:cubicBezTo>
                    <a:cubicBezTo>
                      <a:pt x="17" y="12"/>
                      <a:pt x="26" y="20"/>
                      <a:pt x="32" y="30"/>
                    </a:cubicBezTo>
                    <a:cubicBezTo>
                      <a:pt x="36" y="37"/>
                      <a:pt x="39" y="44"/>
                      <a:pt x="40" y="51"/>
                    </a:cubicBezTo>
                    <a:cubicBezTo>
                      <a:pt x="23" y="37"/>
                      <a:pt x="2" y="2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30"/>
              <p:cNvSpPr/>
              <p:nvPr/>
            </p:nvSpPr>
            <p:spPr>
              <a:xfrm rot="-755222">
                <a:off x="8278846" y="2303249"/>
                <a:ext cx="33046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0" h="45" extrusionOk="0">
                    <a:moveTo>
                      <a:pt x="39" y="44"/>
                    </a:moveTo>
                    <a:cubicBezTo>
                      <a:pt x="24" y="35"/>
                      <a:pt x="12" y="23"/>
                      <a:pt x="4" y="8"/>
                    </a:cubicBezTo>
                    <a:cubicBezTo>
                      <a:pt x="2" y="5"/>
                      <a:pt x="1" y="3"/>
                      <a:pt x="0" y="0"/>
                    </a:cubicBezTo>
                    <a:cubicBezTo>
                      <a:pt x="3" y="1"/>
                      <a:pt x="5" y="2"/>
                      <a:pt x="8" y="4"/>
                    </a:cubicBezTo>
                    <a:cubicBezTo>
                      <a:pt x="18" y="10"/>
                      <a:pt x="26" y="18"/>
                      <a:pt x="32" y="28"/>
                    </a:cubicBezTo>
                    <a:cubicBezTo>
                      <a:pt x="35" y="33"/>
                      <a:pt x="37" y="38"/>
                      <a:pt x="39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30"/>
              <p:cNvSpPr/>
              <p:nvPr/>
            </p:nvSpPr>
            <p:spPr>
              <a:xfrm rot="-755222">
                <a:off x="9255728" y="2752918"/>
                <a:ext cx="3387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41" h="49" extrusionOk="0">
                    <a:moveTo>
                      <a:pt x="0" y="1"/>
                    </a:moveTo>
                    <a:cubicBezTo>
                      <a:pt x="24" y="7"/>
                      <a:pt x="27" y="32"/>
                      <a:pt x="40" y="48"/>
                    </a:cubicBezTo>
                    <a:cubicBezTo>
                      <a:pt x="23" y="35"/>
                      <a:pt x="3" y="2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30"/>
              <p:cNvSpPr/>
              <p:nvPr/>
            </p:nvSpPr>
            <p:spPr>
              <a:xfrm rot="-755222">
                <a:off x="8995300" y="3126405"/>
                <a:ext cx="36350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44" h="38" extrusionOk="0">
                    <a:moveTo>
                      <a:pt x="43" y="35"/>
                    </a:moveTo>
                    <a:cubicBezTo>
                      <a:pt x="18" y="37"/>
                      <a:pt x="12" y="14"/>
                      <a:pt x="0" y="0"/>
                    </a:cubicBezTo>
                    <a:cubicBezTo>
                      <a:pt x="17" y="8"/>
                      <a:pt x="35" y="14"/>
                      <a:pt x="42" y="36"/>
                    </a:cubicBezTo>
                    <a:lnTo>
                      <a:pt x="43" y="3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30"/>
              <p:cNvSpPr/>
              <p:nvPr/>
            </p:nvSpPr>
            <p:spPr>
              <a:xfrm rot="-755222">
                <a:off x="8992372" y="2616649"/>
                <a:ext cx="38003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6" h="56" extrusionOk="0">
                    <a:moveTo>
                      <a:pt x="0" y="0"/>
                    </a:moveTo>
                    <a:cubicBezTo>
                      <a:pt x="4" y="1"/>
                      <a:pt x="7" y="3"/>
                      <a:pt x="11" y="5"/>
                    </a:cubicBezTo>
                    <a:cubicBezTo>
                      <a:pt x="21" y="11"/>
                      <a:pt x="30" y="20"/>
                      <a:pt x="36" y="30"/>
                    </a:cubicBezTo>
                    <a:cubicBezTo>
                      <a:pt x="40" y="38"/>
                      <a:pt x="43" y="46"/>
                      <a:pt x="45" y="55"/>
                    </a:cubicBezTo>
                    <a:cubicBezTo>
                      <a:pt x="42" y="54"/>
                      <a:pt x="39" y="52"/>
                      <a:pt x="37" y="51"/>
                    </a:cubicBezTo>
                    <a:cubicBezTo>
                      <a:pt x="25" y="44"/>
                      <a:pt x="16" y="35"/>
                      <a:pt x="9" y="24"/>
                    </a:cubicBezTo>
                    <a:cubicBezTo>
                      <a:pt x="5" y="17"/>
                      <a:pt x="2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30"/>
              <p:cNvSpPr/>
              <p:nvPr/>
            </p:nvSpPr>
            <p:spPr>
              <a:xfrm rot="-755222">
                <a:off x="10346529" y="3296840"/>
                <a:ext cx="25611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31" h="70" extrusionOk="0">
                    <a:moveTo>
                      <a:pt x="20" y="0"/>
                    </a:moveTo>
                    <a:cubicBezTo>
                      <a:pt x="30" y="28"/>
                      <a:pt x="14" y="44"/>
                      <a:pt x="9" y="69"/>
                    </a:cubicBezTo>
                    <a:cubicBezTo>
                      <a:pt x="0" y="42"/>
                      <a:pt x="13" y="27"/>
                      <a:pt x="2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30"/>
              <p:cNvSpPr/>
              <p:nvPr/>
            </p:nvSpPr>
            <p:spPr>
              <a:xfrm rot="-755222">
                <a:off x="9442697" y="3915763"/>
                <a:ext cx="20654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25" h="80" extrusionOk="0">
                    <a:moveTo>
                      <a:pt x="24" y="0"/>
                    </a:moveTo>
                    <a:cubicBezTo>
                      <a:pt x="24" y="2"/>
                      <a:pt x="24" y="4"/>
                      <a:pt x="24" y="6"/>
                    </a:cubicBezTo>
                    <a:cubicBezTo>
                      <a:pt x="24" y="28"/>
                      <a:pt x="18" y="50"/>
                      <a:pt x="7" y="69"/>
                    </a:cubicBezTo>
                    <a:cubicBezTo>
                      <a:pt x="5" y="73"/>
                      <a:pt x="3" y="76"/>
                      <a:pt x="1" y="79"/>
                    </a:cubicBezTo>
                    <a:cubicBezTo>
                      <a:pt x="0" y="76"/>
                      <a:pt x="0" y="73"/>
                      <a:pt x="0" y="70"/>
                    </a:cubicBezTo>
                    <a:cubicBezTo>
                      <a:pt x="0" y="50"/>
                      <a:pt x="6" y="30"/>
                      <a:pt x="16" y="12"/>
                    </a:cubicBezTo>
                    <a:cubicBezTo>
                      <a:pt x="18" y="8"/>
                      <a:pt x="21" y="4"/>
                      <a:pt x="2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30"/>
              <p:cNvSpPr/>
              <p:nvPr/>
            </p:nvSpPr>
            <p:spPr>
              <a:xfrm rot="-755222">
                <a:off x="8675266" y="3913147"/>
                <a:ext cx="29741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36" h="52" extrusionOk="0">
                    <a:moveTo>
                      <a:pt x="16" y="51"/>
                    </a:moveTo>
                    <a:cubicBezTo>
                      <a:pt x="1" y="46"/>
                      <a:pt x="0" y="39"/>
                      <a:pt x="0" y="32"/>
                    </a:cubicBezTo>
                    <a:cubicBezTo>
                      <a:pt x="0" y="19"/>
                      <a:pt x="0" y="0"/>
                      <a:pt x="16" y="3"/>
                    </a:cubicBezTo>
                    <a:cubicBezTo>
                      <a:pt x="35" y="7"/>
                      <a:pt x="19" y="23"/>
                      <a:pt x="18" y="34"/>
                    </a:cubicBezTo>
                    <a:cubicBezTo>
                      <a:pt x="18" y="39"/>
                      <a:pt x="17" y="44"/>
                      <a:pt x="16" y="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30"/>
              <p:cNvSpPr/>
              <p:nvPr/>
            </p:nvSpPr>
            <p:spPr>
              <a:xfrm rot="-755222">
                <a:off x="9232548" y="3796630"/>
                <a:ext cx="41307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50" h="42" extrusionOk="0">
                    <a:moveTo>
                      <a:pt x="49" y="40"/>
                    </a:moveTo>
                    <a:cubicBezTo>
                      <a:pt x="43" y="38"/>
                      <a:pt x="37" y="35"/>
                      <a:pt x="31" y="32"/>
                    </a:cubicBezTo>
                    <a:cubicBezTo>
                      <a:pt x="18" y="25"/>
                      <a:pt x="8" y="15"/>
                      <a:pt x="1" y="2"/>
                    </a:cubicBezTo>
                    <a:cubicBezTo>
                      <a:pt x="1" y="2"/>
                      <a:pt x="0" y="1"/>
                      <a:pt x="0" y="0"/>
                    </a:cubicBezTo>
                    <a:cubicBezTo>
                      <a:pt x="20" y="9"/>
                      <a:pt x="40" y="17"/>
                      <a:pt x="48" y="41"/>
                    </a:cubicBezTo>
                    <a:lnTo>
                      <a:pt x="49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Google Shape;1977;p30"/>
              <p:cNvSpPr/>
              <p:nvPr/>
            </p:nvSpPr>
            <p:spPr>
              <a:xfrm rot="-755222">
                <a:off x="10077795" y="3405650"/>
                <a:ext cx="3387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41" h="49" extrusionOk="0">
                    <a:moveTo>
                      <a:pt x="40" y="47"/>
                    </a:moveTo>
                    <a:cubicBezTo>
                      <a:pt x="35" y="46"/>
                      <a:pt x="31" y="44"/>
                      <a:pt x="26" y="41"/>
                    </a:cubicBezTo>
                    <a:cubicBezTo>
                      <a:pt x="18" y="37"/>
                      <a:pt x="12" y="30"/>
                      <a:pt x="7" y="22"/>
                    </a:cubicBezTo>
                    <a:cubicBezTo>
                      <a:pt x="3" y="15"/>
                      <a:pt x="1" y="8"/>
                      <a:pt x="0" y="0"/>
                    </a:cubicBezTo>
                    <a:cubicBezTo>
                      <a:pt x="13" y="16"/>
                      <a:pt x="38" y="22"/>
                      <a:pt x="39" y="48"/>
                    </a:cubicBezTo>
                    <a:lnTo>
                      <a:pt x="40" y="4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Google Shape;1978;p30"/>
              <p:cNvSpPr/>
              <p:nvPr/>
            </p:nvSpPr>
            <p:spPr>
              <a:xfrm rot="-755222">
                <a:off x="8594843" y="2667415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44" y="55"/>
                    </a:moveTo>
                    <a:cubicBezTo>
                      <a:pt x="41" y="53"/>
                      <a:pt x="38" y="52"/>
                      <a:pt x="35" y="50"/>
                    </a:cubicBezTo>
                    <a:cubicBezTo>
                      <a:pt x="24" y="44"/>
                      <a:pt x="15" y="34"/>
                      <a:pt x="8" y="23"/>
                    </a:cubicBezTo>
                    <a:cubicBezTo>
                      <a:pt x="4" y="16"/>
                      <a:pt x="1" y="8"/>
                      <a:pt x="0" y="0"/>
                    </a:cubicBezTo>
                    <a:cubicBezTo>
                      <a:pt x="3" y="1"/>
                      <a:pt x="6" y="2"/>
                      <a:pt x="8" y="4"/>
                    </a:cubicBezTo>
                    <a:cubicBezTo>
                      <a:pt x="20" y="12"/>
                      <a:pt x="29" y="20"/>
                      <a:pt x="36" y="31"/>
                    </a:cubicBezTo>
                    <a:cubicBezTo>
                      <a:pt x="40" y="39"/>
                      <a:pt x="43" y="46"/>
                      <a:pt x="44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Google Shape;1979;p30"/>
              <p:cNvSpPr/>
              <p:nvPr/>
            </p:nvSpPr>
            <p:spPr>
              <a:xfrm rot="-755222">
                <a:off x="9402931" y="3578183"/>
                <a:ext cx="35524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3" h="51" extrusionOk="0">
                    <a:moveTo>
                      <a:pt x="0" y="1"/>
                    </a:moveTo>
                    <a:cubicBezTo>
                      <a:pt x="27" y="7"/>
                      <a:pt x="28" y="34"/>
                      <a:pt x="42" y="50"/>
                    </a:cubicBezTo>
                    <a:cubicBezTo>
                      <a:pt x="25" y="36"/>
                      <a:pt x="2" y="2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Google Shape;1980;p30"/>
              <p:cNvSpPr/>
              <p:nvPr/>
            </p:nvSpPr>
            <p:spPr>
              <a:xfrm rot="-755222">
                <a:off x="9553506" y="3078882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1" y="1"/>
                      <a:pt x="3" y="2"/>
                      <a:pt x="5" y="3"/>
                    </a:cubicBezTo>
                    <a:cubicBezTo>
                      <a:pt x="17" y="10"/>
                      <a:pt x="28" y="20"/>
                      <a:pt x="35" y="33"/>
                    </a:cubicBezTo>
                    <a:cubicBezTo>
                      <a:pt x="39" y="40"/>
                      <a:pt x="42" y="47"/>
                      <a:pt x="44" y="55"/>
                    </a:cubicBezTo>
                    <a:cubicBezTo>
                      <a:pt x="40" y="53"/>
                      <a:pt x="37" y="52"/>
                      <a:pt x="34" y="50"/>
                    </a:cubicBezTo>
                    <a:cubicBezTo>
                      <a:pt x="23" y="44"/>
                      <a:pt x="14" y="35"/>
                      <a:pt x="8" y="24"/>
                    </a:cubicBezTo>
                    <a:cubicBezTo>
                      <a:pt x="4" y="17"/>
                      <a:pt x="1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Google Shape;1981;p30"/>
              <p:cNvSpPr/>
              <p:nvPr/>
            </p:nvSpPr>
            <p:spPr>
              <a:xfrm rot="-755222">
                <a:off x="8704275" y="4008717"/>
                <a:ext cx="23958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29" h="35" extrusionOk="0">
                    <a:moveTo>
                      <a:pt x="10" y="34"/>
                    </a:moveTo>
                    <a:cubicBezTo>
                      <a:pt x="1" y="33"/>
                      <a:pt x="0" y="27"/>
                      <a:pt x="1" y="22"/>
                    </a:cubicBezTo>
                    <a:cubicBezTo>
                      <a:pt x="3" y="12"/>
                      <a:pt x="5" y="0"/>
                      <a:pt x="19" y="0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25" y="2"/>
                      <a:pt x="27" y="3"/>
                      <a:pt x="27" y="4"/>
                    </a:cubicBezTo>
                    <a:cubicBezTo>
                      <a:pt x="28" y="5"/>
                      <a:pt x="28" y="7"/>
                      <a:pt x="28" y="8"/>
                    </a:cubicBezTo>
                    <a:cubicBezTo>
                      <a:pt x="28" y="9"/>
                      <a:pt x="28" y="10"/>
                      <a:pt x="27" y="11"/>
                    </a:cubicBezTo>
                    <a:cubicBezTo>
                      <a:pt x="27" y="15"/>
                      <a:pt x="26" y="19"/>
                      <a:pt x="24" y="22"/>
                    </a:cubicBezTo>
                    <a:cubicBezTo>
                      <a:pt x="21" y="26"/>
                      <a:pt x="19" y="30"/>
                      <a:pt x="13" y="33"/>
                    </a:cubicBezTo>
                    <a:cubicBezTo>
                      <a:pt x="12" y="33"/>
                      <a:pt x="11" y="34"/>
                      <a:pt x="10" y="3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Google Shape;1982;p30"/>
              <p:cNvSpPr/>
              <p:nvPr/>
            </p:nvSpPr>
            <p:spPr>
              <a:xfrm rot="-755222">
                <a:off x="8549556" y="2630983"/>
                <a:ext cx="37177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57" extrusionOk="0">
                    <a:moveTo>
                      <a:pt x="44" y="55"/>
                    </a:moveTo>
                    <a:cubicBezTo>
                      <a:pt x="41" y="54"/>
                      <a:pt x="39" y="53"/>
                      <a:pt x="36" y="51"/>
                    </a:cubicBezTo>
                    <a:cubicBezTo>
                      <a:pt x="25" y="44"/>
                      <a:pt x="15" y="35"/>
                      <a:pt x="8" y="24"/>
                    </a:cubicBezTo>
                    <a:cubicBezTo>
                      <a:pt x="4" y="16"/>
                      <a:pt x="1" y="8"/>
                      <a:pt x="0" y="0"/>
                    </a:cubicBezTo>
                    <a:cubicBezTo>
                      <a:pt x="3" y="1"/>
                      <a:pt x="5" y="2"/>
                      <a:pt x="8" y="4"/>
                    </a:cubicBezTo>
                    <a:cubicBezTo>
                      <a:pt x="19" y="10"/>
                      <a:pt x="27" y="20"/>
                      <a:pt x="34" y="31"/>
                    </a:cubicBezTo>
                    <a:cubicBezTo>
                      <a:pt x="38" y="38"/>
                      <a:pt x="42" y="47"/>
                      <a:pt x="43" y="56"/>
                    </a:cubicBezTo>
                    <a:lnTo>
                      <a:pt x="44" y="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Google Shape;1983;p30"/>
              <p:cNvSpPr/>
              <p:nvPr/>
            </p:nvSpPr>
            <p:spPr>
              <a:xfrm rot="-755222">
                <a:off x="10075716" y="3751405"/>
                <a:ext cx="33046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40" h="34" extrusionOk="0">
                    <a:moveTo>
                      <a:pt x="0" y="0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9" y="0"/>
                      <a:pt x="15" y="2"/>
                      <a:pt x="21" y="5"/>
                    </a:cubicBezTo>
                    <a:cubicBezTo>
                      <a:pt x="27" y="8"/>
                      <a:pt x="31" y="13"/>
                      <a:pt x="34" y="18"/>
                    </a:cubicBezTo>
                    <a:cubicBezTo>
                      <a:pt x="36" y="23"/>
                      <a:pt x="38" y="27"/>
                      <a:pt x="39" y="33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Google Shape;1984;p30"/>
              <p:cNvSpPr/>
              <p:nvPr/>
            </p:nvSpPr>
            <p:spPr>
              <a:xfrm rot="-755222">
                <a:off x="8398445" y="3551300"/>
                <a:ext cx="23958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29" h="29" extrusionOk="0">
                    <a:moveTo>
                      <a:pt x="28" y="12"/>
                    </a:moveTo>
                    <a:cubicBezTo>
                      <a:pt x="28" y="21"/>
                      <a:pt x="25" y="27"/>
                      <a:pt x="17" y="28"/>
                    </a:cubicBezTo>
                    <a:lnTo>
                      <a:pt x="16" y="28"/>
                    </a:lnTo>
                    <a:cubicBezTo>
                      <a:pt x="14" y="28"/>
                      <a:pt x="11" y="28"/>
                      <a:pt x="9" y="26"/>
                    </a:cubicBezTo>
                    <a:cubicBezTo>
                      <a:pt x="7" y="25"/>
                      <a:pt x="5" y="23"/>
                      <a:pt x="3" y="20"/>
                    </a:cubicBezTo>
                    <a:cubicBezTo>
                      <a:pt x="2" y="19"/>
                      <a:pt x="2" y="17"/>
                      <a:pt x="2" y="15"/>
                    </a:cubicBezTo>
                    <a:cubicBezTo>
                      <a:pt x="0" y="6"/>
                      <a:pt x="3" y="0"/>
                      <a:pt x="13" y="1"/>
                    </a:cubicBezTo>
                    <a:lnTo>
                      <a:pt x="14" y="1"/>
                    </a:lnTo>
                    <a:cubicBezTo>
                      <a:pt x="17" y="1"/>
                      <a:pt x="19" y="1"/>
                      <a:pt x="22" y="2"/>
                    </a:cubicBezTo>
                    <a:cubicBezTo>
                      <a:pt x="24" y="4"/>
                      <a:pt x="25" y="6"/>
                      <a:pt x="27" y="8"/>
                    </a:cubicBezTo>
                    <a:cubicBezTo>
                      <a:pt x="27" y="9"/>
                      <a:pt x="28" y="10"/>
                      <a:pt x="28" y="1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30"/>
              <p:cNvSpPr/>
              <p:nvPr/>
            </p:nvSpPr>
            <p:spPr>
              <a:xfrm rot="-755222">
                <a:off x="9299599" y="3368589"/>
                <a:ext cx="27263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33" h="54" extrusionOk="0">
                    <a:moveTo>
                      <a:pt x="3" y="0"/>
                    </a:moveTo>
                    <a:cubicBezTo>
                      <a:pt x="11" y="6"/>
                      <a:pt x="17" y="13"/>
                      <a:pt x="22" y="22"/>
                    </a:cubicBezTo>
                    <a:cubicBezTo>
                      <a:pt x="28" y="31"/>
                      <a:pt x="31" y="42"/>
                      <a:pt x="32" y="53"/>
                    </a:cubicBezTo>
                    <a:cubicBezTo>
                      <a:pt x="22" y="47"/>
                      <a:pt x="15" y="38"/>
                      <a:pt x="9" y="28"/>
                    </a:cubicBezTo>
                    <a:cubicBezTo>
                      <a:pt x="5" y="21"/>
                      <a:pt x="1" y="12"/>
                      <a:pt x="0" y="4"/>
                    </a:cubicBezTo>
                    <a:lnTo>
                      <a:pt x="3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30"/>
              <p:cNvSpPr/>
              <p:nvPr/>
            </p:nvSpPr>
            <p:spPr>
              <a:xfrm rot="-755222">
                <a:off x="10167411" y="3697952"/>
                <a:ext cx="27263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33" h="57" extrusionOk="0">
                    <a:moveTo>
                      <a:pt x="0" y="0"/>
                    </a:moveTo>
                    <a:cubicBezTo>
                      <a:pt x="0" y="0"/>
                      <a:pt x="1" y="0"/>
                      <a:pt x="1" y="1"/>
                    </a:cubicBezTo>
                    <a:cubicBezTo>
                      <a:pt x="10" y="6"/>
                      <a:pt x="17" y="14"/>
                      <a:pt x="23" y="23"/>
                    </a:cubicBezTo>
                    <a:cubicBezTo>
                      <a:pt x="29" y="32"/>
                      <a:pt x="32" y="43"/>
                      <a:pt x="32" y="53"/>
                    </a:cubicBezTo>
                    <a:cubicBezTo>
                      <a:pt x="32" y="54"/>
                      <a:pt x="32" y="55"/>
                      <a:pt x="32" y="56"/>
                    </a:cubicBezTo>
                    <a:cubicBezTo>
                      <a:pt x="22" y="50"/>
                      <a:pt x="15" y="42"/>
                      <a:pt x="9" y="32"/>
                    </a:cubicBezTo>
                    <a:cubicBezTo>
                      <a:pt x="3" y="22"/>
                      <a:pt x="0" y="1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30"/>
              <p:cNvSpPr/>
              <p:nvPr/>
            </p:nvSpPr>
            <p:spPr>
              <a:xfrm rot="-755222">
                <a:off x="9484463" y="3363770"/>
                <a:ext cx="2643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32" h="51" extrusionOk="0">
                    <a:moveTo>
                      <a:pt x="31" y="50"/>
                    </a:moveTo>
                    <a:cubicBezTo>
                      <a:pt x="22" y="44"/>
                      <a:pt x="14" y="36"/>
                      <a:pt x="9" y="27"/>
                    </a:cubicBezTo>
                    <a:cubicBezTo>
                      <a:pt x="4" y="19"/>
                      <a:pt x="1" y="9"/>
                      <a:pt x="0" y="0"/>
                    </a:cubicBezTo>
                    <a:cubicBezTo>
                      <a:pt x="8" y="7"/>
                      <a:pt x="15" y="15"/>
                      <a:pt x="21" y="25"/>
                    </a:cubicBezTo>
                    <a:cubicBezTo>
                      <a:pt x="26" y="33"/>
                      <a:pt x="29" y="41"/>
                      <a:pt x="31" y="5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Google Shape;1988;p30"/>
              <p:cNvSpPr/>
              <p:nvPr/>
            </p:nvSpPr>
            <p:spPr>
              <a:xfrm rot="-755222">
                <a:off x="10031798" y="3260450"/>
                <a:ext cx="32220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39" h="58" extrusionOk="0">
                    <a:moveTo>
                      <a:pt x="1" y="1"/>
                    </a:moveTo>
                    <a:cubicBezTo>
                      <a:pt x="18" y="12"/>
                      <a:pt x="24" y="30"/>
                      <a:pt x="38" y="57"/>
                    </a:cubicBezTo>
                    <a:cubicBezTo>
                      <a:pt x="12" y="37"/>
                      <a:pt x="0" y="22"/>
                      <a:pt x="2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Google Shape;1989;p30"/>
              <p:cNvSpPr/>
              <p:nvPr/>
            </p:nvSpPr>
            <p:spPr>
              <a:xfrm rot="-755222">
                <a:off x="9562137" y="3375000"/>
                <a:ext cx="28915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35" h="58" extrusionOk="0">
                    <a:moveTo>
                      <a:pt x="3" y="0"/>
                    </a:moveTo>
                    <a:cubicBezTo>
                      <a:pt x="12" y="6"/>
                      <a:pt x="19" y="14"/>
                      <a:pt x="25" y="24"/>
                    </a:cubicBezTo>
                    <a:cubicBezTo>
                      <a:pt x="31" y="34"/>
                      <a:pt x="34" y="45"/>
                      <a:pt x="34" y="57"/>
                    </a:cubicBezTo>
                    <a:cubicBezTo>
                      <a:pt x="24" y="51"/>
                      <a:pt x="15" y="42"/>
                      <a:pt x="9" y="31"/>
                    </a:cubicBezTo>
                    <a:cubicBezTo>
                      <a:pt x="4" y="23"/>
                      <a:pt x="1" y="13"/>
                      <a:pt x="0" y="4"/>
                    </a:cubicBezTo>
                    <a:lnTo>
                      <a:pt x="3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Google Shape;1990;p30"/>
              <p:cNvSpPr/>
              <p:nvPr/>
            </p:nvSpPr>
            <p:spPr>
              <a:xfrm rot="-755222">
                <a:off x="8270777" y="3430645"/>
                <a:ext cx="28089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34" h="56" extrusionOk="0">
                    <a:moveTo>
                      <a:pt x="33" y="55"/>
                    </a:moveTo>
                    <a:cubicBezTo>
                      <a:pt x="32" y="55"/>
                      <a:pt x="30" y="54"/>
                      <a:pt x="29" y="53"/>
                    </a:cubicBezTo>
                    <a:cubicBezTo>
                      <a:pt x="20" y="48"/>
                      <a:pt x="13" y="41"/>
                      <a:pt x="8" y="32"/>
                    </a:cubicBezTo>
                    <a:cubicBezTo>
                      <a:pt x="3" y="23"/>
                      <a:pt x="0" y="1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0" y="6"/>
                      <a:pt x="18" y="14"/>
                      <a:pt x="24" y="24"/>
                    </a:cubicBezTo>
                    <a:cubicBezTo>
                      <a:pt x="30" y="34"/>
                      <a:pt x="33" y="44"/>
                      <a:pt x="33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Google Shape;1991;p30"/>
              <p:cNvSpPr/>
              <p:nvPr/>
            </p:nvSpPr>
            <p:spPr>
              <a:xfrm rot="-755222">
                <a:off x="8811208" y="3559439"/>
                <a:ext cx="30567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37" h="60" extrusionOk="0">
                    <a:moveTo>
                      <a:pt x="36" y="59"/>
                    </a:moveTo>
                    <a:cubicBezTo>
                      <a:pt x="26" y="51"/>
                      <a:pt x="18" y="41"/>
                      <a:pt x="12" y="31"/>
                    </a:cubicBezTo>
                    <a:cubicBezTo>
                      <a:pt x="6" y="21"/>
                      <a:pt x="3" y="11"/>
                      <a:pt x="0" y="0"/>
                    </a:cubicBezTo>
                    <a:cubicBezTo>
                      <a:pt x="9" y="8"/>
                      <a:pt x="17" y="18"/>
                      <a:pt x="24" y="29"/>
                    </a:cubicBezTo>
                    <a:cubicBezTo>
                      <a:pt x="29" y="38"/>
                      <a:pt x="33" y="48"/>
                      <a:pt x="36" y="5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Google Shape;1992;p30"/>
              <p:cNvSpPr/>
              <p:nvPr/>
            </p:nvSpPr>
            <p:spPr>
              <a:xfrm rot="-755222">
                <a:off x="10012279" y="3292507"/>
                <a:ext cx="33046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40" h="44" extrusionOk="0">
                    <a:moveTo>
                      <a:pt x="30" y="43"/>
                    </a:moveTo>
                    <a:cubicBezTo>
                      <a:pt x="22" y="31"/>
                      <a:pt x="12" y="21"/>
                      <a:pt x="0" y="13"/>
                    </a:cubicBezTo>
                    <a:cubicBezTo>
                      <a:pt x="0" y="10"/>
                      <a:pt x="0" y="4"/>
                      <a:pt x="2" y="3"/>
                    </a:cubicBezTo>
                    <a:cubicBezTo>
                      <a:pt x="24" y="0"/>
                      <a:pt x="39" y="20"/>
                      <a:pt x="30" y="4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Google Shape;1993;p30"/>
              <p:cNvSpPr/>
              <p:nvPr/>
            </p:nvSpPr>
            <p:spPr>
              <a:xfrm rot="-755222">
                <a:off x="8868817" y="2942653"/>
                <a:ext cx="25611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31" h="49" extrusionOk="0">
                    <a:moveTo>
                      <a:pt x="0" y="1"/>
                    </a:moveTo>
                    <a:cubicBezTo>
                      <a:pt x="21" y="9"/>
                      <a:pt x="23" y="30"/>
                      <a:pt x="30" y="48"/>
                    </a:cubicBezTo>
                    <a:cubicBezTo>
                      <a:pt x="21" y="43"/>
                      <a:pt x="14" y="36"/>
                      <a:pt x="9" y="27"/>
                    </a:cubicBezTo>
                    <a:cubicBezTo>
                      <a:pt x="4" y="19"/>
                      <a:pt x="2" y="10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Google Shape;1994;p30"/>
              <p:cNvSpPr/>
              <p:nvPr/>
            </p:nvSpPr>
            <p:spPr>
              <a:xfrm rot="-755222">
                <a:off x="8980757" y="2898831"/>
                <a:ext cx="28089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34" h="56" extrusionOk="0">
                    <a:moveTo>
                      <a:pt x="33" y="55"/>
                    </a:moveTo>
                    <a:cubicBezTo>
                      <a:pt x="24" y="48"/>
                      <a:pt x="17" y="39"/>
                      <a:pt x="11" y="29"/>
                    </a:cubicBezTo>
                    <a:cubicBezTo>
                      <a:pt x="6" y="20"/>
                      <a:pt x="2" y="10"/>
                      <a:pt x="0" y="0"/>
                    </a:cubicBezTo>
                    <a:cubicBezTo>
                      <a:pt x="9" y="7"/>
                      <a:pt x="17" y="16"/>
                      <a:pt x="22" y="25"/>
                    </a:cubicBezTo>
                    <a:cubicBezTo>
                      <a:pt x="28" y="35"/>
                      <a:pt x="31" y="45"/>
                      <a:pt x="33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Google Shape;1995;p30"/>
              <p:cNvSpPr/>
              <p:nvPr/>
            </p:nvSpPr>
            <p:spPr>
              <a:xfrm rot="-755222">
                <a:off x="9953510" y="3607490"/>
                <a:ext cx="42134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51" h="29" extrusionOk="0">
                    <a:moveTo>
                      <a:pt x="0" y="0"/>
                    </a:moveTo>
                    <a:cubicBezTo>
                      <a:pt x="11" y="1"/>
                      <a:pt x="21" y="4"/>
                      <a:pt x="30" y="9"/>
                    </a:cubicBezTo>
                    <a:cubicBezTo>
                      <a:pt x="38" y="14"/>
                      <a:pt x="45" y="20"/>
                      <a:pt x="50" y="27"/>
                    </a:cubicBezTo>
                    <a:cubicBezTo>
                      <a:pt x="24" y="28"/>
                      <a:pt x="12" y="1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Google Shape;1996;p30"/>
              <p:cNvSpPr/>
              <p:nvPr/>
            </p:nvSpPr>
            <p:spPr>
              <a:xfrm rot="-755222">
                <a:off x="8260221" y="2472687"/>
                <a:ext cx="38003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46" h="38" extrusionOk="0">
                    <a:moveTo>
                      <a:pt x="45" y="37"/>
                    </a:moveTo>
                    <a:cubicBezTo>
                      <a:pt x="41" y="35"/>
                      <a:pt x="37" y="33"/>
                      <a:pt x="33" y="31"/>
                    </a:cubicBezTo>
                    <a:cubicBezTo>
                      <a:pt x="19" y="23"/>
                      <a:pt x="8" y="13"/>
                      <a:pt x="0" y="0"/>
                    </a:cubicBezTo>
                    <a:cubicBezTo>
                      <a:pt x="21" y="3"/>
                      <a:pt x="31" y="14"/>
                      <a:pt x="45" y="3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Google Shape;1997;p30"/>
              <p:cNvSpPr/>
              <p:nvPr/>
            </p:nvSpPr>
            <p:spPr>
              <a:xfrm rot="-755222">
                <a:off x="9058326" y="4511712"/>
                <a:ext cx="41307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50" h="29" extrusionOk="0">
                    <a:moveTo>
                      <a:pt x="49" y="28"/>
                    </a:moveTo>
                    <a:cubicBezTo>
                      <a:pt x="39" y="28"/>
                      <a:pt x="30" y="25"/>
                      <a:pt x="21" y="20"/>
                    </a:cubicBezTo>
                    <a:cubicBezTo>
                      <a:pt x="12" y="15"/>
                      <a:pt x="5" y="8"/>
                      <a:pt x="0" y="0"/>
                    </a:cubicBezTo>
                    <a:cubicBezTo>
                      <a:pt x="9" y="1"/>
                      <a:pt x="19" y="4"/>
                      <a:pt x="27" y="9"/>
                    </a:cubicBezTo>
                    <a:cubicBezTo>
                      <a:pt x="36" y="14"/>
                      <a:pt x="43" y="21"/>
                      <a:pt x="49" y="2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Google Shape;1998;p30"/>
              <p:cNvSpPr/>
              <p:nvPr/>
            </p:nvSpPr>
            <p:spPr>
              <a:xfrm rot="-755222">
                <a:off x="8163846" y="3372608"/>
                <a:ext cx="33046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40" h="46" extrusionOk="0">
                    <a:moveTo>
                      <a:pt x="9" y="40"/>
                    </a:moveTo>
                    <a:cubicBezTo>
                      <a:pt x="15" y="27"/>
                      <a:pt x="0" y="18"/>
                      <a:pt x="1" y="0"/>
                    </a:cubicBezTo>
                    <a:cubicBezTo>
                      <a:pt x="9" y="4"/>
                      <a:pt x="14" y="11"/>
                      <a:pt x="19" y="18"/>
                    </a:cubicBezTo>
                    <a:cubicBezTo>
                      <a:pt x="21" y="21"/>
                      <a:pt x="22" y="25"/>
                      <a:pt x="23" y="29"/>
                    </a:cubicBezTo>
                    <a:cubicBezTo>
                      <a:pt x="25" y="34"/>
                      <a:pt x="39" y="42"/>
                      <a:pt x="22" y="45"/>
                    </a:cubicBezTo>
                    <a:cubicBezTo>
                      <a:pt x="18" y="45"/>
                      <a:pt x="12" y="41"/>
                      <a:pt x="7" y="39"/>
                    </a:cubicBezTo>
                    <a:lnTo>
                      <a:pt x="9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Google Shape;1999;p30"/>
              <p:cNvSpPr/>
              <p:nvPr/>
            </p:nvSpPr>
            <p:spPr>
              <a:xfrm rot="-755222">
                <a:off x="10279503" y="4025242"/>
                <a:ext cx="23958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9" h="40" extrusionOk="0">
                    <a:moveTo>
                      <a:pt x="0" y="0"/>
                    </a:moveTo>
                    <a:cubicBezTo>
                      <a:pt x="15" y="8"/>
                      <a:pt x="20" y="23"/>
                      <a:pt x="28" y="39"/>
                    </a:cubicBezTo>
                    <a:cubicBezTo>
                      <a:pt x="6" y="32"/>
                      <a:pt x="4" y="1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Google Shape;2000;p30"/>
              <p:cNvSpPr/>
              <p:nvPr/>
            </p:nvSpPr>
            <p:spPr>
              <a:xfrm rot="-755222">
                <a:off x="8016965" y="2239047"/>
                <a:ext cx="38829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47" h="31" extrusionOk="0">
                    <a:moveTo>
                      <a:pt x="46" y="26"/>
                    </a:moveTo>
                    <a:cubicBezTo>
                      <a:pt x="28" y="30"/>
                      <a:pt x="18" y="17"/>
                      <a:pt x="0" y="8"/>
                    </a:cubicBezTo>
                    <a:cubicBezTo>
                      <a:pt x="26" y="0"/>
                      <a:pt x="34" y="18"/>
                      <a:pt x="46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Google Shape;2001;p30"/>
              <p:cNvSpPr/>
              <p:nvPr/>
            </p:nvSpPr>
            <p:spPr>
              <a:xfrm rot="-755222">
                <a:off x="8382994" y="3358249"/>
                <a:ext cx="27263" cy="43784"/>
              </a:xfrm>
              <a:custGeom>
                <a:avLst/>
                <a:gdLst/>
                <a:ahLst/>
                <a:cxnLst/>
                <a:rect l="l" t="t" r="r" b="b"/>
                <a:pathLst>
                  <a:path w="33" h="53" extrusionOk="0">
                    <a:moveTo>
                      <a:pt x="4" y="0"/>
                    </a:moveTo>
                    <a:cubicBezTo>
                      <a:pt x="11" y="6"/>
                      <a:pt x="17" y="13"/>
                      <a:pt x="22" y="21"/>
                    </a:cubicBezTo>
                    <a:cubicBezTo>
                      <a:pt x="27" y="30"/>
                      <a:pt x="31" y="41"/>
                      <a:pt x="32" y="52"/>
                    </a:cubicBezTo>
                    <a:cubicBezTo>
                      <a:pt x="22" y="46"/>
                      <a:pt x="14" y="37"/>
                      <a:pt x="9" y="28"/>
                    </a:cubicBezTo>
                    <a:cubicBezTo>
                      <a:pt x="4" y="20"/>
                      <a:pt x="1" y="11"/>
                      <a:pt x="0" y="3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Google Shape;2002;p30"/>
              <p:cNvSpPr/>
              <p:nvPr/>
            </p:nvSpPr>
            <p:spPr>
              <a:xfrm rot="-755222">
                <a:off x="9547069" y="3205305"/>
                <a:ext cx="23132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8" h="40" extrusionOk="0">
                    <a:moveTo>
                      <a:pt x="0" y="0"/>
                    </a:moveTo>
                    <a:cubicBezTo>
                      <a:pt x="11" y="10"/>
                      <a:pt x="23" y="18"/>
                      <a:pt x="27" y="32"/>
                    </a:cubicBezTo>
                    <a:cubicBezTo>
                      <a:pt x="20" y="39"/>
                      <a:pt x="14" y="3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Google Shape;2003;p30"/>
              <p:cNvSpPr/>
              <p:nvPr/>
            </p:nvSpPr>
            <p:spPr>
              <a:xfrm rot="-755222">
                <a:off x="10007706" y="3032648"/>
                <a:ext cx="34698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2" h="45" extrusionOk="0">
                    <a:moveTo>
                      <a:pt x="0" y="0"/>
                    </a:moveTo>
                    <a:cubicBezTo>
                      <a:pt x="18" y="2"/>
                      <a:pt x="21" y="26"/>
                      <a:pt x="41" y="26"/>
                    </a:cubicBezTo>
                    <a:lnTo>
                      <a:pt x="41" y="31"/>
                    </a:lnTo>
                    <a:cubicBezTo>
                      <a:pt x="36" y="39"/>
                      <a:pt x="31" y="44"/>
                      <a:pt x="22" y="34"/>
                    </a:cubicBezTo>
                    <a:cubicBezTo>
                      <a:pt x="13" y="24"/>
                      <a:pt x="0" y="1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Google Shape;2004;p30"/>
              <p:cNvSpPr/>
              <p:nvPr/>
            </p:nvSpPr>
            <p:spPr>
              <a:xfrm rot="-755222">
                <a:off x="8009657" y="2189837"/>
                <a:ext cx="46264" cy="19827"/>
              </a:xfrm>
              <a:custGeom>
                <a:avLst/>
                <a:gdLst/>
                <a:ahLst/>
                <a:cxnLst/>
                <a:rect l="l" t="t" r="r" b="b"/>
                <a:pathLst>
                  <a:path w="56" h="24" extrusionOk="0">
                    <a:moveTo>
                      <a:pt x="55" y="23"/>
                    </a:moveTo>
                    <a:cubicBezTo>
                      <a:pt x="55" y="23"/>
                      <a:pt x="54" y="23"/>
                      <a:pt x="53" y="23"/>
                    </a:cubicBezTo>
                    <a:cubicBezTo>
                      <a:pt x="40" y="23"/>
                      <a:pt x="27" y="19"/>
                      <a:pt x="16" y="13"/>
                    </a:cubicBezTo>
                    <a:cubicBezTo>
                      <a:pt x="10" y="9"/>
                      <a:pt x="5" y="5"/>
                      <a:pt x="0" y="1"/>
                    </a:cubicBezTo>
                    <a:cubicBezTo>
                      <a:pt x="2" y="0"/>
                      <a:pt x="3" y="0"/>
                      <a:pt x="5" y="0"/>
                    </a:cubicBezTo>
                    <a:cubicBezTo>
                      <a:pt x="17" y="0"/>
                      <a:pt x="29" y="4"/>
                      <a:pt x="39" y="10"/>
                    </a:cubicBezTo>
                    <a:cubicBezTo>
                      <a:pt x="45" y="13"/>
                      <a:pt x="51" y="18"/>
                      <a:pt x="55" y="2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Google Shape;2005;p30"/>
              <p:cNvSpPr/>
              <p:nvPr/>
            </p:nvSpPr>
            <p:spPr>
              <a:xfrm rot="-755222">
                <a:off x="8955877" y="2585856"/>
                <a:ext cx="29741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36" h="48" extrusionOk="0">
                    <a:moveTo>
                      <a:pt x="35" y="46"/>
                    </a:moveTo>
                    <a:cubicBezTo>
                      <a:pt x="15" y="40"/>
                      <a:pt x="7" y="22"/>
                      <a:pt x="0" y="4"/>
                    </a:cubicBezTo>
                    <a:lnTo>
                      <a:pt x="4" y="0"/>
                    </a:lnTo>
                    <a:cubicBezTo>
                      <a:pt x="5" y="1"/>
                      <a:pt x="6" y="1"/>
                      <a:pt x="6" y="1"/>
                    </a:cubicBezTo>
                    <a:cubicBezTo>
                      <a:pt x="15" y="6"/>
                      <a:pt x="22" y="13"/>
                      <a:pt x="27" y="22"/>
                    </a:cubicBezTo>
                    <a:cubicBezTo>
                      <a:pt x="31" y="30"/>
                      <a:pt x="34" y="38"/>
                      <a:pt x="34" y="47"/>
                    </a:cubicBezTo>
                    <a:lnTo>
                      <a:pt x="35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Google Shape;2006;p30"/>
              <p:cNvSpPr/>
              <p:nvPr/>
            </p:nvSpPr>
            <p:spPr>
              <a:xfrm rot="-755222">
                <a:off x="8062954" y="2776011"/>
                <a:ext cx="21480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26" h="49" extrusionOk="0">
                    <a:moveTo>
                      <a:pt x="7" y="1"/>
                    </a:moveTo>
                    <a:cubicBezTo>
                      <a:pt x="10" y="5"/>
                      <a:pt x="13" y="9"/>
                      <a:pt x="16" y="13"/>
                    </a:cubicBezTo>
                    <a:cubicBezTo>
                      <a:pt x="22" y="23"/>
                      <a:pt x="25" y="35"/>
                      <a:pt x="25" y="46"/>
                    </a:cubicBezTo>
                    <a:cubicBezTo>
                      <a:pt x="25" y="47"/>
                      <a:pt x="25" y="47"/>
                      <a:pt x="25" y="48"/>
                    </a:cubicBezTo>
                    <a:cubicBezTo>
                      <a:pt x="11" y="34"/>
                      <a:pt x="0" y="21"/>
                      <a:pt x="8" y="0"/>
                    </a:cubicBezTo>
                    <a:lnTo>
                      <a:pt x="7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Google Shape;2007;p30"/>
              <p:cNvSpPr/>
              <p:nvPr/>
            </p:nvSpPr>
            <p:spPr>
              <a:xfrm rot="-755222">
                <a:off x="9277110" y="3819646"/>
                <a:ext cx="33046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40" h="30" extrusionOk="0">
                    <a:moveTo>
                      <a:pt x="0" y="3"/>
                    </a:moveTo>
                    <a:cubicBezTo>
                      <a:pt x="20" y="0"/>
                      <a:pt x="28" y="18"/>
                      <a:pt x="39" y="29"/>
                    </a:cubicBezTo>
                    <a:cubicBezTo>
                      <a:pt x="32" y="29"/>
                      <a:pt x="26" y="27"/>
                      <a:pt x="20" y="23"/>
                    </a:cubicBezTo>
                    <a:cubicBezTo>
                      <a:pt x="13" y="20"/>
                      <a:pt x="6" y="13"/>
                      <a:pt x="2" y="5"/>
                    </a:cubicBezTo>
                    <a:cubicBezTo>
                      <a:pt x="2" y="4"/>
                      <a:pt x="1" y="4"/>
                      <a:pt x="1" y="3"/>
                    </a:cubicBezTo>
                    <a:lnTo>
                      <a:pt x="0" y="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Google Shape;2008;p30"/>
              <p:cNvSpPr/>
              <p:nvPr/>
            </p:nvSpPr>
            <p:spPr>
              <a:xfrm rot="-755222">
                <a:off x="10302500" y="3601385"/>
                <a:ext cx="14871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18" h="50" extrusionOk="0">
                    <a:moveTo>
                      <a:pt x="2" y="2"/>
                    </a:moveTo>
                    <a:cubicBezTo>
                      <a:pt x="17" y="14"/>
                      <a:pt x="11" y="33"/>
                      <a:pt x="17" y="49"/>
                    </a:cubicBezTo>
                    <a:cubicBezTo>
                      <a:pt x="12" y="45"/>
                      <a:pt x="8" y="41"/>
                      <a:pt x="5" y="36"/>
                    </a:cubicBezTo>
                    <a:cubicBezTo>
                      <a:pt x="2" y="30"/>
                      <a:pt x="0" y="23"/>
                      <a:pt x="0" y="16"/>
                    </a:cubicBezTo>
                    <a:cubicBezTo>
                      <a:pt x="0" y="11"/>
                      <a:pt x="1" y="5"/>
                      <a:pt x="3" y="0"/>
                    </a:cubicBezTo>
                    <a:lnTo>
                      <a:pt x="2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Google Shape;2009;p30"/>
              <p:cNvSpPr/>
              <p:nvPr/>
            </p:nvSpPr>
            <p:spPr>
              <a:xfrm rot="-755222">
                <a:off x="9988693" y="3738630"/>
                <a:ext cx="33046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40" h="30" extrusionOk="0">
                    <a:moveTo>
                      <a:pt x="34" y="29"/>
                    </a:moveTo>
                    <a:cubicBezTo>
                      <a:pt x="30" y="28"/>
                      <a:pt x="26" y="26"/>
                      <a:pt x="22" y="24"/>
                    </a:cubicBezTo>
                    <a:cubicBezTo>
                      <a:pt x="14" y="19"/>
                      <a:pt x="6" y="12"/>
                      <a:pt x="0" y="4"/>
                    </a:cubicBezTo>
                    <a:cubicBezTo>
                      <a:pt x="1" y="3"/>
                      <a:pt x="2" y="2"/>
                      <a:pt x="4" y="1"/>
                    </a:cubicBezTo>
                    <a:cubicBezTo>
                      <a:pt x="6" y="0"/>
                      <a:pt x="6" y="0"/>
                      <a:pt x="8" y="0"/>
                    </a:cubicBezTo>
                    <a:cubicBezTo>
                      <a:pt x="10" y="0"/>
                      <a:pt x="11" y="0"/>
                      <a:pt x="12" y="1"/>
                    </a:cubicBezTo>
                    <a:cubicBezTo>
                      <a:pt x="13" y="1"/>
                      <a:pt x="13" y="2"/>
                      <a:pt x="14" y="2"/>
                    </a:cubicBezTo>
                    <a:cubicBezTo>
                      <a:pt x="22" y="8"/>
                      <a:pt x="30" y="15"/>
                      <a:pt x="38" y="22"/>
                    </a:cubicBezTo>
                    <a:cubicBezTo>
                      <a:pt x="39" y="23"/>
                      <a:pt x="39" y="23"/>
                      <a:pt x="39" y="24"/>
                    </a:cubicBezTo>
                    <a:cubicBezTo>
                      <a:pt x="39" y="25"/>
                      <a:pt x="39" y="25"/>
                      <a:pt x="38" y="26"/>
                    </a:cubicBezTo>
                    <a:cubicBezTo>
                      <a:pt x="37" y="27"/>
                      <a:pt x="36" y="28"/>
                      <a:pt x="34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Google Shape;2010;p30"/>
              <p:cNvSpPr/>
              <p:nvPr/>
            </p:nvSpPr>
            <p:spPr>
              <a:xfrm rot="-755222">
                <a:off x="9502026" y="3099836"/>
                <a:ext cx="27263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3" h="45" extrusionOk="0">
                    <a:moveTo>
                      <a:pt x="32" y="44"/>
                    </a:moveTo>
                    <a:cubicBezTo>
                      <a:pt x="30" y="44"/>
                      <a:pt x="28" y="43"/>
                      <a:pt x="26" y="42"/>
                    </a:cubicBezTo>
                    <a:cubicBezTo>
                      <a:pt x="18" y="37"/>
                      <a:pt x="11" y="30"/>
                      <a:pt x="7" y="22"/>
                    </a:cubicBezTo>
                    <a:cubicBezTo>
                      <a:pt x="3" y="15"/>
                      <a:pt x="0" y="8"/>
                      <a:pt x="0" y="0"/>
                    </a:cubicBezTo>
                    <a:cubicBezTo>
                      <a:pt x="3" y="1"/>
                      <a:pt x="5" y="2"/>
                      <a:pt x="8" y="4"/>
                    </a:cubicBezTo>
                    <a:cubicBezTo>
                      <a:pt x="15" y="8"/>
                      <a:pt x="22" y="14"/>
                      <a:pt x="26" y="22"/>
                    </a:cubicBezTo>
                    <a:cubicBezTo>
                      <a:pt x="30" y="29"/>
                      <a:pt x="32" y="36"/>
                      <a:pt x="32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Google Shape;2011;p30"/>
              <p:cNvSpPr/>
              <p:nvPr/>
            </p:nvSpPr>
            <p:spPr>
              <a:xfrm rot="-755222">
                <a:off x="8085760" y="2164880"/>
                <a:ext cx="27263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33" h="31" extrusionOk="0">
                    <a:moveTo>
                      <a:pt x="0" y="4"/>
                    </a:moveTo>
                    <a:cubicBezTo>
                      <a:pt x="15" y="0"/>
                      <a:pt x="23" y="10"/>
                      <a:pt x="32" y="18"/>
                    </a:cubicBezTo>
                    <a:cubicBezTo>
                      <a:pt x="25" y="30"/>
                      <a:pt x="19" y="21"/>
                      <a:pt x="13" y="18"/>
                    </a:cubicBezTo>
                    <a:cubicBezTo>
                      <a:pt x="7" y="14"/>
                      <a:pt x="0" y="14"/>
                      <a:pt x="0" y="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Google Shape;2012;p30"/>
              <p:cNvSpPr/>
              <p:nvPr/>
            </p:nvSpPr>
            <p:spPr>
              <a:xfrm rot="-755222">
                <a:off x="10063276" y="3768546"/>
                <a:ext cx="25611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3" extrusionOk="0">
                    <a:moveTo>
                      <a:pt x="1" y="0"/>
                    </a:moveTo>
                    <a:cubicBezTo>
                      <a:pt x="4" y="1"/>
                      <a:pt x="7" y="2"/>
                      <a:pt x="9" y="3"/>
                    </a:cubicBezTo>
                    <a:cubicBezTo>
                      <a:pt x="16" y="7"/>
                      <a:pt x="21" y="12"/>
                      <a:pt x="25" y="19"/>
                    </a:cubicBezTo>
                    <a:cubicBezTo>
                      <a:pt x="27" y="23"/>
                      <a:pt x="29" y="27"/>
                      <a:pt x="30" y="32"/>
                    </a:cubicBezTo>
                    <a:cubicBezTo>
                      <a:pt x="16" y="20"/>
                      <a:pt x="0" y="20"/>
                      <a:pt x="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Google Shape;2013;p30"/>
              <p:cNvSpPr/>
              <p:nvPr/>
            </p:nvSpPr>
            <p:spPr>
              <a:xfrm rot="-755222">
                <a:off x="10423420" y="3704153"/>
                <a:ext cx="19828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24" h="47" extrusionOk="0">
                    <a:moveTo>
                      <a:pt x="14" y="0"/>
                    </a:moveTo>
                    <a:cubicBezTo>
                      <a:pt x="23" y="19"/>
                      <a:pt x="11" y="32"/>
                      <a:pt x="0" y="46"/>
                    </a:cubicBezTo>
                    <a:cubicBezTo>
                      <a:pt x="0" y="44"/>
                      <a:pt x="0" y="43"/>
                      <a:pt x="0" y="41"/>
                    </a:cubicBezTo>
                    <a:cubicBezTo>
                      <a:pt x="0" y="31"/>
                      <a:pt x="2" y="21"/>
                      <a:pt x="8" y="12"/>
                    </a:cubicBezTo>
                    <a:cubicBezTo>
                      <a:pt x="10" y="8"/>
                      <a:pt x="13" y="5"/>
                      <a:pt x="16" y="1"/>
                    </a:cubicBezTo>
                    <a:lnTo>
                      <a:pt x="1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Google Shape;2014;p30"/>
              <p:cNvSpPr/>
              <p:nvPr/>
            </p:nvSpPr>
            <p:spPr>
              <a:xfrm rot="-755222">
                <a:off x="9437908" y="3114378"/>
                <a:ext cx="24784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0" h="40" extrusionOk="0">
                    <a:moveTo>
                      <a:pt x="0" y="1"/>
                    </a:moveTo>
                    <a:cubicBezTo>
                      <a:pt x="20" y="6"/>
                      <a:pt x="22" y="24"/>
                      <a:pt x="29" y="39"/>
                    </a:cubicBezTo>
                    <a:cubicBezTo>
                      <a:pt x="15" y="29"/>
                      <a:pt x="0" y="20"/>
                      <a:pt x="3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Google Shape;2015;p30"/>
              <p:cNvSpPr/>
              <p:nvPr/>
            </p:nvSpPr>
            <p:spPr>
              <a:xfrm rot="-755222">
                <a:off x="10171669" y="3850749"/>
                <a:ext cx="27263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33" h="27" extrusionOk="0">
                    <a:moveTo>
                      <a:pt x="32" y="26"/>
                    </a:moveTo>
                    <a:cubicBezTo>
                      <a:pt x="27" y="25"/>
                      <a:pt x="22" y="24"/>
                      <a:pt x="18" y="21"/>
                    </a:cubicBezTo>
                    <a:cubicBezTo>
                      <a:pt x="12" y="18"/>
                      <a:pt x="8" y="13"/>
                      <a:pt x="4" y="7"/>
                    </a:cubicBezTo>
                    <a:cubicBezTo>
                      <a:pt x="3" y="5"/>
                      <a:pt x="1" y="2"/>
                      <a:pt x="0" y="0"/>
                    </a:cubicBezTo>
                    <a:cubicBezTo>
                      <a:pt x="20" y="3"/>
                      <a:pt x="20" y="3"/>
                      <a:pt x="31" y="26"/>
                    </a:cubicBezTo>
                    <a:lnTo>
                      <a:pt x="32" y="2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Google Shape;2016;p30"/>
              <p:cNvSpPr/>
              <p:nvPr/>
            </p:nvSpPr>
            <p:spPr>
              <a:xfrm rot="-755222">
                <a:off x="8638712" y="2705923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0" y="0"/>
                    </a:moveTo>
                    <a:cubicBezTo>
                      <a:pt x="2" y="1"/>
                      <a:pt x="5" y="2"/>
                      <a:pt x="7" y="3"/>
                    </a:cubicBezTo>
                    <a:cubicBezTo>
                      <a:pt x="15" y="8"/>
                      <a:pt x="22" y="14"/>
                      <a:pt x="26" y="22"/>
                    </a:cubicBezTo>
                    <a:cubicBezTo>
                      <a:pt x="30" y="29"/>
                      <a:pt x="32" y="36"/>
                      <a:pt x="33" y="44"/>
                    </a:cubicBezTo>
                    <a:cubicBezTo>
                      <a:pt x="30" y="43"/>
                      <a:pt x="28" y="42"/>
                      <a:pt x="25" y="40"/>
                    </a:cubicBezTo>
                    <a:cubicBezTo>
                      <a:pt x="17" y="35"/>
                      <a:pt x="11" y="29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Google Shape;2017;p30"/>
              <p:cNvSpPr/>
              <p:nvPr/>
            </p:nvSpPr>
            <p:spPr>
              <a:xfrm rot="-755222">
                <a:off x="9969337" y="3004084"/>
                <a:ext cx="33872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1" h="47" extrusionOk="0">
                    <a:moveTo>
                      <a:pt x="0" y="0"/>
                    </a:moveTo>
                    <a:cubicBezTo>
                      <a:pt x="26" y="3"/>
                      <a:pt x="35" y="23"/>
                      <a:pt x="40" y="46"/>
                    </a:cubicBezTo>
                    <a:cubicBezTo>
                      <a:pt x="19" y="37"/>
                      <a:pt x="11" y="1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Google Shape;2018;p30"/>
              <p:cNvSpPr/>
              <p:nvPr/>
            </p:nvSpPr>
            <p:spPr>
              <a:xfrm rot="-755222">
                <a:off x="9573694" y="2972225"/>
                <a:ext cx="25611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1" h="39" extrusionOk="0">
                    <a:moveTo>
                      <a:pt x="0" y="1"/>
                    </a:moveTo>
                    <a:cubicBezTo>
                      <a:pt x="21" y="5"/>
                      <a:pt x="25" y="22"/>
                      <a:pt x="30" y="38"/>
                    </a:cubicBezTo>
                    <a:cubicBezTo>
                      <a:pt x="16" y="29"/>
                      <a:pt x="1" y="20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Google Shape;2019;p30"/>
              <p:cNvSpPr/>
              <p:nvPr/>
            </p:nvSpPr>
            <p:spPr>
              <a:xfrm rot="-755222">
                <a:off x="8831053" y="3142630"/>
                <a:ext cx="22306" cy="30566"/>
              </a:xfrm>
              <a:custGeom>
                <a:avLst/>
                <a:gdLst/>
                <a:ahLst/>
                <a:cxnLst/>
                <a:rect l="l" t="t" r="r" b="b"/>
                <a:pathLst>
                  <a:path w="27" h="37" extrusionOk="0">
                    <a:moveTo>
                      <a:pt x="0" y="0"/>
                    </a:moveTo>
                    <a:cubicBezTo>
                      <a:pt x="1" y="0"/>
                      <a:pt x="1" y="1"/>
                      <a:pt x="2" y="1"/>
                    </a:cubicBezTo>
                    <a:cubicBezTo>
                      <a:pt x="10" y="6"/>
                      <a:pt x="16" y="12"/>
                      <a:pt x="20" y="20"/>
                    </a:cubicBezTo>
                    <a:cubicBezTo>
                      <a:pt x="23" y="25"/>
                      <a:pt x="25" y="30"/>
                      <a:pt x="26" y="36"/>
                    </a:cubicBezTo>
                    <a:cubicBezTo>
                      <a:pt x="25" y="36"/>
                      <a:pt x="24" y="35"/>
                      <a:pt x="23" y="35"/>
                    </a:cubicBezTo>
                    <a:cubicBezTo>
                      <a:pt x="16" y="31"/>
                      <a:pt x="10" y="24"/>
                      <a:pt x="6" y="17"/>
                    </a:cubicBezTo>
                    <a:cubicBezTo>
                      <a:pt x="3" y="12"/>
                      <a:pt x="1" y="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Google Shape;2020;p30"/>
              <p:cNvSpPr/>
              <p:nvPr/>
            </p:nvSpPr>
            <p:spPr>
              <a:xfrm rot="-755222">
                <a:off x="8653186" y="3177808"/>
                <a:ext cx="39655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48" h="31" extrusionOk="0">
                    <a:moveTo>
                      <a:pt x="47" y="26"/>
                    </a:moveTo>
                    <a:cubicBezTo>
                      <a:pt x="43" y="27"/>
                      <a:pt x="39" y="28"/>
                      <a:pt x="34" y="28"/>
                    </a:cubicBezTo>
                    <a:cubicBezTo>
                      <a:pt x="28" y="28"/>
                      <a:pt x="22" y="26"/>
                      <a:pt x="16" y="23"/>
                    </a:cubicBezTo>
                    <a:cubicBezTo>
                      <a:pt x="10" y="20"/>
                      <a:pt x="7" y="15"/>
                      <a:pt x="3" y="9"/>
                    </a:cubicBezTo>
                    <a:cubicBezTo>
                      <a:pt x="2" y="7"/>
                      <a:pt x="0" y="5"/>
                      <a:pt x="0" y="3"/>
                    </a:cubicBezTo>
                    <a:cubicBezTo>
                      <a:pt x="22" y="0"/>
                      <a:pt x="26" y="30"/>
                      <a:pt x="47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Google Shape;2021;p30"/>
              <p:cNvSpPr/>
              <p:nvPr/>
            </p:nvSpPr>
            <p:spPr>
              <a:xfrm rot="-755222">
                <a:off x="9827053" y="3184110"/>
                <a:ext cx="24784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0" h="43" extrusionOk="0">
                    <a:moveTo>
                      <a:pt x="0" y="0"/>
                    </a:moveTo>
                    <a:cubicBezTo>
                      <a:pt x="17" y="16"/>
                      <a:pt x="26" y="24"/>
                      <a:pt x="29" y="42"/>
                    </a:cubicBezTo>
                    <a:cubicBezTo>
                      <a:pt x="20" y="37"/>
                      <a:pt x="12" y="29"/>
                      <a:pt x="7" y="20"/>
                    </a:cubicBezTo>
                    <a:cubicBezTo>
                      <a:pt x="4" y="14"/>
                      <a:pt x="1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Google Shape;2022;p30"/>
              <p:cNvSpPr/>
              <p:nvPr/>
            </p:nvSpPr>
            <p:spPr>
              <a:xfrm rot="-755222">
                <a:off x="10272460" y="3082027"/>
                <a:ext cx="19828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24" h="63" extrusionOk="0">
                    <a:moveTo>
                      <a:pt x="0" y="62"/>
                    </a:moveTo>
                    <a:cubicBezTo>
                      <a:pt x="1" y="44"/>
                      <a:pt x="6" y="27"/>
                      <a:pt x="15" y="11"/>
                    </a:cubicBezTo>
                    <a:cubicBezTo>
                      <a:pt x="17" y="7"/>
                      <a:pt x="20" y="3"/>
                      <a:pt x="23" y="0"/>
                    </a:cubicBezTo>
                    <a:cubicBezTo>
                      <a:pt x="23" y="2"/>
                      <a:pt x="23" y="4"/>
                      <a:pt x="23" y="6"/>
                    </a:cubicBezTo>
                    <a:cubicBezTo>
                      <a:pt x="23" y="20"/>
                      <a:pt x="19" y="34"/>
                      <a:pt x="12" y="46"/>
                    </a:cubicBezTo>
                    <a:cubicBezTo>
                      <a:pt x="9" y="52"/>
                      <a:pt x="4" y="58"/>
                      <a:pt x="0" y="6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Google Shape;2023;p30"/>
              <p:cNvSpPr/>
              <p:nvPr/>
            </p:nvSpPr>
            <p:spPr>
              <a:xfrm rot="-755222">
                <a:off x="7912580" y="2137219"/>
                <a:ext cx="29741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36" h="28" extrusionOk="0">
                    <a:moveTo>
                      <a:pt x="0" y="14"/>
                    </a:moveTo>
                    <a:lnTo>
                      <a:pt x="3" y="0"/>
                    </a:lnTo>
                    <a:cubicBezTo>
                      <a:pt x="9" y="1"/>
                      <a:pt x="14" y="4"/>
                      <a:pt x="20" y="7"/>
                    </a:cubicBezTo>
                    <a:cubicBezTo>
                      <a:pt x="25" y="10"/>
                      <a:pt x="31" y="14"/>
                      <a:pt x="35" y="19"/>
                    </a:cubicBezTo>
                    <a:cubicBezTo>
                      <a:pt x="25" y="27"/>
                      <a:pt x="16" y="23"/>
                      <a:pt x="8" y="23"/>
                    </a:cubicBezTo>
                    <a:lnTo>
                      <a:pt x="0" y="1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Google Shape;2024;p30"/>
              <p:cNvSpPr/>
              <p:nvPr/>
            </p:nvSpPr>
            <p:spPr>
              <a:xfrm rot="-755222">
                <a:off x="9931702" y="3070235"/>
                <a:ext cx="23958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9" h="40" extrusionOk="0">
                    <a:moveTo>
                      <a:pt x="27" y="39"/>
                    </a:moveTo>
                    <a:cubicBezTo>
                      <a:pt x="18" y="34"/>
                      <a:pt x="11" y="25"/>
                      <a:pt x="5" y="16"/>
                    </a:cubicBezTo>
                    <a:cubicBezTo>
                      <a:pt x="4" y="13"/>
                      <a:pt x="2" y="11"/>
                      <a:pt x="0" y="8"/>
                    </a:cubicBezTo>
                    <a:cubicBezTo>
                      <a:pt x="12" y="0"/>
                      <a:pt x="14" y="13"/>
                      <a:pt x="19" y="17"/>
                    </a:cubicBezTo>
                    <a:cubicBezTo>
                      <a:pt x="19" y="18"/>
                      <a:pt x="19" y="18"/>
                      <a:pt x="19" y="18"/>
                    </a:cubicBezTo>
                    <a:cubicBezTo>
                      <a:pt x="22" y="19"/>
                      <a:pt x="24" y="21"/>
                      <a:pt x="26" y="24"/>
                    </a:cubicBezTo>
                    <a:cubicBezTo>
                      <a:pt x="28" y="27"/>
                      <a:pt x="28" y="30"/>
                      <a:pt x="28" y="33"/>
                    </a:cubicBezTo>
                    <a:cubicBezTo>
                      <a:pt x="28" y="35"/>
                      <a:pt x="28" y="37"/>
                      <a:pt x="27" y="3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Google Shape;2025;p30"/>
              <p:cNvSpPr/>
              <p:nvPr/>
            </p:nvSpPr>
            <p:spPr>
              <a:xfrm rot="-755222">
                <a:off x="10473644" y="4030691"/>
                <a:ext cx="20654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25" h="58" extrusionOk="0">
                    <a:moveTo>
                      <a:pt x="24" y="0"/>
                    </a:moveTo>
                    <a:lnTo>
                      <a:pt x="24" y="1"/>
                    </a:lnTo>
                    <a:cubicBezTo>
                      <a:pt x="24" y="15"/>
                      <a:pt x="20" y="29"/>
                      <a:pt x="13" y="41"/>
                    </a:cubicBezTo>
                    <a:cubicBezTo>
                      <a:pt x="10" y="47"/>
                      <a:pt x="5" y="52"/>
                      <a:pt x="0" y="57"/>
                    </a:cubicBezTo>
                    <a:cubicBezTo>
                      <a:pt x="0" y="56"/>
                      <a:pt x="0" y="55"/>
                      <a:pt x="0" y="54"/>
                    </a:cubicBezTo>
                    <a:cubicBezTo>
                      <a:pt x="0" y="41"/>
                      <a:pt x="4" y="28"/>
                      <a:pt x="10" y="17"/>
                    </a:cubicBezTo>
                    <a:cubicBezTo>
                      <a:pt x="14" y="10"/>
                      <a:pt x="19" y="5"/>
                      <a:pt x="2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Google Shape;2026;p30"/>
              <p:cNvSpPr/>
              <p:nvPr/>
            </p:nvSpPr>
            <p:spPr>
              <a:xfrm rot="-755222">
                <a:off x="9275096" y="3345846"/>
                <a:ext cx="20654" cy="30566"/>
              </a:xfrm>
              <a:custGeom>
                <a:avLst/>
                <a:gdLst/>
                <a:ahLst/>
                <a:cxnLst/>
                <a:rect l="l" t="t" r="r" b="b"/>
                <a:pathLst>
                  <a:path w="25" h="37" extrusionOk="0">
                    <a:moveTo>
                      <a:pt x="21" y="36"/>
                    </a:moveTo>
                    <a:cubicBezTo>
                      <a:pt x="14" y="32"/>
                      <a:pt x="9" y="27"/>
                      <a:pt x="5" y="21"/>
                    </a:cubicBezTo>
                    <a:cubicBezTo>
                      <a:pt x="2" y="15"/>
                      <a:pt x="0" y="8"/>
                      <a:pt x="0" y="0"/>
                    </a:cubicBezTo>
                    <a:cubicBezTo>
                      <a:pt x="20" y="4"/>
                      <a:pt x="22" y="19"/>
                      <a:pt x="24" y="34"/>
                    </a:cubicBezTo>
                    <a:lnTo>
                      <a:pt x="21" y="3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Google Shape;2027;p30"/>
              <p:cNvSpPr/>
              <p:nvPr/>
            </p:nvSpPr>
            <p:spPr>
              <a:xfrm rot="-755222">
                <a:off x="9540483" y="2942182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3"/>
                      <a:pt x="29" y="42"/>
                      <a:pt x="27" y="41"/>
                    </a:cubicBezTo>
                    <a:cubicBezTo>
                      <a:pt x="19" y="36"/>
                      <a:pt x="12" y="29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  <a:cubicBezTo>
                      <a:pt x="4" y="1"/>
                      <a:pt x="7" y="2"/>
                      <a:pt x="10" y="4"/>
                    </a:cubicBezTo>
                    <a:cubicBezTo>
                      <a:pt x="17" y="8"/>
                      <a:pt x="23" y="14"/>
                      <a:pt x="27" y="21"/>
                    </a:cubicBezTo>
                    <a:cubicBezTo>
                      <a:pt x="31" y="28"/>
                      <a:pt x="33" y="36"/>
                      <a:pt x="33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Google Shape;2028;p30"/>
              <p:cNvSpPr/>
              <p:nvPr/>
            </p:nvSpPr>
            <p:spPr>
              <a:xfrm rot="-755222">
                <a:off x="8782327" y="3101620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0" y="1"/>
                    </a:moveTo>
                    <a:cubicBezTo>
                      <a:pt x="20" y="6"/>
                      <a:pt x="22" y="24"/>
                      <a:pt x="29" y="38"/>
                    </a:cubicBezTo>
                    <a:cubicBezTo>
                      <a:pt x="16" y="29"/>
                      <a:pt x="0" y="2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Google Shape;2029;p30"/>
              <p:cNvSpPr/>
              <p:nvPr/>
            </p:nvSpPr>
            <p:spPr>
              <a:xfrm rot="-755222">
                <a:off x="8922385" y="3061421"/>
                <a:ext cx="28915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5" h="39" extrusionOk="0">
                    <a:moveTo>
                      <a:pt x="0" y="1"/>
                    </a:moveTo>
                    <a:cubicBezTo>
                      <a:pt x="19" y="4"/>
                      <a:pt x="23" y="21"/>
                      <a:pt x="34" y="38"/>
                    </a:cubicBezTo>
                    <a:cubicBezTo>
                      <a:pt x="30" y="37"/>
                      <a:pt x="26" y="35"/>
                      <a:pt x="23" y="33"/>
                    </a:cubicBezTo>
                    <a:cubicBezTo>
                      <a:pt x="16" y="29"/>
                      <a:pt x="10" y="24"/>
                      <a:pt x="6" y="17"/>
                    </a:cubicBezTo>
                    <a:cubicBezTo>
                      <a:pt x="3" y="12"/>
                      <a:pt x="2" y="6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Google Shape;2030;p30"/>
              <p:cNvSpPr/>
              <p:nvPr/>
            </p:nvSpPr>
            <p:spPr>
              <a:xfrm rot="-755222">
                <a:off x="9528020" y="4278387"/>
                <a:ext cx="24784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30" h="35" extrusionOk="0">
                    <a:moveTo>
                      <a:pt x="2" y="1"/>
                    </a:moveTo>
                    <a:cubicBezTo>
                      <a:pt x="18" y="6"/>
                      <a:pt x="23" y="20"/>
                      <a:pt x="29" y="34"/>
                    </a:cubicBezTo>
                    <a:cubicBezTo>
                      <a:pt x="13" y="28"/>
                      <a:pt x="0" y="19"/>
                      <a:pt x="2" y="0"/>
                    </a:cubicBezTo>
                    <a:lnTo>
                      <a:pt x="2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Google Shape;2031;p30"/>
              <p:cNvSpPr/>
              <p:nvPr/>
            </p:nvSpPr>
            <p:spPr>
              <a:xfrm rot="-755222">
                <a:off x="10265701" y="3135169"/>
                <a:ext cx="19828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24" h="63" extrusionOk="0">
                    <a:moveTo>
                      <a:pt x="0" y="62"/>
                    </a:moveTo>
                    <a:cubicBezTo>
                      <a:pt x="0" y="60"/>
                      <a:pt x="0" y="58"/>
                      <a:pt x="0" y="55"/>
                    </a:cubicBezTo>
                    <a:cubicBezTo>
                      <a:pt x="0" y="42"/>
                      <a:pt x="4" y="28"/>
                      <a:pt x="10" y="17"/>
                    </a:cubicBezTo>
                    <a:cubicBezTo>
                      <a:pt x="14" y="10"/>
                      <a:pt x="18" y="5"/>
                      <a:pt x="23" y="0"/>
                    </a:cubicBezTo>
                    <a:cubicBezTo>
                      <a:pt x="21" y="18"/>
                      <a:pt x="16" y="36"/>
                      <a:pt x="6" y="52"/>
                    </a:cubicBezTo>
                    <a:cubicBezTo>
                      <a:pt x="4" y="56"/>
                      <a:pt x="2" y="59"/>
                      <a:pt x="0" y="6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Google Shape;2032;p30"/>
              <p:cNvSpPr/>
              <p:nvPr/>
            </p:nvSpPr>
            <p:spPr>
              <a:xfrm rot="-755222">
                <a:off x="10466522" y="4078000"/>
                <a:ext cx="20654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25" h="59" extrusionOk="0">
                    <a:moveTo>
                      <a:pt x="24" y="0"/>
                    </a:moveTo>
                    <a:cubicBezTo>
                      <a:pt x="23" y="15"/>
                      <a:pt x="19" y="29"/>
                      <a:pt x="12" y="42"/>
                    </a:cubicBezTo>
                    <a:cubicBezTo>
                      <a:pt x="9" y="48"/>
                      <a:pt x="5" y="53"/>
                      <a:pt x="0" y="58"/>
                    </a:cubicBezTo>
                    <a:cubicBezTo>
                      <a:pt x="0" y="57"/>
                      <a:pt x="0" y="56"/>
                      <a:pt x="0" y="55"/>
                    </a:cubicBezTo>
                    <a:cubicBezTo>
                      <a:pt x="0" y="42"/>
                      <a:pt x="3" y="29"/>
                      <a:pt x="10" y="17"/>
                    </a:cubicBezTo>
                    <a:cubicBezTo>
                      <a:pt x="14" y="11"/>
                      <a:pt x="18" y="5"/>
                      <a:pt x="2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Google Shape;2033;p30"/>
              <p:cNvSpPr/>
              <p:nvPr/>
            </p:nvSpPr>
            <p:spPr>
              <a:xfrm rot="-755222">
                <a:off x="10293092" y="3126299"/>
                <a:ext cx="21480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26" h="60" extrusionOk="0">
                    <a:moveTo>
                      <a:pt x="17" y="0"/>
                    </a:moveTo>
                    <a:cubicBezTo>
                      <a:pt x="25" y="20"/>
                      <a:pt x="14" y="34"/>
                      <a:pt x="0" y="59"/>
                    </a:cubicBezTo>
                    <a:lnTo>
                      <a:pt x="0" y="58"/>
                    </a:lnTo>
                    <a:cubicBezTo>
                      <a:pt x="0" y="41"/>
                      <a:pt x="5" y="24"/>
                      <a:pt x="13" y="10"/>
                    </a:cubicBezTo>
                    <a:cubicBezTo>
                      <a:pt x="15" y="7"/>
                      <a:pt x="16" y="4"/>
                      <a:pt x="18" y="2"/>
                    </a:cubicBezTo>
                    <a:lnTo>
                      <a:pt x="17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Google Shape;2034;p30"/>
              <p:cNvSpPr/>
              <p:nvPr/>
            </p:nvSpPr>
            <p:spPr>
              <a:xfrm rot="-755222">
                <a:off x="9506136" y="2912628"/>
                <a:ext cx="28089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4" h="47" extrusionOk="0">
                    <a:moveTo>
                      <a:pt x="33" y="44"/>
                    </a:moveTo>
                    <a:cubicBezTo>
                      <a:pt x="31" y="43"/>
                      <a:pt x="29" y="42"/>
                      <a:pt x="27" y="41"/>
                    </a:cubicBezTo>
                    <a:cubicBezTo>
                      <a:pt x="19" y="36"/>
                      <a:pt x="12" y="29"/>
                      <a:pt x="7" y="20"/>
                    </a:cubicBezTo>
                    <a:cubicBezTo>
                      <a:pt x="3" y="14"/>
                      <a:pt x="1" y="7"/>
                      <a:pt x="0" y="0"/>
                    </a:cubicBezTo>
                    <a:cubicBezTo>
                      <a:pt x="2" y="1"/>
                      <a:pt x="4" y="2"/>
                      <a:pt x="6" y="3"/>
                    </a:cubicBezTo>
                    <a:cubicBezTo>
                      <a:pt x="14" y="8"/>
                      <a:pt x="20" y="14"/>
                      <a:pt x="25" y="22"/>
                    </a:cubicBezTo>
                    <a:cubicBezTo>
                      <a:pt x="29" y="29"/>
                      <a:pt x="31" y="37"/>
                      <a:pt x="32" y="46"/>
                    </a:cubicBezTo>
                    <a:lnTo>
                      <a:pt x="33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Google Shape;2035;p30"/>
              <p:cNvSpPr/>
              <p:nvPr/>
            </p:nvSpPr>
            <p:spPr>
              <a:xfrm rot="-755222">
                <a:off x="8301090" y="2394049"/>
                <a:ext cx="23132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28" h="31" extrusionOk="0">
                    <a:moveTo>
                      <a:pt x="0" y="0"/>
                    </a:moveTo>
                    <a:cubicBezTo>
                      <a:pt x="2" y="1"/>
                      <a:pt x="4" y="2"/>
                      <a:pt x="6" y="3"/>
                    </a:cubicBezTo>
                    <a:cubicBezTo>
                      <a:pt x="13" y="7"/>
                      <a:pt x="18" y="12"/>
                      <a:pt x="22" y="19"/>
                    </a:cubicBezTo>
                    <a:cubicBezTo>
                      <a:pt x="24" y="22"/>
                      <a:pt x="26" y="26"/>
                      <a:pt x="27" y="30"/>
                    </a:cubicBezTo>
                    <a:cubicBezTo>
                      <a:pt x="8" y="28"/>
                      <a:pt x="4" y="14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Google Shape;2036;p30"/>
              <p:cNvSpPr/>
              <p:nvPr/>
            </p:nvSpPr>
            <p:spPr>
              <a:xfrm rot="-755222">
                <a:off x="8816895" y="4472608"/>
                <a:ext cx="33046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40" h="31" extrusionOk="0">
                    <a:moveTo>
                      <a:pt x="0" y="3"/>
                    </a:moveTo>
                    <a:cubicBezTo>
                      <a:pt x="21" y="0"/>
                      <a:pt x="27" y="18"/>
                      <a:pt x="39" y="30"/>
                    </a:cubicBezTo>
                    <a:cubicBezTo>
                      <a:pt x="32" y="30"/>
                      <a:pt x="26" y="28"/>
                      <a:pt x="20" y="25"/>
                    </a:cubicBezTo>
                    <a:cubicBezTo>
                      <a:pt x="14" y="21"/>
                      <a:pt x="9" y="16"/>
                      <a:pt x="5" y="10"/>
                    </a:cubicBezTo>
                    <a:cubicBezTo>
                      <a:pt x="3" y="7"/>
                      <a:pt x="2" y="4"/>
                      <a:pt x="1" y="1"/>
                    </a:cubicBezTo>
                    <a:lnTo>
                      <a:pt x="0" y="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Google Shape;2037;p30"/>
              <p:cNvSpPr/>
              <p:nvPr/>
            </p:nvSpPr>
            <p:spPr>
              <a:xfrm rot="-755222">
                <a:off x="8888587" y="3032724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0" y="0"/>
                    </a:moveTo>
                    <a:cubicBezTo>
                      <a:pt x="3" y="1"/>
                      <a:pt x="5" y="1"/>
                      <a:pt x="8" y="3"/>
                    </a:cubicBezTo>
                    <a:cubicBezTo>
                      <a:pt x="15" y="7"/>
                      <a:pt x="22" y="14"/>
                      <a:pt x="26" y="22"/>
                    </a:cubicBezTo>
                    <a:cubicBezTo>
                      <a:pt x="30" y="29"/>
                      <a:pt x="33" y="36"/>
                      <a:pt x="33" y="44"/>
                    </a:cubicBezTo>
                    <a:cubicBezTo>
                      <a:pt x="31" y="43"/>
                      <a:pt x="29" y="42"/>
                      <a:pt x="28" y="41"/>
                    </a:cubicBezTo>
                    <a:cubicBezTo>
                      <a:pt x="19" y="37"/>
                      <a:pt x="12" y="30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Google Shape;2038;p30"/>
              <p:cNvSpPr/>
              <p:nvPr/>
            </p:nvSpPr>
            <p:spPr>
              <a:xfrm rot="-755222">
                <a:off x="8854686" y="3002203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3"/>
                      <a:pt x="29" y="43"/>
                      <a:pt x="26" y="41"/>
                    </a:cubicBezTo>
                    <a:cubicBezTo>
                      <a:pt x="18" y="36"/>
                      <a:pt x="12" y="29"/>
                      <a:pt x="7" y="21"/>
                    </a:cubicBezTo>
                    <a:cubicBezTo>
                      <a:pt x="3" y="15"/>
                      <a:pt x="1" y="8"/>
                      <a:pt x="0" y="0"/>
                    </a:cubicBezTo>
                    <a:cubicBezTo>
                      <a:pt x="3" y="1"/>
                      <a:pt x="6" y="2"/>
                      <a:pt x="9" y="4"/>
                    </a:cubicBezTo>
                    <a:cubicBezTo>
                      <a:pt x="16" y="8"/>
                      <a:pt x="23" y="15"/>
                      <a:pt x="27" y="22"/>
                    </a:cubicBezTo>
                    <a:cubicBezTo>
                      <a:pt x="31" y="29"/>
                      <a:pt x="33" y="37"/>
                      <a:pt x="33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Google Shape;2039;p30"/>
              <p:cNvSpPr/>
              <p:nvPr/>
            </p:nvSpPr>
            <p:spPr>
              <a:xfrm rot="-755222">
                <a:off x="9960017" y="3237655"/>
                <a:ext cx="3056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37" h="51" extrusionOk="0">
                    <a:moveTo>
                      <a:pt x="0" y="0"/>
                    </a:moveTo>
                    <a:cubicBezTo>
                      <a:pt x="11" y="7"/>
                      <a:pt x="21" y="16"/>
                      <a:pt x="27" y="28"/>
                    </a:cubicBezTo>
                    <a:cubicBezTo>
                      <a:pt x="31" y="35"/>
                      <a:pt x="34" y="42"/>
                      <a:pt x="36" y="50"/>
                    </a:cubicBezTo>
                    <a:cubicBezTo>
                      <a:pt x="25" y="43"/>
                      <a:pt x="15" y="33"/>
                      <a:pt x="9" y="22"/>
                    </a:cubicBezTo>
                    <a:cubicBezTo>
                      <a:pt x="5" y="15"/>
                      <a:pt x="2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Google Shape;2040;p30"/>
              <p:cNvSpPr/>
              <p:nvPr/>
            </p:nvSpPr>
            <p:spPr>
              <a:xfrm rot="-755222">
                <a:off x="8726551" y="3018801"/>
                <a:ext cx="28915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35" h="38" extrusionOk="0">
                    <a:moveTo>
                      <a:pt x="34" y="35"/>
                    </a:moveTo>
                    <a:cubicBezTo>
                      <a:pt x="16" y="33"/>
                      <a:pt x="10" y="20"/>
                      <a:pt x="0" y="0"/>
                    </a:cubicBezTo>
                    <a:cubicBezTo>
                      <a:pt x="24" y="8"/>
                      <a:pt x="32" y="20"/>
                      <a:pt x="33" y="37"/>
                    </a:cubicBezTo>
                    <a:lnTo>
                      <a:pt x="34" y="3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Google Shape;2041;p30"/>
              <p:cNvSpPr/>
              <p:nvPr/>
            </p:nvSpPr>
            <p:spPr>
              <a:xfrm rot="-755222">
                <a:off x="8820158" y="2972669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3"/>
                      <a:pt x="28" y="42"/>
                      <a:pt x="26" y="41"/>
                    </a:cubicBezTo>
                    <a:cubicBezTo>
                      <a:pt x="18" y="36"/>
                      <a:pt x="11" y="30"/>
                      <a:pt x="7" y="22"/>
                    </a:cubicBezTo>
                    <a:cubicBezTo>
                      <a:pt x="3" y="15"/>
                      <a:pt x="1" y="8"/>
                      <a:pt x="0" y="0"/>
                    </a:cubicBezTo>
                    <a:cubicBezTo>
                      <a:pt x="3" y="1"/>
                      <a:pt x="6" y="2"/>
                      <a:pt x="9" y="4"/>
                    </a:cubicBezTo>
                    <a:cubicBezTo>
                      <a:pt x="16" y="8"/>
                      <a:pt x="22" y="14"/>
                      <a:pt x="26" y="21"/>
                    </a:cubicBezTo>
                    <a:cubicBezTo>
                      <a:pt x="30" y="28"/>
                      <a:pt x="32" y="36"/>
                      <a:pt x="32" y="44"/>
                    </a:cubicBezTo>
                    <a:lnTo>
                      <a:pt x="33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Google Shape;2042;p30"/>
              <p:cNvSpPr/>
              <p:nvPr/>
            </p:nvSpPr>
            <p:spPr>
              <a:xfrm rot="-755222">
                <a:off x="8126680" y="2488580"/>
                <a:ext cx="26437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2" h="40" extrusionOk="0">
                    <a:moveTo>
                      <a:pt x="31" y="38"/>
                    </a:moveTo>
                    <a:cubicBezTo>
                      <a:pt x="9" y="35"/>
                      <a:pt x="6" y="16"/>
                      <a:pt x="0" y="0"/>
                    </a:cubicBezTo>
                    <a:cubicBezTo>
                      <a:pt x="2" y="1"/>
                      <a:pt x="5" y="2"/>
                      <a:pt x="7" y="4"/>
                    </a:cubicBezTo>
                    <a:cubicBezTo>
                      <a:pt x="14" y="8"/>
                      <a:pt x="20" y="13"/>
                      <a:pt x="24" y="20"/>
                    </a:cubicBezTo>
                    <a:cubicBezTo>
                      <a:pt x="27" y="26"/>
                      <a:pt x="29" y="32"/>
                      <a:pt x="29" y="39"/>
                    </a:cubicBezTo>
                    <a:lnTo>
                      <a:pt x="31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Google Shape;2043;p30"/>
              <p:cNvSpPr/>
              <p:nvPr/>
            </p:nvSpPr>
            <p:spPr>
              <a:xfrm rot="-755222">
                <a:off x="8366249" y="3034931"/>
                <a:ext cx="29741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36" h="48" extrusionOk="0">
                    <a:moveTo>
                      <a:pt x="35" y="46"/>
                    </a:moveTo>
                    <a:cubicBezTo>
                      <a:pt x="14" y="40"/>
                      <a:pt x="7" y="22"/>
                      <a:pt x="0" y="3"/>
                    </a:cubicBezTo>
                    <a:lnTo>
                      <a:pt x="4" y="0"/>
                    </a:lnTo>
                    <a:cubicBezTo>
                      <a:pt x="4" y="0"/>
                      <a:pt x="5" y="0"/>
                      <a:pt x="5" y="1"/>
                    </a:cubicBezTo>
                    <a:cubicBezTo>
                      <a:pt x="14" y="6"/>
                      <a:pt x="22" y="13"/>
                      <a:pt x="27" y="22"/>
                    </a:cubicBezTo>
                    <a:cubicBezTo>
                      <a:pt x="31" y="30"/>
                      <a:pt x="34" y="38"/>
                      <a:pt x="34" y="47"/>
                    </a:cubicBezTo>
                    <a:lnTo>
                      <a:pt x="35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Google Shape;2044;p30"/>
              <p:cNvSpPr/>
              <p:nvPr/>
            </p:nvSpPr>
            <p:spPr>
              <a:xfrm rot="-755222">
                <a:off x="8780795" y="3268729"/>
                <a:ext cx="31394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38" h="30" extrusionOk="0">
                    <a:moveTo>
                      <a:pt x="0" y="2"/>
                    </a:moveTo>
                    <a:cubicBezTo>
                      <a:pt x="20" y="1"/>
                      <a:pt x="27" y="17"/>
                      <a:pt x="37" y="29"/>
                    </a:cubicBezTo>
                    <a:cubicBezTo>
                      <a:pt x="20" y="25"/>
                      <a:pt x="5" y="20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Google Shape;2045;p30"/>
              <p:cNvSpPr/>
              <p:nvPr/>
            </p:nvSpPr>
            <p:spPr>
              <a:xfrm rot="-755222">
                <a:off x="8737698" y="2943701"/>
                <a:ext cx="27263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33" h="38" extrusionOk="0">
                    <a:moveTo>
                      <a:pt x="0" y="1"/>
                    </a:moveTo>
                    <a:cubicBezTo>
                      <a:pt x="21" y="4"/>
                      <a:pt x="23" y="24"/>
                      <a:pt x="32" y="37"/>
                    </a:cubicBezTo>
                    <a:cubicBezTo>
                      <a:pt x="28" y="37"/>
                      <a:pt x="23" y="35"/>
                      <a:pt x="20" y="33"/>
                    </a:cubicBezTo>
                    <a:cubicBezTo>
                      <a:pt x="14" y="30"/>
                      <a:pt x="9" y="26"/>
                      <a:pt x="6" y="20"/>
                    </a:cubicBezTo>
                    <a:cubicBezTo>
                      <a:pt x="3" y="14"/>
                      <a:pt x="1" y="8"/>
                      <a:pt x="1" y="1"/>
                    </a:cubicBezTo>
                    <a:lnTo>
                      <a:pt x="1" y="0"/>
                    </a:ln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Google Shape;2046;p30"/>
              <p:cNvSpPr/>
              <p:nvPr/>
            </p:nvSpPr>
            <p:spPr>
              <a:xfrm rot="-755222">
                <a:off x="9176036" y="2798711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29" y="38"/>
                    </a:moveTo>
                    <a:cubicBezTo>
                      <a:pt x="13" y="24"/>
                      <a:pt x="2" y="17"/>
                      <a:pt x="0" y="0"/>
                    </a:cubicBezTo>
                    <a:cubicBezTo>
                      <a:pt x="18" y="5"/>
                      <a:pt x="24" y="15"/>
                      <a:pt x="29" y="3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Google Shape;2047;p30"/>
              <p:cNvSpPr/>
              <p:nvPr/>
            </p:nvSpPr>
            <p:spPr>
              <a:xfrm rot="-755222">
                <a:off x="8960192" y="3603241"/>
                <a:ext cx="28915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5" h="46" extrusionOk="0">
                    <a:moveTo>
                      <a:pt x="34" y="44"/>
                    </a:moveTo>
                    <a:cubicBezTo>
                      <a:pt x="12" y="39"/>
                      <a:pt x="5" y="20"/>
                      <a:pt x="0" y="1"/>
                    </a:cubicBezTo>
                    <a:lnTo>
                      <a:pt x="1" y="0"/>
                    </a:lnTo>
                    <a:cubicBezTo>
                      <a:pt x="2" y="0"/>
                      <a:pt x="4" y="1"/>
                      <a:pt x="5" y="1"/>
                    </a:cubicBezTo>
                    <a:cubicBezTo>
                      <a:pt x="14" y="7"/>
                      <a:pt x="21" y="14"/>
                      <a:pt x="26" y="23"/>
                    </a:cubicBezTo>
                    <a:cubicBezTo>
                      <a:pt x="30" y="30"/>
                      <a:pt x="32" y="37"/>
                      <a:pt x="33" y="45"/>
                    </a:cubicBezTo>
                    <a:lnTo>
                      <a:pt x="34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Google Shape;2048;p30"/>
              <p:cNvSpPr/>
              <p:nvPr/>
            </p:nvSpPr>
            <p:spPr>
              <a:xfrm rot="-755222">
                <a:off x="10033973" y="3366572"/>
                <a:ext cx="23132" cy="30566"/>
              </a:xfrm>
              <a:custGeom>
                <a:avLst/>
                <a:gdLst/>
                <a:ahLst/>
                <a:cxnLst/>
                <a:rect l="l" t="t" r="r" b="b"/>
                <a:pathLst>
                  <a:path w="28" h="37" extrusionOk="0">
                    <a:moveTo>
                      <a:pt x="1" y="0"/>
                    </a:moveTo>
                    <a:lnTo>
                      <a:pt x="27" y="36"/>
                    </a:lnTo>
                    <a:cubicBezTo>
                      <a:pt x="24" y="35"/>
                      <a:pt x="20" y="34"/>
                      <a:pt x="17" y="32"/>
                    </a:cubicBezTo>
                    <a:cubicBezTo>
                      <a:pt x="12" y="29"/>
                      <a:pt x="8" y="25"/>
                      <a:pt x="5" y="20"/>
                    </a:cubicBezTo>
                    <a:cubicBezTo>
                      <a:pt x="2" y="15"/>
                      <a:pt x="0" y="9"/>
                      <a:pt x="0" y="3"/>
                    </a:cubicBezTo>
                    <a:cubicBezTo>
                      <a:pt x="0" y="2"/>
                      <a:pt x="1" y="1"/>
                      <a:pt x="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Google Shape;2049;p30"/>
              <p:cNvSpPr/>
              <p:nvPr/>
            </p:nvSpPr>
            <p:spPr>
              <a:xfrm rot="-755222">
                <a:off x="8972009" y="2817926"/>
                <a:ext cx="25611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31" h="38" extrusionOk="0">
                    <a:moveTo>
                      <a:pt x="0" y="1"/>
                    </a:moveTo>
                    <a:cubicBezTo>
                      <a:pt x="21" y="3"/>
                      <a:pt x="22" y="23"/>
                      <a:pt x="30" y="37"/>
                    </a:cubicBezTo>
                    <a:cubicBezTo>
                      <a:pt x="16" y="28"/>
                      <a:pt x="1" y="1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Google Shape;2050;p30"/>
              <p:cNvSpPr/>
              <p:nvPr/>
            </p:nvSpPr>
            <p:spPr>
              <a:xfrm rot="-755222">
                <a:off x="8157693" y="2514554"/>
                <a:ext cx="28089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4" h="47" extrusionOk="0">
                    <a:moveTo>
                      <a:pt x="0" y="0"/>
                    </a:moveTo>
                    <a:cubicBezTo>
                      <a:pt x="3" y="1"/>
                      <a:pt x="5" y="2"/>
                      <a:pt x="7" y="3"/>
                    </a:cubicBezTo>
                    <a:cubicBezTo>
                      <a:pt x="15" y="8"/>
                      <a:pt x="21" y="14"/>
                      <a:pt x="26" y="22"/>
                    </a:cubicBezTo>
                    <a:cubicBezTo>
                      <a:pt x="30" y="30"/>
                      <a:pt x="33" y="38"/>
                      <a:pt x="33" y="46"/>
                    </a:cubicBezTo>
                    <a:cubicBezTo>
                      <a:pt x="30" y="45"/>
                      <a:pt x="27" y="44"/>
                      <a:pt x="24" y="42"/>
                    </a:cubicBezTo>
                    <a:cubicBezTo>
                      <a:pt x="17" y="38"/>
                      <a:pt x="11" y="32"/>
                      <a:pt x="7" y="25"/>
                    </a:cubicBezTo>
                    <a:cubicBezTo>
                      <a:pt x="3" y="18"/>
                      <a:pt x="1" y="9"/>
                      <a:pt x="0" y="1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Google Shape;2051;p30"/>
              <p:cNvSpPr/>
              <p:nvPr/>
            </p:nvSpPr>
            <p:spPr>
              <a:xfrm rot="-755222">
                <a:off x="8982195" y="2786893"/>
                <a:ext cx="25611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1" h="40" extrusionOk="0">
                    <a:moveTo>
                      <a:pt x="0" y="1"/>
                    </a:moveTo>
                    <a:cubicBezTo>
                      <a:pt x="21" y="5"/>
                      <a:pt x="27" y="22"/>
                      <a:pt x="30" y="39"/>
                    </a:cubicBezTo>
                    <a:cubicBezTo>
                      <a:pt x="17" y="29"/>
                      <a:pt x="0" y="21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Google Shape;2052;p30"/>
              <p:cNvSpPr/>
              <p:nvPr/>
            </p:nvSpPr>
            <p:spPr>
              <a:xfrm rot="-755222">
                <a:off x="8993223" y="3632479"/>
                <a:ext cx="26437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2" h="40" extrusionOk="0">
                    <a:moveTo>
                      <a:pt x="1" y="1"/>
                    </a:moveTo>
                    <a:cubicBezTo>
                      <a:pt x="4" y="2"/>
                      <a:pt x="6" y="3"/>
                      <a:pt x="8" y="5"/>
                    </a:cubicBezTo>
                    <a:cubicBezTo>
                      <a:pt x="15" y="9"/>
                      <a:pt x="21" y="14"/>
                      <a:pt x="25" y="21"/>
                    </a:cubicBezTo>
                    <a:cubicBezTo>
                      <a:pt x="28" y="27"/>
                      <a:pt x="30" y="33"/>
                      <a:pt x="31" y="39"/>
                    </a:cubicBezTo>
                    <a:cubicBezTo>
                      <a:pt x="18" y="29"/>
                      <a:pt x="0" y="21"/>
                      <a:pt x="4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Google Shape;2053;p30"/>
              <p:cNvSpPr/>
              <p:nvPr/>
            </p:nvSpPr>
            <p:spPr>
              <a:xfrm rot="-755222">
                <a:off x="9084238" y="3612972"/>
                <a:ext cx="27263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3" h="46" extrusionOk="0">
                    <a:moveTo>
                      <a:pt x="0" y="0"/>
                    </a:moveTo>
                    <a:cubicBezTo>
                      <a:pt x="2" y="1"/>
                      <a:pt x="5" y="3"/>
                      <a:pt x="7" y="4"/>
                    </a:cubicBezTo>
                    <a:cubicBezTo>
                      <a:pt x="15" y="8"/>
                      <a:pt x="21" y="15"/>
                      <a:pt x="26" y="22"/>
                    </a:cubicBezTo>
                    <a:cubicBezTo>
                      <a:pt x="30" y="29"/>
                      <a:pt x="32" y="37"/>
                      <a:pt x="32" y="45"/>
                    </a:cubicBezTo>
                    <a:cubicBezTo>
                      <a:pt x="29" y="44"/>
                      <a:pt x="26" y="42"/>
                      <a:pt x="24" y="41"/>
                    </a:cubicBezTo>
                    <a:cubicBezTo>
                      <a:pt x="16" y="36"/>
                      <a:pt x="10" y="31"/>
                      <a:pt x="6" y="24"/>
                    </a:cubicBezTo>
                    <a:cubicBezTo>
                      <a:pt x="2" y="17"/>
                      <a:pt x="0" y="9"/>
                      <a:pt x="0" y="1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Google Shape;2054;p30"/>
              <p:cNvSpPr/>
              <p:nvPr/>
            </p:nvSpPr>
            <p:spPr>
              <a:xfrm rot="-755222">
                <a:off x="9424382" y="3554448"/>
                <a:ext cx="30567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37" h="48" extrusionOk="0">
                    <a:moveTo>
                      <a:pt x="33" y="47"/>
                    </a:moveTo>
                    <a:cubicBezTo>
                      <a:pt x="32" y="46"/>
                      <a:pt x="32" y="46"/>
                      <a:pt x="31" y="45"/>
                    </a:cubicBezTo>
                    <a:cubicBezTo>
                      <a:pt x="21" y="40"/>
                      <a:pt x="13" y="32"/>
                      <a:pt x="7" y="22"/>
                    </a:cubicBezTo>
                    <a:cubicBezTo>
                      <a:pt x="4" y="16"/>
                      <a:pt x="2" y="9"/>
                      <a:pt x="0" y="3"/>
                    </a:cubicBezTo>
                    <a:lnTo>
                      <a:pt x="3" y="0"/>
                    </a:lnTo>
                    <a:cubicBezTo>
                      <a:pt x="3" y="0"/>
                      <a:pt x="4" y="0"/>
                      <a:pt x="4" y="1"/>
                    </a:cubicBezTo>
                    <a:cubicBezTo>
                      <a:pt x="14" y="6"/>
                      <a:pt x="22" y="15"/>
                      <a:pt x="28" y="25"/>
                    </a:cubicBezTo>
                    <a:cubicBezTo>
                      <a:pt x="32" y="31"/>
                      <a:pt x="34" y="37"/>
                      <a:pt x="36" y="44"/>
                    </a:cubicBezTo>
                    <a:lnTo>
                      <a:pt x="33" y="4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Google Shape;2055;p30"/>
              <p:cNvSpPr/>
              <p:nvPr/>
            </p:nvSpPr>
            <p:spPr>
              <a:xfrm rot="-755222">
                <a:off x="9530052" y="3529570"/>
                <a:ext cx="26437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2" h="43" extrusionOk="0">
                    <a:moveTo>
                      <a:pt x="0" y="0"/>
                    </a:moveTo>
                    <a:cubicBezTo>
                      <a:pt x="10" y="6"/>
                      <a:pt x="18" y="14"/>
                      <a:pt x="24" y="24"/>
                    </a:cubicBezTo>
                    <a:cubicBezTo>
                      <a:pt x="27" y="30"/>
                      <a:pt x="30" y="36"/>
                      <a:pt x="31" y="42"/>
                    </a:cubicBezTo>
                    <a:cubicBezTo>
                      <a:pt x="15" y="36"/>
                      <a:pt x="9" y="2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Google Shape;2056;p30"/>
              <p:cNvSpPr/>
              <p:nvPr/>
            </p:nvSpPr>
            <p:spPr>
              <a:xfrm rot="-755222">
                <a:off x="8937355" y="2788133"/>
                <a:ext cx="28915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5" h="46" extrusionOk="0">
                    <a:moveTo>
                      <a:pt x="0" y="0"/>
                    </a:moveTo>
                    <a:cubicBezTo>
                      <a:pt x="3" y="1"/>
                      <a:pt x="5" y="2"/>
                      <a:pt x="8" y="4"/>
                    </a:cubicBezTo>
                    <a:cubicBezTo>
                      <a:pt x="16" y="8"/>
                      <a:pt x="22" y="15"/>
                      <a:pt x="27" y="22"/>
                    </a:cubicBezTo>
                    <a:cubicBezTo>
                      <a:pt x="31" y="29"/>
                      <a:pt x="33" y="37"/>
                      <a:pt x="34" y="45"/>
                    </a:cubicBezTo>
                    <a:cubicBezTo>
                      <a:pt x="31" y="44"/>
                      <a:pt x="29" y="42"/>
                      <a:pt x="27" y="41"/>
                    </a:cubicBezTo>
                    <a:cubicBezTo>
                      <a:pt x="19" y="36"/>
                      <a:pt x="13" y="30"/>
                      <a:pt x="8" y="22"/>
                    </a:cubicBezTo>
                    <a:cubicBezTo>
                      <a:pt x="4" y="15"/>
                      <a:pt x="2" y="8"/>
                      <a:pt x="1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Google Shape;2057;p30"/>
              <p:cNvSpPr/>
              <p:nvPr/>
            </p:nvSpPr>
            <p:spPr>
              <a:xfrm rot="-755222">
                <a:off x="9491195" y="3552729"/>
                <a:ext cx="25611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1" h="43" extrusionOk="0">
                    <a:moveTo>
                      <a:pt x="30" y="42"/>
                    </a:moveTo>
                    <a:cubicBezTo>
                      <a:pt x="19" y="34"/>
                      <a:pt x="10" y="23"/>
                      <a:pt x="3" y="12"/>
                    </a:cubicBezTo>
                    <a:cubicBezTo>
                      <a:pt x="2" y="10"/>
                      <a:pt x="1" y="8"/>
                      <a:pt x="0" y="6"/>
                    </a:cubicBezTo>
                    <a:cubicBezTo>
                      <a:pt x="2" y="4"/>
                      <a:pt x="3" y="2"/>
                      <a:pt x="5" y="0"/>
                    </a:cubicBezTo>
                    <a:cubicBezTo>
                      <a:pt x="12" y="5"/>
                      <a:pt x="18" y="12"/>
                      <a:pt x="22" y="20"/>
                    </a:cubicBezTo>
                    <a:cubicBezTo>
                      <a:pt x="26" y="27"/>
                      <a:pt x="29" y="34"/>
                      <a:pt x="30" y="4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Google Shape;2058;p30"/>
              <p:cNvSpPr/>
              <p:nvPr/>
            </p:nvSpPr>
            <p:spPr>
              <a:xfrm rot="-755222">
                <a:off x="8173341" y="2712813"/>
                <a:ext cx="23958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29" h="31" extrusionOk="0">
                    <a:moveTo>
                      <a:pt x="28" y="30"/>
                    </a:moveTo>
                    <a:cubicBezTo>
                      <a:pt x="13" y="27"/>
                      <a:pt x="6" y="15"/>
                      <a:pt x="0" y="0"/>
                    </a:cubicBezTo>
                    <a:cubicBezTo>
                      <a:pt x="21" y="1"/>
                      <a:pt x="22" y="20"/>
                      <a:pt x="28" y="3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Google Shape;2059;p30"/>
              <p:cNvSpPr/>
              <p:nvPr/>
            </p:nvSpPr>
            <p:spPr>
              <a:xfrm rot="-755222">
                <a:off x="8732056" y="3747604"/>
                <a:ext cx="17349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21" h="33" extrusionOk="0">
                    <a:moveTo>
                      <a:pt x="20" y="21"/>
                    </a:moveTo>
                    <a:cubicBezTo>
                      <a:pt x="20" y="25"/>
                      <a:pt x="19" y="32"/>
                      <a:pt x="15" y="32"/>
                    </a:cubicBezTo>
                    <a:cubicBezTo>
                      <a:pt x="5" y="32"/>
                      <a:pt x="1" y="23"/>
                      <a:pt x="0" y="14"/>
                    </a:cubicBezTo>
                    <a:cubicBezTo>
                      <a:pt x="0" y="13"/>
                      <a:pt x="0" y="13"/>
                      <a:pt x="0" y="12"/>
                    </a:cubicBezTo>
                    <a:cubicBezTo>
                      <a:pt x="0" y="11"/>
                      <a:pt x="0" y="9"/>
                      <a:pt x="1" y="7"/>
                    </a:cubicBezTo>
                    <a:cubicBezTo>
                      <a:pt x="2" y="6"/>
                      <a:pt x="3" y="4"/>
                      <a:pt x="5" y="3"/>
                    </a:cubicBezTo>
                    <a:cubicBezTo>
                      <a:pt x="6" y="3"/>
                      <a:pt x="6" y="3"/>
                      <a:pt x="7" y="2"/>
                    </a:cubicBezTo>
                    <a:cubicBezTo>
                      <a:pt x="20" y="0"/>
                      <a:pt x="19" y="11"/>
                      <a:pt x="20" y="2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Google Shape;2060;p30"/>
              <p:cNvSpPr/>
              <p:nvPr/>
            </p:nvSpPr>
            <p:spPr>
              <a:xfrm rot="-755222">
                <a:off x="8949880" y="2757485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3"/>
                    </a:moveTo>
                    <a:cubicBezTo>
                      <a:pt x="30" y="42"/>
                      <a:pt x="27" y="41"/>
                      <a:pt x="24" y="39"/>
                    </a:cubicBezTo>
                    <a:cubicBezTo>
                      <a:pt x="17" y="35"/>
                      <a:pt x="10" y="29"/>
                      <a:pt x="6" y="21"/>
                    </a:cubicBezTo>
                    <a:cubicBezTo>
                      <a:pt x="2" y="15"/>
                      <a:pt x="0" y="7"/>
                      <a:pt x="0" y="0"/>
                    </a:cubicBezTo>
                    <a:cubicBezTo>
                      <a:pt x="3" y="1"/>
                      <a:pt x="6" y="3"/>
                      <a:pt x="8" y="4"/>
                    </a:cubicBezTo>
                    <a:cubicBezTo>
                      <a:pt x="16" y="9"/>
                      <a:pt x="22" y="14"/>
                      <a:pt x="26" y="22"/>
                    </a:cubicBezTo>
                    <a:cubicBezTo>
                      <a:pt x="30" y="28"/>
                      <a:pt x="32" y="36"/>
                      <a:pt x="33" y="44"/>
                    </a:cubicBezTo>
                    <a:lnTo>
                      <a:pt x="33" y="4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Google Shape;2061;p30"/>
              <p:cNvSpPr/>
              <p:nvPr/>
            </p:nvSpPr>
            <p:spPr>
              <a:xfrm rot="-755222">
                <a:off x="9458830" y="3584082"/>
                <a:ext cx="29741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6" h="47" extrusionOk="0">
                    <a:moveTo>
                      <a:pt x="35" y="45"/>
                    </a:moveTo>
                    <a:cubicBezTo>
                      <a:pt x="32" y="44"/>
                      <a:pt x="30" y="43"/>
                      <a:pt x="27" y="41"/>
                    </a:cubicBezTo>
                    <a:cubicBezTo>
                      <a:pt x="19" y="37"/>
                      <a:pt x="12" y="30"/>
                      <a:pt x="7" y="21"/>
                    </a:cubicBezTo>
                    <a:cubicBezTo>
                      <a:pt x="4" y="15"/>
                      <a:pt x="1" y="9"/>
                      <a:pt x="0" y="3"/>
                    </a:cubicBezTo>
                    <a:lnTo>
                      <a:pt x="3" y="0"/>
                    </a:lnTo>
                    <a:cubicBezTo>
                      <a:pt x="4" y="1"/>
                      <a:pt x="6" y="2"/>
                      <a:pt x="8" y="3"/>
                    </a:cubicBezTo>
                    <a:cubicBezTo>
                      <a:pt x="16" y="8"/>
                      <a:pt x="22" y="14"/>
                      <a:pt x="27" y="22"/>
                    </a:cubicBezTo>
                    <a:cubicBezTo>
                      <a:pt x="31" y="30"/>
                      <a:pt x="34" y="38"/>
                      <a:pt x="34" y="46"/>
                    </a:cubicBezTo>
                    <a:lnTo>
                      <a:pt x="35" y="4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Google Shape;2062;p30"/>
              <p:cNvSpPr/>
              <p:nvPr/>
            </p:nvSpPr>
            <p:spPr>
              <a:xfrm rot="-755222">
                <a:off x="9037824" y="2727480"/>
                <a:ext cx="22306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27" h="44" extrusionOk="0">
                    <a:moveTo>
                      <a:pt x="0" y="0"/>
                    </a:moveTo>
                    <a:cubicBezTo>
                      <a:pt x="13" y="15"/>
                      <a:pt x="26" y="23"/>
                      <a:pt x="26" y="43"/>
                    </a:cubicBezTo>
                    <a:cubicBezTo>
                      <a:pt x="18" y="38"/>
                      <a:pt x="11" y="32"/>
                      <a:pt x="7" y="24"/>
                    </a:cubicBezTo>
                    <a:cubicBezTo>
                      <a:pt x="3" y="17"/>
                      <a:pt x="0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Google Shape;2063;p30"/>
              <p:cNvSpPr/>
              <p:nvPr/>
            </p:nvSpPr>
            <p:spPr>
              <a:xfrm rot="-755222">
                <a:off x="8998186" y="2736778"/>
                <a:ext cx="25611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1" h="41" extrusionOk="0">
                    <a:moveTo>
                      <a:pt x="2" y="1"/>
                    </a:moveTo>
                    <a:cubicBezTo>
                      <a:pt x="4" y="2"/>
                      <a:pt x="6" y="3"/>
                      <a:pt x="8" y="4"/>
                    </a:cubicBezTo>
                    <a:cubicBezTo>
                      <a:pt x="15" y="8"/>
                      <a:pt x="20" y="13"/>
                      <a:pt x="24" y="20"/>
                    </a:cubicBezTo>
                    <a:cubicBezTo>
                      <a:pt x="27" y="26"/>
                      <a:pt x="30" y="33"/>
                      <a:pt x="30" y="40"/>
                    </a:cubicBezTo>
                    <a:cubicBezTo>
                      <a:pt x="16" y="30"/>
                      <a:pt x="0" y="21"/>
                      <a:pt x="4" y="0"/>
                    </a:cubicBezTo>
                    <a:lnTo>
                      <a:pt x="2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Google Shape;2064;p30"/>
              <p:cNvSpPr/>
              <p:nvPr/>
            </p:nvSpPr>
            <p:spPr>
              <a:xfrm rot="-755222">
                <a:off x="10060806" y="3451556"/>
                <a:ext cx="26437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32" h="30" extrusionOk="0">
                    <a:moveTo>
                      <a:pt x="31" y="29"/>
                    </a:moveTo>
                    <a:cubicBezTo>
                      <a:pt x="26" y="28"/>
                      <a:pt x="21" y="27"/>
                      <a:pt x="17" y="24"/>
                    </a:cubicBezTo>
                    <a:cubicBezTo>
                      <a:pt x="12" y="21"/>
                      <a:pt x="7" y="17"/>
                      <a:pt x="4" y="11"/>
                    </a:cubicBezTo>
                    <a:cubicBezTo>
                      <a:pt x="2" y="8"/>
                      <a:pt x="1" y="4"/>
                      <a:pt x="0" y="0"/>
                    </a:cubicBezTo>
                    <a:cubicBezTo>
                      <a:pt x="5" y="1"/>
                      <a:pt x="10" y="2"/>
                      <a:pt x="14" y="5"/>
                    </a:cubicBezTo>
                    <a:cubicBezTo>
                      <a:pt x="19" y="8"/>
                      <a:pt x="24" y="13"/>
                      <a:pt x="27" y="18"/>
                    </a:cubicBezTo>
                    <a:cubicBezTo>
                      <a:pt x="29" y="22"/>
                      <a:pt x="31" y="25"/>
                      <a:pt x="31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Google Shape;2065;p30"/>
              <p:cNvSpPr/>
              <p:nvPr/>
            </p:nvSpPr>
            <p:spPr>
              <a:xfrm rot="-755222">
                <a:off x="8230235" y="3464358"/>
                <a:ext cx="26437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32" h="49" extrusionOk="0">
                    <a:moveTo>
                      <a:pt x="0" y="0"/>
                    </a:moveTo>
                    <a:cubicBezTo>
                      <a:pt x="19" y="18"/>
                      <a:pt x="30" y="26"/>
                      <a:pt x="31" y="48"/>
                    </a:cubicBezTo>
                    <a:cubicBezTo>
                      <a:pt x="22" y="41"/>
                      <a:pt x="15" y="33"/>
                      <a:pt x="9" y="23"/>
                    </a:cubicBezTo>
                    <a:cubicBezTo>
                      <a:pt x="5" y="16"/>
                      <a:pt x="2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Google Shape;2066;p30"/>
              <p:cNvSpPr/>
              <p:nvPr/>
            </p:nvSpPr>
            <p:spPr>
              <a:xfrm rot="-755222">
                <a:off x="9409309" y="3088692"/>
                <a:ext cx="23958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9" h="40" extrusionOk="0">
                    <a:moveTo>
                      <a:pt x="28" y="38"/>
                    </a:moveTo>
                    <a:cubicBezTo>
                      <a:pt x="9" y="33"/>
                      <a:pt x="4" y="17"/>
                      <a:pt x="0" y="0"/>
                    </a:cubicBezTo>
                    <a:cubicBezTo>
                      <a:pt x="13" y="10"/>
                      <a:pt x="28" y="19"/>
                      <a:pt x="26" y="39"/>
                    </a:cubicBezTo>
                    <a:lnTo>
                      <a:pt x="28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Google Shape;2067;p30"/>
              <p:cNvSpPr/>
              <p:nvPr/>
            </p:nvSpPr>
            <p:spPr>
              <a:xfrm rot="-755222">
                <a:off x="9069412" y="3698839"/>
                <a:ext cx="22306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27" h="36" extrusionOk="0">
                    <a:moveTo>
                      <a:pt x="1" y="0"/>
                    </a:moveTo>
                    <a:cubicBezTo>
                      <a:pt x="3" y="1"/>
                      <a:pt x="4" y="2"/>
                      <a:pt x="5" y="2"/>
                    </a:cubicBezTo>
                    <a:cubicBezTo>
                      <a:pt x="12" y="6"/>
                      <a:pt x="18" y="12"/>
                      <a:pt x="21" y="18"/>
                    </a:cubicBezTo>
                    <a:cubicBezTo>
                      <a:pt x="23" y="22"/>
                      <a:pt x="25" y="26"/>
                      <a:pt x="26" y="30"/>
                    </a:cubicBezTo>
                    <a:cubicBezTo>
                      <a:pt x="14" y="35"/>
                      <a:pt x="11" y="25"/>
                      <a:pt x="6" y="19"/>
                    </a:cubicBezTo>
                    <a:cubicBezTo>
                      <a:pt x="5" y="18"/>
                      <a:pt x="3" y="16"/>
                      <a:pt x="2" y="15"/>
                    </a:cubicBezTo>
                    <a:cubicBezTo>
                      <a:pt x="1" y="12"/>
                      <a:pt x="0" y="9"/>
                      <a:pt x="0" y="6"/>
                    </a:cubicBezTo>
                    <a:cubicBezTo>
                      <a:pt x="0" y="4"/>
                      <a:pt x="1" y="2"/>
                      <a:pt x="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Google Shape;2068;p30"/>
              <p:cNvSpPr/>
              <p:nvPr/>
            </p:nvSpPr>
            <p:spPr>
              <a:xfrm rot="-755222">
                <a:off x="8912723" y="2726589"/>
                <a:ext cx="30567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7" h="47" extrusionOk="0">
                    <a:moveTo>
                      <a:pt x="36" y="46"/>
                    </a:moveTo>
                    <a:cubicBezTo>
                      <a:pt x="14" y="40"/>
                      <a:pt x="7" y="22"/>
                      <a:pt x="0" y="4"/>
                    </a:cubicBezTo>
                    <a:lnTo>
                      <a:pt x="4" y="0"/>
                    </a:lnTo>
                    <a:cubicBezTo>
                      <a:pt x="4" y="0"/>
                      <a:pt x="5" y="0"/>
                      <a:pt x="5" y="1"/>
                    </a:cubicBezTo>
                    <a:cubicBezTo>
                      <a:pt x="14" y="6"/>
                      <a:pt x="22" y="13"/>
                      <a:pt x="27" y="22"/>
                    </a:cubicBezTo>
                    <a:cubicBezTo>
                      <a:pt x="32" y="30"/>
                      <a:pt x="33" y="38"/>
                      <a:pt x="34" y="46"/>
                    </a:cubicBezTo>
                    <a:lnTo>
                      <a:pt x="36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Google Shape;2069;p30"/>
              <p:cNvSpPr/>
              <p:nvPr/>
            </p:nvSpPr>
            <p:spPr>
              <a:xfrm rot="-755222">
                <a:off x="9984564" y="3513048"/>
                <a:ext cx="38003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46" h="35" extrusionOk="0">
                    <a:moveTo>
                      <a:pt x="45" y="33"/>
                    </a:moveTo>
                    <a:cubicBezTo>
                      <a:pt x="37" y="32"/>
                      <a:pt x="29" y="30"/>
                      <a:pt x="22" y="26"/>
                    </a:cubicBezTo>
                    <a:cubicBezTo>
                      <a:pt x="14" y="22"/>
                      <a:pt x="8" y="16"/>
                      <a:pt x="4" y="9"/>
                    </a:cubicBezTo>
                    <a:cubicBezTo>
                      <a:pt x="3" y="6"/>
                      <a:pt x="1" y="3"/>
                      <a:pt x="0" y="0"/>
                    </a:cubicBezTo>
                    <a:cubicBezTo>
                      <a:pt x="8" y="0"/>
                      <a:pt x="15" y="2"/>
                      <a:pt x="22" y="6"/>
                    </a:cubicBezTo>
                    <a:cubicBezTo>
                      <a:pt x="30" y="10"/>
                      <a:pt x="36" y="17"/>
                      <a:pt x="41" y="25"/>
                    </a:cubicBezTo>
                    <a:cubicBezTo>
                      <a:pt x="43" y="28"/>
                      <a:pt x="44" y="31"/>
                      <a:pt x="45" y="34"/>
                    </a:cubicBezTo>
                    <a:lnTo>
                      <a:pt x="45" y="3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Google Shape;2070;p30"/>
              <p:cNvSpPr/>
              <p:nvPr/>
            </p:nvSpPr>
            <p:spPr>
              <a:xfrm rot="-755222">
                <a:off x="8965591" y="2706484"/>
                <a:ext cx="28915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5" h="45" extrusionOk="0">
                    <a:moveTo>
                      <a:pt x="34" y="44"/>
                    </a:moveTo>
                    <a:cubicBezTo>
                      <a:pt x="30" y="43"/>
                      <a:pt x="27" y="42"/>
                      <a:pt x="24" y="40"/>
                    </a:cubicBezTo>
                    <a:cubicBezTo>
                      <a:pt x="17" y="36"/>
                      <a:pt x="11" y="30"/>
                      <a:pt x="7" y="23"/>
                    </a:cubicBezTo>
                    <a:cubicBezTo>
                      <a:pt x="3" y="16"/>
                      <a:pt x="1" y="8"/>
                      <a:pt x="0" y="0"/>
                    </a:cubicBezTo>
                    <a:cubicBezTo>
                      <a:pt x="3" y="1"/>
                      <a:pt x="5" y="3"/>
                      <a:pt x="7" y="4"/>
                    </a:cubicBezTo>
                    <a:cubicBezTo>
                      <a:pt x="15" y="9"/>
                      <a:pt x="22" y="15"/>
                      <a:pt x="27" y="23"/>
                    </a:cubicBezTo>
                    <a:cubicBezTo>
                      <a:pt x="30" y="29"/>
                      <a:pt x="33" y="37"/>
                      <a:pt x="34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Google Shape;2071;p30"/>
              <p:cNvSpPr/>
              <p:nvPr/>
            </p:nvSpPr>
            <p:spPr>
              <a:xfrm rot="-755222">
                <a:off x="8149058" y="2191453"/>
                <a:ext cx="33872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41" h="28" extrusionOk="0">
                    <a:moveTo>
                      <a:pt x="40" y="27"/>
                    </a:moveTo>
                    <a:cubicBezTo>
                      <a:pt x="33" y="26"/>
                      <a:pt x="26" y="23"/>
                      <a:pt x="20" y="20"/>
                    </a:cubicBezTo>
                    <a:cubicBezTo>
                      <a:pt x="12" y="15"/>
                      <a:pt x="5" y="8"/>
                      <a:pt x="0" y="0"/>
                    </a:cubicBezTo>
                    <a:cubicBezTo>
                      <a:pt x="8" y="0"/>
                      <a:pt x="15" y="2"/>
                      <a:pt x="22" y="6"/>
                    </a:cubicBezTo>
                    <a:cubicBezTo>
                      <a:pt x="28" y="10"/>
                      <a:pt x="34" y="16"/>
                      <a:pt x="38" y="23"/>
                    </a:cubicBezTo>
                    <a:cubicBezTo>
                      <a:pt x="39" y="24"/>
                      <a:pt x="40" y="25"/>
                      <a:pt x="40" y="2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Google Shape;2072;p30"/>
              <p:cNvSpPr/>
              <p:nvPr/>
            </p:nvSpPr>
            <p:spPr>
              <a:xfrm rot="-755222">
                <a:off x="8707087" y="2764605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0" y="1"/>
                    </a:moveTo>
                    <a:cubicBezTo>
                      <a:pt x="21" y="5"/>
                      <a:pt x="24" y="22"/>
                      <a:pt x="29" y="38"/>
                    </a:cubicBezTo>
                    <a:cubicBezTo>
                      <a:pt x="16" y="29"/>
                      <a:pt x="3" y="1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Google Shape;2073;p30"/>
              <p:cNvSpPr/>
              <p:nvPr/>
            </p:nvSpPr>
            <p:spPr>
              <a:xfrm rot="-755222">
                <a:off x="8979452" y="2678811"/>
                <a:ext cx="28915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35" h="42" extrusionOk="0">
                    <a:moveTo>
                      <a:pt x="34" y="41"/>
                    </a:moveTo>
                    <a:cubicBezTo>
                      <a:pt x="32" y="40"/>
                      <a:pt x="30" y="40"/>
                      <a:pt x="28" y="38"/>
                    </a:cubicBezTo>
                    <a:cubicBezTo>
                      <a:pt x="19" y="33"/>
                      <a:pt x="12" y="26"/>
                      <a:pt x="7" y="17"/>
                    </a:cubicBezTo>
                    <a:cubicBezTo>
                      <a:pt x="4" y="12"/>
                      <a:pt x="2" y="6"/>
                      <a:pt x="0" y="0"/>
                    </a:cubicBezTo>
                    <a:cubicBezTo>
                      <a:pt x="19" y="7"/>
                      <a:pt x="24" y="21"/>
                      <a:pt x="34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Google Shape;2074;p30"/>
              <p:cNvSpPr/>
              <p:nvPr/>
            </p:nvSpPr>
            <p:spPr>
              <a:xfrm rot="-755222">
                <a:off x="8673866" y="2734471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4"/>
                      <a:pt x="29" y="43"/>
                      <a:pt x="28" y="42"/>
                    </a:cubicBezTo>
                    <a:cubicBezTo>
                      <a:pt x="19" y="37"/>
                      <a:pt x="12" y="30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  <a:cubicBezTo>
                      <a:pt x="3" y="1"/>
                      <a:pt x="6" y="2"/>
                      <a:pt x="9" y="4"/>
                    </a:cubicBezTo>
                    <a:cubicBezTo>
                      <a:pt x="16" y="8"/>
                      <a:pt x="22" y="14"/>
                      <a:pt x="26" y="21"/>
                    </a:cubicBezTo>
                    <a:cubicBezTo>
                      <a:pt x="30" y="28"/>
                      <a:pt x="32" y="36"/>
                      <a:pt x="33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Google Shape;2075;p30"/>
              <p:cNvSpPr/>
              <p:nvPr/>
            </p:nvSpPr>
            <p:spPr>
              <a:xfrm rot="-755222">
                <a:off x="10021897" y="3582467"/>
                <a:ext cx="31394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8" h="34" extrusionOk="0">
                    <a:moveTo>
                      <a:pt x="37" y="33"/>
                    </a:moveTo>
                    <a:cubicBezTo>
                      <a:pt x="17" y="21"/>
                      <a:pt x="7" y="15"/>
                      <a:pt x="0" y="0"/>
                    </a:cubicBezTo>
                    <a:cubicBezTo>
                      <a:pt x="17" y="3"/>
                      <a:pt x="26" y="12"/>
                      <a:pt x="37" y="3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Google Shape;2076;p30"/>
              <p:cNvSpPr/>
              <p:nvPr/>
            </p:nvSpPr>
            <p:spPr>
              <a:xfrm rot="-755222">
                <a:off x="7951926" y="2885256"/>
                <a:ext cx="15697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19" h="50" extrusionOk="0">
                    <a:moveTo>
                      <a:pt x="3" y="1"/>
                    </a:moveTo>
                    <a:lnTo>
                      <a:pt x="18" y="49"/>
                    </a:lnTo>
                    <a:cubicBezTo>
                      <a:pt x="18" y="48"/>
                      <a:pt x="18" y="48"/>
                      <a:pt x="17" y="48"/>
                    </a:cubicBezTo>
                    <a:cubicBezTo>
                      <a:pt x="12" y="45"/>
                      <a:pt x="7" y="40"/>
                      <a:pt x="4" y="35"/>
                    </a:cubicBezTo>
                    <a:cubicBezTo>
                      <a:pt x="1" y="30"/>
                      <a:pt x="0" y="24"/>
                      <a:pt x="0" y="17"/>
                    </a:cubicBezTo>
                    <a:cubicBezTo>
                      <a:pt x="0" y="11"/>
                      <a:pt x="1" y="5"/>
                      <a:pt x="4" y="0"/>
                    </a:cubicBezTo>
                    <a:lnTo>
                      <a:pt x="3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Google Shape;2077;p30"/>
              <p:cNvSpPr/>
              <p:nvPr/>
            </p:nvSpPr>
            <p:spPr>
              <a:xfrm rot="-755222">
                <a:off x="8280923" y="3509835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29" y="37"/>
                    </a:moveTo>
                    <a:cubicBezTo>
                      <a:pt x="27" y="36"/>
                      <a:pt x="25" y="36"/>
                      <a:pt x="24" y="35"/>
                    </a:cubicBezTo>
                    <a:cubicBezTo>
                      <a:pt x="17" y="30"/>
                      <a:pt x="10" y="24"/>
                      <a:pt x="6" y="17"/>
                    </a:cubicBezTo>
                    <a:cubicBezTo>
                      <a:pt x="3" y="12"/>
                      <a:pt x="1" y="6"/>
                      <a:pt x="0" y="0"/>
                    </a:cubicBezTo>
                    <a:cubicBezTo>
                      <a:pt x="13" y="10"/>
                      <a:pt x="29" y="18"/>
                      <a:pt x="27" y="38"/>
                    </a:cubicBezTo>
                    <a:lnTo>
                      <a:pt x="29" y="3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Google Shape;2078;p30"/>
              <p:cNvSpPr/>
              <p:nvPr/>
            </p:nvSpPr>
            <p:spPr>
              <a:xfrm rot="-755222">
                <a:off x="8968907" y="3351563"/>
                <a:ext cx="28915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5" h="43" extrusionOk="0">
                    <a:moveTo>
                      <a:pt x="34" y="41"/>
                    </a:moveTo>
                    <a:cubicBezTo>
                      <a:pt x="15" y="36"/>
                      <a:pt x="8" y="21"/>
                      <a:pt x="0" y="0"/>
                    </a:cubicBezTo>
                    <a:cubicBezTo>
                      <a:pt x="22" y="9"/>
                      <a:pt x="34" y="21"/>
                      <a:pt x="33" y="42"/>
                    </a:cubicBezTo>
                    <a:lnTo>
                      <a:pt x="34" y="4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Google Shape;2079;p30"/>
              <p:cNvSpPr/>
              <p:nvPr/>
            </p:nvSpPr>
            <p:spPr>
              <a:xfrm rot="-755222">
                <a:off x="8183616" y="2626433"/>
                <a:ext cx="27263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3" h="39" extrusionOk="0">
                    <a:moveTo>
                      <a:pt x="32" y="37"/>
                    </a:moveTo>
                    <a:cubicBezTo>
                      <a:pt x="12" y="33"/>
                      <a:pt x="10" y="13"/>
                      <a:pt x="0" y="0"/>
                    </a:cubicBezTo>
                    <a:cubicBezTo>
                      <a:pt x="5" y="1"/>
                      <a:pt x="9" y="2"/>
                      <a:pt x="12" y="4"/>
                    </a:cubicBezTo>
                    <a:cubicBezTo>
                      <a:pt x="18" y="8"/>
                      <a:pt x="23" y="12"/>
                      <a:pt x="26" y="18"/>
                    </a:cubicBezTo>
                    <a:cubicBezTo>
                      <a:pt x="29" y="24"/>
                      <a:pt x="31" y="30"/>
                      <a:pt x="31" y="37"/>
                    </a:cubicBezTo>
                    <a:lnTo>
                      <a:pt x="31" y="38"/>
                    </a:lnTo>
                    <a:lnTo>
                      <a:pt x="32" y="3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Google Shape;2080;p30"/>
              <p:cNvSpPr/>
              <p:nvPr/>
            </p:nvSpPr>
            <p:spPr>
              <a:xfrm rot="-755222">
                <a:off x="10164488" y="3571254"/>
                <a:ext cx="20654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25" h="30" extrusionOk="0">
                    <a:moveTo>
                      <a:pt x="24" y="29"/>
                    </a:moveTo>
                    <a:cubicBezTo>
                      <a:pt x="9" y="19"/>
                      <a:pt x="0" y="14"/>
                      <a:pt x="2" y="0"/>
                    </a:cubicBezTo>
                    <a:cubicBezTo>
                      <a:pt x="15" y="1"/>
                      <a:pt x="18" y="11"/>
                      <a:pt x="24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Google Shape;2081;p30"/>
              <p:cNvSpPr/>
              <p:nvPr/>
            </p:nvSpPr>
            <p:spPr>
              <a:xfrm rot="-755222">
                <a:off x="7987008" y="2895462"/>
                <a:ext cx="19828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24" h="38" extrusionOk="0">
                    <a:moveTo>
                      <a:pt x="7" y="1"/>
                    </a:moveTo>
                    <a:lnTo>
                      <a:pt x="23" y="37"/>
                    </a:lnTo>
                    <a:cubicBezTo>
                      <a:pt x="4" y="29"/>
                      <a:pt x="0" y="16"/>
                      <a:pt x="9" y="0"/>
                    </a:cubicBezTo>
                    <a:lnTo>
                      <a:pt x="7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30"/>
              <p:cNvSpPr/>
              <p:nvPr/>
            </p:nvSpPr>
            <p:spPr>
              <a:xfrm rot="-755222">
                <a:off x="9596121" y="3115870"/>
                <a:ext cx="19828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24" h="27" extrusionOk="0">
                    <a:moveTo>
                      <a:pt x="1" y="2"/>
                    </a:moveTo>
                    <a:cubicBezTo>
                      <a:pt x="16" y="2"/>
                      <a:pt x="20" y="14"/>
                      <a:pt x="23" y="26"/>
                    </a:cubicBezTo>
                    <a:cubicBezTo>
                      <a:pt x="7" y="25"/>
                      <a:pt x="0" y="17"/>
                      <a:pt x="2" y="0"/>
                    </a:cubicBezTo>
                    <a:lnTo>
                      <a:pt x="1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30"/>
              <p:cNvSpPr/>
              <p:nvPr/>
            </p:nvSpPr>
            <p:spPr>
              <a:xfrm rot="-755222">
                <a:off x="9827584" y="3409445"/>
                <a:ext cx="20654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25" h="27" extrusionOk="0">
                    <a:moveTo>
                      <a:pt x="2" y="1"/>
                    </a:moveTo>
                    <a:cubicBezTo>
                      <a:pt x="17" y="3"/>
                      <a:pt x="21" y="14"/>
                      <a:pt x="24" y="26"/>
                    </a:cubicBezTo>
                    <a:cubicBezTo>
                      <a:pt x="8" y="25"/>
                      <a:pt x="0" y="17"/>
                      <a:pt x="3" y="0"/>
                    </a:cubicBezTo>
                    <a:lnTo>
                      <a:pt x="2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30"/>
              <p:cNvSpPr/>
              <p:nvPr/>
            </p:nvSpPr>
            <p:spPr>
              <a:xfrm rot="-755222">
                <a:off x="8594762" y="2383832"/>
                <a:ext cx="19828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24" h="28" extrusionOk="0">
                    <a:moveTo>
                      <a:pt x="23" y="27"/>
                    </a:moveTo>
                    <a:cubicBezTo>
                      <a:pt x="9" y="18"/>
                      <a:pt x="0" y="13"/>
                      <a:pt x="1" y="1"/>
                    </a:cubicBezTo>
                    <a:cubicBezTo>
                      <a:pt x="14" y="0"/>
                      <a:pt x="18" y="9"/>
                      <a:pt x="23" y="2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Google Shape;2085;p30"/>
              <p:cNvSpPr/>
              <p:nvPr/>
            </p:nvSpPr>
            <p:spPr>
              <a:xfrm rot="-755222">
                <a:off x="8869734" y="3228519"/>
                <a:ext cx="23958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29" h="28" extrusionOk="0">
                    <a:moveTo>
                      <a:pt x="28" y="21"/>
                    </a:moveTo>
                    <a:cubicBezTo>
                      <a:pt x="15" y="27"/>
                      <a:pt x="8" y="18"/>
                      <a:pt x="0" y="12"/>
                    </a:cubicBezTo>
                    <a:cubicBezTo>
                      <a:pt x="15" y="0"/>
                      <a:pt x="19" y="21"/>
                      <a:pt x="28" y="2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Google Shape;2086;p30"/>
              <p:cNvSpPr/>
              <p:nvPr/>
            </p:nvSpPr>
            <p:spPr>
              <a:xfrm rot="-755222">
                <a:off x="9633132" y="2940851"/>
                <a:ext cx="28089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4" h="34" extrusionOk="0">
                    <a:moveTo>
                      <a:pt x="31" y="33"/>
                    </a:moveTo>
                    <a:cubicBezTo>
                      <a:pt x="15" y="30"/>
                      <a:pt x="11" y="16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7" y="0"/>
                      <a:pt x="12" y="1"/>
                      <a:pt x="17" y="4"/>
                    </a:cubicBezTo>
                    <a:cubicBezTo>
                      <a:pt x="22" y="7"/>
                      <a:pt x="26" y="11"/>
                      <a:pt x="29" y="16"/>
                    </a:cubicBezTo>
                    <a:cubicBezTo>
                      <a:pt x="31" y="21"/>
                      <a:pt x="33" y="26"/>
                      <a:pt x="33" y="31"/>
                    </a:cubicBezTo>
                    <a:lnTo>
                      <a:pt x="33" y="32"/>
                    </a:lnTo>
                    <a:lnTo>
                      <a:pt x="31" y="3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30"/>
              <p:cNvSpPr/>
              <p:nvPr/>
            </p:nvSpPr>
            <p:spPr>
              <a:xfrm rot="-755222">
                <a:off x="8820992" y="3326546"/>
                <a:ext cx="23958" cy="19827"/>
              </a:xfrm>
              <a:custGeom>
                <a:avLst/>
                <a:gdLst/>
                <a:ahLst/>
                <a:cxnLst/>
                <a:rect l="l" t="t" r="r" b="b"/>
                <a:pathLst>
                  <a:path w="29" h="24" extrusionOk="0">
                    <a:moveTo>
                      <a:pt x="0" y="0"/>
                    </a:moveTo>
                    <a:cubicBezTo>
                      <a:pt x="18" y="5"/>
                      <a:pt x="27" y="8"/>
                      <a:pt x="28" y="21"/>
                    </a:cubicBezTo>
                    <a:cubicBezTo>
                      <a:pt x="15" y="23"/>
                      <a:pt x="9" y="14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30"/>
              <p:cNvSpPr/>
              <p:nvPr/>
            </p:nvSpPr>
            <p:spPr>
              <a:xfrm rot="-755222">
                <a:off x="8701668" y="3432108"/>
                <a:ext cx="14871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18" h="27" extrusionOk="0">
                    <a:moveTo>
                      <a:pt x="15" y="26"/>
                    </a:moveTo>
                    <a:cubicBezTo>
                      <a:pt x="4" y="20"/>
                      <a:pt x="4" y="10"/>
                      <a:pt x="0" y="2"/>
                    </a:cubicBezTo>
                    <a:cubicBezTo>
                      <a:pt x="4" y="2"/>
                      <a:pt x="8" y="0"/>
                      <a:pt x="10" y="2"/>
                    </a:cubicBezTo>
                    <a:cubicBezTo>
                      <a:pt x="11" y="3"/>
                      <a:pt x="12" y="5"/>
                      <a:pt x="13" y="6"/>
                    </a:cubicBezTo>
                    <a:cubicBezTo>
                      <a:pt x="15" y="10"/>
                      <a:pt x="17" y="14"/>
                      <a:pt x="17" y="18"/>
                    </a:cubicBezTo>
                    <a:cubicBezTo>
                      <a:pt x="17" y="21"/>
                      <a:pt x="16" y="24"/>
                      <a:pt x="15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30"/>
              <p:cNvSpPr/>
              <p:nvPr/>
            </p:nvSpPr>
            <p:spPr>
              <a:xfrm rot="-755222">
                <a:off x="9293293" y="3250435"/>
                <a:ext cx="27263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3" h="33" extrusionOk="0">
                    <a:moveTo>
                      <a:pt x="31" y="31"/>
                    </a:moveTo>
                    <a:cubicBezTo>
                      <a:pt x="15" y="31"/>
                      <a:pt x="9" y="18"/>
                      <a:pt x="0" y="0"/>
                    </a:cubicBezTo>
                    <a:cubicBezTo>
                      <a:pt x="19" y="7"/>
                      <a:pt x="32" y="13"/>
                      <a:pt x="30" y="32"/>
                    </a:cubicBezTo>
                    <a:lnTo>
                      <a:pt x="31" y="3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30"/>
              <p:cNvSpPr/>
              <p:nvPr/>
            </p:nvSpPr>
            <p:spPr>
              <a:xfrm rot="-755222">
                <a:off x="9644980" y="3789736"/>
                <a:ext cx="20654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25" h="36" extrusionOk="0">
                    <a:moveTo>
                      <a:pt x="5" y="0"/>
                    </a:moveTo>
                    <a:cubicBezTo>
                      <a:pt x="16" y="11"/>
                      <a:pt x="24" y="20"/>
                      <a:pt x="16" y="35"/>
                    </a:cubicBezTo>
                    <a:cubicBezTo>
                      <a:pt x="9" y="25"/>
                      <a:pt x="0" y="17"/>
                      <a:pt x="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30"/>
              <p:cNvSpPr/>
              <p:nvPr/>
            </p:nvSpPr>
            <p:spPr>
              <a:xfrm rot="-755222">
                <a:off x="8665529" y="2534853"/>
                <a:ext cx="19001" cy="21479"/>
              </a:xfrm>
              <a:custGeom>
                <a:avLst/>
                <a:gdLst/>
                <a:ahLst/>
                <a:cxnLst/>
                <a:rect l="l" t="t" r="r" b="b"/>
                <a:pathLst>
                  <a:path w="23" h="26" extrusionOk="0">
                    <a:moveTo>
                      <a:pt x="6" y="0"/>
                    </a:moveTo>
                    <a:cubicBezTo>
                      <a:pt x="13" y="5"/>
                      <a:pt x="22" y="9"/>
                      <a:pt x="20" y="20"/>
                    </a:cubicBezTo>
                    <a:cubicBezTo>
                      <a:pt x="20" y="24"/>
                      <a:pt x="15" y="25"/>
                      <a:pt x="12" y="22"/>
                    </a:cubicBezTo>
                    <a:cubicBezTo>
                      <a:pt x="8" y="16"/>
                      <a:pt x="4" y="11"/>
                      <a:pt x="0" y="5"/>
                    </a:cubicBezTo>
                    <a:cubicBezTo>
                      <a:pt x="2" y="3"/>
                      <a:pt x="4" y="1"/>
                      <a:pt x="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Google Shape;2092;p30"/>
              <p:cNvSpPr/>
              <p:nvPr/>
            </p:nvSpPr>
            <p:spPr>
              <a:xfrm rot="-755222">
                <a:off x="8039877" y="2839384"/>
                <a:ext cx="2313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28" h="49" extrusionOk="0">
                    <a:moveTo>
                      <a:pt x="4" y="0"/>
                    </a:moveTo>
                    <a:cubicBezTo>
                      <a:pt x="18" y="9"/>
                      <a:pt x="23" y="23"/>
                      <a:pt x="27" y="48"/>
                    </a:cubicBezTo>
                    <a:cubicBezTo>
                      <a:pt x="8" y="29"/>
                      <a:pt x="0" y="17"/>
                      <a:pt x="5" y="0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Google Shape;2093;p30"/>
              <p:cNvSpPr/>
              <p:nvPr/>
            </p:nvSpPr>
            <p:spPr>
              <a:xfrm rot="-755222">
                <a:off x="7514989" y="2504148"/>
                <a:ext cx="44612" cy="199917"/>
              </a:xfrm>
              <a:custGeom>
                <a:avLst/>
                <a:gdLst/>
                <a:ahLst/>
                <a:cxnLst/>
                <a:rect l="l" t="t" r="r" b="b"/>
                <a:pathLst>
                  <a:path w="54" h="242" extrusionOk="0">
                    <a:moveTo>
                      <a:pt x="19" y="217"/>
                    </a:moveTo>
                    <a:cubicBezTo>
                      <a:pt x="53" y="184"/>
                      <a:pt x="38" y="149"/>
                      <a:pt x="40" y="119"/>
                    </a:cubicBezTo>
                    <a:cubicBezTo>
                      <a:pt x="42" y="88"/>
                      <a:pt x="34" y="55"/>
                      <a:pt x="52" y="26"/>
                    </a:cubicBezTo>
                    <a:cubicBezTo>
                      <a:pt x="52" y="90"/>
                      <a:pt x="47" y="155"/>
                      <a:pt x="52" y="219"/>
                    </a:cubicBezTo>
                    <a:cubicBezTo>
                      <a:pt x="52" y="236"/>
                      <a:pt x="43" y="230"/>
                      <a:pt x="33" y="234"/>
                    </a:cubicBezTo>
                    <a:cubicBezTo>
                      <a:pt x="15" y="241"/>
                      <a:pt x="10" y="237"/>
                      <a:pt x="7" y="221"/>
                    </a:cubicBezTo>
                    <a:cubicBezTo>
                      <a:pt x="3" y="199"/>
                      <a:pt x="1" y="178"/>
                      <a:pt x="0" y="156"/>
                    </a:cubicBezTo>
                    <a:cubicBezTo>
                      <a:pt x="0" y="153"/>
                      <a:pt x="0" y="149"/>
                      <a:pt x="0" y="146"/>
                    </a:cubicBezTo>
                    <a:cubicBezTo>
                      <a:pt x="0" y="97"/>
                      <a:pt x="6" y="48"/>
                      <a:pt x="17" y="0"/>
                    </a:cubicBezTo>
                    <a:cubicBezTo>
                      <a:pt x="16" y="69"/>
                      <a:pt x="14" y="140"/>
                      <a:pt x="19" y="21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Google Shape;2094;p30"/>
              <p:cNvSpPr/>
              <p:nvPr/>
            </p:nvSpPr>
            <p:spPr>
              <a:xfrm rot="-755222">
                <a:off x="7509754" y="2275401"/>
                <a:ext cx="63613" cy="123090"/>
              </a:xfrm>
              <a:custGeom>
                <a:avLst/>
                <a:gdLst/>
                <a:ahLst/>
                <a:cxnLst/>
                <a:rect l="l" t="t" r="r" b="b"/>
                <a:pathLst>
                  <a:path w="77" h="149" extrusionOk="0">
                    <a:moveTo>
                      <a:pt x="49" y="148"/>
                    </a:moveTo>
                    <a:cubicBezTo>
                      <a:pt x="61" y="125"/>
                      <a:pt x="51" y="108"/>
                      <a:pt x="35" y="90"/>
                    </a:cubicBezTo>
                    <a:cubicBezTo>
                      <a:pt x="27" y="82"/>
                      <a:pt x="21" y="74"/>
                      <a:pt x="15" y="65"/>
                    </a:cubicBezTo>
                    <a:cubicBezTo>
                      <a:pt x="5" y="47"/>
                      <a:pt x="0" y="27"/>
                      <a:pt x="0" y="6"/>
                    </a:cubicBezTo>
                    <a:cubicBezTo>
                      <a:pt x="0" y="5"/>
                      <a:pt x="0" y="4"/>
                      <a:pt x="0" y="2"/>
                    </a:cubicBezTo>
                    <a:cubicBezTo>
                      <a:pt x="20" y="0"/>
                      <a:pt x="16" y="14"/>
                      <a:pt x="19" y="23"/>
                    </a:cubicBezTo>
                    <a:cubicBezTo>
                      <a:pt x="25" y="41"/>
                      <a:pt x="23" y="62"/>
                      <a:pt x="52" y="65"/>
                    </a:cubicBezTo>
                    <a:cubicBezTo>
                      <a:pt x="70" y="67"/>
                      <a:pt x="63" y="89"/>
                      <a:pt x="63" y="102"/>
                    </a:cubicBezTo>
                    <a:cubicBezTo>
                      <a:pt x="62" y="115"/>
                      <a:pt x="76" y="140"/>
                      <a:pt x="48" y="146"/>
                    </a:cubicBezTo>
                    <a:lnTo>
                      <a:pt x="49" y="14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Google Shape;2095;p30"/>
              <p:cNvSpPr/>
              <p:nvPr/>
            </p:nvSpPr>
            <p:spPr>
              <a:xfrm rot="-755222">
                <a:off x="7750467" y="2358192"/>
                <a:ext cx="90050" cy="10904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32" extrusionOk="0">
                    <a:moveTo>
                      <a:pt x="0" y="4"/>
                    </a:moveTo>
                    <a:cubicBezTo>
                      <a:pt x="4" y="2"/>
                      <a:pt x="6" y="0"/>
                      <a:pt x="8" y="0"/>
                    </a:cubicBezTo>
                    <a:cubicBezTo>
                      <a:pt x="23" y="0"/>
                      <a:pt x="37" y="4"/>
                      <a:pt x="50" y="12"/>
                    </a:cubicBezTo>
                    <a:cubicBezTo>
                      <a:pt x="63" y="19"/>
                      <a:pt x="73" y="29"/>
                      <a:pt x="81" y="42"/>
                    </a:cubicBezTo>
                    <a:cubicBezTo>
                      <a:pt x="89" y="55"/>
                      <a:pt x="92" y="70"/>
                      <a:pt x="92" y="85"/>
                    </a:cubicBezTo>
                    <a:cubicBezTo>
                      <a:pt x="94" y="98"/>
                      <a:pt x="108" y="108"/>
                      <a:pt x="106" y="124"/>
                    </a:cubicBezTo>
                    <a:cubicBezTo>
                      <a:pt x="92" y="131"/>
                      <a:pt x="90" y="121"/>
                      <a:pt x="87" y="113"/>
                    </a:cubicBezTo>
                    <a:cubicBezTo>
                      <a:pt x="80" y="94"/>
                      <a:pt x="73" y="75"/>
                      <a:pt x="67" y="56"/>
                    </a:cubicBezTo>
                    <a:cubicBezTo>
                      <a:pt x="61" y="37"/>
                      <a:pt x="56" y="19"/>
                      <a:pt x="27" y="30"/>
                    </a:cubicBezTo>
                    <a:cubicBezTo>
                      <a:pt x="15" y="34"/>
                      <a:pt x="4" y="21"/>
                      <a:pt x="0" y="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Google Shape;2096;p30"/>
              <p:cNvSpPr/>
              <p:nvPr/>
            </p:nvSpPr>
            <p:spPr>
              <a:xfrm rot="-755222">
                <a:off x="7593185" y="2511104"/>
                <a:ext cx="44612" cy="120611"/>
              </a:xfrm>
              <a:custGeom>
                <a:avLst/>
                <a:gdLst/>
                <a:ahLst/>
                <a:cxnLst/>
                <a:rect l="l" t="t" r="r" b="b"/>
                <a:pathLst>
                  <a:path w="54" h="146" extrusionOk="0">
                    <a:moveTo>
                      <a:pt x="50" y="129"/>
                    </a:moveTo>
                    <a:cubicBezTo>
                      <a:pt x="30" y="115"/>
                      <a:pt x="42" y="84"/>
                      <a:pt x="16" y="68"/>
                    </a:cubicBezTo>
                    <a:lnTo>
                      <a:pt x="16" y="145"/>
                    </a:lnTo>
                    <a:cubicBezTo>
                      <a:pt x="0" y="81"/>
                      <a:pt x="3" y="57"/>
                      <a:pt x="36" y="0"/>
                    </a:cubicBezTo>
                    <a:cubicBezTo>
                      <a:pt x="36" y="50"/>
                      <a:pt x="53" y="88"/>
                      <a:pt x="49" y="130"/>
                    </a:cubicBezTo>
                    <a:lnTo>
                      <a:pt x="50" y="1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Google Shape;2097;p30"/>
              <p:cNvSpPr/>
              <p:nvPr/>
            </p:nvSpPr>
            <p:spPr>
              <a:xfrm rot="-755222">
                <a:off x="7480020" y="2488779"/>
                <a:ext cx="21480" cy="170178"/>
              </a:xfrm>
              <a:custGeom>
                <a:avLst/>
                <a:gdLst/>
                <a:ahLst/>
                <a:cxnLst/>
                <a:rect l="l" t="t" r="r" b="b"/>
                <a:pathLst>
                  <a:path w="26" h="206" extrusionOk="0">
                    <a:moveTo>
                      <a:pt x="3" y="205"/>
                    </a:moveTo>
                    <a:cubicBezTo>
                      <a:pt x="1" y="187"/>
                      <a:pt x="0" y="168"/>
                      <a:pt x="0" y="149"/>
                    </a:cubicBezTo>
                    <a:cubicBezTo>
                      <a:pt x="0" y="98"/>
                      <a:pt x="8" y="48"/>
                      <a:pt x="25" y="0"/>
                    </a:cubicBezTo>
                    <a:cubicBezTo>
                      <a:pt x="22" y="68"/>
                      <a:pt x="4" y="135"/>
                      <a:pt x="3" y="20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Google Shape;2098;p30"/>
              <p:cNvSpPr/>
              <p:nvPr/>
            </p:nvSpPr>
            <p:spPr>
              <a:xfrm rot="-755222">
                <a:off x="7631353" y="2328067"/>
                <a:ext cx="52047" cy="107394"/>
              </a:xfrm>
              <a:custGeom>
                <a:avLst/>
                <a:gdLst/>
                <a:ahLst/>
                <a:cxnLst/>
                <a:rect l="l" t="t" r="r" b="b"/>
                <a:pathLst>
                  <a:path w="63" h="130" extrusionOk="0">
                    <a:moveTo>
                      <a:pt x="0" y="0"/>
                    </a:moveTo>
                    <a:cubicBezTo>
                      <a:pt x="19" y="21"/>
                      <a:pt x="27" y="48"/>
                      <a:pt x="51" y="64"/>
                    </a:cubicBezTo>
                    <a:cubicBezTo>
                      <a:pt x="29" y="90"/>
                      <a:pt x="52" y="108"/>
                      <a:pt x="62" y="129"/>
                    </a:cubicBezTo>
                    <a:cubicBezTo>
                      <a:pt x="14" y="98"/>
                      <a:pt x="19" y="4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Google Shape;2099;p30"/>
              <p:cNvSpPr/>
              <p:nvPr/>
            </p:nvSpPr>
            <p:spPr>
              <a:xfrm rot="-755222">
                <a:off x="7592185" y="2343448"/>
                <a:ext cx="39655" cy="121437"/>
              </a:xfrm>
              <a:custGeom>
                <a:avLst/>
                <a:gdLst/>
                <a:ahLst/>
                <a:cxnLst/>
                <a:rect l="l" t="t" r="r" b="b"/>
                <a:pathLst>
                  <a:path w="48" h="147" extrusionOk="0">
                    <a:moveTo>
                      <a:pt x="0" y="0"/>
                    </a:moveTo>
                    <a:cubicBezTo>
                      <a:pt x="16" y="48"/>
                      <a:pt x="47" y="91"/>
                      <a:pt x="31" y="146"/>
                    </a:cubicBezTo>
                    <a:cubicBezTo>
                      <a:pt x="1" y="101"/>
                      <a:pt x="9" y="4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Google Shape;2100;p30"/>
              <p:cNvSpPr/>
              <p:nvPr/>
            </p:nvSpPr>
            <p:spPr>
              <a:xfrm rot="-755222">
                <a:off x="7673207" y="2455635"/>
                <a:ext cx="47090" cy="114002"/>
              </a:xfrm>
              <a:custGeom>
                <a:avLst/>
                <a:gdLst/>
                <a:ahLst/>
                <a:cxnLst/>
                <a:rect l="l" t="t" r="r" b="b"/>
                <a:pathLst>
                  <a:path w="57" h="138" extrusionOk="0">
                    <a:moveTo>
                      <a:pt x="5" y="0"/>
                    </a:moveTo>
                    <a:cubicBezTo>
                      <a:pt x="19" y="48"/>
                      <a:pt x="25" y="96"/>
                      <a:pt x="56" y="137"/>
                    </a:cubicBezTo>
                    <a:cubicBezTo>
                      <a:pt x="40" y="126"/>
                      <a:pt x="26" y="112"/>
                      <a:pt x="16" y="95"/>
                    </a:cubicBezTo>
                    <a:cubicBezTo>
                      <a:pt x="5" y="77"/>
                      <a:pt x="0" y="56"/>
                      <a:pt x="0" y="35"/>
                    </a:cubicBezTo>
                    <a:cubicBezTo>
                      <a:pt x="0" y="23"/>
                      <a:pt x="2" y="11"/>
                      <a:pt x="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Google Shape;2101;p30"/>
              <p:cNvSpPr/>
              <p:nvPr/>
            </p:nvSpPr>
            <p:spPr>
              <a:xfrm rot="-755222">
                <a:off x="7572900" y="2538264"/>
                <a:ext cx="21480" cy="167699"/>
              </a:xfrm>
              <a:custGeom>
                <a:avLst/>
                <a:gdLst/>
                <a:ahLst/>
                <a:cxnLst/>
                <a:rect l="l" t="t" r="r" b="b"/>
                <a:pathLst>
                  <a:path w="26" h="203" extrusionOk="0">
                    <a:moveTo>
                      <a:pt x="14" y="0"/>
                    </a:moveTo>
                    <a:cubicBezTo>
                      <a:pt x="21" y="67"/>
                      <a:pt x="12" y="135"/>
                      <a:pt x="25" y="202"/>
                    </a:cubicBezTo>
                    <a:cubicBezTo>
                      <a:pt x="0" y="136"/>
                      <a:pt x="12" y="69"/>
                      <a:pt x="1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Google Shape;2102;p30"/>
              <p:cNvSpPr/>
              <p:nvPr/>
            </p:nvSpPr>
            <p:spPr>
              <a:xfrm rot="-755222">
                <a:off x="7644155" y="2475324"/>
                <a:ext cx="35524" cy="118959"/>
              </a:xfrm>
              <a:custGeom>
                <a:avLst/>
                <a:gdLst/>
                <a:ahLst/>
                <a:cxnLst/>
                <a:rect l="l" t="t" r="r" b="b"/>
                <a:pathLst>
                  <a:path w="43" h="144" extrusionOk="0">
                    <a:moveTo>
                      <a:pt x="42" y="143"/>
                    </a:moveTo>
                    <a:cubicBezTo>
                      <a:pt x="33" y="134"/>
                      <a:pt x="25" y="124"/>
                      <a:pt x="19" y="113"/>
                    </a:cubicBezTo>
                    <a:cubicBezTo>
                      <a:pt x="6" y="92"/>
                      <a:pt x="0" y="67"/>
                      <a:pt x="0" y="43"/>
                    </a:cubicBezTo>
                    <a:cubicBezTo>
                      <a:pt x="0" y="28"/>
                      <a:pt x="2" y="14"/>
                      <a:pt x="6" y="0"/>
                    </a:cubicBezTo>
                    <a:cubicBezTo>
                      <a:pt x="11" y="49"/>
                      <a:pt x="23" y="97"/>
                      <a:pt x="42" y="14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Google Shape;2103;p30"/>
              <p:cNvSpPr/>
              <p:nvPr/>
            </p:nvSpPr>
            <p:spPr>
              <a:xfrm rot="-755222">
                <a:off x="7485598" y="2338134"/>
                <a:ext cx="35524" cy="125568"/>
              </a:xfrm>
              <a:custGeom>
                <a:avLst/>
                <a:gdLst/>
                <a:ahLst/>
                <a:cxnLst/>
                <a:rect l="l" t="t" r="r" b="b"/>
                <a:pathLst>
                  <a:path w="43" h="152" extrusionOk="0">
                    <a:moveTo>
                      <a:pt x="20" y="151"/>
                    </a:moveTo>
                    <a:cubicBezTo>
                      <a:pt x="0" y="87"/>
                      <a:pt x="7" y="40"/>
                      <a:pt x="42" y="0"/>
                    </a:cubicBezTo>
                    <a:cubicBezTo>
                      <a:pt x="36" y="54"/>
                      <a:pt x="15" y="100"/>
                      <a:pt x="20" y="1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Google Shape;2104;p30"/>
              <p:cNvSpPr/>
              <p:nvPr/>
            </p:nvSpPr>
            <p:spPr>
              <a:xfrm rot="-755222">
                <a:off x="7530886" y="2381898"/>
                <a:ext cx="19828" cy="96654"/>
              </a:xfrm>
              <a:custGeom>
                <a:avLst/>
                <a:gdLst/>
                <a:ahLst/>
                <a:cxnLst/>
                <a:rect l="l" t="t" r="r" b="b"/>
                <a:pathLst>
                  <a:path w="24" h="117" extrusionOk="0">
                    <a:moveTo>
                      <a:pt x="11" y="0"/>
                    </a:moveTo>
                    <a:cubicBezTo>
                      <a:pt x="21" y="38"/>
                      <a:pt x="11" y="79"/>
                      <a:pt x="23" y="116"/>
                    </a:cubicBezTo>
                    <a:cubicBezTo>
                      <a:pt x="20" y="113"/>
                      <a:pt x="18" y="109"/>
                      <a:pt x="16" y="106"/>
                    </a:cubicBezTo>
                    <a:cubicBezTo>
                      <a:pt x="6" y="88"/>
                      <a:pt x="0" y="68"/>
                      <a:pt x="0" y="47"/>
                    </a:cubicBezTo>
                    <a:cubicBezTo>
                      <a:pt x="0" y="31"/>
                      <a:pt x="4" y="15"/>
                      <a:pt x="1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Google Shape;2105;p30"/>
              <p:cNvSpPr/>
              <p:nvPr/>
            </p:nvSpPr>
            <p:spPr>
              <a:xfrm rot="-755222">
                <a:off x="7705235" y="2457909"/>
                <a:ext cx="42960" cy="85915"/>
              </a:xfrm>
              <a:custGeom>
                <a:avLst/>
                <a:gdLst/>
                <a:ahLst/>
                <a:cxnLst/>
                <a:rect l="l" t="t" r="r" b="b"/>
                <a:pathLst>
                  <a:path w="52" h="104" extrusionOk="0">
                    <a:moveTo>
                      <a:pt x="51" y="103"/>
                    </a:moveTo>
                    <a:cubicBezTo>
                      <a:pt x="23" y="74"/>
                      <a:pt x="0" y="43"/>
                      <a:pt x="5" y="0"/>
                    </a:cubicBezTo>
                    <a:cubicBezTo>
                      <a:pt x="25" y="32"/>
                      <a:pt x="31" y="72"/>
                      <a:pt x="51" y="10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30"/>
              <p:cNvSpPr/>
              <p:nvPr/>
            </p:nvSpPr>
            <p:spPr>
              <a:xfrm rot="-755222">
                <a:off x="7562583" y="2391371"/>
                <a:ext cx="22306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27" h="107" extrusionOk="0">
                    <a:moveTo>
                      <a:pt x="11" y="0"/>
                    </a:moveTo>
                    <a:cubicBezTo>
                      <a:pt x="20" y="35"/>
                      <a:pt x="11" y="72"/>
                      <a:pt x="26" y="106"/>
                    </a:cubicBezTo>
                    <a:cubicBezTo>
                      <a:pt x="20" y="101"/>
                      <a:pt x="15" y="94"/>
                      <a:pt x="11" y="87"/>
                    </a:cubicBezTo>
                    <a:cubicBezTo>
                      <a:pt x="4" y="75"/>
                      <a:pt x="0" y="60"/>
                      <a:pt x="0" y="45"/>
                    </a:cubicBezTo>
                    <a:cubicBezTo>
                      <a:pt x="0" y="30"/>
                      <a:pt x="4" y="15"/>
                      <a:pt x="11" y="3"/>
                    </a:cubicBezTo>
                    <a:cubicBezTo>
                      <a:pt x="12" y="2"/>
                      <a:pt x="12" y="1"/>
                      <a:pt x="13" y="0"/>
                    </a:cubicBezTo>
                    <a:lnTo>
                      <a:pt x="1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30"/>
              <p:cNvSpPr/>
              <p:nvPr/>
            </p:nvSpPr>
            <p:spPr>
              <a:xfrm rot="-755222">
                <a:off x="7741144" y="2321104"/>
                <a:ext cx="54526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66" h="52" extrusionOk="0">
                    <a:moveTo>
                      <a:pt x="65" y="44"/>
                    </a:moveTo>
                    <a:cubicBezTo>
                      <a:pt x="35" y="51"/>
                      <a:pt x="24" y="26"/>
                      <a:pt x="0" y="9"/>
                    </a:cubicBezTo>
                    <a:cubicBezTo>
                      <a:pt x="40" y="0"/>
                      <a:pt x="45" y="35"/>
                      <a:pt x="65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30"/>
              <p:cNvSpPr/>
              <p:nvPr/>
            </p:nvSpPr>
            <p:spPr>
              <a:xfrm rot="-755222">
                <a:off x="7747665" y="2445449"/>
                <a:ext cx="22306" cy="68567"/>
              </a:xfrm>
              <a:custGeom>
                <a:avLst/>
                <a:gdLst/>
                <a:ahLst/>
                <a:cxnLst/>
                <a:rect l="l" t="t" r="r" b="b"/>
                <a:pathLst>
                  <a:path w="27" h="83" extrusionOk="0">
                    <a:moveTo>
                      <a:pt x="26" y="82"/>
                    </a:moveTo>
                    <a:cubicBezTo>
                      <a:pt x="23" y="77"/>
                      <a:pt x="20" y="73"/>
                      <a:pt x="17" y="68"/>
                    </a:cubicBezTo>
                    <a:cubicBezTo>
                      <a:pt x="6" y="48"/>
                      <a:pt x="0" y="26"/>
                      <a:pt x="0" y="4"/>
                    </a:cubicBezTo>
                    <a:cubicBezTo>
                      <a:pt x="0" y="3"/>
                      <a:pt x="0" y="1"/>
                      <a:pt x="0" y="0"/>
                    </a:cubicBezTo>
                    <a:cubicBezTo>
                      <a:pt x="23" y="30"/>
                      <a:pt x="18" y="58"/>
                      <a:pt x="26" y="8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30"/>
              <p:cNvSpPr/>
              <p:nvPr/>
            </p:nvSpPr>
            <p:spPr>
              <a:xfrm rot="-755222">
                <a:off x="7696911" y="2282429"/>
                <a:ext cx="33046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40" h="36" extrusionOk="0">
                    <a:moveTo>
                      <a:pt x="0" y="4"/>
                    </a:moveTo>
                    <a:cubicBezTo>
                      <a:pt x="3" y="2"/>
                      <a:pt x="5" y="0"/>
                      <a:pt x="6" y="0"/>
                    </a:cubicBezTo>
                    <a:cubicBezTo>
                      <a:pt x="17" y="6"/>
                      <a:pt x="28" y="13"/>
                      <a:pt x="39" y="20"/>
                    </a:cubicBezTo>
                    <a:cubicBezTo>
                      <a:pt x="39" y="20"/>
                      <a:pt x="36" y="27"/>
                      <a:pt x="34" y="28"/>
                    </a:cubicBezTo>
                    <a:cubicBezTo>
                      <a:pt x="11" y="35"/>
                      <a:pt x="9" y="16"/>
                      <a:pt x="0" y="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30"/>
              <p:cNvSpPr/>
              <p:nvPr/>
            </p:nvSpPr>
            <p:spPr>
              <a:xfrm rot="-755222">
                <a:off x="7766947" y="2427650"/>
                <a:ext cx="25611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1" h="41" extrusionOk="0">
                    <a:moveTo>
                      <a:pt x="0" y="0"/>
                    </a:moveTo>
                    <a:cubicBezTo>
                      <a:pt x="1" y="1"/>
                      <a:pt x="3" y="1"/>
                      <a:pt x="4" y="2"/>
                    </a:cubicBezTo>
                    <a:cubicBezTo>
                      <a:pt x="14" y="8"/>
                      <a:pt x="21" y="16"/>
                      <a:pt x="27" y="25"/>
                    </a:cubicBezTo>
                    <a:cubicBezTo>
                      <a:pt x="28" y="27"/>
                      <a:pt x="29" y="30"/>
                      <a:pt x="30" y="32"/>
                    </a:cubicBezTo>
                    <a:cubicBezTo>
                      <a:pt x="28" y="38"/>
                      <a:pt x="24" y="40"/>
                      <a:pt x="19" y="36"/>
                    </a:cubicBezTo>
                    <a:cubicBezTo>
                      <a:pt x="14" y="32"/>
                      <a:pt x="10" y="27"/>
                      <a:pt x="6" y="21"/>
                    </a:cubicBezTo>
                    <a:cubicBezTo>
                      <a:pt x="3" y="15"/>
                      <a:pt x="0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30"/>
              <p:cNvSpPr/>
              <p:nvPr/>
            </p:nvSpPr>
            <p:spPr>
              <a:xfrm rot="-755222">
                <a:off x="7709230" y="2375775"/>
                <a:ext cx="14871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18" h="47" extrusionOk="0">
                    <a:moveTo>
                      <a:pt x="17" y="46"/>
                    </a:moveTo>
                    <a:cubicBezTo>
                      <a:pt x="14" y="42"/>
                      <a:pt x="12" y="37"/>
                      <a:pt x="9" y="33"/>
                    </a:cubicBezTo>
                    <a:cubicBezTo>
                      <a:pt x="7" y="29"/>
                      <a:pt x="4" y="24"/>
                      <a:pt x="2" y="20"/>
                    </a:cubicBezTo>
                    <a:cubicBezTo>
                      <a:pt x="1" y="17"/>
                      <a:pt x="0" y="14"/>
                      <a:pt x="0" y="11"/>
                    </a:cubicBezTo>
                    <a:cubicBezTo>
                      <a:pt x="0" y="8"/>
                      <a:pt x="1" y="5"/>
                      <a:pt x="2" y="2"/>
                    </a:cubicBezTo>
                    <a:cubicBezTo>
                      <a:pt x="3" y="1"/>
                      <a:pt x="3" y="0"/>
                      <a:pt x="4" y="0"/>
                    </a:cubicBezTo>
                    <a:cubicBezTo>
                      <a:pt x="5" y="1"/>
                      <a:pt x="6" y="2"/>
                      <a:pt x="7" y="4"/>
                    </a:cubicBezTo>
                    <a:cubicBezTo>
                      <a:pt x="14" y="16"/>
                      <a:pt x="17" y="30"/>
                      <a:pt x="17" y="44"/>
                    </a:cubicBezTo>
                    <a:cubicBezTo>
                      <a:pt x="17" y="45"/>
                      <a:pt x="17" y="46"/>
                      <a:pt x="17" y="4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30"/>
              <p:cNvSpPr/>
              <p:nvPr/>
            </p:nvSpPr>
            <p:spPr>
              <a:xfrm rot="-755222">
                <a:off x="7646471" y="2609882"/>
                <a:ext cx="21480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26" h="38" extrusionOk="0">
                    <a:moveTo>
                      <a:pt x="0" y="1"/>
                    </a:moveTo>
                    <a:cubicBezTo>
                      <a:pt x="16" y="4"/>
                      <a:pt x="12" y="21"/>
                      <a:pt x="25" y="37"/>
                    </a:cubicBezTo>
                    <a:cubicBezTo>
                      <a:pt x="1" y="27"/>
                      <a:pt x="0" y="14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30"/>
              <p:cNvSpPr/>
              <p:nvPr/>
            </p:nvSpPr>
            <p:spPr>
              <a:xfrm rot="-755222">
                <a:off x="9656314" y="4081620"/>
                <a:ext cx="28089" cy="85089"/>
              </a:xfrm>
              <a:custGeom>
                <a:avLst/>
                <a:gdLst/>
                <a:ahLst/>
                <a:cxnLst/>
                <a:rect l="l" t="t" r="r" b="b"/>
                <a:pathLst>
                  <a:path w="34" h="103" extrusionOk="0">
                    <a:moveTo>
                      <a:pt x="7" y="102"/>
                    </a:moveTo>
                    <a:cubicBezTo>
                      <a:pt x="0" y="64"/>
                      <a:pt x="22" y="33"/>
                      <a:pt x="33" y="0"/>
                    </a:cubicBezTo>
                    <a:cubicBezTo>
                      <a:pt x="33" y="35"/>
                      <a:pt x="24" y="70"/>
                      <a:pt x="7" y="101"/>
                    </a:cubicBezTo>
                    <a:lnTo>
                      <a:pt x="7" y="10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30"/>
              <p:cNvSpPr/>
              <p:nvPr/>
            </p:nvSpPr>
            <p:spPr>
              <a:xfrm rot="-755222">
                <a:off x="9671593" y="3996984"/>
                <a:ext cx="23132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28" h="52" extrusionOk="0">
                    <a:moveTo>
                      <a:pt x="20" y="0"/>
                    </a:moveTo>
                    <a:cubicBezTo>
                      <a:pt x="27" y="23"/>
                      <a:pt x="16" y="34"/>
                      <a:pt x="7" y="51"/>
                    </a:cubicBezTo>
                    <a:cubicBezTo>
                      <a:pt x="0" y="28"/>
                      <a:pt x="12" y="17"/>
                      <a:pt x="2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30"/>
              <p:cNvSpPr/>
              <p:nvPr/>
            </p:nvSpPr>
            <p:spPr>
              <a:xfrm rot="-755222">
                <a:off x="10712035" y="3968271"/>
                <a:ext cx="42960" cy="53697"/>
              </a:xfrm>
              <a:custGeom>
                <a:avLst/>
                <a:gdLst/>
                <a:ahLst/>
                <a:cxnLst/>
                <a:rect l="l" t="t" r="r" b="b"/>
                <a:pathLst>
                  <a:path w="52" h="65" extrusionOk="0">
                    <a:moveTo>
                      <a:pt x="0" y="62"/>
                    </a:moveTo>
                    <a:cubicBezTo>
                      <a:pt x="23" y="9"/>
                      <a:pt x="23" y="9"/>
                      <a:pt x="51" y="0"/>
                    </a:cubicBezTo>
                    <a:cubicBezTo>
                      <a:pt x="48" y="7"/>
                      <a:pt x="45" y="14"/>
                      <a:pt x="41" y="20"/>
                    </a:cubicBezTo>
                    <a:cubicBezTo>
                      <a:pt x="31" y="38"/>
                      <a:pt x="18" y="52"/>
                      <a:pt x="2" y="64"/>
                    </a:cubicBezTo>
                    <a:lnTo>
                      <a:pt x="0" y="6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30"/>
              <p:cNvSpPr/>
              <p:nvPr/>
            </p:nvSpPr>
            <p:spPr>
              <a:xfrm rot="-755222">
                <a:off x="10491631" y="3939081"/>
                <a:ext cx="56178" cy="130525"/>
              </a:xfrm>
              <a:custGeom>
                <a:avLst/>
                <a:gdLst/>
                <a:ahLst/>
                <a:cxnLst/>
                <a:rect l="l" t="t" r="r" b="b"/>
                <a:pathLst>
                  <a:path w="68" h="158" extrusionOk="0">
                    <a:moveTo>
                      <a:pt x="0" y="157"/>
                    </a:moveTo>
                    <a:cubicBezTo>
                      <a:pt x="10" y="112"/>
                      <a:pt x="26" y="69"/>
                      <a:pt x="49" y="29"/>
                    </a:cubicBezTo>
                    <a:cubicBezTo>
                      <a:pt x="55" y="19"/>
                      <a:pt x="61" y="10"/>
                      <a:pt x="67" y="0"/>
                    </a:cubicBezTo>
                    <a:cubicBezTo>
                      <a:pt x="56" y="48"/>
                      <a:pt x="37" y="93"/>
                      <a:pt x="13" y="135"/>
                    </a:cubicBezTo>
                    <a:cubicBezTo>
                      <a:pt x="9" y="143"/>
                      <a:pt x="4" y="150"/>
                      <a:pt x="0" y="15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Google Shape;2117;p30"/>
              <p:cNvSpPr/>
              <p:nvPr/>
            </p:nvSpPr>
            <p:spPr>
              <a:xfrm rot="-755222">
                <a:off x="10582569" y="3742364"/>
                <a:ext cx="47090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57" h="107" extrusionOk="0">
                    <a:moveTo>
                      <a:pt x="56" y="0"/>
                    </a:moveTo>
                    <a:cubicBezTo>
                      <a:pt x="50" y="22"/>
                      <a:pt x="41" y="44"/>
                      <a:pt x="30" y="64"/>
                    </a:cubicBezTo>
                    <a:cubicBezTo>
                      <a:pt x="21" y="79"/>
                      <a:pt x="11" y="93"/>
                      <a:pt x="0" y="106"/>
                    </a:cubicBezTo>
                    <a:cubicBezTo>
                      <a:pt x="4" y="83"/>
                      <a:pt x="12" y="62"/>
                      <a:pt x="23" y="43"/>
                    </a:cubicBezTo>
                    <a:cubicBezTo>
                      <a:pt x="32" y="27"/>
                      <a:pt x="43" y="12"/>
                      <a:pt x="5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Google Shape;2118;p30"/>
              <p:cNvSpPr/>
              <p:nvPr/>
            </p:nvSpPr>
            <p:spPr>
              <a:xfrm rot="-755222">
                <a:off x="10524384" y="3868852"/>
                <a:ext cx="28915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35" h="81" extrusionOk="0">
                    <a:moveTo>
                      <a:pt x="0" y="80"/>
                    </a:moveTo>
                    <a:cubicBezTo>
                      <a:pt x="1" y="60"/>
                      <a:pt x="7" y="41"/>
                      <a:pt x="17" y="24"/>
                    </a:cubicBezTo>
                    <a:cubicBezTo>
                      <a:pt x="21" y="16"/>
                      <a:pt x="27" y="8"/>
                      <a:pt x="34" y="0"/>
                    </a:cubicBezTo>
                    <a:cubicBezTo>
                      <a:pt x="33" y="20"/>
                      <a:pt x="27" y="39"/>
                      <a:pt x="17" y="56"/>
                    </a:cubicBezTo>
                    <a:cubicBezTo>
                      <a:pt x="12" y="65"/>
                      <a:pt x="6" y="73"/>
                      <a:pt x="0" y="8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30"/>
              <p:cNvSpPr/>
              <p:nvPr/>
            </p:nvSpPr>
            <p:spPr>
              <a:xfrm rot="-755222">
                <a:off x="9586944" y="4001837"/>
                <a:ext cx="14045" cy="57001"/>
              </a:xfrm>
              <a:custGeom>
                <a:avLst/>
                <a:gdLst/>
                <a:ahLst/>
                <a:cxnLst/>
                <a:rect l="l" t="t" r="r" b="b"/>
                <a:pathLst>
                  <a:path w="17" h="69" extrusionOk="0">
                    <a:moveTo>
                      <a:pt x="0" y="68"/>
                    </a:moveTo>
                    <a:cubicBezTo>
                      <a:pt x="0" y="64"/>
                      <a:pt x="0" y="60"/>
                      <a:pt x="0" y="56"/>
                    </a:cubicBezTo>
                    <a:cubicBezTo>
                      <a:pt x="0" y="36"/>
                      <a:pt x="4" y="17"/>
                      <a:pt x="14" y="0"/>
                    </a:cubicBezTo>
                    <a:cubicBezTo>
                      <a:pt x="15" y="5"/>
                      <a:pt x="16" y="11"/>
                      <a:pt x="16" y="16"/>
                    </a:cubicBezTo>
                    <a:lnTo>
                      <a:pt x="16" y="17"/>
                    </a:lnTo>
                    <a:cubicBezTo>
                      <a:pt x="12" y="32"/>
                      <a:pt x="7" y="47"/>
                      <a:pt x="0" y="6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30"/>
              <p:cNvSpPr/>
              <p:nvPr/>
            </p:nvSpPr>
            <p:spPr>
              <a:xfrm rot="-755222">
                <a:off x="9834562" y="4056143"/>
                <a:ext cx="33872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41" h="160" extrusionOk="0">
                    <a:moveTo>
                      <a:pt x="2" y="159"/>
                    </a:moveTo>
                    <a:cubicBezTo>
                      <a:pt x="7" y="105"/>
                      <a:pt x="19" y="51"/>
                      <a:pt x="40" y="0"/>
                    </a:cubicBezTo>
                    <a:cubicBezTo>
                      <a:pt x="39" y="55"/>
                      <a:pt x="25" y="108"/>
                      <a:pt x="0" y="157"/>
                    </a:cubicBezTo>
                    <a:lnTo>
                      <a:pt x="2" y="15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30"/>
              <p:cNvSpPr/>
              <p:nvPr/>
            </p:nvSpPr>
            <p:spPr>
              <a:xfrm rot="-755222">
                <a:off x="9848173" y="4189182"/>
                <a:ext cx="12392" cy="58653"/>
              </a:xfrm>
              <a:custGeom>
                <a:avLst/>
                <a:gdLst/>
                <a:ahLst/>
                <a:cxnLst/>
                <a:rect l="l" t="t" r="r" b="b"/>
                <a:pathLst>
                  <a:path w="15" h="71" extrusionOk="0">
                    <a:moveTo>
                      <a:pt x="4" y="70"/>
                    </a:moveTo>
                    <a:cubicBezTo>
                      <a:pt x="1" y="62"/>
                      <a:pt x="0" y="53"/>
                      <a:pt x="0" y="43"/>
                    </a:cubicBezTo>
                    <a:cubicBezTo>
                      <a:pt x="0" y="28"/>
                      <a:pt x="4" y="13"/>
                      <a:pt x="11" y="0"/>
                    </a:cubicBezTo>
                    <a:cubicBezTo>
                      <a:pt x="13" y="9"/>
                      <a:pt x="14" y="18"/>
                      <a:pt x="14" y="26"/>
                    </a:cubicBezTo>
                    <a:cubicBezTo>
                      <a:pt x="14" y="42"/>
                      <a:pt x="11" y="57"/>
                      <a:pt x="4" y="7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30"/>
              <p:cNvSpPr/>
              <p:nvPr/>
            </p:nvSpPr>
            <p:spPr>
              <a:xfrm rot="-755222">
                <a:off x="10127471" y="2969600"/>
                <a:ext cx="17349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0" extrusionOk="0">
                    <a:moveTo>
                      <a:pt x="2" y="29"/>
                    </a:moveTo>
                    <a:cubicBezTo>
                      <a:pt x="1" y="26"/>
                      <a:pt x="0" y="23"/>
                      <a:pt x="0" y="19"/>
                    </a:cubicBezTo>
                    <a:cubicBezTo>
                      <a:pt x="0" y="11"/>
                      <a:pt x="0" y="0"/>
                      <a:pt x="13" y="5"/>
                    </a:cubicBezTo>
                    <a:cubicBezTo>
                      <a:pt x="20" y="7"/>
                      <a:pt x="17" y="18"/>
                      <a:pt x="13" y="23"/>
                    </a:cubicBezTo>
                    <a:cubicBezTo>
                      <a:pt x="9" y="29"/>
                      <a:pt x="4" y="27"/>
                      <a:pt x="0" y="29"/>
                    </a:cubicBezTo>
                    <a:lnTo>
                      <a:pt x="2" y="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30"/>
              <p:cNvSpPr/>
              <p:nvPr/>
            </p:nvSpPr>
            <p:spPr>
              <a:xfrm rot="-755222">
                <a:off x="10132169" y="2993488"/>
                <a:ext cx="9914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12" h="70" extrusionOk="0">
                    <a:moveTo>
                      <a:pt x="6" y="0"/>
                    </a:moveTo>
                    <a:cubicBezTo>
                      <a:pt x="9" y="11"/>
                      <a:pt x="11" y="22"/>
                      <a:pt x="11" y="34"/>
                    </a:cubicBezTo>
                    <a:cubicBezTo>
                      <a:pt x="11" y="45"/>
                      <a:pt x="9" y="56"/>
                      <a:pt x="6" y="67"/>
                    </a:cubicBezTo>
                    <a:lnTo>
                      <a:pt x="6" y="69"/>
                    </a:lnTo>
                    <a:cubicBezTo>
                      <a:pt x="2" y="58"/>
                      <a:pt x="0" y="46"/>
                      <a:pt x="0" y="35"/>
                    </a:cubicBezTo>
                    <a:cubicBezTo>
                      <a:pt x="0" y="23"/>
                      <a:pt x="2" y="12"/>
                      <a:pt x="6" y="1"/>
                    </a:cubicBezTo>
                    <a:lnTo>
                      <a:pt x="6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30"/>
              <p:cNvSpPr/>
              <p:nvPr/>
            </p:nvSpPr>
            <p:spPr>
              <a:xfrm rot="-755222">
                <a:off x="10216457" y="3006297"/>
                <a:ext cx="20654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25" h="52" extrusionOk="0">
                    <a:moveTo>
                      <a:pt x="1" y="51"/>
                    </a:moveTo>
                    <a:cubicBezTo>
                      <a:pt x="0" y="48"/>
                      <a:pt x="0" y="45"/>
                      <a:pt x="0" y="42"/>
                    </a:cubicBezTo>
                    <a:cubicBezTo>
                      <a:pt x="0" y="33"/>
                      <a:pt x="2" y="25"/>
                      <a:pt x="7" y="17"/>
                    </a:cubicBezTo>
                    <a:cubicBezTo>
                      <a:pt x="11" y="10"/>
                      <a:pt x="17" y="4"/>
                      <a:pt x="24" y="0"/>
                    </a:cubicBezTo>
                    <a:cubicBezTo>
                      <a:pt x="15" y="16"/>
                      <a:pt x="16" y="37"/>
                      <a:pt x="1" y="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30"/>
              <p:cNvSpPr/>
              <p:nvPr/>
            </p:nvSpPr>
            <p:spPr>
              <a:xfrm rot="-755222">
                <a:off x="7450174" y="1888830"/>
                <a:ext cx="20654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25" h="59" extrusionOk="0">
                    <a:moveTo>
                      <a:pt x="0" y="58"/>
                    </a:moveTo>
                    <a:cubicBezTo>
                      <a:pt x="0" y="55"/>
                      <a:pt x="0" y="53"/>
                      <a:pt x="0" y="51"/>
                    </a:cubicBezTo>
                    <a:cubicBezTo>
                      <a:pt x="0" y="39"/>
                      <a:pt x="4" y="28"/>
                      <a:pt x="9" y="18"/>
                    </a:cubicBezTo>
                    <a:cubicBezTo>
                      <a:pt x="13" y="11"/>
                      <a:pt x="18" y="5"/>
                      <a:pt x="24" y="0"/>
                    </a:cubicBezTo>
                    <a:cubicBezTo>
                      <a:pt x="24" y="1"/>
                      <a:pt x="24" y="2"/>
                      <a:pt x="24" y="3"/>
                    </a:cubicBezTo>
                    <a:cubicBezTo>
                      <a:pt x="24" y="16"/>
                      <a:pt x="20" y="29"/>
                      <a:pt x="14" y="40"/>
                    </a:cubicBezTo>
                    <a:cubicBezTo>
                      <a:pt x="10" y="47"/>
                      <a:pt x="5" y="53"/>
                      <a:pt x="0" y="5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26" name="Google Shape;2126;p30"/>
            <p:cNvGrpSpPr/>
            <p:nvPr/>
          </p:nvGrpSpPr>
          <p:grpSpPr>
            <a:xfrm>
              <a:off x="6414942" y="3379140"/>
              <a:ext cx="1542123" cy="2021747"/>
              <a:chOff x="6089760" y="2388960"/>
              <a:chExt cx="1000080" cy="1311120"/>
            </a:xfrm>
          </p:grpSpPr>
          <p:sp>
            <p:nvSpPr>
              <p:cNvPr id="2127" name="Google Shape;2127;p30"/>
              <p:cNvSpPr/>
              <p:nvPr/>
            </p:nvSpPr>
            <p:spPr>
              <a:xfrm>
                <a:off x="6567120" y="2880000"/>
                <a:ext cx="424800" cy="54000"/>
              </a:xfrm>
              <a:custGeom>
                <a:avLst/>
                <a:gdLst/>
                <a:ahLst/>
                <a:cxnLst/>
                <a:rect l="l" t="t" r="r" b="b"/>
                <a:pathLst>
                  <a:path w="1180" h="150" extrusionOk="0">
                    <a:moveTo>
                      <a:pt x="5" y="131"/>
                    </a:moveTo>
                    <a:cubicBezTo>
                      <a:pt x="193" y="149"/>
                      <a:pt x="392" y="125"/>
                      <a:pt x="580" y="107"/>
                    </a:cubicBezTo>
                    <a:cubicBezTo>
                      <a:pt x="776" y="88"/>
                      <a:pt x="978" y="68"/>
                      <a:pt x="1170" y="21"/>
                    </a:cubicBezTo>
                    <a:cubicBezTo>
                      <a:pt x="1171" y="21"/>
                      <a:pt x="1173" y="21"/>
                      <a:pt x="1174" y="20"/>
                    </a:cubicBezTo>
                    <a:cubicBezTo>
                      <a:pt x="1176" y="19"/>
                      <a:pt x="1177" y="18"/>
                      <a:pt x="1178" y="16"/>
                    </a:cubicBezTo>
                    <a:cubicBezTo>
                      <a:pt x="1179" y="14"/>
                      <a:pt x="1179" y="11"/>
                      <a:pt x="1179" y="10"/>
                    </a:cubicBezTo>
                    <a:cubicBezTo>
                      <a:pt x="1179" y="8"/>
                      <a:pt x="1179" y="7"/>
                      <a:pt x="1178" y="5"/>
                    </a:cubicBezTo>
                    <a:cubicBezTo>
                      <a:pt x="1177" y="3"/>
                      <a:pt x="1176" y="2"/>
                      <a:pt x="1174" y="1"/>
                    </a:cubicBezTo>
                    <a:cubicBezTo>
                      <a:pt x="1172" y="0"/>
                      <a:pt x="1170" y="0"/>
                      <a:pt x="1168" y="0"/>
                    </a:cubicBezTo>
                    <a:lnTo>
                      <a:pt x="1167" y="0"/>
                    </a:lnTo>
                    <a:cubicBezTo>
                      <a:pt x="973" y="25"/>
                      <a:pt x="782" y="61"/>
                      <a:pt x="588" y="80"/>
                    </a:cubicBezTo>
                    <a:cubicBezTo>
                      <a:pt x="493" y="90"/>
                      <a:pt x="397" y="98"/>
                      <a:pt x="301" y="103"/>
                    </a:cubicBezTo>
                    <a:cubicBezTo>
                      <a:pt x="203" y="109"/>
                      <a:pt x="103" y="108"/>
                      <a:pt x="5" y="121"/>
                    </a:cubicBezTo>
                    <a:cubicBezTo>
                      <a:pt x="4" y="121"/>
                      <a:pt x="3" y="121"/>
                      <a:pt x="2" y="122"/>
                    </a:cubicBezTo>
                    <a:cubicBezTo>
                      <a:pt x="1" y="123"/>
                      <a:pt x="1" y="122"/>
                      <a:pt x="0" y="123"/>
                    </a:cubicBezTo>
                    <a:cubicBezTo>
                      <a:pt x="0" y="124"/>
                      <a:pt x="0" y="125"/>
                      <a:pt x="0" y="126"/>
                    </a:cubicBezTo>
                    <a:cubicBezTo>
                      <a:pt x="0" y="127"/>
                      <a:pt x="0" y="128"/>
                      <a:pt x="0" y="128"/>
                    </a:cubicBezTo>
                    <a:cubicBezTo>
                      <a:pt x="1" y="129"/>
                      <a:pt x="1" y="130"/>
                      <a:pt x="2" y="130"/>
                    </a:cubicBezTo>
                    <a:cubicBezTo>
                      <a:pt x="4" y="131"/>
                      <a:pt x="4" y="131"/>
                      <a:pt x="5" y="1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Google Shape;2128;p30"/>
              <p:cNvSpPr/>
              <p:nvPr/>
            </p:nvSpPr>
            <p:spPr>
              <a:xfrm>
                <a:off x="6089760" y="2388960"/>
                <a:ext cx="1000080" cy="1311120"/>
              </a:xfrm>
              <a:custGeom>
                <a:avLst/>
                <a:gdLst/>
                <a:ahLst/>
                <a:cxnLst/>
                <a:rect l="l" t="t" r="r" b="b"/>
                <a:pathLst>
                  <a:path w="2778" h="3642" extrusionOk="0">
                    <a:moveTo>
                      <a:pt x="2768" y="2093"/>
                    </a:moveTo>
                    <a:cubicBezTo>
                      <a:pt x="2767" y="2066"/>
                      <a:pt x="2765" y="2038"/>
                      <a:pt x="2763" y="2011"/>
                    </a:cubicBezTo>
                    <a:cubicBezTo>
                      <a:pt x="2750" y="1807"/>
                      <a:pt x="2760" y="1603"/>
                      <a:pt x="2753" y="1399"/>
                    </a:cubicBezTo>
                    <a:cubicBezTo>
                      <a:pt x="2747" y="1250"/>
                      <a:pt x="2690" y="1123"/>
                      <a:pt x="2644" y="986"/>
                    </a:cubicBezTo>
                    <a:cubicBezTo>
                      <a:pt x="2595" y="843"/>
                      <a:pt x="2583" y="691"/>
                      <a:pt x="2553" y="544"/>
                    </a:cubicBezTo>
                    <a:cubicBezTo>
                      <a:pt x="2539" y="469"/>
                      <a:pt x="2514" y="397"/>
                      <a:pt x="2478" y="330"/>
                    </a:cubicBezTo>
                    <a:cubicBezTo>
                      <a:pt x="2434" y="255"/>
                      <a:pt x="2377" y="224"/>
                      <a:pt x="2311" y="175"/>
                    </a:cubicBezTo>
                    <a:cubicBezTo>
                      <a:pt x="2302" y="169"/>
                      <a:pt x="2292" y="163"/>
                      <a:pt x="2283" y="158"/>
                    </a:cubicBezTo>
                    <a:cubicBezTo>
                      <a:pt x="2238" y="132"/>
                      <a:pt x="2189" y="114"/>
                      <a:pt x="2139" y="104"/>
                    </a:cubicBezTo>
                    <a:cubicBezTo>
                      <a:pt x="2078" y="90"/>
                      <a:pt x="2016" y="76"/>
                      <a:pt x="1956" y="61"/>
                    </a:cubicBezTo>
                    <a:cubicBezTo>
                      <a:pt x="1841" y="32"/>
                      <a:pt x="1727" y="4"/>
                      <a:pt x="1608" y="2"/>
                    </a:cubicBezTo>
                    <a:cubicBezTo>
                      <a:pt x="1570" y="1"/>
                      <a:pt x="1532" y="0"/>
                      <a:pt x="1495" y="0"/>
                    </a:cubicBezTo>
                    <a:cubicBezTo>
                      <a:pt x="1342" y="0"/>
                      <a:pt x="1189" y="10"/>
                      <a:pt x="1038" y="31"/>
                    </a:cubicBezTo>
                    <a:cubicBezTo>
                      <a:pt x="904" y="51"/>
                      <a:pt x="770" y="70"/>
                      <a:pt x="640" y="112"/>
                    </a:cubicBezTo>
                    <a:cubicBezTo>
                      <a:pt x="588" y="130"/>
                      <a:pt x="537" y="153"/>
                      <a:pt x="489" y="181"/>
                    </a:cubicBezTo>
                    <a:cubicBezTo>
                      <a:pt x="487" y="182"/>
                      <a:pt x="485" y="183"/>
                      <a:pt x="484" y="184"/>
                    </a:cubicBezTo>
                    <a:cubicBezTo>
                      <a:pt x="456" y="201"/>
                      <a:pt x="431" y="222"/>
                      <a:pt x="410" y="247"/>
                    </a:cubicBezTo>
                    <a:cubicBezTo>
                      <a:pt x="406" y="250"/>
                      <a:pt x="403" y="254"/>
                      <a:pt x="400" y="258"/>
                    </a:cubicBezTo>
                    <a:cubicBezTo>
                      <a:pt x="396" y="266"/>
                      <a:pt x="394" y="274"/>
                      <a:pt x="394" y="283"/>
                    </a:cubicBezTo>
                    <a:cubicBezTo>
                      <a:pt x="394" y="291"/>
                      <a:pt x="396" y="300"/>
                      <a:pt x="400" y="307"/>
                    </a:cubicBezTo>
                    <a:cubicBezTo>
                      <a:pt x="402" y="309"/>
                      <a:pt x="403" y="312"/>
                      <a:pt x="405" y="314"/>
                    </a:cubicBezTo>
                    <a:cubicBezTo>
                      <a:pt x="403" y="313"/>
                      <a:pt x="401" y="313"/>
                      <a:pt x="399" y="313"/>
                    </a:cubicBezTo>
                    <a:cubicBezTo>
                      <a:pt x="389" y="313"/>
                      <a:pt x="380" y="316"/>
                      <a:pt x="372" y="321"/>
                    </a:cubicBezTo>
                    <a:cubicBezTo>
                      <a:pt x="364" y="325"/>
                      <a:pt x="357" y="332"/>
                      <a:pt x="352" y="340"/>
                    </a:cubicBezTo>
                    <a:cubicBezTo>
                      <a:pt x="350" y="343"/>
                      <a:pt x="349" y="347"/>
                      <a:pt x="348" y="350"/>
                    </a:cubicBezTo>
                    <a:cubicBezTo>
                      <a:pt x="330" y="405"/>
                      <a:pt x="301" y="455"/>
                      <a:pt x="278" y="508"/>
                    </a:cubicBezTo>
                    <a:cubicBezTo>
                      <a:pt x="267" y="535"/>
                      <a:pt x="261" y="565"/>
                      <a:pt x="248" y="593"/>
                    </a:cubicBezTo>
                    <a:cubicBezTo>
                      <a:pt x="245" y="598"/>
                      <a:pt x="244" y="605"/>
                      <a:pt x="244" y="611"/>
                    </a:cubicBezTo>
                    <a:cubicBezTo>
                      <a:pt x="244" y="615"/>
                      <a:pt x="244" y="618"/>
                      <a:pt x="245" y="621"/>
                    </a:cubicBezTo>
                    <a:cubicBezTo>
                      <a:pt x="246" y="629"/>
                      <a:pt x="247" y="637"/>
                      <a:pt x="247" y="645"/>
                    </a:cubicBezTo>
                    <a:cubicBezTo>
                      <a:pt x="247" y="662"/>
                      <a:pt x="244" y="679"/>
                      <a:pt x="237" y="695"/>
                    </a:cubicBezTo>
                    <a:cubicBezTo>
                      <a:pt x="217" y="767"/>
                      <a:pt x="201" y="841"/>
                      <a:pt x="190" y="916"/>
                    </a:cubicBezTo>
                    <a:cubicBezTo>
                      <a:pt x="186" y="949"/>
                      <a:pt x="179" y="981"/>
                      <a:pt x="168" y="1013"/>
                    </a:cubicBezTo>
                    <a:cubicBezTo>
                      <a:pt x="159" y="1037"/>
                      <a:pt x="138" y="1055"/>
                      <a:pt x="126" y="1078"/>
                    </a:cubicBezTo>
                    <a:cubicBezTo>
                      <a:pt x="117" y="1099"/>
                      <a:pt x="112" y="1122"/>
                      <a:pt x="112" y="1145"/>
                    </a:cubicBezTo>
                    <a:cubicBezTo>
                      <a:pt x="112" y="1151"/>
                      <a:pt x="112" y="1157"/>
                      <a:pt x="113" y="1163"/>
                    </a:cubicBezTo>
                    <a:cubicBezTo>
                      <a:pt x="111" y="1212"/>
                      <a:pt x="106" y="1260"/>
                      <a:pt x="97" y="1307"/>
                    </a:cubicBezTo>
                    <a:cubicBezTo>
                      <a:pt x="90" y="1361"/>
                      <a:pt x="83" y="1415"/>
                      <a:pt x="72" y="1468"/>
                    </a:cubicBezTo>
                    <a:cubicBezTo>
                      <a:pt x="66" y="1491"/>
                      <a:pt x="63" y="1516"/>
                      <a:pt x="63" y="1540"/>
                    </a:cubicBezTo>
                    <a:cubicBezTo>
                      <a:pt x="63" y="1556"/>
                      <a:pt x="64" y="1571"/>
                      <a:pt x="66" y="1586"/>
                    </a:cubicBezTo>
                    <a:cubicBezTo>
                      <a:pt x="82" y="1657"/>
                      <a:pt x="64" y="1724"/>
                      <a:pt x="59" y="1794"/>
                    </a:cubicBezTo>
                    <a:cubicBezTo>
                      <a:pt x="56" y="1842"/>
                      <a:pt x="52" y="1891"/>
                      <a:pt x="49" y="1939"/>
                    </a:cubicBezTo>
                    <a:cubicBezTo>
                      <a:pt x="47" y="1973"/>
                      <a:pt x="56" y="2013"/>
                      <a:pt x="35" y="2042"/>
                    </a:cubicBezTo>
                    <a:cubicBezTo>
                      <a:pt x="17" y="2066"/>
                      <a:pt x="0" y="2075"/>
                      <a:pt x="3" y="2107"/>
                    </a:cubicBezTo>
                    <a:cubicBezTo>
                      <a:pt x="12" y="2229"/>
                      <a:pt x="28" y="2349"/>
                      <a:pt x="50" y="2469"/>
                    </a:cubicBezTo>
                    <a:cubicBezTo>
                      <a:pt x="53" y="2489"/>
                      <a:pt x="59" y="2509"/>
                      <a:pt x="66" y="2529"/>
                    </a:cubicBezTo>
                    <a:cubicBezTo>
                      <a:pt x="92" y="2596"/>
                      <a:pt x="131" y="2659"/>
                      <a:pt x="158" y="2726"/>
                    </a:cubicBezTo>
                    <a:cubicBezTo>
                      <a:pt x="188" y="2799"/>
                      <a:pt x="216" y="2873"/>
                      <a:pt x="243" y="2947"/>
                    </a:cubicBezTo>
                    <a:cubicBezTo>
                      <a:pt x="263" y="2994"/>
                      <a:pt x="275" y="3043"/>
                      <a:pt x="279" y="3093"/>
                    </a:cubicBezTo>
                    <a:cubicBezTo>
                      <a:pt x="278" y="3103"/>
                      <a:pt x="278" y="3112"/>
                      <a:pt x="278" y="3122"/>
                    </a:cubicBezTo>
                    <a:cubicBezTo>
                      <a:pt x="278" y="3135"/>
                      <a:pt x="279" y="3148"/>
                      <a:pt x="280" y="3161"/>
                    </a:cubicBezTo>
                    <a:cubicBezTo>
                      <a:pt x="289" y="3185"/>
                      <a:pt x="300" y="3208"/>
                      <a:pt x="312" y="3230"/>
                    </a:cubicBezTo>
                    <a:cubicBezTo>
                      <a:pt x="329" y="3273"/>
                      <a:pt x="344" y="3317"/>
                      <a:pt x="355" y="3362"/>
                    </a:cubicBezTo>
                    <a:cubicBezTo>
                      <a:pt x="358" y="3374"/>
                      <a:pt x="363" y="3386"/>
                      <a:pt x="369" y="3397"/>
                    </a:cubicBezTo>
                    <a:cubicBezTo>
                      <a:pt x="380" y="3416"/>
                      <a:pt x="396" y="3432"/>
                      <a:pt x="416" y="3444"/>
                    </a:cubicBezTo>
                    <a:cubicBezTo>
                      <a:pt x="422" y="3447"/>
                      <a:pt x="429" y="3450"/>
                      <a:pt x="435" y="3453"/>
                    </a:cubicBezTo>
                    <a:cubicBezTo>
                      <a:pt x="471" y="3465"/>
                      <a:pt x="506" y="3480"/>
                      <a:pt x="539" y="3496"/>
                    </a:cubicBezTo>
                    <a:cubicBezTo>
                      <a:pt x="692" y="3578"/>
                      <a:pt x="858" y="3600"/>
                      <a:pt x="1023" y="3627"/>
                    </a:cubicBezTo>
                    <a:cubicBezTo>
                      <a:pt x="1083" y="3637"/>
                      <a:pt x="1144" y="3627"/>
                      <a:pt x="1203" y="3632"/>
                    </a:cubicBezTo>
                    <a:cubicBezTo>
                      <a:pt x="1258" y="3636"/>
                      <a:pt x="1313" y="3641"/>
                      <a:pt x="1368" y="3641"/>
                    </a:cubicBezTo>
                    <a:cubicBezTo>
                      <a:pt x="1369" y="3641"/>
                      <a:pt x="1370" y="3641"/>
                      <a:pt x="1371" y="3641"/>
                    </a:cubicBezTo>
                    <a:cubicBezTo>
                      <a:pt x="1452" y="3641"/>
                      <a:pt x="1534" y="3635"/>
                      <a:pt x="1615" y="3622"/>
                    </a:cubicBezTo>
                    <a:cubicBezTo>
                      <a:pt x="1694" y="3610"/>
                      <a:pt x="1774" y="3607"/>
                      <a:pt x="1854" y="3593"/>
                    </a:cubicBezTo>
                    <a:cubicBezTo>
                      <a:pt x="1952" y="3574"/>
                      <a:pt x="2049" y="3549"/>
                      <a:pt x="2144" y="3517"/>
                    </a:cubicBezTo>
                    <a:cubicBezTo>
                      <a:pt x="2179" y="3503"/>
                      <a:pt x="2216" y="3492"/>
                      <a:pt x="2253" y="3485"/>
                    </a:cubicBezTo>
                    <a:cubicBezTo>
                      <a:pt x="2263" y="3484"/>
                      <a:pt x="2273" y="3481"/>
                      <a:pt x="2282" y="3476"/>
                    </a:cubicBezTo>
                    <a:cubicBezTo>
                      <a:pt x="2286" y="3474"/>
                      <a:pt x="2290" y="3471"/>
                      <a:pt x="2294" y="3467"/>
                    </a:cubicBezTo>
                    <a:cubicBezTo>
                      <a:pt x="2350" y="3410"/>
                      <a:pt x="2398" y="3346"/>
                      <a:pt x="2438" y="3276"/>
                    </a:cubicBezTo>
                    <a:cubicBezTo>
                      <a:pt x="2469" y="3221"/>
                      <a:pt x="2492" y="3163"/>
                      <a:pt x="2519" y="3106"/>
                    </a:cubicBezTo>
                    <a:cubicBezTo>
                      <a:pt x="2523" y="3097"/>
                      <a:pt x="2527" y="3088"/>
                      <a:pt x="2530" y="3078"/>
                    </a:cubicBezTo>
                    <a:cubicBezTo>
                      <a:pt x="2531" y="3075"/>
                      <a:pt x="2531" y="3071"/>
                      <a:pt x="2531" y="3068"/>
                    </a:cubicBezTo>
                    <a:cubicBezTo>
                      <a:pt x="2531" y="3063"/>
                      <a:pt x="2530" y="3057"/>
                      <a:pt x="2528" y="3052"/>
                    </a:cubicBezTo>
                    <a:cubicBezTo>
                      <a:pt x="2539" y="3028"/>
                      <a:pt x="2554" y="2989"/>
                      <a:pt x="2568" y="2953"/>
                    </a:cubicBezTo>
                    <a:cubicBezTo>
                      <a:pt x="2645" y="2747"/>
                      <a:pt x="2673" y="2640"/>
                      <a:pt x="2703" y="2580"/>
                    </a:cubicBezTo>
                    <a:cubicBezTo>
                      <a:pt x="2775" y="2427"/>
                      <a:pt x="2777" y="2259"/>
                      <a:pt x="2768" y="2093"/>
                    </a:cubicBezTo>
                    <a:moveTo>
                      <a:pt x="2521" y="733"/>
                    </a:moveTo>
                    <a:cubicBezTo>
                      <a:pt x="2529" y="749"/>
                      <a:pt x="2536" y="765"/>
                      <a:pt x="2540" y="782"/>
                    </a:cubicBezTo>
                    <a:cubicBezTo>
                      <a:pt x="2551" y="863"/>
                      <a:pt x="2583" y="936"/>
                      <a:pt x="2605" y="1014"/>
                    </a:cubicBezTo>
                    <a:cubicBezTo>
                      <a:pt x="2631" y="1108"/>
                      <a:pt x="2632" y="1108"/>
                      <a:pt x="2540" y="1129"/>
                    </a:cubicBezTo>
                    <a:cubicBezTo>
                      <a:pt x="2486" y="1140"/>
                      <a:pt x="2432" y="1153"/>
                      <a:pt x="2379" y="1170"/>
                    </a:cubicBezTo>
                    <a:cubicBezTo>
                      <a:pt x="2355" y="1178"/>
                      <a:pt x="2343" y="1171"/>
                      <a:pt x="2329" y="1150"/>
                    </a:cubicBezTo>
                    <a:cubicBezTo>
                      <a:pt x="2315" y="1126"/>
                      <a:pt x="2305" y="1100"/>
                      <a:pt x="2299" y="1073"/>
                    </a:cubicBezTo>
                    <a:cubicBezTo>
                      <a:pt x="2282" y="1015"/>
                      <a:pt x="2266" y="957"/>
                      <a:pt x="2249" y="899"/>
                    </a:cubicBezTo>
                    <a:cubicBezTo>
                      <a:pt x="2246" y="885"/>
                      <a:pt x="2244" y="870"/>
                      <a:pt x="2242" y="856"/>
                    </a:cubicBezTo>
                    <a:cubicBezTo>
                      <a:pt x="2243" y="846"/>
                      <a:pt x="2244" y="839"/>
                      <a:pt x="2246" y="831"/>
                    </a:cubicBezTo>
                    <a:cubicBezTo>
                      <a:pt x="2253" y="773"/>
                      <a:pt x="2254" y="774"/>
                      <a:pt x="2311" y="761"/>
                    </a:cubicBezTo>
                    <a:cubicBezTo>
                      <a:pt x="2369" y="748"/>
                      <a:pt x="2428" y="732"/>
                      <a:pt x="2485" y="716"/>
                    </a:cubicBezTo>
                    <a:cubicBezTo>
                      <a:pt x="2488" y="714"/>
                      <a:pt x="2492" y="714"/>
                      <a:pt x="2495" y="714"/>
                    </a:cubicBezTo>
                    <a:cubicBezTo>
                      <a:pt x="2500" y="714"/>
                      <a:pt x="2504" y="714"/>
                      <a:pt x="2508" y="717"/>
                    </a:cubicBezTo>
                    <a:cubicBezTo>
                      <a:pt x="2512" y="719"/>
                      <a:pt x="2516" y="723"/>
                      <a:pt x="2518" y="727"/>
                    </a:cubicBezTo>
                    <a:cubicBezTo>
                      <a:pt x="2519" y="729"/>
                      <a:pt x="2520" y="731"/>
                      <a:pt x="2521" y="733"/>
                    </a:cubicBezTo>
                    <a:moveTo>
                      <a:pt x="530" y="1079"/>
                    </a:moveTo>
                    <a:cubicBezTo>
                      <a:pt x="521" y="986"/>
                      <a:pt x="538" y="900"/>
                      <a:pt x="603" y="828"/>
                    </a:cubicBezTo>
                    <a:cubicBezTo>
                      <a:pt x="606" y="823"/>
                      <a:pt x="611" y="819"/>
                      <a:pt x="616" y="816"/>
                    </a:cubicBezTo>
                    <a:cubicBezTo>
                      <a:pt x="622" y="812"/>
                      <a:pt x="629" y="811"/>
                      <a:pt x="636" y="811"/>
                    </a:cubicBezTo>
                    <a:cubicBezTo>
                      <a:pt x="640" y="811"/>
                      <a:pt x="645" y="811"/>
                      <a:pt x="649" y="813"/>
                    </a:cubicBezTo>
                    <a:cubicBezTo>
                      <a:pt x="754" y="850"/>
                      <a:pt x="866" y="850"/>
                      <a:pt x="973" y="868"/>
                    </a:cubicBezTo>
                    <a:cubicBezTo>
                      <a:pt x="1008" y="874"/>
                      <a:pt x="1043" y="874"/>
                      <a:pt x="1078" y="877"/>
                    </a:cubicBezTo>
                    <a:cubicBezTo>
                      <a:pt x="1097" y="879"/>
                      <a:pt x="1106" y="890"/>
                      <a:pt x="1101" y="908"/>
                    </a:cubicBezTo>
                    <a:cubicBezTo>
                      <a:pt x="1072" y="1010"/>
                      <a:pt x="1066" y="1115"/>
                      <a:pt x="1049" y="1218"/>
                    </a:cubicBezTo>
                    <a:cubicBezTo>
                      <a:pt x="1038" y="1280"/>
                      <a:pt x="1036" y="1282"/>
                      <a:pt x="969" y="1280"/>
                    </a:cubicBezTo>
                    <a:cubicBezTo>
                      <a:pt x="925" y="1284"/>
                      <a:pt x="882" y="1268"/>
                      <a:pt x="838" y="1262"/>
                    </a:cubicBezTo>
                    <a:cubicBezTo>
                      <a:pt x="746" y="1251"/>
                      <a:pt x="655" y="1232"/>
                      <a:pt x="566" y="1206"/>
                    </a:cubicBezTo>
                    <a:cubicBezTo>
                      <a:pt x="530" y="1195"/>
                      <a:pt x="525" y="1188"/>
                      <a:pt x="532" y="1152"/>
                    </a:cubicBezTo>
                    <a:cubicBezTo>
                      <a:pt x="533" y="1142"/>
                      <a:pt x="534" y="1132"/>
                      <a:pt x="534" y="1122"/>
                    </a:cubicBezTo>
                    <a:cubicBezTo>
                      <a:pt x="534" y="1108"/>
                      <a:pt x="532" y="1093"/>
                      <a:pt x="530" y="1079"/>
                    </a:cubicBezTo>
                    <a:moveTo>
                      <a:pt x="1086" y="1188"/>
                    </a:moveTo>
                    <a:cubicBezTo>
                      <a:pt x="1086" y="1185"/>
                      <a:pt x="1086" y="1183"/>
                      <a:pt x="1087" y="1170"/>
                    </a:cubicBezTo>
                    <a:cubicBezTo>
                      <a:pt x="1086" y="1088"/>
                      <a:pt x="1112" y="1003"/>
                      <a:pt x="1148" y="920"/>
                    </a:cubicBezTo>
                    <a:cubicBezTo>
                      <a:pt x="1149" y="915"/>
                      <a:pt x="1151" y="911"/>
                      <a:pt x="1153" y="907"/>
                    </a:cubicBezTo>
                    <a:cubicBezTo>
                      <a:pt x="1158" y="900"/>
                      <a:pt x="1164" y="893"/>
                      <a:pt x="1172" y="889"/>
                    </a:cubicBezTo>
                    <a:cubicBezTo>
                      <a:pt x="1180" y="884"/>
                      <a:pt x="1188" y="882"/>
                      <a:pt x="1198" y="882"/>
                    </a:cubicBezTo>
                    <a:cubicBezTo>
                      <a:pt x="1200" y="882"/>
                      <a:pt x="1202" y="882"/>
                      <a:pt x="1205" y="882"/>
                    </a:cubicBezTo>
                    <a:cubicBezTo>
                      <a:pt x="1238" y="884"/>
                      <a:pt x="1271" y="885"/>
                      <a:pt x="1305" y="885"/>
                    </a:cubicBezTo>
                    <a:cubicBezTo>
                      <a:pt x="1349" y="885"/>
                      <a:pt x="1393" y="883"/>
                      <a:pt x="1437" y="880"/>
                    </a:cubicBezTo>
                    <a:cubicBezTo>
                      <a:pt x="1481" y="879"/>
                      <a:pt x="1522" y="875"/>
                      <a:pt x="1564" y="874"/>
                    </a:cubicBezTo>
                    <a:cubicBezTo>
                      <a:pt x="1596" y="874"/>
                      <a:pt x="1601" y="877"/>
                      <a:pt x="1607" y="905"/>
                    </a:cubicBezTo>
                    <a:cubicBezTo>
                      <a:pt x="1634" y="1021"/>
                      <a:pt x="1655" y="1139"/>
                      <a:pt x="1668" y="1259"/>
                    </a:cubicBezTo>
                    <a:cubicBezTo>
                      <a:pt x="1671" y="1288"/>
                      <a:pt x="1662" y="1300"/>
                      <a:pt x="1633" y="1304"/>
                    </a:cubicBezTo>
                    <a:cubicBezTo>
                      <a:pt x="1632" y="1304"/>
                      <a:pt x="1630" y="1304"/>
                      <a:pt x="1629" y="1304"/>
                    </a:cubicBezTo>
                    <a:cubicBezTo>
                      <a:pt x="1628" y="1304"/>
                      <a:pt x="1627" y="1304"/>
                      <a:pt x="1625" y="1304"/>
                    </a:cubicBezTo>
                    <a:cubicBezTo>
                      <a:pt x="1531" y="1290"/>
                      <a:pt x="1436" y="1317"/>
                      <a:pt x="1341" y="1304"/>
                    </a:cubicBezTo>
                    <a:cubicBezTo>
                      <a:pt x="1298" y="1300"/>
                      <a:pt x="1255" y="1298"/>
                      <a:pt x="1212" y="1298"/>
                    </a:cubicBezTo>
                    <a:cubicBezTo>
                      <a:pt x="1202" y="1298"/>
                      <a:pt x="1193" y="1298"/>
                      <a:pt x="1184" y="1299"/>
                    </a:cubicBezTo>
                    <a:cubicBezTo>
                      <a:pt x="1088" y="1297"/>
                      <a:pt x="1078" y="1286"/>
                      <a:pt x="1086" y="1188"/>
                    </a:cubicBezTo>
                    <a:moveTo>
                      <a:pt x="1651" y="918"/>
                    </a:moveTo>
                    <a:cubicBezTo>
                      <a:pt x="1648" y="866"/>
                      <a:pt x="1648" y="864"/>
                      <a:pt x="1693" y="856"/>
                    </a:cubicBezTo>
                    <a:cubicBezTo>
                      <a:pt x="1839" y="833"/>
                      <a:pt x="1985" y="811"/>
                      <a:pt x="2131" y="788"/>
                    </a:cubicBezTo>
                    <a:cubicBezTo>
                      <a:pt x="2170" y="782"/>
                      <a:pt x="2187" y="793"/>
                      <a:pt x="2194" y="835"/>
                    </a:cubicBezTo>
                    <a:cubicBezTo>
                      <a:pt x="2211" y="943"/>
                      <a:pt x="2250" y="1047"/>
                      <a:pt x="2283" y="1152"/>
                    </a:cubicBezTo>
                    <a:cubicBezTo>
                      <a:pt x="2292" y="1182"/>
                      <a:pt x="2286" y="1196"/>
                      <a:pt x="2256" y="1202"/>
                    </a:cubicBezTo>
                    <a:cubicBezTo>
                      <a:pt x="2129" y="1230"/>
                      <a:pt x="2002" y="1260"/>
                      <a:pt x="1873" y="1279"/>
                    </a:cubicBezTo>
                    <a:cubicBezTo>
                      <a:pt x="1844" y="1283"/>
                      <a:pt x="1814" y="1289"/>
                      <a:pt x="1785" y="1294"/>
                    </a:cubicBezTo>
                    <a:cubicBezTo>
                      <a:pt x="1738" y="1301"/>
                      <a:pt x="1713" y="1283"/>
                      <a:pt x="1704" y="1238"/>
                    </a:cubicBezTo>
                    <a:cubicBezTo>
                      <a:pt x="1702" y="1229"/>
                      <a:pt x="1702" y="1220"/>
                      <a:pt x="1702" y="1211"/>
                    </a:cubicBezTo>
                    <a:cubicBezTo>
                      <a:pt x="1702" y="1210"/>
                      <a:pt x="1702" y="1209"/>
                      <a:pt x="1702" y="1208"/>
                    </a:cubicBezTo>
                    <a:cubicBezTo>
                      <a:pt x="1699" y="1155"/>
                      <a:pt x="1690" y="1103"/>
                      <a:pt x="1673" y="1053"/>
                    </a:cubicBezTo>
                    <a:cubicBezTo>
                      <a:pt x="1659" y="1014"/>
                      <a:pt x="1651" y="974"/>
                      <a:pt x="1651" y="932"/>
                    </a:cubicBezTo>
                    <a:cubicBezTo>
                      <a:pt x="1651" y="927"/>
                      <a:pt x="1652" y="923"/>
                      <a:pt x="1652" y="918"/>
                    </a:cubicBezTo>
                    <a:lnTo>
                      <a:pt x="1651" y="918"/>
                    </a:lnTo>
                    <a:moveTo>
                      <a:pt x="490" y="244"/>
                    </a:moveTo>
                    <a:cubicBezTo>
                      <a:pt x="615" y="138"/>
                      <a:pt x="796" y="111"/>
                      <a:pt x="952" y="82"/>
                    </a:cubicBezTo>
                    <a:cubicBezTo>
                      <a:pt x="1008" y="72"/>
                      <a:pt x="1063" y="63"/>
                      <a:pt x="1119" y="58"/>
                    </a:cubicBezTo>
                    <a:cubicBezTo>
                      <a:pt x="1164" y="53"/>
                      <a:pt x="1210" y="51"/>
                      <a:pt x="1255" y="49"/>
                    </a:cubicBezTo>
                    <a:cubicBezTo>
                      <a:pt x="1357" y="44"/>
                      <a:pt x="1459" y="33"/>
                      <a:pt x="1560" y="36"/>
                    </a:cubicBezTo>
                    <a:cubicBezTo>
                      <a:pt x="1666" y="41"/>
                      <a:pt x="1771" y="57"/>
                      <a:pt x="1874" y="83"/>
                    </a:cubicBezTo>
                    <a:cubicBezTo>
                      <a:pt x="1953" y="101"/>
                      <a:pt x="2033" y="117"/>
                      <a:pt x="2110" y="142"/>
                    </a:cubicBezTo>
                    <a:cubicBezTo>
                      <a:pt x="2181" y="163"/>
                      <a:pt x="2255" y="189"/>
                      <a:pt x="2311" y="240"/>
                    </a:cubicBezTo>
                    <a:cubicBezTo>
                      <a:pt x="2314" y="242"/>
                      <a:pt x="2317" y="245"/>
                      <a:pt x="2318" y="248"/>
                    </a:cubicBezTo>
                    <a:cubicBezTo>
                      <a:pt x="2319" y="249"/>
                      <a:pt x="2320" y="251"/>
                      <a:pt x="2321" y="253"/>
                    </a:cubicBezTo>
                    <a:cubicBezTo>
                      <a:pt x="2323" y="269"/>
                      <a:pt x="2292" y="287"/>
                      <a:pt x="2264" y="301"/>
                    </a:cubicBezTo>
                    <a:cubicBezTo>
                      <a:pt x="2263" y="299"/>
                      <a:pt x="2262" y="298"/>
                      <a:pt x="2261" y="298"/>
                    </a:cubicBezTo>
                    <a:cubicBezTo>
                      <a:pt x="2235" y="279"/>
                      <a:pt x="2209" y="262"/>
                      <a:pt x="2181" y="246"/>
                    </a:cubicBezTo>
                    <a:cubicBezTo>
                      <a:pt x="2122" y="212"/>
                      <a:pt x="2059" y="184"/>
                      <a:pt x="1994" y="165"/>
                    </a:cubicBezTo>
                    <a:cubicBezTo>
                      <a:pt x="1910" y="139"/>
                      <a:pt x="1804" y="112"/>
                      <a:pt x="1717" y="133"/>
                    </a:cubicBezTo>
                    <a:cubicBezTo>
                      <a:pt x="1716" y="133"/>
                      <a:pt x="1716" y="133"/>
                      <a:pt x="1716" y="134"/>
                    </a:cubicBezTo>
                    <a:cubicBezTo>
                      <a:pt x="1716" y="135"/>
                      <a:pt x="1716" y="135"/>
                      <a:pt x="1716" y="135"/>
                    </a:cubicBezTo>
                    <a:lnTo>
                      <a:pt x="1717" y="136"/>
                    </a:lnTo>
                    <a:cubicBezTo>
                      <a:pt x="1759" y="145"/>
                      <a:pt x="1802" y="144"/>
                      <a:pt x="1845" y="150"/>
                    </a:cubicBezTo>
                    <a:cubicBezTo>
                      <a:pt x="1896" y="158"/>
                      <a:pt x="1947" y="170"/>
                      <a:pt x="1996" y="186"/>
                    </a:cubicBezTo>
                    <a:cubicBezTo>
                      <a:pt x="2051" y="205"/>
                      <a:pt x="2104" y="229"/>
                      <a:pt x="2154" y="258"/>
                    </a:cubicBezTo>
                    <a:cubicBezTo>
                      <a:pt x="2183" y="274"/>
                      <a:pt x="2210" y="293"/>
                      <a:pt x="2237" y="312"/>
                    </a:cubicBezTo>
                    <a:cubicBezTo>
                      <a:pt x="2231" y="315"/>
                      <a:pt x="2225" y="318"/>
                      <a:pt x="2222" y="319"/>
                    </a:cubicBezTo>
                    <a:cubicBezTo>
                      <a:pt x="2179" y="343"/>
                      <a:pt x="2135" y="327"/>
                      <a:pt x="2089" y="317"/>
                    </a:cubicBezTo>
                    <a:cubicBezTo>
                      <a:pt x="2037" y="307"/>
                      <a:pt x="1985" y="297"/>
                      <a:pt x="1933" y="288"/>
                    </a:cubicBezTo>
                    <a:cubicBezTo>
                      <a:pt x="1805" y="266"/>
                      <a:pt x="1676" y="251"/>
                      <a:pt x="1546" y="245"/>
                    </a:cubicBezTo>
                    <a:cubicBezTo>
                      <a:pt x="1443" y="240"/>
                      <a:pt x="1341" y="239"/>
                      <a:pt x="1238" y="239"/>
                    </a:cubicBezTo>
                    <a:cubicBezTo>
                      <a:pt x="1139" y="239"/>
                      <a:pt x="1039" y="258"/>
                      <a:pt x="941" y="267"/>
                    </a:cubicBezTo>
                    <a:cubicBezTo>
                      <a:pt x="872" y="272"/>
                      <a:pt x="803" y="281"/>
                      <a:pt x="735" y="294"/>
                    </a:cubicBezTo>
                    <a:cubicBezTo>
                      <a:pt x="702" y="299"/>
                      <a:pt x="669" y="308"/>
                      <a:pt x="639" y="322"/>
                    </a:cubicBezTo>
                    <a:cubicBezTo>
                      <a:pt x="609" y="337"/>
                      <a:pt x="587" y="348"/>
                      <a:pt x="555" y="333"/>
                    </a:cubicBezTo>
                    <a:cubicBezTo>
                      <a:pt x="534" y="323"/>
                      <a:pt x="514" y="314"/>
                      <a:pt x="495" y="302"/>
                    </a:cubicBezTo>
                    <a:lnTo>
                      <a:pt x="490" y="298"/>
                    </a:lnTo>
                    <a:cubicBezTo>
                      <a:pt x="566" y="264"/>
                      <a:pt x="645" y="235"/>
                      <a:pt x="725" y="211"/>
                    </a:cubicBezTo>
                    <a:cubicBezTo>
                      <a:pt x="813" y="186"/>
                      <a:pt x="904" y="173"/>
                      <a:pt x="993" y="153"/>
                    </a:cubicBezTo>
                    <a:cubicBezTo>
                      <a:pt x="995" y="153"/>
                      <a:pt x="995" y="150"/>
                      <a:pt x="993" y="150"/>
                    </a:cubicBezTo>
                    <a:cubicBezTo>
                      <a:pt x="818" y="147"/>
                      <a:pt x="634" y="206"/>
                      <a:pt x="475" y="276"/>
                    </a:cubicBezTo>
                    <a:cubicBezTo>
                      <a:pt x="474" y="277"/>
                      <a:pt x="473" y="277"/>
                      <a:pt x="472" y="278"/>
                    </a:cubicBezTo>
                    <a:cubicBezTo>
                      <a:pt x="470" y="269"/>
                      <a:pt x="476" y="257"/>
                      <a:pt x="492" y="245"/>
                    </a:cubicBezTo>
                    <a:lnTo>
                      <a:pt x="490" y="244"/>
                    </a:lnTo>
                    <a:moveTo>
                      <a:pt x="2015" y="381"/>
                    </a:moveTo>
                    <a:cubicBezTo>
                      <a:pt x="2015" y="383"/>
                      <a:pt x="2012" y="385"/>
                      <a:pt x="2010" y="386"/>
                    </a:cubicBezTo>
                    <a:cubicBezTo>
                      <a:pt x="2010" y="387"/>
                      <a:pt x="2009" y="387"/>
                      <a:pt x="2008" y="388"/>
                    </a:cubicBezTo>
                    <a:cubicBezTo>
                      <a:pt x="2007" y="389"/>
                      <a:pt x="2005" y="389"/>
                      <a:pt x="2004" y="389"/>
                    </a:cubicBezTo>
                    <a:cubicBezTo>
                      <a:pt x="1918" y="392"/>
                      <a:pt x="1836" y="418"/>
                      <a:pt x="1750" y="420"/>
                    </a:cubicBezTo>
                    <a:cubicBezTo>
                      <a:pt x="1690" y="422"/>
                      <a:pt x="1630" y="428"/>
                      <a:pt x="1571" y="438"/>
                    </a:cubicBezTo>
                    <a:cubicBezTo>
                      <a:pt x="1479" y="453"/>
                      <a:pt x="1386" y="447"/>
                      <a:pt x="1294" y="446"/>
                    </a:cubicBezTo>
                    <a:cubicBezTo>
                      <a:pt x="1284" y="446"/>
                      <a:pt x="1274" y="446"/>
                      <a:pt x="1264" y="445"/>
                    </a:cubicBezTo>
                    <a:cubicBezTo>
                      <a:pt x="1194" y="442"/>
                      <a:pt x="1123" y="442"/>
                      <a:pt x="1053" y="437"/>
                    </a:cubicBezTo>
                    <a:cubicBezTo>
                      <a:pt x="1008" y="433"/>
                      <a:pt x="964" y="427"/>
                      <a:pt x="920" y="418"/>
                    </a:cubicBezTo>
                    <a:cubicBezTo>
                      <a:pt x="853" y="406"/>
                      <a:pt x="787" y="392"/>
                      <a:pt x="721" y="378"/>
                    </a:cubicBezTo>
                    <a:cubicBezTo>
                      <a:pt x="714" y="377"/>
                      <a:pt x="706" y="373"/>
                      <a:pt x="709" y="364"/>
                    </a:cubicBezTo>
                    <a:cubicBezTo>
                      <a:pt x="710" y="364"/>
                      <a:pt x="710" y="363"/>
                      <a:pt x="710" y="363"/>
                    </a:cubicBezTo>
                    <a:cubicBezTo>
                      <a:pt x="712" y="360"/>
                      <a:pt x="714" y="358"/>
                      <a:pt x="716" y="357"/>
                    </a:cubicBezTo>
                    <a:cubicBezTo>
                      <a:pt x="718" y="356"/>
                      <a:pt x="719" y="355"/>
                      <a:pt x="720" y="355"/>
                    </a:cubicBezTo>
                    <a:cubicBezTo>
                      <a:pt x="788" y="338"/>
                      <a:pt x="857" y="325"/>
                      <a:pt x="927" y="316"/>
                    </a:cubicBezTo>
                    <a:cubicBezTo>
                      <a:pt x="1106" y="296"/>
                      <a:pt x="1286" y="285"/>
                      <a:pt x="1467" y="284"/>
                    </a:cubicBezTo>
                    <a:cubicBezTo>
                      <a:pt x="1478" y="284"/>
                      <a:pt x="1489" y="284"/>
                      <a:pt x="1500" y="284"/>
                    </a:cubicBezTo>
                    <a:cubicBezTo>
                      <a:pt x="1584" y="284"/>
                      <a:pt x="1668" y="290"/>
                      <a:pt x="1750" y="304"/>
                    </a:cubicBezTo>
                    <a:cubicBezTo>
                      <a:pt x="1822" y="317"/>
                      <a:pt x="1893" y="333"/>
                      <a:pt x="1964" y="348"/>
                    </a:cubicBezTo>
                    <a:cubicBezTo>
                      <a:pt x="1977" y="349"/>
                      <a:pt x="1989" y="353"/>
                      <a:pt x="2000" y="359"/>
                    </a:cubicBezTo>
                    <a:cubicBezTo>
                      <a:pt x="2005" y="362"/>
                      <a:pt x="2008" y="364"/>
                      <a:pt x="2012" y="367"/>
                    </a:cubicBezTo>
                    <a:cubicBezTo>
                      <a:pt x="2016" y="372"/>
                      <a:pt x="2016" y="378"/>
                      <a:pt x="2016" y="383"/>
                    </a:cubicBezTo>
                    <a:lnTo>
                      <a:pt x="2015" y="381"/>
                    </a:lnTo>
                    <a:moveTo>
                      <a:pt x="305" y="548"/>
                    </a:moveTo>
                    <a:cubicBezTo>
                      <a:pt x="354" y="597"/>
                      <a:pt x="437" y="625"/>
                      <a:pt x="501" y="647"/>
                    </a:cubicBezTo>
                    <a:cubicBezTo>
                      <a:pt x="570" y="675"/>
                      <a:pt x="644" y="690"/>
                      <a:pt x="718" y="691"/>
                    </a:cubicBezTo>
                    <a:cubicBezTo>
                      <a:pt x="724" y="691"/>
                      <a:pt x="725" y="682"/>
                      <a:pt x="719" y="680"/>
                    </a:cubicBezTo>
                    <a:cubicBezTo>
                      <a:pt x="651" y="658"/>
                      <a:pt x="580" y="646"/>
                      <a:pt x="512" y="621"/>
                    </a:cubicBezTo>
                    <a:cubicBezTo>
                      <a:pt x="444" y="596"/>
                      <a:pt x="383" y="550"/>
                      <a:pt x="316" y="529"/>
                    </a:cubicBezTo>
                    <a:cubicBezTo>
                      <a:pt x="315" y="529"/>
                      <a:pt x="314" y="529"/>
                      <a:pt x="313" y="529"/>
                    </a:cubicBezTo>
                    <a:cubicBezTo>
                      <a:pt x="312" y="529"/>
                      <a:pt x="312" y="529"/>
                      <a:pt x="311" y="529"/>
                    </a:cubicBezTo>
                    <a:cubicBezTo>
                      <a:pt x="325" y="482"/>
                      <a:pt x="345" y="437"/>
                      <a:pt x="369" y="394"/>
                    </a:cubicBezTo>
                    <a:cubicBezTo>
                      <a:pt x="373" y="388"/>
                      <a:pt x="377" y="382"/>
                      <a:pt x="380" y="376"/>
                    </a:cubicBezTo>
                    <a:cubicBezTo>
                      <a:pt x="392" y="357"/>
                      <a:pt x="400" y="336"/>
                      <a:pt x="407" y="315"/>
                    </a:cubicBezTo>
                    <a:cubicBezTo>
                      <a:pt x="440" y="332"/>
                      <a:pt x="473" y="350"/>
                      <a:pt x="507" y="366"/>
                    </a:cubicBezTo>
                    <a:cubicBezTo>
                      <a:pt x="552" y="388"/>
                      <a:pt x="600" y="403"/>
                      <a:pt x="650" y="411"/>
                    </a:cubicBezTo>
                    <a:cubicBezTo>
                      <a:pt x="751" y="428"/>
                      <a:pt x="853" y="444"/>
                      <a:pt x="954" y="465"/>
                    </a:cubicBezTo>
                    <a:cubicBezTo>
                      <a:pt x="1014" y="474"/>
                      <a:pt x="1075" y="479"/>
                      <a:pt x="1136" y="479"/>
                    </a:cubicBezTo>
                    <a:cubicBezTo>
                      <a:pt x="1140" y="479"/>
                      <a:pt x="1145" y="479"/>
                      <a:pt x="1150" y="479"/>
                    </a:cubicBezTo>
                    <a:cubicBezTo>
                      <a:pt x="1235" y="482"/>
                      <a:pt x="1320" y="486"/>
                      <a:pt x="1406" y="485"/>
                    </a:cubicBezTo>
                    <a:cubicBezTo>
                      <a:pt x="1406" y="485"/>
                      <a:pt x="1407" y="485"/>
                      <a:pt x="1408" y="485"/>
                    </a:cubicBezTo>
                    <a:cubicBezTo>
                      <a:pt x="1515" y="485"/>
                      <a:pt x="1622" y="478"/>
                      <a:pt x="1728" y="465"/>
                    </a:cubicBezTo>
                    <a:cubicBezTo>
                      <a:pt x="1805" y="455"/>
                      <a:pt x="1882" y="446"/>
                      <a:pt x="1960" y="439"/>
                    </a:cubicBezTo>
                    <a:cubicBezTo>
                      <a:pt x="2079" y="428"/>
                      <a:pt x="2189" y="386"/>
                      <a:pt x="2296" y="336"/>
                    </a:cubicBezTo>
                    <a:cubicBezTo>
                      <a:pt x="2310" y="330"/>
                      <a:pt x="2322" y="322"/>
                      <a:pt x="2336" y="316"/>
                    </a:cubicBezTo>
                    <a:cubicBezTo>
                      <a:pt x="2373" y="302"/>
                      <a:pt x="2397" y="322"/>
                      <a:pt x="2413" y="351"/>
                    </a:cubicBezTo>
                    <a:cubicBezTo>
                      <a:pt x="2316" y="380"/>
                      <a:pt x="2223" y="421"/>
                      <a:pt x="2125" y="447"/>
                    </a:cubicBezTo>
                    <a:cubicBezTo>
                      <a:pt x="2018" y="474"/>
                      <a:pt x="1908" y="490"/>
                      <a:pt x="1799" y="514"/>
                    </a:cubicBezTo>
                    <a:lnTo>
                      <a:pt x="1798" y="514"/>
                    </a:lnTo>
                    <a:cubicBezTo>
                      <a:pt x="1798" y="514"/>
                      <a:pt x="1797" y="514"/>
                      <a:pt x="1797" y="515"/>
                    </a:cubicBezTo>
                    <a:lnTo>
                      <a:pt x="1797" y="516"/>
                    </a:lnTo>
                    <a:lnTo>
                      <a:pt x="1797" y="517"/>
                    </a:lnTo>
                    <a:cubicBezTo>
                      <a:pt x="1797" y="517"/>
                      <a:pt x="1798" y="517"/>
                      <a:pt x="1798" y="518"/>
                    </a:cubicBezTo>
                    <a:lnTo>
                      <a:pt x="1799" y="518"/>
                    </a:lnTo>
                    <a:cubicBezTo>
                      <a:pt x="1913" y="512"/>
                      <a:pt x="2027" y="494"/>
                      <a:pt x="2137" y="464"/>
                    </a:cubicBezTo>
                    <a:cubicBezTo>
                      <a:pt x="2231" y="440"/>
                      <a:pt x="2334" y="418"/>
                      <a:pt x="2423" y="375"/>
                    </a:cubicBezTo>
                    <a:cubicBezTo>
                      <a:pt x="2437" y="423"/>
                      <a:pt x="2457" y="469"/>
                      <a:pt x="2482" y="513"/>
                    </a:cubicBezTo>
                    <a:cubicBezTo>
                      <a:pt x="2482" y="514"/>
                      <a:pt x="2483" y="514"/>
                      <a:pt x="2483" y="515"/>
                    </a:cubicBezTo>
                    <a:cubicBezTo>
                      <a:pt x="2506" y="549"/>
                      <a:pt x="2519" y="583"/>
                      <a:pt x="2502" y="623"/>
                    </a:cubicBezTo>
                    <a:cubicBezTo>
                      <a:pt x="2500" y="628"/>
                      <a:pt x="2497" y="633"/>
                      <a:pt x="2494" y="638"/>
                    </a:cubicBezTo>
                    <a:cubicBezTo>
                      <a:pt x="2484" y="656"/>
                      <a:pt x="2469" y="671"/>
                      <a:pt x="2452" y="681"/>
                    </a:cubicBezTo>
                    <a:cubicBezTo>
                      <a:pt x="2440" y="688"/>
                      <a:pt x="2427" y="692"/>
                      <a:pt x="2413" y="695"/>
                    </a:cubicBezTo>
                    <a:cubicBezTo>
                      <a:pt x="2381" y="698"/>
                      <a:pt x="2349" y="707"/>
                      <a:pt x="2317" y="712"/>
                    </a:cubicBezTo>
                    <a:cubicBezTo>
                      <a:pt x="2228" y="727"/>
                      <a:pt x="2139" y="741"/>
                      <a:pt x="2050" y="756"/>
                    </a:cubicBezTo>
                    <a:cubicBezTo>
                      <a:pt x="1976" y="768"/>
                      <a:pt x="1902" y="778"/>
                      <a:pt x="1828" y="793"/>
                    </a:cubicBezTo>
                    <a:cubicBezTo>
                      <a:pt x="1745" y="811"/>
                      <a:pt x="1659" y="815"/>
                      <a:pt x="1574" y="826"/>
                    </a:cubicBezTo>
                    <a:cubicBezTo>
                      <a:pt x="1427" y="847"/>
                      <a:pt x="1280" y="841"/>
                      <a:pt x="1131" y="837"/>
                    </a:cubicBezTo>
                    <a:cubicBezTo>
                      <a:pt x="1017" y="831"/>
                      <a:pt x="902" y="819"/>
                      <a:pt x="788" y="801"/>
                    </a:cubicBezTo>
                    <a:cubicBezTo>
                      <a:pt x="761" y="798"/>
                      <a:pt x="734" y="792"/>
                      <a:pt x="708" y="783"/>
                    </a:cubicBezTo>
                    <a:cubicBezTo>
                      <a:pt x="599" y="743"/>
                      <a:pt x="486" y="719"/>
                      <a:pt x="380" y="675"/>
                    </a:cubicBezTo>
                    <a:cubicBezTo>
                      <a:pt x="372" y="673"/>
                      <a:pt x="364" y="669"/>
                      <a:pt x="357" y="665"/>
                    </a:cubicBezTo>
                    <a:cubicBezTo>
                      <a:pt x="340" y="656"/>
                      <a:pt x="327" y="641"/>
                      <a:pt x="317" y="625"/>
                    </a:cubicBezTo>
                    <a:cubicBezTo>
                      <a:pt x="308" y="608"/>
                      <a:pt x="303" y="590"/>
                      <a:pt x="303" y="571"/>
                    </a:cubicBezTo>
                    <a:cubicBezTo>
                      <a:pt x="303" y="563"/>
                      <a:pt x="303" y="556"/>
                      <a:pt x="305" y="548"/>
                    </a:cubicBezTo>
                    <a:moveTo>
                      <a:pt x="204" y="1063"/>
                    </a:moveTo>
                    <a:cubicBezTo>
                      <a:pt x="207" y="1040"/>
                      <a:pt x="207" y="1022"/>
                      <a:pt x="211" y="1005"/>
                    </a:cubicBezTo>
                    <a:cubicBezTo>
                      <a:pt x="223" y="938"/>
                      <a:pt x="236" y="872"/>
                      <a:pt x="251" y="806"/>
                    </a:cubicBezTo>
                    <a:cubicBezTo>
                      <a:pt x="258" y="776"/>
                      <a:pt x="267" y="747"/>
                      <a:pt x="278" y="719"/>
                    </a:cubicBezTo>
                    <a:cubicBezTo>
                      <a:pt x="287" y="694"/>
                      <a:pt x="299" y="689"/>
                      <a:pt x="325" y="701"/>
                    </a:cubicBezTo>
                    <a:cubicBezTo>
                      <a:pt x="392" y="730"/>
                      <a:pt x="461" y="754"/>
                      <a:pt x="531" y="773"/>
                    </a:cubicBezTo>
                    <a:cubicBezTo>
                      <a:pt x="534" y="774"/>
                      <a:pt x="538" y="775"/>
                      <a:pt x="541" y="777"/>
                    </a:cubicBezTo>
                    <a:cubicBezTo>
                      <a:pt x="546" y="780"/>
                      <a:pt x="551" y="784"/>
                      <a:pt x="553" y="789"/>
                    </a:cubicBezTo>
                    <a:cubicBezTo>
                      <a:pt x="556" y="793"/>
                      <a:pt x="557" y="798"/>
                      <a:pt x="557" y="804"/>
                    </a:cubicBezTo>
                    <a:cubicBezTo>
                      <a:pt x="557" y="809"/>
                      <a:pt x="555" y="816"/>
                      <a:pt x="553" y="820"/>
                    </a:cubicBezTo>
                    <a:cubicBezTo>
                      <a:pt x="553" y="820"/>
                      <a:pt x="553" y="821"/>
                      <a:pt x="552" y="821"/>
                    </a:cubicBezTo>
                    <a:cubicBezTo>
                      <a:pt x="534" y="859"/>
                      <a:pt x="521" y="900"/>
                      <a:pt x="512" y="942"/>
                    </a:cubicBezTo>
                    <a:cubicBezTo>
                      <a:pt x="505" y="981"/>
                      <a:pt x="499" y="1021"/>
                      <a:pt x="494" y="1061"/>
                    </a:cubicBezTo>
                    <a:cubicBezTo>
                      <a:pt x="492" y="1073"/>
                      <a:pt x="494" y="1086"/>
                      <a:pt x="490" y="1098"/>
                    </a:cubicBezTo>
                    <a:cubicBezTo>
                      <a:pt x="471" y="1184"/>
                      <a:pt x="463" y="1182"/>
                      <a:pt x="390" y="1158"/>
                    </a:cubicBezTo>
                    <a:cubicBezTo>
                      <a:pt x="336" y="1140"/>
                      <a:pt x="282" y="1117"/>
                      <a:pt x="229" y="1097"/>
                    </a:cubicBezTo>
                    <a:cubicBezTo>
                      <a:pt x="210" y="1091"/>
                      <a:pt x="200" y="1078"/>
                      <a:pt x="204" y="1063"/>
                    </a:cubicBezTo>
                    <a:moveTo>
                      <a:pt x="113" y="1505"/>
                    </a:moveTo>
                    <a:cubicBezTo>
                      <a:pt x="115" y="1469"/>
                      <a:pt x="121" y="1434"/>
                      <a:pt x="125" y="1398"/>
                    </a:cubicBezTo>
                    <a:cubicBezTo>
                      <a:pt x="345" y="1476"/>
                      <a:pt x="587" y="1518"/>
                      <a:pt x="819" y="1488"/>
                    </a:cubicBezTo>
                    <a:cubicBezTo>
                      <a:pt x="825" y="1488"/>
                      <a:pt x="825" y="1478"/>
                      <a:pt x="819" y="1478"/>
                    </a:cubicBezTo>
                    <a:cubicBezTo>
                      <a:pt x="582" y="1474"/>
                      <a:pt x="354" y="1448"/>
                      <a:pt x="130" y="1368"/>
                    </a:cubicBezTo>
                    <a:cubicBezTo>
                      <a:pt x="135" y="1326"/>
                      <a:pt x="141" y="1283"/>
                      <a:pt x="147" y="1241"/>
                    </a:cubicBezTo>
                    <a:cubicBezTo>
                      <a:pt x="212" y="1281"/>
                      <a:pt x="302" y="1301"/>
                      <a:pt x="375" y="1319"/>
                    </a:cubicBezTo>
                    <a:cubicBezTo>
                      <a:pt x="469" y="1342"/>
                      <a:pt x="565" y="1354"/>
                      <a:pt x="662" y="1354"/>
                    </a:cubicBezTo>
                    <a:cubicBezTo>
                      <a:pt x="663" y="1354"/>
                      <a:pt x="664" y="1354"/>
                      <a:pt x="666" y="1354"/>
                    </a:cubicBezTo>
                    <a:cubicBezTo>
                      <a:pt x="672" y="1354"/>
                      <a:pt x="673" y="1346"/>
                      <a:pt x="667" y="1345"/>
                    </a:cubicBezTo>
                    <a:cubicBezTo>
                      <a:pt x="571" y="1333"/>
                      <a:pt x="476" y="1315"/>
                      <a:pt x="382" y="1292"/>
                    </a:cubicBezTo>
                    <a:cubicBezTo>
                      <a:pt x="304" y="1271"/>
                      <a:pt x="228" y="1232"/>
                      <a:pt x="150" y="1213"/>
                    </a:cubicBezTo>
                    <a:cubicBezTo>
                      <a:pt x="152" y="1199"/>
                      <a:pt x="154" y="1184"/>
                      <a:pt x="157" y="1170"/>
                    </a:cubicBezTo>
                    <a:cubicBezTo>
                      <a:pt x="165" y="1137"/>
                      <a:pt x="178" y="1128"/>
                      <a:pt x="212" y="1143"/>
                    </a:cubicBezTo>
                    <a:cubicBezTo>
                      <a:pt x="284" y="1177"/>
                      <a:pt x="361" y="1203"/>
                      <a:pt x="439" y="1220"/>
                    </a:cubicBezTo>
                    <a:cubicBezTo>
                      <a:pt x="532" y="1241"/>
                      <a:pt x="624" y="1265"/>
                      <a:pt x="717" y="1285"/>
                    </a:cubicBezTo>
                    <a:cubicBezTo>
                      <a:pt x="810" y="1304"/>
                      <a:pt x="905" y="1310"/>
                      <a:pt x="995" y="1334"/>
                    </a:cubicBezTo>
                    <a:cubicBezTo>
                      <a:pt x="1045" y="1347"/>
                      <a:pt x="1088" y="1341"/>
                      <a:pt x="1139" y="1339"/>
                    </a:cubicBezTo>
                    <a:cubicBezTo>
                      <a:pt x="1198" y="1337"/>
                      <a:pt x="1258" y="1342"/>
                      <a:pt x="1317" y="1344"/>
                    </a:cubicBezTo>
                    <a:cubicBezTo>
                      <a:pt x="1402" y="1346"/>
                      <a:pt x="1488" y="1347"/>
                      <a:pt x="1573" y="1342"/>
                    </a:cubicBezTo>
                    <a:cubicBezTo>
                      <a:pt x="1581" y="1342"/>
                      <a:pt x="1589" y="1342"/>
                      <a:pt x="1598" y="1342"/>
                    </a:cubicBezTo>
                    <a:cubicBezTo>
                      <a:pt x="1629" y="1342"/>
                      <a:pt x="1661" y="1344"/>
                      <a:pt x="1693" y="1348"/>
                    </a:cubicBezTo>
                    <a:cubicBezTo>
                      <a:pt x="1699" y="1349"/>
                      <a:pt x="1706" y="1349"/>
                      <a:pt x="1713" y="1349"/>
                    </a:cubicBezTo>
                    <a:cubicBezTo>
                      <a:pt x="1729" y="1349"/>
                      <a:pt x="1744" y="1347"/>
                      <a:pt x="1760" y="1344"/>
                    </a:cubicBezTo>
                    <a:cubicBezTo>
                      <a:pt x="1813" y="1332"/>
                      <a:pt x="1867" y="1320"/>
                      <a:pt x="1922" y="1313"/>
                    </a:cubicBezTo>
                    <a:cubicBezTo>
                      <a:pt x="2001" y="1303"/>
                      <a:pt x="2078" y="1281"/>
                      <a:pt x="2158" y="1270"/>
                    </a:cubicBezTo>
                    <a:cubicBezTo>
                      <a:pt x="2247" y="1258"/>
                      <a:pt x="2333" y="1226"/>
                      <a:pt x="2420" y="1204"/>
                    </a:cubicBezTo>
                    <a:cubicBezTo>
                      <a:pt x="2464" y="1193"/>
                      <a:pt x="2507" y="1180"/>
                      <a:pt x="2551" y="1170"/>
                    </a:cubicBezTo>
                    <a:cubicBezTo>
                      <a:pt x="2576" y="1166"/>
                      <a:pt x="2600" y="1164"/>
                      <a:pt x="2625" y="1164"/>
                    </a:cubicBezTo>
                    <a:cubicBezTo>
                      <a:pt x="2647" y="1162"/>
                      <a:pt x="2656" y="1173"/>
                      <a:pt x="2664" y="1191"/>
                    </a:cubicBezTo>
                    <a:cubicBezTo>
                      <a:pt x="2668" y="1201"/>
                      <a:pt x="2672" y="1211"/>
                      <a:pt x="2675" y="1222"/>
                    </a:cubicBezTo>
                    <a:cubicBezTo>
                      <a:pt x="2604" y="1238"/>
                      <a:pt x="2533" y="1257"/>
                      <a:pt x="2461" y="1272"/>
                    </a:cubicBezTo>
                    <a:cubicBezTo>
                      <a:pt x="2393" y="1285"/>
                      <a:pt x="2319" y="1289"/>
                      <a:pt x="2254" y="1315"/>
                    </a:cubicBezTo>
                    <a:lnTo>
                      <a:pt x="2253" y="1315"/>
                    </a:lnTo>
                    <a:lnTo>
                      <a:pt x="2253" y="1316"/>
                    </a:lnTo>
                    <a:lnTo>
                      <a:pt x="2253" y="1317"/>
                    </a:lnTo>
                    <a:cubicBezTo>
                      <a:pt x="2254" y="1317"/>
                      <a:pt x="2254" y="1317"/>
                      <a:pt x="2254" y="1317"/>
                    </a:cubicBezTo>
                    <a:cubicBezTo>
                      <a:pt x="2326" y="1326"/>
                      <a:pt x="2404" y="1304"/>
                      <a:pt x="2474" y="1290"/>
                    </a:cubicBezTo>
                    <a:cubicBezTo>
                      <a:pt x="2545" y="1276"/>
                      <a:pt x="2613" y="1263"/>
                      <a:pt x="2680" y="1244"/>
                    </a:cubicBezTo>
                    <a:cubicBezTo>
                      <a:pt x="2697" y="1320"/>
                      <a:pt x="2708" y="1397"/>
                      <a:pt x="2713" y="1474"/>
                    </a:cubicBezTo>
                    <a:cubicBezTo>
                      <a:pt x="2719" y="1552"/>
                      <a:pt x="2713" y="1485"/>
                      <a:pt x="2713" y="1496"/>
                    </a:cubicBezTo>
                    <a:cubicBezTo>
                      <a:pt x="2714" y="1497"/>
                      <a:pt x="2714" y="1497"/>
                      <a:pt x="2714" y="1498"/>
                    </a:cubicBezTo>
                    <a:cubicBezTo>
                      <a:pt x="2714" y="1505"/>
                      <a:pt x="2712" y="1512"/>
                      <a:pt x="2708" y="1518"/>
                    </a:cubicBezTo>
                    <a:cubicBezTo>
                      <a:pt x="2705" y="1524"/>
                      <a:pt x="2700" y="1529"/>
                      <a:pt x="2694" y="1532"/>
                    </a:cubicBezTo>
                    <a:cubicBezTo>
                      <a:pt x="2691" y="1534"/>
                      <a:pt x="2689" y="1535"/>
                      <a:pt x="2686" y="1536"/>
                    </a:cubicBezTo>
                    <a:cubicBezTo>
                      <a:pt x="2599" y="1578"/>
                      <a:pt x="2508" y="1602"/>
                      <a:pt x="2418" y="1632"/>
                    </a:cubicBezTo>
                    <a:cubicBezTo>
                      <a:pt x="2379" y="1644"/>
                      <a:pt x="2340" y="1651"/>
                      <a:pt x="2300" y="1654"/>
                    </a:cubicBezTo>
                    <a:cubicBezTo>
                      <a:pt x="2260" y="1659"/>
                      <a:pt x="2221" y="1669"/>
                      <a:pt x="2184" y="1684"/>
                    </a:cubicBezTo>
                    <a:cubicBezTo>
                      <a:pt x="2112" y="1714"/>
                      <a:pt x="2035" y="1731"/>
                      <a:pt x="1957" y="1735"/>
                    </a:cubicBezTo>
                    <a:cubicBezTo>
                      <a:pt x="1940" y="1736"/>
                      <a:pt x="1923" y="1739"/>
                      <a:pt x="1906" y="1744"/>
                    </a:cubicBezTo>
                    <a:cubicBezTo>
                      <a:pt x="1855" y="1757"/>
                      <a:pt x="1803" y="1765"/>
                      <a:pt x="1750" y="1766"/>
                    </a:cubicBezTo>
                    <a:cubicBezTo>
                      <a:pt x="1693" y="1769"/>
                      <a:pt x="1636" y="1776"/>
                      <a:pt x="1579" y="1784"/>
                    </a:cubicBezTo>
                    <a:cubicBezTo>
                      <a:pt x="1522" y="1792"/>
                      <a:pt x="1464" y="1795"/>
                      <a:pt x="1407" y="1801"/>
                    </a:cubicBezTo>
                    <a:cubicBezTo>
                      <a:pt x="1396" y="1802"/>
                      <a:pt x="1386" y="1803"/>
                      <a:pt x="1375" y="1803"/>
                    </a:cubicBezTo>
                    <a:cubicBezTo>
                      <a:pt x="1371" y="1803"/>
                      <a:pt x="1366" y="1803"/>
                      <a:pt x="1362" y="1803"/>
                    </a:cubicBezTo>
                    <a:cubicBezTo>
                      <a:pt x="1247" y="1789"/>
                      <a:pt x="1132" y="1783"/>
                      <a:pt x="1018" y="1772"/>
                    </a:cubicBezTo>
                    <a:cubicBezTo>
                      <a:pt x="916" y="1759"/>
                      <a:pt x="815" y="1740"/>
                      <a:pt x="716" y="1716"/>
                    </a:cubicBezTo>
                    <a:cubicBezTo>
                      <a:pt x="686" y="1709"/>
                      <a:pt x="657" y="1703"/>
                      <a:pt x="627" y="1697"/>
                    </a:cubicBezTo>
                    <a:cubicBezTo>
                      <a:pt x="562" y="1683"/>
                      <a:pt x="494" y="1672"/>
                      <a:pt x="429" y="1654"/>
                    </a:cubicBezTo>
                    <a:cubicBezTo>
                      <a:pt x="340" y="1630"/>
                      <a:pt x="248" y="1614"/>
                      <a:pt x="161" y="1578"/>
                    </a:cubicBezTo>
                    <a:cubicBezTo>
                      <a:pt x="120" y="1561"/>
                      <a:pt x="109" y="1548"/>
                      <a:pt x="113" y="1505"/>
                    </a:cubicBezTo>
                    <a:moveTo>
                      <a:pt x="2381" y="1817"/>
                    </a:moveTo>
                    <a:cubicBezTo>
                      <a:pt x="2380" y="1799"/>
                      <a:pt x="2380" y="1781"/>
                      <a:pt x="2380" y="1764"/>
                    </a:cubicBezTo>
                    <a:cubicBezTo>
                      <a:pt x="2380" y="1746"/>
                      <a:pt x="2380" y="1729"/>
                      <a:pt x="2381" y="1712"/>
                    </a:cubicBezTo>
                    <a:cubicBezTo>
                      <a:pt x="2381" y="1684"/>
                      <a:pt x="2389" y="1675"/>
                      <a:pt x="2414" y="1668"/>
                    </a:cubicBezTo>
                    <a:cubicBezTo>
                      <a:pt x="2443" y="1661"/>
                      <a:pt x="2472" y="1654"/>
                      <a:pt x="2501" y="1646"/>
                    </a:cubicBezTo>
                    <a:cubicBezTo>
                      <a:pt x="2552" y="1632"/>
                      <a:pt x="2601" y="1615"/>
                      <a:pt x="2650" y="1595"/>
                    </a:cubicBezTo>
                    <a:cubicBezTo>
                      <a:pt x="2668" y="1587"/>
                      <a:pt x="2678" y="1593"/>
                      <a:pt x="2685" y="1612"/>
                    </a:cubicBezTo>
                    <a:cubicBezTo>
                      <a:pt x="2699" y="1645"/>
                      <a:pt x="2706" y="1681"/>
                      <a:pt x="2706" y="1717"/>
                    </a:cubicBezTo>
                    <a:cubicBezTo>
                      <a:pt x="2706" y="1719"/>
                      <a:pt x="2706" y="1720"/>
                      <a:pt x="2706" y="1722"/>
                    </a:cubicBezTo>
                    <a:cubicBezTo>
                      <a:pt x="2706" y="1769"/>
                      <a:pt x="2706" y="1817"/>
                      <a:pt x="2706" y="1865"/>
                    </a:cubicBezTo>
                    <a:lnTo>
                      <a:pt x="2711" y="1865"/>
                    </a:lnTo>
                    <a:cubicBezTo>
                      <a:pt x="2711" y="1920"/>
                      <a:pt x="2711" y="1975"/>
                      <a:pt x="2711" y="2030"/>
                    </a:cubicBezTo>
                    <a:cubicBezTo>
                      <a:pt x="2711" y="2031"/>
                      <a:pt x="2711" y="2032"/>
                      <a:pt x="2711" y="2033"/>
                    </a:cubicBezTo>
                    <a:cubicBezTo>
                      <a:pt x="2711" y="2043"/>
                      <a:pt x="2709" y="2052"/>
                      <a:pt x="2704" y="2060"/>
                    </a:cubicBezTo>
                    <a:cubicBezTo>
                      <a:pt x="2700" y="2068"/>
                      <a:pt x="2693" y="2075"/>
                      <a:pt x="2685" y="2079"/>
                    </a:cubicBezTo>
                    <a:cubicBezTo>
                      <a:pt x="2682" y="2081"/>
                      <a:pt x="2679" y="2082"/>
                      <a:pt x="2676" y="2083"/>
                    </a:cubicBezTo>
                    <a:cubicBezTo>
                      <a:pt x="2609" y="2116"/>
                      <a:pt x="2538" y="2141"/>
                      <a:pt x="2465" y="2160"/>
                    </a:cubicBezTo>
                    <a:cubicBezTo>
                      <a:pt x="2438" y="2166"/>
                      <a:pt x="2412" y="2175"/>
                      <a:pt x="2386" y="2182"/>
                    </a:cubicBezTo>
                    <a:cubicBezTo>
                      <a:pt x="2384" y="2182"/>
                      <a:pt x="2382" y="2183"/>
                      <a:pt x="2380" y="2183"/>
                    </a:cubicBezTo>
                    <a:cubicBezTo>
                      <a:pt x="2376" y="2183"/>
                      <a:pt x="2373" y="2182"/>
                      <a:pt x="2370" y="2180"/>
                    </a:cubicBezTo>
                    <a:cubicBezTo>
                      <a:pt x="2367" y="2178"/>
                      <a:pt x="2365" y="2176"/>
                      <a:pt x="2363" y="2173"/>
                    </a:cubicBezTo>
                    <a:cubicBezTo>
                      <a:pt x="2362" y="2170"/>
                      <a:pt x="2361" y="2167"/>
                      <a:pt x="2361" y="2164"/>
                    </a:cubicBezTo>
                    <a:cubicBezTo>
                      <a:pt x="2361" y="2163"/>
                      <a:pt x="2361" y="2162"/>
                      <a:pt x="2361" y="2161"/>
                    </a:cubicBezTo>
                    <a:cubicBezTo>
                      <a:pt x="2364" y="2114"/>
                      <a:pt x="2365" y="2066"/>
                      <a:pt x="2372" y="2019"/>
                    </a:cubicBezTo>
                    <a:cubicBezTo>
                      <a:pt x="2379" y="1971"/>
                      <a:pt x="2383" y="1924"/>
                      <a:pt x="2383" y="1876"/>
                    </a:cubicBezTo>
                    <a:cubicBezTo>
                      <a:pt x="2383" y="1856"/>
                      <a:pt x="2383" y="1836"/>
                      <a:pt x="2381" y="1817"/>
                    </a:cubicBezTo>
                    <a:moveTo>
                      <a:pt x="1792" y="2163"/>
                    </a:moveTo>
                    <a:cubicBezTo>
                      <a:pt x="1792" y="2155"/>
                      <a:pt x="1792" y="2148"/>
                      <a:pt x="1792" y="2140"/>
                    </a:cubicBezTo>
                    <a:cubicBezTo>
                      <a:pt x="1792" y="2080"/>
                      <a:pt x="1788" y="2020"/>
                      <a:pt x="1779" y="1961"/>
                    </a:cubicBezTo>
                    <a:cubicBezTo>
                      <a:pt x="1777" y="1936"/>
                      <a:pt x="1776" y="1912"/>
                      <a:pt x="1776" y="1887"/>
                    </a:cubicBezTo>
                    <a:cubicBezTo>
                      <a:pt x="1776" y="1872"/>
                      <a:pt x="1777" y="1856"/>
                      <a:pt x="1777" y="1841"/>
                    </a:cubicBezTo>
                    <a:cubicBezTo>
                      <a:pt x="1777" y="1840"/>
                      <a:pt x="1777" y="1839"/>
                      <a:pt x="1777" y="1838"/>
                    </a:cubicBezTo>
                    <a:cubicBezTo>
                      <a:pt x="1777" y="1833"/>
                      <a:pt x="1779" y="1826"/>
                      <a:pt x="1781" y="1822"/>
                    </a:cubicBezTo>
                    <a:cubicBezTo>
                      <a:pt x="1784" y="1817"/>
                      <a:pt x="1788" y="1814"/>
                      <a:pt x="1793" y="1811"/>
                    </a:cubicBezTo>
                    <a:cubicBezTo>
                      <a:pt x="1796" y="1809"/>
                      <a:pt x="1799" y="1808"/>
                      <a:pt x="1802" y="1808"/>
                    </a:cubicBezTo>
                    <a:cubicBezTo>
                      <a:pt x="1818" y="1802"/>
                      <a:pt x="1835" y="1798"/>
                      <a:pt x="1853" y="1796"/>
                    </a:cubicBezTo>
                    <a:cubicBezTo>
                      <a:pt x="1937" y="1790"/>
                      <a:pt x="2021" y="1777"/>
                      <a:pt x="2104" y="1757"/>
                    </a:cubicBezTo>
                    <a:cubicBezTo>
                      <a:pt x="2152" y="1743"/>
                      <a:pt x="2199" y="1727"/>
                      <a:pt x="2246" y="1709"/>
                    </a:cubicBezTo>
                    <a:cubicBezTo>
                      <a:pt x="2335" y="1678"/>
                      <a:pt x="2342" y="1682"/>
                      <a:pt x="2342" y="1779"/>
                    </a:cubicBezTo>
                    <a:cubicBezTo>
                      <a:pt x="2342" y="1801"/>
                      <a:pt x="2344" y="1824"/>
                      <a:pt x="2345" y="1846"/>
                    </a:cubicBezTo>
                    <a:cubicBezTo>
                      <a:pt x="2346" y="1863"/>
                      <a:pt x="2347" y="1879"/>
                      <a:pt x="2347" y="1896"/>
                    </a:cubicBezTo>
                    <a:cubicBezTo>
                      <a:pt x="2347" y="1929"/>
                      <a:pt x="2344" y="1963"/>
                      <a:pt x="2339" y="1996"/>
                    </a:cubicBezTo>
                    <a:cubicBezTo>
                      <a:pt x="2331" y="2048"/>
                      <a:pt x="2327" y="2100"/>
                      <a:pt x="2320" y="2152"/>
                    </a:cubicBezTo>
                    <a:cubicBezTo>
                      <a:pt x="2313" y="2204"/>
                      <a:pt x="2307" y="2209"/>
                      <a:pt x="2257" y="2221"/>
                    </a:cubicBezTo>
                    <a:cubicBezTo>
                      <a:pt x="2128" y="2250"/>
                      <a:pt x="1999" y="2280"/>
                      <a:pt x="1870" y="2311"/>
                    </a:cubicBezTo>
                    <a:cubicBezTo>
                      <a:pt x="1782" y="2333"/>
                      <a:pt x="1790" y="2309"/>
                      <a:pt x="1792" y="2246"/>
                    </a:cubicBezTo>
                    <a:cubicBezTo>
                      <a:pt x="1793" y="2218"/>
                      <a:pt x="1792" y="2190"/>
                      <a:pt x="1792" y="2163"/>
                    </a:cubicBezTo>
                    <a:moveTo>
                      <a:pt x="1013" y="2158"/>
                    </a:moveTo>
                    <a:cubicBezTo>
                      <a:pt x="1009" y="2139"/>
                      <a:pt x="1008" y="2120"/>
                      <a:pt x="1008" y="2101"/>
                    </a:cubicBezTo>
                    <a:cubicBezTo>
                      <a:pt x="1008" y="2098"/>
                      <a:pt x="1008" y="2094"/>
                      <a:pt x="1008" y="2091"/>
                    </a:cubicBezTo>
                    <a:cubicBezTo>
                      <a:pt x="1008" y="2036"/>
                      <a:pt x="1008" y="1981"/>
                      <a:pt x="1010" y="1926"/>
                    </a:cubicBezTo>
                    <a:cubicBezTo>
                      <a:pt x="1012" y="1904"/>
                      <a:pt x="1016" y="1882"/>
                      <a:pt x="1022" y="1861"/>
                    </a:cubicBezTo>
                    <a:cubicBezTo>
                      <a:pt x="1030" y="1829"/>
                      <a:pt x="1036" y="1823"/>
                      <a:pt x="1068" y="1823"/>
                    </a:cubicBezTo>
                    <a:cubicBezTo>
                      <a:pt x="1076" y="1823"/>
                      <a:pt x="1083" y="1822"/>
                      <a:pt x="1091" y="1822"/>
                    </a:cubicBezTo>
                    <a:cubicBezTo>
                      <a:pt x="1121" y="1822"/>
                      <a:pt x="1151" y="1824"/>
                      <a:pt x="1181" y="1827"/>
                    </a:cubicBezTo>
                    <a:cubicBezTo>
                      <a:pt x="1256" y="1836"/>
                      <a:pt x="1332" y="1840"/>
                      <a:pt x="1407" y="1840"/>
                    </a:cubicBezTo>
                    <a:cubicBezTo>
                      <a:pt x="1454" y="1840"/>
                      <a:pt x="1501" y="1838"/>
                      <a:pt x="1548" y="1835"/>
                    </a:cubicBezTo>
                    <a:cubicBezTo>
                      <a:pt x="1590" y="1831"/>
                      <a:pt x="1633" y="1825"/>
                      <a:pt x="1675" y="1823"/>
                    </a:cubicBezTo>
                    <a:cubicBezTo>
                      <a:pt x="1711" y="1821"/>
                      <a:pt x="1716" y="1827"/>
                      <a:pt x="1729" y="1861"/>
                    </a:cubicBezTo>
                    <a:cubicBezTo>
                      <a:pt x="1738" y="1887"/>
                      <a:pt x="1742" y="1914"/>
                      <a:pt x="1742" y="1941"/>
                    </a:cubicBezTo>
                    <a:cubicBezTo>
                      <a:pt x="1742" y="1946"/>
                      <a:pt x="1742" y="1952"/>
                      <a:pt x="1742" y="1958"/>
                    </a:cubicBezTo>
                    <a:cubicBezTo>
                      <a:pt x="1741" y="1962"/>
                      <a:pt x="1741" y="1967"/>
                      <a:pt x="1741" y="1972"/>
                    </a:cubicBezTo>
                    <a:cubicBezTo>
                      <a:pt x="1741" y="2012"/>
                      <a:pt x="1745" y="2052"/>
                      <a:pt x="1752" y="2092"/>
                    </a:cubicBezTo>
                    <a:cubicBezTo>
                      <a:pt x="1757" y="2125"/>
                      <a:pt x="1759" y="2158"/>
                      <a:pt x="1759" y="2192"/>
                    </a:cubicBezTo>
                    <a:cubicBezTo>
                      <a:pt x="1759" y="2218"/>
                      <a:pt x="1758" y="2245"/>
                      <a:pt x="1755" y="2272"/>
                    </a:cubicBezTo>
                    <a:cubicBezTo>
                      <a:pt x="1751" y="2326"/>
                      <a:pt x="1743" y="2333"/>
                      <a:pt x="1686" y="2340"/>
                    </a:cubicBezTo>
                    <a:cubicBezTo>
                      <a:pt x="1651" y="2345"/>
                      <a:pt x="1616" y="2346"/>
                      <a:pt x="1581" y="2348"/>
                    </a:cubicBezTo>
                    <a:cubicBezTo>
                      <a:pt x="1546" y="2349"/>
                      <a:pt x="1511" y="2348"/>
                      <a:pt x="1476" y="2348"/>
                    </a:cubicBezTo>
                    <a:cubicBezTo>
                      <a:pt x="1391" y="2357"/>
                      <a:pt x="1306" y="2343"/>
                      <a:pt x="1221" y="2343"/>
                    </a:cubicBezTo>
                    <a:cubicBezTo>
                      <a:pt x="1166" y="2341"/>
                      <a:pt x="1111" y="2336"/>
                      <a:pt x="1056" y="2328"/>
                    </a:cubicBezTo>
                    <a:cubicBezTo>
                      <a:pt x="1033" y="2325"/>
                      <a:pt x="1023" y="2313"/>
                      <a:pt x="1025" y="2285"/>
                    </a:cubicBezTo>
                    <a:cubicBezTo>
                      <a:pt x="1025" y="2280"/>
                      <a:pt x="1025" y="2275"/>
                      <a:pt x="1025" y="2270"/>
                    </a:cubicBezTo>
                    <a:cubicBezTo>
                      <a:pt x="1025" y="2232"/>
                      <a:pt x="1021" y="2195"/>
                      <a:pt x="1013" y="2158"/>
                    </a:cubicBezTo>
                    <a:moveTo>
                      <a:pt x="968" y="2148"/>
                    </a:moveTo>
                    <a:cubicBezTo>
                      <a:pt x="968" y="2152"/>
                      <a:pt x="968" y="2156"/>
                      <a:pt x="968" y="2160"/>
                    </a:cubicBezTo>
                    <a:cubicBezTo>
                      <a:pt x="968" y="2197"/>
                      <a:pt x="973" y="2232"/>
                      <a:pt x="983" y="2267"/>
                    </a:cubicBezTo>
                    <a:cubicBezTo>
                      <a:pt x="995" y="2311"/>
                      <a:pt x="971" y="2321"/>
                      <a:pt x="935" y="2315"/>
                    </a:cubicBezTo>
                    <a:cubicBezTo>
                      <a:pt x="918" y="2312"/>
                      <a:pt x="901" y="2310"/>
                      <a:pt x="883" y="2307"/>
                    </a:cubicBezTo>
                    <a:cubicBezTo>
                      <a:pt x="753" y="2284"/>
                      <a:pt x="622" y="2263"/>
                      <a:pt x="492" y="2230"/>
                    </a:cubicBezTo>
                    <a:cubicBezTo>
                      <a:pt x="456" y="2220"/>
                      <a:pt x="434" y="2204"/>
                      <a:pt x="430" y="2166"/>
                    </a:cubicBezTo>
                    <a:cubicBezTo>
                      <a:pt x="429" y="2154"/>
                      <a:pt x="424" y="2141"/>
                      <a:pt x="423" y="2129"/>
                    </a:cubicBezTo>
                    <a:cubicBezTo>
                      <a:pt x="422" y="2001"/>
                      <a:pt x="427" y="1874"/>
                      <a:pt x="469" y="1751"/>
                    </a:cubicBezTo>
                    <a:cubicBezTo>
                      <a:pt x="479" y="1723"/>
                      <a:pt x="488" y="1715"/>
                      <a:pt x="520" y="1721"/>
                    </a:cubicBezTo>
                    <a:cubicBezTo>
                      <a:pt x="594" y="1730"/>
                      <a:pt x="668" y="1744"/>
                      <a:pt x="742" y="1761"/>
                    </a:cubicBezTo>
                    <a:cubicBezTo>
                      <a:pt x="804" y="1779"/>
                      <a:pt x="868" y="1792"/>
                      <a:pt x="931" y="1807"/>
                    </a:cubicBezTo>
                    <a:cubicBezTo>
                      <a:pt x="970" y="1816"/>
                      <a:pt x="976" y="1824"/>
                      <a:pt x="975" y="1851"/>
                    </a:cubicBezTo>
                    <a:cubicBezTo>
                      <a:pt x="963" y="1958"/>
                      <a:pt x="973" y="2053"/>
                      <a:pt x="968" y="2148"/>
                    </a:cubicBezTo>
                    <a:moveTo>
                      <a:pt x="98" y="1996"/>
                    </a:moveTo>
                    <a:cubicBezTo>
                      <a:pt x="98" y="1953"/>
                      <a:pt x="98" y="1910"/>
                      <a:pt x="103" y="1868"/>
                    </a:cubicBezTo>
                    <a:cubicBezTo>
                      <a:pt x="109" y="1796"/>
                      <a:pt x="120" y="1724"/>
                      <a:pt x="132" y="1652"/>
                    </a:cubicBezTo>
                    <a:cubicBezTo>
                      <a:pt x="137" y="1626"/>
                      <a:pt x="147" y="1619"/>
                      <a:pt x="167" y="1628"/>
                    </a:cubicBezTo>
                    <a:cubicBezTo>
                      <a:pt x="224" y="1654"/>
                      <a:pt x="286" y="1663"/>
                      <a:pt x="346" y="1680"/>
                    </a:cubicBezTo>
                    <a:cubicBezTo>
                      <a:pt x="361" y="1684"/>
                      <a:pt x="375" y="1689"/>
                      <a:pt x="390" y="1693"/>
                    </a:cubicBezTo>
                    <a:cubicBezTo>
                      <a:pt x="421" y="1704"/>
                      <a:pt x="423" y="1737"/>
                      <a:pt x="418" y="1766"/>
                    </a:cubicBezTo>
                    <a:cubicBezTo>
                      <a:pt x="405" y="1830"/>
                      <a:pt x="388" y="1886"/>
                      <a:pt x="387" y="1953"/>
                    </a:cubicBezTo>
                    <a:cubicBezTo>
                      <a:pt x="387" y="2019"/>
                      <a:pt x="387" y="2088"/>
                      <a:pt x="386" y="2155"/>
                    </a:cubicBezTo>
                    <a:cubicBezTo>
                      <a:pt x="386" y="2188"/>
                      <a:pt x="376" y="2195"/>
                      <a:pt x="345" y="2192"/>
                    </a:cubicBezTo>
                    <a:cubicBezTo>
                      <a:pt x="272" y="2187"/>
                      <a:pt x="213" y="2136"/>
                      <a:pt x="149" y="2107"/>
                    </a:cubicBezTo>
                    <a:cubicBezTo>
                      <a:pt x="143" y="2105"/>
                      <a:pt x="138" y="2102"/>
                      <a:pt x="132" y="2099"/>
                    </a:cubicBezTo>
                    <a:cubicBezTo>
                      <a:pt x="128" y="2097"/>
                      <a:pt x="124" y="2094"/>
                      <a:pt x="121" y="2091"/>
                    </a:cubicBezTo>
                    <a:cubicBezTo>
                      <a:pt x="93" y="2068"/>
                      <a:pt x="100" y="2026"/>
                      <a:pt x="99" y="1995"/>
                    </a:cubicBezTo>
                    <a:lnTo>
                      <a:pt x="98" y="1996"/>
                    </a:lnTo>
                    <a:moveTo>
                      <a:pt x="203" y="2710"/>
                    </a:moveTo>
                    <a:cubicBezTo>
                      <a:pt x="200" y="2700"/>
                      <a:pt x="196" y="2691"/>
                      <a:pt x="194" y="2681"/>
                    </a:cubicBezTo>
                    <a:cubicBezTo>
                      <a:pt x="189" y="2659"/>
                      <a:pt x="199" y="2648"/>
                      <a:pt x="236" y="2652"/>
                    </a:cubicBezTo>
                    <a:cubicBezTo>
                      <a:pt x="283" y="2664"/>
                      <a:pt x="345" y="2680"/>
                      <a:pt x="405" y="2695"/>
                    </a:cubicBezTo>
                    <a:cubicBezTo>
                      <a:pt x="410" y="2696"/>
                      <a:pt x="414" y="2698"/>
                      <a:pt x="418" y="2700"/>
                    </a:cubicBezTo>
                    <a:cubicBezTo>
                      <a:pt x="425" y="2704"/>
                      <a:pt x="431" y="2710"/>
                      <a:pt x="436" y="2718"/>
                    </a:cubicBezTo>
                    <a:cubicBezTo>
                      <a:pt x="438" y="2721"/>
                      <a:pt x="440" y="2726"/>
                      <a:pt x="441" y="2730"/>
                    </a:cubicBezTo>
                    <a:cubicBezTo>
                      <a:pt x="447" y="2746"/>
                      <a:pt x="453" y="2762"/>
                      <a:pt x="457" y="2779"/>
                    </a:cubicBezTo>
                    <a:cubicBezTo>
                      <a:pt x="475" y="2883"/>
                      <a:pt x="512" y="2982"/>
                      <a:pt x="544" y="3082"/>
                    </a:cubicBezTo>
                    <a:cubicBezTo>
                      <a:pt x="547" y="3089"/>
                      <a:pt x="549" y="3096"/>
                      <a:pt x="550" y="3103"/>
                    </a:cubicBezTo>
                    <a:cubicBezTo>
                      <a:pt x="551" y="3105"/>
                      <a:pt x="551" y="3106"/>
                      <a:pt x="551" y="3107"/>
                    </a:cubicBezTo>
                    <a:cubicBezTo>
                      <a:pt x="551" y="3111"/>
                      <a:pt x="550" y="3113"/>
                      <a:pt x="548" y="3116"/>
                    </a:cubicBezTo>
                    <a:cubicBezTo>
                      <a:pt x="547" y="3118"/>
                      <a:pt x="545" y="3121"/>
                      <a:pt x="542" y="3123"/>
                    </a:cubicBezTo>
                    <a:cubicBezTo>
                      <a:pt x="539" y="3124"/>
                      <a:pt x="536" y="3126"/>
                      <a:pt x="533" y="3126"/>
                    </a:cubicBezTo>
                    <a:cubicBezTo>
                      <a:pt x="531" y="3126"/>
                      <a:pt x="530" y="3125"/>
                      <a:pt x="529" y="3125"/>
                    </a:cubicBezTo>
                    <a:cubicBezTo>
                      <a:pt x="504" y="3120"/>
                      <a:pt x="480" y="3114"/>
                      <a:pt x="455" y="3108"/>
                    </a:cubicBezTo>
                    <a:cubicBezTo>
                      <a:pt x="438" y="3104"/>
                      <a:pt x="422" y="3097"/>
                      <a:pt x="405" y="3094"/>
                    </a:cubicBezTo>
                    <a:cubicBezTo>
                      <a:pt x="393" y="3091"/>
                      <a:pt x="382" y="3087"/>
                      <a:pt x="372" y="3082"/>
                    </a:cubicBezTo>
                    <a:cubicBezTo>
                      <a:pt x="356" y="3073"/>
                      <a:pt x="343" y="3059"/>
                      <a:pt x="334" y="3044"/>
                    </a:cubicBezTo>
                    <a:cubicBezTo>
                      <a:pt x="332" y="3039"/>
                      <a:pt x="330" y="3035"/>
                      <a:pt x="328" y="3030"/>
                    </a:cubicBezTo>
                    <a:cubicBezTo>
                      <a:pt x="278" y="2927"/>
                      <a:pt x="236" y="2819"/>
                      <a:pt x="204" y="2709"/>
                    </a:cubicBezTo>
                    <a:lnTo>
                      <a:pt x="203" y="2710"/>
                    </a:lnTo>
                    <a:moveTo>
                      <a:pt x="1705" y="2875"/>
                    </a:moveTo>
                    <a:cubicBezTo>
                      <a:pt x="1700" y="2930"/>
                      <a:pt x="1692" y="2985"/>
                      <a:pt x="1679" y="3038"/>
                    </a:cubicBezTo>
                    <a:cubicBezTo>
                      <a:pt x="1669" y="3077"/>
                      <a:pt x="1663" y="3117"/>
                      <a:pt x="1657" y="3156"/>
                    </a:cubicBezTo>
                    <a:cubicBezTo>
                      <a:pt x="1650" y="3200"/>
                      <a:pt x="1645" y="3206"/>
                      <a:pt x="1599" y="3207"/>
                    </a:cubicBezTo>
                    <a:cubicBezTo>
                      <a:pt x="1534" y="3208"/>
                      <a:pt x="1469" y="3207"/>
                      <a:pt x="1404" y="3207"/>
                    </a:cubicBezTo>
                    <a:cubicBezTo>
                      <a:pt x="1338" y="3207"/>
                      <a:pt x="1273" y="3207"/>
                      <a:pt x="1208" y="3207"/>
                    </a:cubicBezTo>
                    <a:cubicBezTo>
                      <a:pt x="1206" y="3207"/>
                      <a:pt x="1203" y="3208"/>
                      <a:pt x="1201" y="3208"/>
                    </a:cubicBezTo>
                    <a:cubicBezTo>
                      <a:pt x="1192" y="3208"/>
                      <a:pt x="1184" y="3205"/>
                      <a:pt x="1176" y="3201"/>
                    </a:cubicBezTo>
                    <a:cubicBezTo>
                      <a:pt x="1169" y="3197"/>
                      <a:pt x="1162" y="3190"/>
                      <a:pt x="1158" y="3183"/>
                    </a:cubicBezTo>
                    <a:cubicBezTo>
                      <a:pt x="1156" y="3179"/>
                      <a:pt x="1154" y="3175"/>
                      <a:pt x="1153" y="3170"/>
                    </a:cubicBezTo>
                    <a:cubicBezTo>
                      <a:pt x="1147" y="3157"/>
                      <a:pt x="1141" y="3142"/>
                      <a:pt x="1138" y="3128"/>
                    </a:cubicBezTo>
                    <a:cubicBezTo>
                      <a:pt x="1132" y="3065"/>
                      <a:pt x="1106" y="3007"/>
                      <a:pt x="1091" y="2947"/>
                    </a:cubicBezTo>
                    <a:cubicBezTo>
                      <a:pt x="1057" y="2816"/>
                      <a:pt x="1073" y="2797"/>
                      <a:pt x="1205" y="2808"/>
                    </a:cubicBezTo>
                    <a:cubicBezTo>
                      <a:pt x="1266" y="2814"/>
                      <a:pt x="1329" y="2818"/>
                      <a:pt x="1391" y="2818"/>
                    </a:cubicBezTo>
                    <a:cubicBezTo>
                      <a:pt x="1449" y="2818"/>
                      <a:pt x="1507" y="2815"/>
                      <a:pt x="1564" y="2809"/>
                    </a:cubicBezTo>
                    <a:cubicBezTo>
                      <a:pt x="1583" y="2808"/>
                      <a:pt x="1602" y="2808"/>
                      <a:pt x="1620" y="2808"/>
                    </a:cubicBezTo>
                    <a:cubicBezTo>
                      <a:pt x="1639" y="2808"/>
                      <a:pt x="1658" y="2808"/>
                      <a:pt x="1676" y="2809"/>
                    </a:cubicBezTo>
                    <a:cubicBezTo>
                      <a:pt x="1677" y="2809"/>
                      <a:pt x="1677" y="2809"/>
                      <a:pt x="1677" y="2809"/>
                    </a:cubicBezTo>
                    <a:cubicBezTo>
                      <a:pt x="1682" y="2809"/>
                      <a:pt x="1687" y="2810"/>
                      <a:pt x="1691" y="2813"/>
                    </a:cubicBezTo>
                    <a:cubicBezTo>
                      <a:pt x="1696" y="2815"/>
                      <a:pt x="1699" y="2819"/>
                      <a:pt x="1702" y="2824"/>
                    </a:cubicBezTo>
                    <a:cubicBezTo>
                      <a:pt x="1704" y="2828"/>
                      <a:pt x="1706" y="2832"/>
                      <a:pt x="1706" y="2837"/>
                    </a:cubicBezTo>
                    <a:cubicBezTo>
                      <a:pt x="1707" y="2843"/>
                      <a:pt x="1707" y="2849"/>
                      <a:pt x="1707" y="2855"/>
                    </a:cubicBezTo>
                    <a:cubicBezTo>
                      <a:pt x="1707" y="2861"/>
                      <a:pt x="1707" y="2868"/>
                      <a:pt x="1706" y="2874"/>
                    </a:cubicBezTo>
                    <a:lnTo>
                      <a:pt x="1705" y="2875"/>
                    </a:lnTo>
                    <a:moveTo>
                      <a:pt x="1732" y="2930"/>
                    </a:moveTo>
                    <a:cubicBezTo>
                      <a:pt x="1739" y="2898"/>
                      <a:pt x="1748" y="2867"/>
                      <a:pt x="1754" y="2835"/>
                    </a:cubicBezTo>
                    <a:cubicBezTo>
                      <a:pt x="1761" y="2803"/>
                      <a:pt x="1769" y="2793"/>
                      <a:pt x="1803" y="2788"/>
                    </a:cubicBezTo>
                    <a:cubicBezTo>
                      <a:pt x="1840" y="2784"/>
                      <a:pt x="1878" y="2780"/>
                      <a:pt x="1915" y="2778"/>
                    </a:cubicBezTo>
                    <a:cubicBezTo>
                      <a:pt x="1965" y="2774"/>
                      <a:pt x="2015" y="2765"/>
                      <a:pt x="2062" y="2750"/>
                    </a:cubicBezTo>
                    <a:cubicBezTo>
                      <a:pt x="2096" y="2740"/>
                      <a:pt x="2130" y="2734"/>
                      <a:pt x="2165" y="2731"/>
                    </a:cubicBezTo>
                    <a:cubicBezTo>
                      <a:pt x="2175" y="2731"/>
                      <a:pt x="2185" y="2729"/>
                      <a:pt x="2195" y="2729"/>
                    </a:cubicBezTo>
                    <a:cubicBezTo>
                      <a:pt x="2196" y="2729"/>
                      <a:pt x="2196" y="2729"/>
                      <a:pt x="2197" y="2729"/>
                    </a:cubicBezTo>
                    <a:cubicBezTo>
                      <a:pt x="2201" y="2729"/>
                      <a:pt x="2206" y="2731"/>
                      <a:pt x="2209" y="2733"/>
                    </a:cubicBezTo>
                    <a:cubicBezTo>
                      <a:pt x="2213" y="2735"/>
                      <a:pt x="2217" y="2737"/>
                      <a:pt x="2219" y="2742"/>
                    </a:cubicBezTo>
                    <a:cubicBezTo>
                      <a:pt x="2221" y="2745"/>
                      <a:pt x="2221" y="2748"/>
                      <a:pt x="2222" y="2751"/>
                    </a:cubicBezTo>
                    <a:cubicBezTo>
                      <a:pt x="2225" y="2765"/>
                      <a:pt x="2227" y="2780"/>
                      <a:pt x="2227" y="2795"/>
                    </a:cubicBezTo>
                    <a:cubicBezTo>
                      <a:pt x="2227" y="2805"/>
                      <a:pt x="2226" y="2815"/>
                      <a:pt x="2224" y="2826"/>
                    </a:cubicBezTo>
                    <a:cubicBezTo>
                      <a:pt x="2218" y="2873"/>
                      <a:pt x="2208" y="2919"/>
                      <a:pt x="2192" y="2964"/>
                    </a:cubicBezTo>
                    <a:cubicBezTo>
                      <a:pt x="2175" y="3006"/>
                      <a:pt x="2164" y="3050"/>
                      <a:pt x="2148" y="3092"/>
                    </a:cubicBezTo>
                    <a:cubicBezTo>
                      <a:pt x="2147" y="3097"/>
                      <a:pt x="2145" y="3101"/>
                      <a:pt x="2142" y="3106"/>
                    </a:cubicBezTo>
                    <a:cubicBezTo>
                      <a:pt x="2137" y="3116"/>
                      <a:pt x="2129" y="3123"/>
                      <a:pt x="2119" y="3129"/>
                    </a:cubicBezTo>
                    <a:cubicBezTo>
                      <a:pt x="2112" y="3133"/>
                      <a:pt x="2103" y="3136"/>
                      <a:pt x="2094" y="3137"/>
                    </a:cubicBezTo>
                    <a:cubicBezTo>
                      <a:pt x="2005" y="3151"/>
                      <a:pt x="1916" y="3166"/>
                      <a:pt x="1827" y="3181"/>
                    </a:cubicBezTo>
                    <a:cubicBezTo>
                      <a:pt x="1795" y="3186"/>
                      <a:pt x="1762" y="3191"/>
                      <a:pt x="1730" y="3194"/>
                    </a:cubicBezTo>
                    <a:cubicBezTo>
                      <a:pt x="1712" y="3196"/>
                      <a:pt x="1706" y="3187"/>
                      <a:pt x="1703" y="3167"/>
                    </a:cubicBezTo>
                    <a:cubicBezTo>
                      <a:pt x="1691" y="3083"/>
                      <a:pt x="1716" y="3007"/>
                      <a:pt x="1733" y="2929"/>
                    </a:cubicBezTo>
                    <a:lnTo>
                      <a:pt x="1732" y="2930"/>
                    </a:lnTo>
                    <a:moveTo>
                      <a:pt x="1084" y="3060"/>
                    </a:moveTo>
                    <a:cubicBezTo>
                      <a:pt x="1090" y="3077"/>
                      <a:pt x="1093" y="3094"/>
                      <a:pt x="1095" y="3111"/>
                    </a:cubicBezTo>
                    <a:cubicBezTo>
                      <a:pt x="1104" y="3216"/>
                      <a:pt x="1104" y="3205"/>
                      <a:pt x="1014" y="3198"/>
                    </a:cubicBezTo>
                    <a:cubicBezTo>
                      <a:pt x="999" y="3197"/>
                      <a:pt x="984" y="3196"/>
                      <a:pt x="963" y="3195"/>
                    </a:cubicBezTo>
                    <a:cubicBezTo>
                      <a:pt x="873" y="3199"/>
                      <a:pt x="780" y="3175"/>
                      <a:pt x="686" y="3160"/>
                    </a:cubicBezTo>
                    <a:cubicBezTo>
                      <a:pt x="670" y="3158"/>
                      <a:pt x="654" y="3152"/>
                      <a:pt x="640" y="3144"/>
                    </a:cubicBezTo>
                    <a:cubicBezTo>
                      <a:pt x="620" y="3132"/>
                      <a:pt x="604" y="3116"/>
                      <a:pt x="592" y="3096"/>
                    </a:cubicBezTo>
                    <a:cubicBezTo>
                      <a:pt x="586" y="3085"/>
                      <a:pt x="580" y="3072"/>
                      <a:pt x="577" y="3059"/>
                    </a:cubicBezTo>
                    <a:cubicBezTo>
                      <a:pt x="565" y="3016"/>
                      <a:pt x="550" y="2974"/>
                      <a:pt x="536" y="2931"/>
                    </a:cubicBezTo>
                    <a:cubicBezTo>
                      <a:pt x="529" y="2909"/>
                      <a:pt x="523" y="2888"/>
                      <a:pt x="518" y="2866"/>
                    </a:cubicBezTo>
                    <a:cubicBezTo>
                      <a:pt x="511" y="2829"/>
                      <a:pt x="506" y="2792"/>
                      <a:pt x="500" y="2754"/>
                    </a:cubicBezTo>
                    <a:cubicBezTo>
                      <a:pt x="496" y="2728"/>
                      <a:pt x="506" y="2717"/>
                      <a:pt x="534" y="2720"/>
                    </a:cubicBezTo>
                    <a:cubicBezTo>
                      <a:pt x="548" y="2721"/>
                      <a:pt x="563" y="2724"/>
                      <a:pt x="577" y="2728"/>
                    </a:cubicBezTo>
                    <a:cubicBezTo>
                      <a:pt x="708" y="2763"/>
                      <a:pt x="842" y="2787"/>
                      <a:pt x="977" y="2801"/>
                    </a:cubicBezTo>
                    <a:cubicBezTo>
                      <a:pt x="1019" y="2805"/>
                      <a:pt x="1028" y="2811"/>
                      <a:pt x="1034" y="2855"/>
                    </a:cubicBezTo>
                    <a:cubicBezTo>
                      <a:pt x="1044" y="2925"/>
                      <a:pt x="1061" y="2993"/>
                      <a:pt x="1084" y="3060"/>
                    </a:cubicBezTo>
                    <a:moveTo>
                      <a:pt x="2445" y="3132"/>
                    </a:moveTo>
                    <a:cubicBezTo>
                      <a:pt x="2415" y="3195"/>
                      <a:pt x="2405" y="3267"/>
                      <a:pt x="2351" y="3317"/>
                    </a:cubicBezTo>
                    <a:cubicBezTo>
                      <a:pt x="2347" y="3323"/>
                      <a:pt x="2343" y="3329"/>
                      <a:pt x="2340" y="3334"/>
                    </a:cubicBezTo>
                    <a:cubicBezTo>
                      <a:pt x="2178" y="3384"/>
                      <a:pt x="2023" y="3439"/>
                      <a:pt x="1855" y="3467"/>
                    </a:cubicBezTo>
                    <a:cubicBezTo>
                      <a:pt x="1717" y="3488"/>
                      <a:pt x="1578" y="3498"/>
                      <a:pt x="1438" y="3498"/>
                    </a:cubicBezTo>
                    <a:cubicBezTo>
                      <a:pt x="1409" y="3498"/>
                      <a:pt x="1379" y="3497"/>
                      <a:pt x="1349" y="3496"/>
                    </a:cubicBezTo>
                    <a:cubicBezTo>
                      <a:pt x="1345" y="3496"/>
                      <a:pt x="1345" y="3501"/>
                      <a:pt x="1349" y="3502"/>
                    </a:cubicBezTo>
                    <a:cubicBezTo>
                      <a:pt x="1413" y="3508"/>
                      <a:pt x="1478" y="3511"/>
                      <a:pt x="1542" y="3511"/>
                    </a:cubicBezTo>
                    <a:cubicBezTo>
                      <a:pt x="1649" y="3511"/>
                      <a:pt x="1755" y="3502"/>
                      <a:pt x="1860" y="3486"/>
                    </a:cubicBezTo>
                    <a:cubicBezTo>
                      <a:pt x="2010" y="3464"/>
                      <a:pt x="2173" y="3432"/>
                      <a:pt x="2315" y="3372"/>
                    </a:cubicBezTo>
                    <a:cubicBezTo>
                      <a:pt x="2291" y="3399"/>
                      <a:pt x="2264" y="3422"/>
                      <a:pt x="2233" y="3440"/>
                    </a:cubicBezTo>
                    <a:cubicBezTo>
                      <a:pt x="2203" y="3457"/>
                      <a:pt x="2170" y="3470"/>
                      <a:pt x="2136" y="3477"/>
                    </a:cubicBezTo>
                    <a:cubicBezTo>
                      <a:pt x="2097" y="3485"/>
                      <a:pt x="2060" y="3500"/>
                      <a:pt x="2021" y="3510"/>
                    </a:cubicBezTo>
                    <a:cubicBezTo>
                      <a:pt x="1965" y="3523"/>
                      <a:pt x="1908" y="3533"/>
                      <a:pt x="1852" y="3547"/>
                    </a:cubicBezTo>
                    <a:cubicBezTo>
                      <a:pt x="1756" y="3567"/>
                      <a:pt x="1659" y="3579"/>
                      <a:pt x="1562" y="3582"/>
                    </a:cubicBezTo>
                    <a:cubicBezTo>
                      <a:pt x="1496" y="3586"/>
                      <a:pt x="1432" y="3600"/>
                      <a:pt x="1366" y="3599"/>
                    </a:cubicBezTo>
                    <a:cubicBezTo>
                      <a:pt x="1214" y="3585"/>
                      <a:pt x="1060" y="3597"/>
                      <a:pt x="909" y="3567"/>
                    </a:cubicBezTo>
                    <a:cubicBezTo>
                      <a:pt x="819" y="3548"/>
                      <a:pt x="726" y="3534"/>
                      <a:pt x="640" y="3498"/>
                    </a:cubicBezTo>
                    <a:cubicBezTo>
                      <a:pt x="575" y="3471"/>
                      <a:pt x="513" y="3438"/>
                      <a:pt x="451" y="3407"/>
                    </a:cubicBezTo>
                    <a:cubicBezTo>
                      <a:pt x="446" y="3405"/>
                      <a:pt x="442" y="3403"/>
                      <a:pt x="438" y="3401"/>
                    </a:cubicBezTo>
                    <a:cubicBezTo>
                      <a:pt x="418" y="3389"/>
                      <a:pt x="402" y="3372"/>
                      <a:pt x="390" y="3352"/>
                    </a:cubicBezTo>
                    <a:cubicBezTo>
                      <a:pt x="383" y="3340"/>
                      <a:pt x="378" y="3326"/>
                      <a:pt x="375" y="3311"/>
                    </a:cubicBezTo>
                    <a:cubicBezTo>
                      <a:pt x="373" y="3305"/>
                      <a:pt x="372" y="3299"/>
                      <a:pt x="371" y="3293"/>
                    </a:cubicBezTo>
                    <a:cubicBezTo>
                      <a:pt x="479" y="3326"/>
                      <a:pt x="590" y="3352"/>
                      <a:pt x="701" y="3372"/>
                    </a:cubicBezTo>
                    <a:cubicBezTo>
                      <a:pt x="812" y="3391"/>
                      <a:pt x="931" y="3415"/>
                      <a:pt x="1044" y="3402"/>
                    </a:cubicBezTo>
                    <a:cubicBezTo>
                      <a:pt x="1049" y="3402"/>
                      <a:pt x="1049" y="3394"/>
                      <a:pt x="1044" y="3393"/>
                    </a:cubicBezTo>
                    <a:cubicBezTo>
                      <a:pt x="936" y="3369"/>
                      <a:pt x="824" y="3366"/>
                      <a:pt x="715" y="3346"/>
                    </a:cubicBezTo>
                    <a:cubicBezTo>
                      <a:pt x="600" y="3326"/>
                      <a:pt x="487" y="3298"/>
                      <a:pt x="376" y="3263"/>
                    </a:cubicBezTo>
                    <a:cubicBezTo>
                      <a:pt x="374" y="3263"/>
                      <a:pt x="373" y="3263"/>
                      <a:pt x="371" y="3263"/>
                    </a:cubicBezTo>
                    <a:cubicBezTo>
                      <a:pt x="369" y="3263"/>
                      <a:pt x="366" y="3263"/>
                      <a:pt x="364" y="3265"/>
                    </a:cubicBezTo>
                    <a:cubicBezTo>
                      <a:pt x="358" y="3240"/>
                      <a:pt x="351" y="3216"/>
                      <a:pt x="345" y="3191"/>
                    </a:cubicBezTo>
                    <a:cubicBezTo>
                      <a:pt x="382" y="3204"/>
                      <a:pt x="422" y="3212"/>
                      <a:pt x="460" y="3222"/>
                    </a:cubicBezTo>
                    <a:cubicBezTo>
                      <a:pt x="504" y="3236"/>
                      <a:pt x="549" y="3246"/>
                      <a:pt x="595" y="3252"/>
                    </a:cubicBezTo>
                    <a:cubicBezTo>
                      <a:pt x="596" y="3252"/>
                      <a:pt x="596" y="3251"/>
                      <a:pt x="597" y="3251"/>
                    </a:cubicBezTo>
                    <a:cubicBezTo>
                      <a:pt x="598" y="3250"/>
                      <a:pt x="599" y="3251"/>
                      <a:pt x="599" y="3250"/>
                    </a:cubicBezTo>
                    <a:cubicBezTo>
                      <a:pt x="600" y="3249"/>
                      <a:pt x="599" y="3248"/>
                      <a:pt x="599" y="3248"/>
                    </a:cubicBezTo>
                    <a:cubicBezTo>
                      <a:pt x="599" y="3247"/>
                      <a:pt x="599" y="3246"/>
                      <a:pt x="599" y="3246"/>
                    </a:cubicBezTo>
                    <a:cubicBezTo>
                      <a:pt x="598" y="3245"/>
                      <a:pt x="598" y="3244"/>
                      <a:pt x="597" y="3244"/>
                    </a:cubicBezTo>
                    <a:cubicBezTo>
                      <a:pt x="549" y="3223"/>
                      <a:pt x="499" y="3206"/>
                      <a:pt x="448" y="3194"/>
                    </a:cubicBezTo>
                    <a:cubicBezTo>
                      <a:pt x="412" y="3184"/>
                      <a:pt x="376" y="3170"/>
                      <a:pt x="340" y="3163"/>
                    </a:cubicBezTo>
                    <a:cubicBezTo>
                      <a:pt x="338" y="3142"/>
                      <a:pt x="352" y="3132"/>
                      <a:pt x="372" y="3139"/>
                    </a:cubicBezTo>
                    <a:cubicBezTo>
                      <a:pt x="419" y="3156"/>
                      <a:pt x="466" y="3170"/>
                      <a:pt x="515" y="3179"/>
                    </a:cubicBezTo>
                    <a:cubicBezTo>
                      <a:pt x="560" y="3188"/>
                      <a:pt x="600" y="3204"/>
                      <a:pt x="647" y="3210"/>
                    </a:cubicBezTo>
                    <a:cubicBezTo>
                      <a:pt x="722" y="3219"/>
                      <a:pt x="798" y="3226"/>
                      <a:pt x="873" y="3235"/>
                    </a:cubicBezTo>
                    <a:cubicBezTo>
                      <a:pt x="945" y="3246"/>
                      <a:pt x="1018" y="3253"/>
                      <a:pt x="1091" y="3257"/>
                    </a:cubicBezTo>
                    <a:cubicBezTo>
                      <a:pt x="1278" y="3257"/>
                      <a:pt x="1466" y="3261"/>
                      <a:pt x="1653" y="3256"/>
                    </a:cubicBezTo>
                    <a:cubicBezTo>
                      <a:pt x="1742" y="3253"/>
                      <a:pt x="1836" y="3228"/>
                      <a:pt x="1925" y="3214"/>
                    </a:cubicBezTo>
                    <a:cubicBezTo>
                      <a:pt x="1996" y="3214"/>
                      <a:pt x="2074" y="3190"/>
                      <a:pt x="2144" y="3178"/>
                    </a:cubicBezTo>
                    <a:cubicBezTo>
                      <a:pt x="2218" y="3166"/>
                      <a:pt x="2291" y="3144"/>
                      <a:pt x="2363" y="3126"/>
                    </a:cubicBezTo>
                    <a:cubicBezTo>
                      <a:pt x="2385" y="3120"/>
                      <a:pt x="2407" y="3116"/>
                      <a:pt x="2429" y="3112"/>
                    </a:cubicBezTo>
                    <a:cubicBezTo>
                      <a:pt x="2439" y="3110"/>
                      <a:pt x="2450" y="3122"/>
                      <a:pt x="2446" y="3131"/>
                    </a:cubicBezTo>
                    <a:lnTo>
                      <a:pt x="2445" y="3132"/>
                    </a:lnTo>
                    <a:moveTo>
                      <a:pt x="2589" y="2709"/>
                    </a:moveTo>
                    <a:cubicBezTo>
                      <a:pt x="2584" y="2722"/>
                      <a:pt x="2566" y="2801"/>
                      <a:pt x="2528" y="2958"/>
                    </a:cubicBezTo>
                    <a:cubicBezTo>
                      <a:pt x="2523" y="2980"/>
                      <a:pt x="2516" y="3012"/>
                      <a:pt x="2513" y="3036"/>
                    </a:cubicBezTo>
                    <a:cubicBezTo>
                      <a:pt x="2511" y="3034"/>
                      <a:pt x="2509" y="3033"/>
                      <a:pt x="2507" y="3032"/>
                    </a:cubicBezTo>
                    <a:cubicBezTo>
                      <a:pt x="2501" y="3028"/>
                      <a:pt x="2493" y="3026"/>
                      <a:pt x="2486" y="3026"/>
                    </a:cubicBezTo>
                    <a:cubicBezTo>
                      <a:pt x="2484" y="3026"/>
                      <a:pt x="2482" y="3027"/>
                      <a:pt x="2480" y="3027"/>
                    </a:cubicBezTo>
                    <a:cubicBezTo>
                      <a:pt x="2465" y="3028"/>
                      <a:pt x="2451" y="3033"/>
                      <a:pt x="2437" y="3039"/>
                    </a:cubicBezTo>
                    <a:cubicBezTo>
                      <a:pt x="2386" y="3067"/>
                      <a:pt x="2328" y="3078"/>
                      <a:pt x="2274" y="3095"/>
                    </a:cubicBezTo>
                    <a:cubicBezTo>
                      <a:pt x="2203" y="3117"/>
                      <a:pt x="2187" y="3089"/>
                      <a:pt x="2208" y="3024"/>
                    </a:cubicBezTo>
                    <a:cubicBezTo>
                      <a:pt x="2241" y="2932"/>
                      <a:pt x="2265" y="2837"/>
                      <a:pt x="2280" y="2741"/>
                    </a:cubicBezTo>
                    <a:cubicBezTo>
                      <a:pt x="2283" y="2713"/>
                      <a:pt x="2294" y="2703"/>
                      <a:pt x="2326" y="2702"/>
                    </a:cubicBezTo>
                    <a:cubicBezTo>
                      <a:pt x="2376" y="2698"/>
                      <a:pt x="2426" y="2687"/>
                      <a:pt x="2472" y="2669"/>
                    </a:cubicBezTo>
                    <a:cubicBezTo>
                      <a:pt x="2494" y="2662"/>
                      <a:pt x="2515" y="2656"/>
                      <a:pt x="2538" y="2653"/>
                    </a:cubicBezTo>
                    <a:cubicBezTo>
                      <a:pt x="2564" y="2648"/>
                      <a:pt x="2581" y="2650"/>
                      <a:pt x="2589" y="2659"/>
                    </a:cubicBezTo>
                    <a:cubicBezTo>
                      <a:pt x="2602" y="2672"/>
                      <a:pt x="2593" y="2697"/>
                      <a:pt x="2590" y="2708"/>
                    </a:cubicBezTo>
                    <a:lnTo>
                      <a:pt x="2589" y="2709"/>
                    </a:lnTo>
                    <a:moveTo>
                      <a:pt x="2726" y="2215"/>
                    </a:moveTo>
                    <a:cubicBezTo>
                      <a:pt x="2725" y="2215"/>
                      <a:pt x="2723" y="2215"/>
                      <a:pt x="2722" y="2215"/>
                    </a:cubicBezTo>
                    <a:cubicBezTo>
                      <a:pt x="2721" y="2215"/>
                      <a:pt x="2719" y="2215"/>
                      <a:pt x="2718" y="2215"/>
                    </a:cubicBezTo>
                    <a:cubicBezTo>
                      <a:pt x="2556" y="2277"/>
                      <a:pt x="2391" y="2329"/>
                      <a:pt x="2224" y="2373"/>
                    </a:cubicBezTo>
                    <a:cubicBezTo>
                      <a:pt x="2145" y="2393"/>
                      <a:pt x="2064" y="2410"/>
                      <a:pt x="1985" y="2425"/>
                    </a:cubicBezTo>
                    <a:cubicBezTo>
                      <a:pt x="1908" y="2439"/>
                      <a:pt x="1827" y="2444"/>
                      <a:pt x="1752" y="2466"/>
                    </a:cubicBezTo>
                    <a:cubicBezTo>
                      <a:pt x="1751" y="2466"/>
                      <a:pt x="1751" y="2467"/>
                      <a:pt x="1751" y="2467"/>
                    </a:cubicBezTo>
                    <a:cubicBezTo>
                      <a:pt x="1750" y="2468"/>
                      <a:pt x="1750" y="2468"/>
                      <a:pt x="1750" y="2469"/>
                    </a:cubicBezTo>
                    <a:cubicBezTo>
                      <a:pt x="1750" y="2469"/>
                      <a:pt x="1750" y="2470"/>
                      <a:pt x="1751" y="2470"/>
                    </a:cubicBezTo>
                    <a:cubicBezTo>
                      <a:pt x="1751" y="2470"/>
                      <a:pt x="1751" y="2471"/>
                      <a:pt x="1752" y="2471"/>
                    </a:cubicBezTo>
                    <a:cubicBezTo>
                      <a:pt x="1833" y="2475"/>
                      <a:pt x="1917" y="2455"/>
                      <a:pt x="1997" y="2441"/>
                    </a:cubicBezTo>
                    <a:cubicBezTo>
                      <a:pt x="2081" y="2426"/>
                      <a:pt x="2164" y="2408"/>
                      <a:pt x="2247" y="2389"/>
                    </a:cubicBezTo>
                    <a:cubicBezTo>
                      <a:pt x="2410" y="2352"/>
                      <a:pt x="2569" y="2303"/>
                      <a:pt x="2725" y="2243"/>
                    </a:cubicBezTo>
                    <a:cubicBezTo>
                      <a:pt x="2724" y="2274"/>
                      <a:pt x="2720" y="2305"/>
                      <a:pt x="2714" y="2335"/>
                    </a:cubicBezTo>
                    <a:cubicBezTo>
                      <a:pt x="2708" y="2367"/>
                      <a:pt x="2700" y="2398"/>
                      <a:pt x="2693" y="2430"/>
                    </a:cubicBezTo>
                    <a:cubicBezTo>
                      <a:pt x="2686" y="2461"/>
                      <a:pt x="2691" y="2500"/>
                      <a:pt x="2671" y="2527"/>
                    </a:cubicBezTo>
                    <a:cubicBezTo>
                      <a:pt x="2645" y="2561"/>
                      <a:pt x="2588" y="2602"/>
                      <a:pt x="2546" y="2608"/>
                    </a:cubicBezTo>
                    <a:cubicBezTo>
                      <a:pt x="2449" y="2622"/>
                      <a:pt x="2358" y="2657"/>
                      <a:pt x="2259" y="2667"/>
                    </a:cubicBezTo>
                    <a:cubicBezTo>
                      <a:pt x="2161" y="2676"/>
                      <a:pt x="2062" y="2702"/>
                      <a:pt x="1963" y="2720"/>
                    </a:cubicBezTo>
                    <a:cubicBezTo>
                      <a:pt x="1916" y="2729"/>
                      <a:pt x="1870" y="2738"/>
                      <a:pt x="1822" y="2742"/>
                    </a:cubicBezTo>
                    <a:cubicBezTo>
                      <a:pt x="1716" y="2754"/>
                      <a:pt x="1607" y="2767"/>
                      <a:pt x="1498" y="2772"/>
                    </a:cubicBezTo>
                    <a:cubicBezTo>
                      <a:pt x="1390" y="2777"/>
                      <a:pt x="1279" y="2769"/>
                      <a:pt x="1169" y="2767"/>
                    </a:cubicBezTo>
                    <a:cubicBezTo>
                      <a:pt x="1074" y="2765"/>
                      <a:pt x="980" y="2753"/>
                      <a:pt x="885" y="2744"/>
                    </a:cubicBezTo>
                    <a:cubicBezTo>
                      <a:pt x="793" y="2733"/>
                      <a:pt x="703" y="2712"/>
                      <a:pt x="615" y="2683"/>
                    </a:cubicBezTo>
                    <a:cubicBezTo>
                      <a:pt x="559" y="2668"/>
                      <a:pt x="503" y="2656"/>
                      <a:pt x="446" y="2649"/>
                    </a:cubicBezTo>
                    <a:cubicBezTo>
                      <a:pt x="376" y="2639"/>
                      <a:pt x="308" y="2620"/>
                      <a:pt x="240" y="2604"/>
                    </a:cubicBezTo>
                    <a:cubicBezTo>
                      <a:pt x="223" y="2600"/>
                      <a:pt x="207" y="2593"/>
                      <a:pt x="193" y="2585"/>
                    </a:cubicBezTo>
                    <a:cubicBezTo>
                      <a:pt x="166" y="2569"/>
                      <a:pt x="143" y="2547"/>
                      <a:pt x="128" y="2520"/>
                    </a:cubicBezTo>
                    <a:cubicBezTo>
                      <a:pt x="122" y="2509"/>
                      <a:pt x="117" y="2499"/>
                      <a:pt x="113" y="2487"/>
                    </a:cubicBezTo>
                    <a:cubicBezTo>
                      <a:pt x="191" y="2514"/>
                      <a:pt x="271" y="2535"/>
                      <a:pt x="352" y="2553"/>
                    </a:cubicBezTo>
                    <a:cubicBezTo>
                      <a:pt x="451" y="2575"/>
                      <a:pt x="555" y="2602"/>
                      <a:pt x="657" y="2596"/>
                    </a:cubicBezTo>
                    <a:cubicBezTo>
                      <a:pt x="658" y="2596"/>
                      <a:pt x="658" y="2595"/>
                      <a:pt x="658" y="2595"/>
                    </a:cubicBezTo>
                    <a:cubicBezTo>
                      <a:pt x="658" y="2594"/>
                      <a:pt x="659" y="2594"/>
                      <a:pt x="659" y="2593"/>
                    </a:cubicBezTo>
                    <a:lnTo>
                      <a:pt x="658" y="2592"/>
                    </a:lnTo>
                    <a:cubicBezTo>
                      <a:pt x="658" y="2592"/>
                      <a:pt x="658" y="2591"/>
                      <a:pt x="657" y="2591"/>
                    </a:cubicBezTo>
                    <a:cubicBezTo>
                      <a:pt x="565" y="2562"/>
                      <a:pt x="468" y="2550"/>
                      <a:pt x="374" y="2529"/>
                    </a:cubicBezTo>
                    <a:cubicBezTo>
                      <a:pt x="280" y="2507"/>
                      <a:pt x="189" y="2476"/>
                      <a:pt x="96" y="2450"/>
                    </a:cubicBezTo>
                    <a:cubicBezTo>
                      <a:pt x="81" y="2408"/>
                      <a:pt x="72" y="2365"/>
                      <a:pt x="70" y="2320"/>
                    </a:cubicBezTo>
                    <a:cubicBezTo>
                      <a:pt x="68" y="2293"/>
                      <a:pt x="63" y="2266"/>
                      <a:pt x="61" y="2238"/>
                    </a:cubicBezTo>
                    <a:cubicBezTo>
                      <a:pt x="60" y="2223"/>
                      <a:pt x="59" y="2209"/>
                      <a:pt x="59" y="2194"/>
                    </a:cubicBezTo>
                    <a:cubicBezTo>
                      <a:pt x="59" y="2186"/>
                      <a:pt x="59" y="2178"/>
                      <a:pt x="60" y="2171"/>
                    </a:cubicBezTo>
                    <a:lnTo>
                      <a:pt x="60" y="2170"/>
                    </a:lnTo>
                    <a:cubicBezTo>
                      <a:pt x="60" y="2164"/>
                      <a:pt x="61" y="2158"/>
                      <a:pt x="64" y="2153"/>
                    </a:cubicBezTo>
                    <a:cubicBezTo>
                      <a:pt x="67" y="2147"/>
                      <a:pt x="72" y="2143"/>
                      <a:pt x="77" y="2140"/>
                    </a:cubicBezTo>
                    <a:cubicBezTo>
                      <a:pt x="82" y="2137"/>
                      <a:pt x="88" y="2135"/>
                      <a:pt x="95" y="2135"/>
                    </a:cubicBezTo>
                    <a:cubicBezTo>
                      <a:pt x="99" y="2135"/>
                      <a:pt x="103" y="2136"/>
                      <a:pt x="107" y="2137"/>
                    </a:cubicBezTo>
                    <a:cubicBezTo>
                      <a:pt x="117" y="2140"/>
                      <a:pt x="129" y="2144"/>
                      <a:pt x="137" y="2149"/>
                    </a:cubicBezTo>
                    <a:cubicBezTo>
                      <a:pt x="144" y="2153"/>
                      <a:pt x="148" y="2156"/>
                      <a:pt x="153" y="2161"/>
                    </a:cubicBezTo>
                    <a:cubicBezTo>
                      <a:pt x="164" y="2169"/>
                      <a:pt x="176" y="2176"/>
                      <a:pt x="188" y="2183"/>
                    </a:cubicBezTo>
                    <a:cubicBezTo>
                      <a:pt x="219" y="2201"/>
                      <a:pt x="253" y="2215"/>
                      <a:pt x="288" y="2223"/>
                    </a:cubicBezTo>
                    <a:cubicBezTo>
                      <a:pt x="496" y="2280"/>
                      <a:pt x="708" y="2324"/>
                      <a:pt x="921" y="2353"/>
                    </a:cubicBezTo>
                    <a:cubicBezTo>
                      <a:pt x="1038" y="2372"/>
                      <a:pt x="1155" y="2382"/>
                      <a:pt x="1273" y="2382"/>
                    </a:cubicBezTo>
                    <a:cubicBezTo>
                      <a:pt x="1311" y="2382"/>
                      <a:pt x="1348" y="2390"/>
                      <a:pt x="1386" y="2389"/>
                    </a:cubicBezTo>
                    <a:cubicBezTo>
                      <a:pt x="1460" y="2389"/>
                      <a:pt x="1535" y="2386"/>
                      <a:pt x="1609" y="2384"/>
                    </a:cubicBezTo>
                    <a:cubicBezTo>
                      <a:pt x="1683" y="2382"/>
                      <a:pt x="1751" y="2386"/>
                      <a:pt x="1821" y="2368"/>
                    </a:cubicBezTo>
                    <a:cubicBezTo>
                      <a:pt x="1973" y="2329"/>
                      <a:pt x="2128" y="2294"/>
                      <a:pt x="2283" y="2259"/>
                    </a:cubicBezTo>
                    <a:cubicBezTo>
                      <a:pt x="2305" y="2257"/>
                      <a:pt x="2327" y="2250"/>
                      <a:pt x="2347" y="2239"/>
                    </a:cubicBezTo>
                    <a:cubicBezTo>
                      <a:pt x="2350" y="2237"/>
                      <a:pt x="2354" y="2235"/>
                      <a:pt x="2357" y="2233"/>
                    </a:cubicBezTo>
                    <a:cubicBezTo>
                      <a:pt x="2384" y="2217"/>
                      <a:pt x="2414" y="2208"/>
                      <a:pt x="2445" y="2204"/>
                    </a:cubicBezTo>
                    <a:cubicBezTo>
                      <a:pt x="2506" y="2197"/>
                      <a:pt x="2560" y="2169"/>
                      <a:pt x="2619" y="2154"/>
                    </a:cubicBezTo>
                    <a:cubicBezTo>
                      <a:pt x="2645" y="2145"/>
                      <a:pt x="2670" y="2133"/>
                      <a:pt x="2694" y="2120"/>
                    </a:cubicBezTo>
                    <a:cubicBezTo>
                      <a:pt x="2697" y="2118"/>
                      <a:pt x="2700" y="2117"/>
                      <a:pt x="2703" y="2117"/>
                    </a:cubicBezTo>
                    <a:cubicBezTo>
                      <a:pt x="2707" y="2117"/>
                      <a:pt x="2711" y="2118"/>
                      <a:pt x="2714" y="2120"/>
                    </a:cubicBezTo>
                    <a:cubicBezTo>
                      <a:pt x="2718" y="2122"/>
                      <a:pt x="2720" y="2124"/>
                      <a:pt x="2722" y="2128"/>
                    </a:cubicBezTo>
                    <a:cubicBezTo>
                      <a:pt x="2724" y="2131"/>
                      <a:pt x="2725" y="2135"/>
                      <a:pt x="2725" y="2139"/>
                    </a:cubicBezTo>
                    <a:cubicBezTo>
                      <a:pt x="2727" y="2165"/>
                      <a:pt x="2728" y="2190"/>
                      <a:pt x="2727" y="2215"/>
                    </a:cubicBezTo>
                    <a:lnTo>
                      <a:pt x="2726" y="221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Google Shape;2129;p30"/>
              <p:cNvSpPr/>
              <p:nvPr/>
            </p:nvSpPr>
            <p:spPr>
              <a:xfrm>
                <a:off x="6503400" y="3567960"/>
                <a:ext cx="306360" cy="28440"/>
              </a:xfrm>
              <a:custGeom>
                <a:avLst/>
                <a:gdLst/>
                <a:ahLst/>
                <a:cxnLst/>
                <a:rect l="l" t="t" r="r" b="b"/>
                <a:pathLst>
                  <a:path w="851" h="79" extrusionOk="0">
                    <a:moveTo>
                      <a:pt x="839" y="0"/>
                    </a:moveTo>
                    <a:cubicBezTo>
                      <a:pt x="700" y="10"/>
                      <a:pt x="563" y="37"/>
                      <a:pt x="424" y="48"/>
                    </a:cubicBezTo>
                    <a:cubicBezTo>
                      <a:pt x="285" y="59"/>
                      <a:pt x="146" y="55"/>
                      <a:pt x="7" y="60"/>
                    </a:cubicBezTo>
                    <a:cubicBezTo>
                      <a:pt x="0" y="60"/>
                      <a:pt x="0" y="72"/>
                      <a:pt x="7" y="72"/>
                    </a:cubicBezTo>
                    <a:cubicBezTo>
                      <a:pt x="65" y="76"/>
                      <a:pt x="122" y="78"/>
                      <a:pt x="180" y="78"/>
                    </a:cubicBezTo>
                    <a:cubicBezTo>
                      <a:pt x="262" y="78"/>
                      <a:pt x="344" y="74"/>
                      <a:pt x="426" y="67"/>
                    </a:cubicBezTo>
                    <a:cubicBezTo>
                      <a:pt x="564" y="57"/>
                      <a:pt x="709" y="49"/>
                      <a:pt x="842" y="13"/>
                    </a:cubicBezTo>
                    <a:cubicBezTo>
                      <a:pt x="850" y="11"/>
                      <a:pt x="846" y="0"/>
                      <a:pt x="83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Google Shape;2130;p30"/>
              <p:cNvSpPr/>
              <p:nvPr/>
            </p:nvSpPr>
            <p:spPr>
              <a:xfrm>
                <a:off x="6313320" y="2591280"/>
                <a:ext cx="453240" cy="45360"/>
              </a:xfrm>
              <a:custGeom>
                <a:avLst/>
                <a:gdLst/>
                <a:ahLst/>
                <a:cxnLst/>
                <a:rect l="l" t="t" r="r" b="b"/>
                <a:pathLst>
                  <a:path w="1259" h="126" extrusionOk="0">
                    <a:moveTo>
                      <a:pt x="1246" y="61"/>
                    </a:moveTo>
                    <a:cubicBezTo>
                      <a:pt x="1086" y="84"/>
                      <a:pt x="925" y="96"/>
                      <a:pt x="764" y="96"/>
                    </a:cubicBezTo>
                    <a:cubicBezTo>
                      <a:pt x="713" y="96"/>
                      <a:pt x="663" y="95"/>
                      <a:pt x="613" y="92"/>
                    </a:cubicBezTo>
                    <a:cubicBezTo>
                      <a:pt x="512" y="87"/>
                      <a:pt x="411" y="76"/>
                      <a:pt x="311" y="60"/>
                    </a:cubicBezTo>
                    <a:cubicBezTo>
                      <a:pt x="207" y="44"/>
                      <a:pt x="106" y="14"/>
                      <a:pt x="3" y="0"/>
                    </a:cubicBezTo>
                    <a:cubicBezTo>
                      <a:pt x="2" y="0"/>
                      <a:pt x="2" y="0"/>
                      <a:pt x="1" y="0"/>
                    </a:cubicBezTo>
                    <a:cubicBezTo>
                      <a:pt x="1" y="0"/>
                      <a:pt x="1" y="1"/>
                      <a:pt x="0" y="1"/>
                    </a:cubicBezTo>
                    <a:lnTo>
                      <a:pt x="0" y="2"/>
                    </a:lnTo>
                    <a:cubicBezTo>
                      <a:pt x="0" y="3"/>
                      <a:pt x="0" y="3"/>
                      <a:pt x="0" y="4"/>
                    </a:cubicBezTo>
                    <a:cubicBezTo>
                      <a:pt x="1" y="5"/>
                      <a:pt x="1" y="5"/>
                      <a:pt x="1" y="5"/>
                    </a:cubicBezTo>
                    <a:lnTo>
                      <a:pt x="2" y="5"/>
                    </a:lnTo>
                    <a:cubicBezTo>
                      <a:pt x="95" y="44"/>
                      <a:pt x="199" y="62"/>
                      <a:pt x="298" y="80"/>
                    </a:cubicBezTo>
                    <a:cubicBezTo>
                      <a:pt x="404" y="99"/>
                      <a:pt x="511" y="112"/>
                      <a:pt x="619" y="119"/>
                    </a:cubicBezTo>
                    <a:cubicBezTo>
                      <a:pt x="679" y="123"/>
                      <a:pt x="739" y="125"/>
                      <a:pt x="799" y="125"/>
                    </a:cubicBezTo>
                    <a:cubicBezTo>
                      <a:pt x="950" y="125"/>
                      <a:pt x="1101" y="112"/>
                      <a:pt x="1249" y="86"/>
                    </a:cubicBezTo>
                    <a:cubicBezTo>
                      <a:pt x="1250" y="86"/>
                      <a:pt x="1251" y="85"/>
                      <a:pt x="1251" y="85"/>
                    </a:cubicBezTo>
                    <a:cubicBezTo>
                      <a:pt x="1253" y="84"/>
                      <a:pt x="1255" y="82"/>
                      <a:pt x="1256" y="80"/>
                    </a:cubicBezTo>
                    <a:cubicBezTo>
                      <a:pt x="1257" y="78"/>
                      <a:pt x="1258" y="76"/>
                      <a:pt x="1258" y="74"/>
                    </a:cubicBezTo>
                    <a:cubicBezTo>
                      <a:pt x="1258" y="72"/>
                      <a:pt x="1257" y="69"/>
                      <a:pt x="1256" y="67"/>
                    </a:cubicBezTo>
                    <a:cubicBezTo>
                      <a:pt x="1255" y="65"/>
                      <a:pt x="1253" y="64"/>
                      <a:pt x="1251" y="63"/>
                    </a:cubicBezTo>
                    <a:cubicBezTo>
                      <a:pt x="1250" y="62"/>
                      <a:pt x="1248" y="61"/>
                      <a:pt x="1246" y="6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Google Shape;2131;p30"/>
              <p:cNvSpPr/>
              <p:nvPr/>
            </p:nvSpPr>
            <p:spPr>
              <a:xfrm>
                <a:off x="6414480" y="2441880"/>
                <a:ext cx="222120" cy="22680"/>
              </a:xfrm>
              <a:custGeom>
                <a:avLst/>
                <a:gdLst/>
                <a:ahLst/>
                <a:cxnLst/>
                <a:rect l="l" t="t" r="r" b="b"/>
                <a:pathLst>
                  <a:path w="617" h="63" extrusionOk="0">
                    <a:moveTo>
                      <a:pt x="615" y="29"/>
                    </a:moveTo>
                    <a:cubicBezTo>
                      <a:pt x="529" y="10"/>
                      <a:pt x="442" y="0"/>
                      <a:pt x="354" y="0"/>
                    </a:cubicBezTo>
                    <a:cubicBezTo>
                      <a:pt x="338" y="0"/>
                      <a:pt x="322" y="0"/>
                      <a:pt x="306" y="1"/>
                    </a:cubicBezTo>
                    <a:cubicBezTo>
                      <a:pt x="207" y="5"/>
                      <a:pt x="94" y="12"/>
                      <a:pt x="2" y="54"/>
                    </a:cubicBezTo>
                    <a:cubicBezTo>
                      <a:pt x="1" y="55"/>
                      <a:pt x="1" y="55"/>
                      <a:pt x="0" y="56"/>
                    </a:cubicBezTo>
                    <a:cubicBezTo>
                      <a:pt x="0" y="56"/>
                      <a:pt x="0" y="57"/>
                      <a:pt x="0" y="58"/>
                    </a:cubicBezTo>
                    <a:cubicBezTo>
                      <a:pt x="0" y="58"/>
                      <a:pt x="0" y="59"/>
                      <a:pt x="0" y="60"/>
                    </a:cubicBezTo>
                    <a:cubicBezTo>
                      <a:pt x="1" y="61"/>
                      <a:pt x="1" y="61"/>
                      <a:pt x="2" y="61"/>
                    </a:cubicBezTo>
                    <a:cubicBezTo>
                      <a:pt x="2" y="61"/>
                      <a:pt x="3" y="62"/>
                      <a:pt x="4" y="62"/>
                    </a:cubicBezTo>
                    <a:cubicBezTo>
                      <a:pt x="103" y="54"/>
                      <a:pt x="200" y="28"/>
                      <a:pt x="298" y="23"/>
                    </a:cubicBezTo>
                    <a:cubicBezTo>
                      <a:pt x="327" y="21"/>
                      <a:pt x="355" y="21"/>
                      <a:pt x="384" y="21"/>
                    </a:cubicBezTo>
                    <a:cubicBezTo>
                      <a:pt x="460" y="21"/>
                      <a:pt x="537" y="25"/>
                      <a:pt x="613" y="35"/>
                    </a:cubicBezTo>
                    <a:cubicBezTo>
                      <a:pt x="614" y="35"/>
                      <a:pt x="614" y="35"/>
                      <a:pt x="615" y="34"/>
                    </a:cubicBezTo>
                    <a:cubicBezTo>
                      <a:pt x="615" y="34"/>
                      <a:pt x="616" y="34"/>
                      <a:pt x="616" y="33"/>
                    </a:cubicBezTo>
                    <a:lnTo>
                      <a:pt x="616" y="32"/>
                    </a:lnTo>
                    <a:cubicBezTo>
                      <a:pt x="616" y="31"/>
                      <a:pt x="616" y="30"/>
                      <a:pt x="616" y="30"/>
                    </a:cubicBezTo>
                    <a:cubicBezTo>
                      <a:pt x="616" y="29"/>
                      <a:pt x="615" y="29"/>
                      <a:pt x="615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Google Shape;2132;p30"/>
              <p:cNvSpPr/>
              <p:nvPr/>
            </p:nvSpPr>
            <p:spPr>
              <a:xfrm>
                <a:off x="6134040" y="3212640"/>
                <a:ext cx="345600" cy="72000"/>
              </a:xfrm>
              <a:custGeom>
                <a:avLst/>
                <a:gdLst/>
                <a:ahLst/>
                <a:cxnLst/>
                <a:rect l="l" t="t" r="r" b="b"/>
                <a:pathLst>
                  <a:path w="960" h="200" extrusionOk="0">
                    <a:moveTo>
                      <a:pt x="953" y="162"/>
                    </a:moveTo>
                    <a:cubicBezTo>
                      <a:pt x="794" y="153"/>
                      <a:pt x="639" y="160"/>
                      <a:pt x="482" y="134"/>
                    </a:cubicBezTo>
                    <a:cubicBezTo>
                      <a:pt x="398" y="120"/>
                      <a:pt x="315" y="101"/>
                      <a:pt x="234" y="77"/>
                    </a:cubicBezTo>
                    <a:cubicBezTo>
                      <a:pt x="159" y="55"/>
                      <a:pt x="85" y="21"/>
                      <a:pt x="9" y="2"/>
                    </a:cubicBezTo>
                    <a:cubicBezTo>
                      <a:pt x="5" y="0"/>
                      <a:pt x="0" y="7"/>
                      <a:pt x="5" y="10"/>
                    </a:cubicBezTo>
                    <a:cubicBezTo>
                      <a:pt x="72" y="51"/>
                      <a:pt x="152" y="74"/>
                      <a:pt x="227" y="96"/>
                    </a:cubicBezTo>
                    <a:cubicBezTo>
                      <a:pt x="303" y="119"/>
                      <a:pt x="381" y="137"/>
                      <a:pt x="460" y="150"/>
                    </a:cubicBezTo>
                    <a:cubicBezTo>
                      <a:pt x="617" y="178"/>
                      <a:pt x="794" y="199"/>
                      <a:pt x="953" y="170"/>
                    </a:cubicBezTo>
                    <a:cubicBezTo>
                      <a:pt x="958" y="170"/>
                      <a:pt x="959" y="162"/>
                      <a:pt x="953" y="16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Google Shape;2133;p30"/>
              <p:cNvSpPr/>
              <p:nvPr/>
            </p:nvSpPr>
            <p:spPr>
              <a:xfrm>
                <a:off x="6369120" y="3288600"/>
                <a:ext cx="530280" cy="41040"/>
              </a:xfrm>
              <a:custGeom>
                <a:avLst/>
                <a:gdLst/>
                <a:ahLst/>
                <a:cxnLst/>
                <a:rect l="l" t="t" r="r" b="b"/>
                <a:pathLst>
                  <a:path w="1473" h="114" extrusionOk="0">
                    <a:moveTo>
                      <a:pt x="1459" y="1"/>
                    </a:moveTo>
                    <a:cubicBezTo>
                      <a:pt x="1340" y="17"/>
                      <a:pt x="1223" y="45"/>
                      <a:pt x="1104" y="61"/>
                    </a:cubicBezTo>
                    <a:cubicBezTo>
                      <a:pt x="984" y="76"/>
                      <a:pt x="864" y="86"/>
                      <a:pt x="744" y="89"/>
                    </a:cubicBezTo>
                    <a:cubicBezTo>
                      <a:pt x="714" y="90"/>
                      <a:pt x="684" y="90"/>
                      <a:pt x="654" y="90"/>
                    </a:cubicBezTo>
                    <a:cubicBezTo>
                      <a:pt x="561" y="90"/>
                      <a:pt x="468" y="86"/>
                      <a:pt x="376" y="79"/>
                    </a:cubicBezTo>
                    <a:cubicBezTo>
                      <a:pt x="252" y="68"/>
                      <a:pt x="131" y="45"/>
                      <a:pt x="8" y="31"/>
                    </a:cubicBezTo>
                    <a:cubicBezTo>
                      <a:pt x="2" y="31"/>
                      <a:pt x="0" y="39"/>
                      <a:pt x="5" y="41"/>
                    </a:cubicBezTo>
                    <a:cubicBezTo>
                      <a:pt x="235" y="104"/>
                      <a:pt x="489" y="113"/>
                      <a:pt x="726" y="110"/>
                    </a:cubicBezTo>
                    <a:cubicBezTo>
                      <a:pt x="850" y="109"/>
                      <a:pt x="973" y="101"/>
                      <a:pt x="1096" y="86"/>
                    </a:cubicBezTo>
                    <a:cubicBezTo>
                      <a:pt x="1218" y="71"/>
                      <a:pt x="1345" y="55"/>
                      <a:pt x="1463" y="16"/>
                    </a:cubicBezTo>
                    <a:cubicBezTo>
                      <a:pt x="1472" y="13"/>
                      <a:pt x="1468" y="0"/>
                      <a:pt x="1459" y="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781567E-E41C-390E-99D9-1E23889AD7EE}"/>
              </a:ext>
            </a:extLst>
          </p:cNvPr>
          <p:cNvSpPr/>
          <p:nvPr/>
        </p:nvSpPr>
        <p:spPr>
          <a:xfrm>
            <a:off x="570108" y="1037121"/>
            <a:ext cx="6089183" cy="177529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AC51E67B-B5BD-8251-99CB-CB4CD2077A0B}"/>
              </a:ext>
            </a:extLst>
          </p:cNvPr>
          <p:cNvSpPr/>
          <p:nvPr/>
        </p:nvSpPr>
        <p:spPr>
          <a:xfrm>
            <a:off x="536728" y="2865795"/>
            <a:ext cx="6428944" cy="177529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Google Shape;1650;p30">
            <a:extLst>
              <a:ext uri="{FF2B5EF4-FFF2-40B4-BE49-F238E27FC236}">
                <a16:creationId xmlns:a16="http://schemas.microsoft.com/office/drawing/2014/main" id="{5EFF02F6-AAEF-424A-E49A-99382E7CB0A1}"/>
              </a:ext>
            </a:extLst>
          </p:cNvPr>
          <p:cNvSpPr txBox="1">
            <a:spLocks/>
          </p:cNvSpPr>
          <p:nvPr/>
        </p:nvSpPr>
        <p:spPr>
          <a:xfrm>
            <a:off x="2469426" y="1005053"/>
            <a:ext cx="2102574" cy="389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r>
              <a:rPr lang="fr-FR" sz="1800" dirty="0"/>
              <a:t>Analyse PESTEL</a:t>
            </a:r>
          </a:p>
        </p:txBody>
      </p:sp>
      <p:sp>
        <p:nvSpPr>
          <p:cNvPr id="8" name="Google Shape;1650;p30">
            <a:extLst>
              <a:ext uri="{FF2B5EF4-FFF2-40B4-BE49-F238E27FC236}">
                <a16:creationId xmlns:a16="http://schemas.microsoft.com/office/drawing/2014/main" id="{7A40521F-02EB-CF1E-510C-5817B28F1A6E}"/>
              </a:ext>
            </a:extLst>
          </p:cNvPr>
          <p:cNvSpPr txBox="1">
            <a:spLocks/>
          </p:cNvSpPr>
          <p:nvPr/>
        </p:nvSpPr>
        <p:spPr>
          <a:xfrm>
            <a:off x="2011695" y="2787644"/>
            <a:ext cx="3922177" cy="389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Zen Antique"/>
              <a:buNone/>
              <a:defRPr sz="3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r>
              <a:rPr lang="fr-FR" sz="1800" dirty="0"/>
              <a:t>Analyse multidimensionnelle</a:t>
            </a:r>
          </a:p>
        </p:txBody>
      </p:sp>
    </p:spTree>
    <p:extLst>
      <p:ext uri="{BB962C8B-B14F-4D97-AF65-F5344CB8AC3E}">
        <p14:creationId xmlns:p14="http://schemas.microsoft.com/office/powerpoint/2010/main" val="4243552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Analyse </a:t>
            </a:r>
            <a:br>
              <a:rPr lang="fr-FR" dirty="0"/>
            </a:br>
            <a:r>
              <a:rPr lang="fr-FR" dirty="0"/>
              <a:t>PESTEL</a:t>
            </a:r>
            <a:endParaRPr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1537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19998" y="104824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3600" dirty="0"/>
              <a:t>Politique – score de polarisation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5145858" y="677524"/>
            <a:ext cx="457678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/>
              <a:t>Source : https://ourworldindata.org/grapher/political-polarization-score?mapSelect=~DZA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87424" y="895484"/>
            <a:ext cx="6769148" cy="3361883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CDC2D3D-DDA9-111E-FF28-E8A042EF6C7B}"/>
              </a:ext>
            </a:extLst>
          </p:cNvPr>
          <p:cNvSpPr txBox="1"/>
          <p:nvPr/>
        </p:nvSpPr>
        <p:spPr>
          <a:xfrm>
            <a:off x="1079565" y="4290661"/>
            <a:ext cx="69848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Mesure le niveau de polarisation d'un pays, où un score élevé révèle une société profondément divisée en camps politiques hostiles qui affaiblissent les relations sociales.</a:t>
            </a:r>
          </a:p>
        </p:txBody>
      </p:sp>
    </p:spTree>
    <p:extLst>
      <p:ext uri="{BB962C8B-B14F-4D97-AF65-F5344CB8AC3E}">
        <p14:creationId xmlns:p14="http://schemas.microsoft.com/office/powerpoint/2010/main" val="1099914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19999" y="113568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800" dirty="0"/>
              <a:t>Economique – PIB et importations de poulet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5158239" y="684150"/>
            <a:ext cx="4576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/>
              <a:t>Source PIB  :  </a:t>
            </a:r>
            <a:r>
              <a:rPr lang="fr-FR" sz="600" dirty="0">
                <a:hlinkClick r:id="rId2"/>
              </a:rPr>
              <a:t>https://www.fao.org/faostat/fr/#data/MK</a:t>
            </a:r>
            <a:endParaRPr lang="fr-FR" sz="600" dirty="0"/>
          </a:p>
          <a:p>
            <a:r>
              <a:rPr lang="fr-FR" sz="600" dirty="0"/>
              <a:t>Source Import : https://www.fao.org/faostat/fr/#data/SCL</a:t>
            </a:r>
          </a:p>
          <a:p>
            <a:endParaRPr lang="fr-FR" sz="6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91" y="1381071"/>
            <a:ext cx="4333159" cy="215205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CDC2D3D-DDA9-111E-FF28-E8A042EF6C7B}"/>
              </a:ext>
            </a:extLst>
          </p:cNvPr>
          <p:cNvSpPr txBox="1"/>
          <p:nvPr/>
        </p:nvSpPr>
        <p:spPr>
          <a:xfrm>
            <a:off x="719999" y="3847061"/>
            <a:ext cx="36219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Le produit intérieur brut (PIB) mesure la valeur de tous les biens et services produits dans un pays sur une année, ici il est rapporté au poids par habitant.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64CE4AF-1FAB-99B7-A198-16EE638462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92198" y="1380162"/>
            <a:ext cx="4333159" cy="215205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350DFB2-0A8B-D68A-EF5F-8AF40DA6F87E}"/>
              </a:ext>
            </a:extLst>
          </p:cNvPr>
          <p:cNvSpPr txBox="1"/>
          <p:nvPr/>
        </p:nvSpPr>
        <p:spPr>
          <a:xfrm>
            <a:off x="4947811" y="3847060"/>
            <a:ext cx="3621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Mesure la quantité de poulet importé en kg dans chaque pays rapporté à son poids par habitant.</a:t>
            </a:r>
          </a:p>
        </p:txBody>
      </p:sp>
    </p:spTree>
    <p:extLst>
      <p:ext uri="{BB962C8B-B14F-4D97-AF65-F5344CB8AC3E}">
        <p14:creationId xmlns:p14="http://schemas.microsoft.com/office/powerpoint/2010/main" val="3754519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19999" y="113568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800" dirty="0"/>
              <a:t>Economique – IDH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5158239" y="684150"/>
            <a:ext cx="4576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/>
              <a:t>Source PIB  :  </a:t>
            </a:r>
            <a:r>
              <a:rPr lang="fr-FR" sz="600" dirty="0">
                <a:hlinkClick r:id="rId2"/>
              </a:rPr>
              <a:t>https://www.fao.org/faostat/fr/#data/MK</a:t>
            </a:r>
            <a:endParaRPr lang="fr-FR" sz="600" dirty="0"/>
          </a:p>
          <a:p>
            <a:r>
              <a:rPr lang="fr-FR" sz="600" dirty="0"/>
              <a:t>Source Import : https://www.fao.org/faostat/fr/#data/SCL</a:t>
            </a:r>
          </a:p>
          <a:p>
            <a:endParaRPr lang="fr-FR" sz="6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91" y="1381071"/>
            <a:ext cx="4333159" cy="215205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CDC2D3D-DDA9-111E-FF28-E8A042EF6C7B}"/>
              </a:ext>
            </a:extLst>
          </p:cNvPr>
          <p:cNvSpPr txBox="1"/>
          <p:nvPr/>
        </p:nvSpPr>
        <p:spPr>
          <a:xfrm>
            <a:off x="719999" y="3847061"/>
            <a:ext cx="36219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Le produit intérieur brut (PIB) mesure la valeur de tous les biens et services produits dans un pays sur une année, ici il est rapporté au poids par habitant.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64CE4AF-1FAB-99B7-A198-16EE638462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92198" y="1380162"/>
            <a:ext cx="4333159" cy="215205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350DFB2-0A8B-D68A-EF5F-8AF40DA6F87E}"/>
              </a:ext>
            </a:extLst>
          </p:cNvPr>
          <p:cNvSpPr txBox="1"/>
          <p:nvPr/>
        </p:nvSpPr>
        <p:spPr>
          <a:xfrm>
            <a:off x="4947811" y="3847060"/>
            <a:ext cx="3621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Mesure la quantité de poulet importé en kg dans chaque pays rapporté à son poids par habitant.</a:t>
            </a:r>
          </a:p>
        </p:txBody>
      </p:sp>
    </p:spTree>
    <p:extLst>
      <p:ext uri="{BB962C8B-B14F-4D97-AF65-F5344CB8AC3E}">
        <p14:creationId xmlns:p14="http://schemas.microsoft.com/office/powerpoint/2010/main" val="3484167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145173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800" dirty="0"/>
              <a:t>Socioculturel – Population et consommation de poulet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6047777" y="730491"/>
            <a:ext cx="4576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>
                <a:hlinkClick r:id="rId2"/>
              </a:rPr>
              <a:t>Source population : https://www.fao.org/faostat/fr/#data/OA</a:t>
            </a:r>
            <a:endParaRPr lang="fr-FR" sz="600" dirty="0"/>
          </a:p>
          <a:p>
            <a:r>
              <a:rPr lang="fr-FR" sz="600" dirty="0"/>
              <a:t>Source consommation : https://www.fao.org/faostat/fr/#data/SCL</a:t>
            </a:r>
          </a:p>
          <a:p>
            <a:endParaRPr lang="fr-FR" sz="6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984" y="1288585"/>
            <a:ext cx="2748921" cy="2579154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CDC2D3D-DDA9-111E-FF28-E8A042EF6C7B}"/>
              </a:ext>
            </a:extLst>
          </p:cNvPr>
          <p:cNvSpPr txBox="1"/>
          <p:nvPr/>
        </p:nvSpPr>
        <p:spPr>
          <a:xfrm>
            <a:off x="218537" y="4043677"/>
            <a:ext cx="32326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La Chine et l’Inde représentent plus du tiers de la population mondiale.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E2EA9B0-6887-AEF0-BF79-CBC6CA2D54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441487" y="1288585"/>
            <a:ext cx="5193123" cy="257915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9DC945C-8F58-C779-7EE6-6F8EB4583563}"/>
              </a:ext>
            </a:extLst>
          </p:cNvPr>
          <p:cNvSpPr txBox="1"/>
          <p:nvPr/>
        </p:nvSpPr>
        <p:spPr>
          <a:xfrm>
            <a:off x="4431437" y="4043677"/>
            <a:ext cx="32326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Donne le nombre total de kg consommé par pays rapporté à son nombre d’habitants.</a:t>
            </a:r>
          </a:p>
        </p:txBody>
      </p:sp>
    </p:spTree>
    <p:extLst>
      <p:ext uri="{BB962C8B-B14F-4D97-AF65-F5344CB8AC3E}">
        <p14:creationId xmlns:p14="http://schemas.microsoft.com/office/powerpoint/2010/main" val="1671586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Technologique – </a:t>
            </a:r>
            <a:r>
              <a:rPr lang="fr-FR" sz="2400" dirty="0" err="1"/>
              <a:t>Logistic</a:t>
            </a:r>
            <a:r>
              <a:rPr lang="fr-FR" sz="2400" dirty="0"/>
              <a:t> </a:t>
            </a:r>
            <a:r>
              <a:rPr lang="fr-FR" sz="2400" dirty="0" err="1"/>
              <a:t>Perfomance</a:t>
            </a:r>
            <a:r>
              <a:rPr lang="fr-FR" sz="2400" dirty="0"/>
              <a:t> Index et accès à l’électricité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4522602" y="587444"/>
            <a:ext cx="4576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>
                <a:hlinkClick r:id="rId2"/>
              </a:rPr>
              <a:t>Source LPI : https://data.worldbank.org/indicator/LP.LPI.OVRL.XQ?end=2022&amp;most_recent_year_desc=false&amp;start=2007&amp;view=chart</a:t>
            </a:r>
            <a:endParaRPr lang="fr-FR" sz="600" dirty="0"/>
          </a:p>
          <a:p>
            <a:r>
              <a:rPr lang="fr-FR" sz="600" dirty="0"/>
              <a:t>Source </a:t>
            </a:r>
            <a:r>
              <a:rPr lang="fr-FR" sz="600" dirty="0" err="1"/>
              <a:t>éléc</a:t>
            </a:r>
            <a:r>
              <a:rPr lang="fr-FR" sz="600" dirty="0"/>
              <a:t> : https://data.worldbank.org/indicator/EG.ELC.ACCS.ZS</a:t>
            </a:r>
          </a:p>
          <a:p>
            <a:endParaRPr lang="fr-FR" sz="6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128" y="1177469"/>
            <a:ext cx="4455474" cy="221280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DD63C54-6BEE-4DD3-0856-E1C9F6739672}"/>
              </a:ext>
            </a:extLst>
          </p:cNvPr>
          <p:cNvSpPr txBox="1"/>
          <p:nvPr/>
        </p:nvSpPr>
        <p:spPr>
          <a:xfrm>
            <a:off x="124959" y="3765547"/>
            <a:ext cx="43398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Le LPI mesure si un pays est facile et fiable pour transporter des marchandises.</a:t>
            </a:r>
          </a:p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Il va de 1 (score faible) à 5 (score élevé).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C803F179-D8CA-F81C-AE49-C817AE1445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7" y="1177470"/>
            <a:ext cx="4455473" cy="2212802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AF370BB-2EB9-9C00-3881-F3127248129A}"/>
              </a:ext>
            </a:extLst>
          </p:cNvPr>
          <p:cNvSpPr txBox="1"/>
          <p:nvPr/>
        </p:nvSpPr>
        <p:spPr>
          <a:xfrm>
            <a:off x="4629827" y="3745270"/>
            <a:ext cx="4339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Indique quel % de la population a un accès à l’électricité.</a:t>
            </a:r>
          </a:p>
        </p:txBody>
      </p:sp>
    </p:spTree>
    <p:extLst>
      <p:ext uri="{BB962C8B-B14F-4D97-AF65-F5344CB8AC3E}">
        <p14:creationId xmlns:p14="http://schemas.microsoft.com/office/powerpoint/2010/main" val="108726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Écologique – Distance avec la France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4522602" y="587444"/>
            <a:ext cx="457678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/>
              <a:t>https://data.worldbank.org/indicator/EG.ELC.ACCS.ZS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30691" y="811983"/>
            <a:ext cx="7082614" cy="3519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DD63C54-6BEE-4DD3-0856-E1C9F6739672}"/>
              </a:ext>
            </a:extLst>
          </p:cNvPr>
          <p:cNvSpPr txBox="1"/>
          <p:nvPr/>
        </p:nvSpPr>
        <p:spPr>
          <a:xfrm>
            <a:off x="1079565" y="4409295"/>
            <a:ext cx="69848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On va plutôt privilégier les pays proches.</a:t>
            </a:r>
          </a:p>
        </p:txBody>
      </p:sp>
    </p:spTree>
    <p:extLst>
      <p:ext uri="{BB962C8B-B14F-4D97-AF65-F5344CB8AC3E}">
        <p14:creationId xmlns:p14="http://schemas.microsoft.com/office/powerpoint/2010/main" val="4017930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Analyse des Composantes Principales</a:t>
            </a:r>
            <a:endParaRPr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59391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Le rôle de l’ACP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46217" y="596548"/>
            <a:ext cx="4428296" cy="3519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DD63C54-6BEE-4DD3-0856-E1C9F6739672}"/>
              </a:ext>
            </a:extLst>
          </p:cNvPr>
          <p:cNvSpPr txBox="1"/>
          <p:nvPr/>
        </p:nvSpPr>
        <p:spPr>
          <a:xfrm>
            <a:off x="967931" y="4336434"/>
            <a:ext cx="69848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L’idée est de synthétiser l’information tout en sacrifiant le moins possible.</a:t>
            </a:r>
          </a:p>
        </p:txBody>
      </p:sp>
    </p:spTree>
    <p:extLst>
      <p:ext uri="{BB962C8B-B14F-4D97-AF65-F5344CB8AC3E}">
        <p14:creationId xmlns:p14="http://schemas.microsoft.com/office/powerpoint/2010/main" val="1291718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Le rôle de l’ACP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548C6F7-C5FF-69EE-999B-9DD828750572}"/>
              </a:ext>
            </a:extLst>
          </p:cNvPr>
          <p:cNvSpPr txBox="1"/>
          <p:nvPr/>
        </p:nvSpPr>
        <p:spPr>
          <a:xfrm>
            <a:off x="4522602" y="587444"/>
            <a:ext cx="457678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600" dirty="0"/>
              <a:t>https://data.worldbank.org/indicator/EG.ELC.ACCS.ZS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30691" y="1495962"/>
            <a:ext cx="7082614" cy="215157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DD63C54-6BEE-4DD3-0856-E1C9F6739672}"/>
              </a:ext>
            </a:extLst>
          </p:cNvPr>
          <p:cNvSpPr txBox="1"/>
          <p:nvPr/>
        </p:nvSpPr>
        <p:spPr>
          <a:xfrm>
            <a:off x="1079564" y="1121858"/>
            <a:ext cx="69848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Carte de Chaleur de nos différentes composantes.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2B34B9C-29EA-EFEA-8E3D-D11D7D18FAC6}"/>
              </a:ext>
            </a:extLst>
          </p:cNvPr>
          <p:cNvSpPr txBox="1"/>
          <p:nvPr/>
        </p:nvSpPr>
        <p:spPr>
          <a:xfrm>
            <a:off x="1128438" y="4194604"/>
            <a:ext cx="69848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Pas très lisible n’est-ce pas ?</a:t>
            </a:r>
          </a:p>
        </p:txBody>
      </p:sp>
    </p:spTree>
    <p:extLst>
      <p:ext uri="{BB962C8B-B14F-4D97-AF65-F5344CB8AC3E}">
        <p14:creationId xmlns:p14="http://schemas.microsoft.com/office/powerpoint/2010/main" val="882175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Le cercle des corrélations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2441" y="617715"/>
            <a:ext cx="4702914" cy="4188115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D2B34B9C-29EA-EFEA-8E3D-D11D7D18FAC6}"/>
              </a:ext>
            </a:extLst>
          </p:cNvPr>
          <p:cNvSpPr txBox="1"/>
          <p:nvPr/>
        </p:nvSpPr>
        <p:spPr>
          <a:xfrm>
            <a:off x="5036382" y="1106708"/>
            <a:ext cx="3695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L'Axe F1 (Axe Horizontal – 39,2 % d'inertie) : Niveau général de développement économique et de consommation du poulet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A0630E-3401-A8CC-688E-BE6147A16265}"/>
              </a:ext>
            </a:extLst>
          </p:cNvPr>
          <p:cNvSpPr txBox="1"/>
          <p:nvPr/>
        </p:nvSpPr>
        <p:spPr>
          <a:xfrm>
            <a:off x="5036382" y="2250108"/>
            <a:ext cx="3695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L'Axe F2 (Axe Horizontal – 15,3 % d'inertie) : Taille du pays.</a:t>
            </a:r>
          </a:p>
        </p:txBody>
      </p:sp>
    </p:spTree>
    <p:extLst>
      <p:ext uri="{BB962C8B-B14F-4D97-AF65-F5344CB8AC3E}">
        <p14:creationId xmlns:p14="http://schemas.microsoft.com/office/powerpoint/2010/main" val="246665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Le cercle des corrélations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90724" y="636729"/>
            <a:ext cx="4061005" cy="356903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2613939" y="4409089"/>
            <a:ext cx="36959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On peut résumer nos axes ainsi</a:t>
            </a:r>
          </a:p>
        </p:txBody>
      </p:sp>
    </p:spTree>
    <p:extLst>
      <p:ext uri="{BB962C8B-B14F-4D97-AF65-F5344CB8AC3E}">
        <p14:creationId xmlns:p14="http://schemas.microsoft.com/office/powerpoint/2010/main" val="8494956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Projections des individus sur le premier plan factoriel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On peut positionner nos pays sur ce même plan et interpréter facilement lesquels sont les plus intéressants.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CBCC84-F716-A4B4-6DDA-434C83FFDE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06780" y="671896"/>
            <a:ext cx="4404895" cy="3554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239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Le cercle des corrélations – 2</a:t>
            </a:r>
            <a:r>
              <a:rPr lang="fr-FR" sz="2400" baseline="30000" dirty="0"/>
              <a:t>ème</a:t>
            </a:r>
            <a:r>
              <a:rPr lang="fr-FR" sz="2400" dirty="0"/>
              <a:t> plan factoriel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7F6AA5-1F51-85B1-63D8-D5740AF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9253" y="617715"/>
            <a:ext cx="4649290" cy="4188115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D2B34B9C-29EA-EFEA-8E3D-D11D7D18FAC6}"/>
              </a:ext>
            </a:extLst>
          </p:cNvPr>
          <p:cNvSpPr txBox="1"/>
          <p:nvPr/>
        </p:nvSpPr>
        <p:spPr>
          <a:xfrm>
            <a:off x="5036382" y="1106708"/>
            <a:ext cx="3695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L'Axe F3 (Axe Horizontal – 12,8 % d'inertie) : Taille de la population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A0630E-3401-A8CC-688E-BE6147A16265}"/>
              </a:ext>
            </a:extLst>
          </p:cNvPr>
          <p:cNvSpPr txBox="1"/>
          <p:nvPr/>
        </p:nvSpPr>
        <p:spPr>
          <a:xfrm>
            <a:off x="5036382" y="2250108"/>
            <a:ext cx="3695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L'Axe F2 (Axe Horizontal – 11,0 % d'inertie) : Distance de la France et instabilité politique.</a:t>
            </a:r>
          </a:p>
        </p:txBody>
      </p:sp>
    </p:spTree>
    <p:extLst>
      <p:ext uri="{BB962C8B-B14F-4D97-AF65-F5344CB8AC3E}">
        <p14:creationId xmlns:p14="http://schemas.microsoft.com/office/powerpoint/2010/main" val="3439706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720000" y="9919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400" dirty="0"/>
              <a:t>Projections des individus sur le deuxième plan factoriel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On peut positionner nos pays sur ce même plan et interpréter facilement lesquels sont les plus intéressants.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CBCC84-F716-A4B4-6DDA-434C83FFDE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74312" y="794714"/>
            <a:ext cx="4364506" cy="3554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34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CAH </a:t>
            </a:r>
            <a:endParaRPr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093955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000" dirty="0"/>
              <a:t>Classification ascendante hiérarchique - </a:t>
            </a:r>
            <a:r>
              <a:rPr lang="fr-FR" sz="2000" dirty="0" err="1"/>
              <a:t>Dendogramme</a:t>
            </a:r>
            <a:endParaRPr lang="fr-FR" sz="20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Je vais sélectionner 5 clusters avec respectivement 36, 28, 2, 45 et 32 pays.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3496BBD-CA39-7E87-9A89-9648D587C2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97357" y="746211"/>
            <a:ext cx="4185302" cy="369040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A1837BC-31E4-A4E4-9A6A-B64F56221D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67902" y="999944"/>
            <a:ext cx="4078741" cy="287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9839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000" dirty="0"/>
              <a:t>Classification ascendante hiérarchique – Comparaison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Les clusters correspondent-ils aux continents ?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CB830D8-C0B2-E49F-48CA-534214A13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16177" y="881280"/>
            <a:ext cx="6311645" cy="339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156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000" dirty="0"/>
              <a:t>CAH – Affichage des clusters sur le premier plan factoriel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Si on se reporte au cercle des corrélations, les groupe 2  et 5 sont les plus attractifs.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BA40B18-E9B4-6919-D8DC-E89DD1A56F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442739" y="1208886"/>
            <a:ext cx="3466103" cy="2578589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3C5B27E6-A4FF-369E-A80D-F8E3823840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3199" y="995209"/>
            <a:ext cx="3598357" cy="316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5561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K-</a:t>
            </a:r>
            <a:r>
              <a:rPr lang="fr-FR" dirty="0" err="1"/>
              <a:t>means</a:t>
            </a:r>
            <a:endParaRPr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40489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000" dirty="0"/>
              <a:t>K-</a:t>
            </a:r>
            <a:r>
              <a:rPr lang="fr-FR" sz="2000" dirty="0" err="1"/>
              <a:t>Means</a:t>
            </a:r>
            <a:r>
              <a:rPr lang="fr-FR" sz="2000" dirty="0"/>
              <a:t> – Combien de clusters choisir ?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Il semble que 2 ou 3 clusters sont les plus pertinents.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CFE3ADE-F305-2E0F-F5F8-8DDE9E0FF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216" y="1187640"/>
            <a:ext cx="5261391" cy="289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441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000" dirty="0"/>
              <a:t>K-</a:t>
            </a:r>
            <a:r>
              <a:rPr lang="fr-FR" sz="2000" dirty="0" err="1"/>
              <a:t>Means</a:t>
            </a:r>
            <a:r>
              <a:rPr lang="fr-FR" sz="2000" dirty="0"/>
              <a:t> avec 3 clusters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468941" y="4436615"/>
            <a:ext cx="82777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Malheureusement aucun groupe n’est situé clairement dans une zone du plan intéressante.</a:t>
            </a:r>
          </a:p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Essayons avec plus de clusters.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AB73DAA-3260-6D74-B588-FEDC4273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144" y="1329682"/>
            <a:ext cx="2848373" cy="245779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FF8E8E4-442F-AFD1-EC19-8183D713B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90" y="1329682"/>
            <a:ext cx="597580" cy="245779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B9D76AB-4C9B-C214-4F43-CFD4C08D3C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8357" y="765990"/>
            <a:ext cx="4547469" cy="348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4925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000" dirty="0"/>
              <a:t>CAH – Affichage des clusters sur le premier plan factoriel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366125" y="4427265"/>
            <a:ext cx="82777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Même en augmentant le nombre de cluster, le k-</a:t>
            </a:r>
            <a:r>
              <a:rPr lang="fr-FR" sz="1200" dirty="0" err="1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means</a:t>
            </a: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 ne parvient pas à nous aider à cibler un groupe de pays. 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EE4A0E-99AF-ED46-A01A-2B15FFEB4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645" y="673148"/>
            <a:ext cx="4322823" cy="359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611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32"/>
          <p:cNvSpPr txBox="1">
            <a:spLocks noGrp="1"/>
          </p:cNvSpPr>
          <p:nvPr>
            <p:ph type="title"/>
          </p:nvPr>
        </p:nvSpPr>
        <p:spPr>
          <a:xfrm>
            <a:off x="2728050" y="2678875"/>
            <a:ext cx="3687900" cy="14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800" dirty="0"/>
              <a:t>Recommandations</a:t>
            </a:r>
            <a:endParaRPr sz="2800" dirty="0"/>
          </a:p>
        </p:txBody>
      </p:sp>
      <p:sp>
        <p:nvSpPr>
          <p:cNvPr id="2147" name="Google Shape;2147;p32"/>
          <p:cNvSpPr txBox="1">
            <a:spLocks noGrp="1"/>
          </p:cNvSpPr>
          <p:nvPr>
            <p:ph type="title" idx="2"/>
          </p:nvPr>
        </p:nvSpPr>
        <p:spPr>
          <a:xfrm>
            <a:off x="3834750" y="998525"/>
            <a:ext cx="1474500" cy="119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2148" name="Google Shape;2148;p32"/>
          <p:cNvGrpSpPr/>
          <p:nvPr/>
        </p:nvGrpSpPr>
        <p:grpSpPr>
          <a:xfrm flipH="1">
            <a:off x="-2300174" y="1958939"/>
            <a:ext cx="4332272" cy="5143556"/>
            <a:chOff x="7855920" y="2772000"/>
            <a:chExt cx="2108880" cy="2503800"/>
          </a:xfrm>
        </p:grpSpPr>
        <p:sp>
          <p:nvSpPr>
            <p:cNvPr id="2149" name="Google Shape;2149;p32"/>
            <p:cNvSpPr/>
            <p:nvPr/>
          </p:nvSpPr>
          <p:spPr>
            <a:xfrm>
              <a:off x="7925760" y="2772000"/>
              <a:ext cx="609840" cy="891000"/>
            </a:xfrm>
            <a:custGeom>
              <a:avLst/>
              <a:gdLst/>
              <a:ahLst/>
              <a:cxnLst/>
              <a:rect l="l" t="t" r="r" b="b"/>
              <a:pathLst>
                <a:path w="1694" h="2475" extrusionOk="0">
                  <a:moveTo>
                    <a:pt x="89" y="767"/>
                  </a:moveTo>
                  <a:cubicBezTo>
                    <a:pt x="117" y="783"/>
                    <a:pt x="149" y="793"/>
                    <a:pt x="182" y="795"/>
                  </a:cubicBezTo>
                  <a:cubicBezTo>
                    <a:pt x="168" y="799"/>
                    <a:pt x="155" y="805"/>
                    <a:pt x="142" y="812"/>
                  </a:cubicBezTo>
                  <a:cubicBezTo>
                    <a:pt x="133" y="817"/>
                    <a:pt x="125" y="822"/>
                    <a:pt x="118" y="829"/>
                  </a:cubicBezTo>
                  <a:cubicBezTo>
                    <a:pt x="78" y="857"/>
                    <a:pt x="41" y="898"/>
                    <a:pt x="43" y="949"/>
                  </a:cubicBezTo>
                  <a:lnTo>
                    <a:pt x="42" y="950"/>
                  </a:lnTo>
                  <a:cubicBezTo>
                    <a:pt x="42" y="951"/>
                    <a:pt x="43" y="953"/>
                    <a:pt x="44" y="954"/>
                  </a:cubicBezTo>
                  <a:cubicBezTo>
                    <a:pt x="45" y="956"/>
                    <a:pt x="45" y="957"/>
                    <a:pt x="47" y="958"/>
                  </a:cubicBezTo>
                  <a:cubicBezTo>
                    <a:pt x="49" y="959"/>
                    <a:pt x="50" y="959"/>
                    <a:pt x="52" y="959"/>
                  </a:cubicBezTo>
                  <a:cubicBezTo>
                    <a:pt x="53" y="959"/>
                    <a:pt x="54" y="959"/>
                    <a:pt x="56" y="958"/>
                  </a:cubicBezTo>
                  <a:cubicBezTo>
                    <a:pt x="61" y="956"/>
                    <a:pt x="64" y="955"/>
                    <a:pt x="67" y="951"/>
                  </a:cubicBezTo>
                  <a:cubicBezTo>
                    <a:pt x="67" y="949"/>
                    <a:pt x="68" y="948"/>
                    <a:pt x="69" y="947"/>
                  </a:cubicBezTo>
                  <a:cubicBezTo>
                    <a:pt x="71" y="943"/>
                    <a:pt x="73" y="940"/>
                    <a:pt x="76" y="936"/>
                  </a:cubicBezTo>
                  <a:cubicBezTo>
                    <a:pt x="99" y="930"/>
                    <a:pt x="135" y="946"/>
                    <a:pt x="156" y="951"/>
                  </a:cubicBezTo>
                  <a:cubicBezTo>
                    <a:pt x="168" y="953"/>
                    <a:pt x="179" y="954"/>
                    <a:pt x="190" y="954"/>
                  </a:cubicBezTo>
                  <a:cubicBezTo>
                    <a:pt x="197" y="954"/>
                    <a:pt x="203" y="954"/>
                    <a:pt x="209" y="953"/>
                  </a:cubicBezTo>
                  <a:cubicBezTo>
                    <a:pt x="224" y="952"/>
                    <a:pt x="238" y="947"/>
                    <a:pt x="251" y="940"/>
                  </a:cubicBezTo>
                  <a:cubicBezTo>
                    <a:pt x="254" y="939"/>
                    <a:pt x="257" y="937"/>
                    <a:pt x="259" y="935"/>
                  </a:cubicBezTo>
                  <a:cubicBezTo>
                    <a:pt x="268" y="941"/>
                    <a:pt x="277" y="926"/>
                    <a:pt x="283" y="914"/>
                  </a:cubicBezTo>
                  <a:cubicBezTo>
                    <a:pt x="284" y="916"/>
                    <a:pt x="285" y="919"/>
                    <a:pt x="286" y="921"/>
                  </a:cubicBezTo>
                  <a:cubicBezTo>
                    <a:pt x="285" y="934"/>
                    <a:pt x="284" y="948"/>
                    <a:pt x="283" y="962"/>
                  </a:cubicBezTo>
                  <a:cubicBezTo>
                    <a:pt x="275" y="1017"/>
                    <a:pt x="257" y="1071"/>
                    <a:pt x="230" y="1119"/>
                  </a:cubicBezTo>
                  <a:cubicBezTo>
                    <a:pt x="226" y="1126"/>
                    <a:pt x="221" y="1132"/>
                    <a:pt x="217" y="1139"/>
                  </a:cubicBezTo>
                  <a:cubicBezTo>
                    <a:pt x="189" y="1178"/>
                    <a:pt x="143" y="1209"/>
                    <a:pt x="125" y="1256"/>
                  </a:cubicBezTo>
                  <a:cubicBezTo>
                    <a:pt x="112" y="1290"/>
                    <a:pt x="104" y="1325"/>
                    <a:pt x="99" y="1361"/>
                  </a:cubicBezTo>
                  <a:cubicBezTo>
                    <a:pt x="90" y="1429"/>
                    <a:pt x="116" y="1499"/>
                    <a:pt x="138" y="1562"/>
                  </a:cubicBezTo>
                  <a:cubicBezTo>
                    <a:pt x="150" y="1595"/>
                    <a:pt x="146" y="1629"/>
                    <a:pt x="164" y="1661"/>
                  </a:cubicBezTo>
                  <a:cubicBezTo>
                    <a:pt x="183" y="1696"/>
                    <a:pt x="180" y="1733"/>
                    <a:pt x="192" y="1770"/>
                  </a:cubicBezTo>
                  <a:cubicBezTo>
                    <a:pt x="184" y="1816"/>
                    <a:pt x="192" y="1862"/>
                    <a:pt x="238" y="1892"/>
                  </a:cubicBezTo>
                  <a:cubicBezTo>
                    <a:pt x="239" y="1893"/>
                    <a:pt x="240" y="1893"/>
                    <a:pt x="242" y="1894"/>
                  </a:cubicBezTo>
                  <a:cubicBezTo>
                    <a:pt x="261" y="1905"/>
                    <a:pt x="283" y="1911"/>
                    <a:pt x="305" y="1911"/>
                  </a:cubicBezTo>
                  <a:cubicBezTo>
                    <a:pt x="306" y="1911"/>
                    <a:pt x="306" y="1911"/>
                    <a:pt x="307" y="1911"/>
                  </a:cubicBezTo>
                  <a:lnTo>
                    <a:pt x="328" y="1911"/>
                  </a:lnTo>
                  <a:cubicBezTo>
                    <a:pt x="329" y="1912"/>
                    <a:pt x="329" y="1912"/>
                    <a:pt x="330" y="1912"/>
                  </a:cubicBezTo>
                  <a:cubicBezTo>
                    <a:pt x="331" y="1912"/>
                    <a:pt x="331" y="1912"/>
                    <a:pt x="332" y="1911"/>
                  </a:cubicBezTo>
                  <a:cubicBezTo>
                    <a:pt x="347" y="1911"/>
                    <a:pt x="363" y="1909"/>
                    <a:pt x="378" y="1905"/>
                  </a:cubicBezTo>
                  <a:cubicBezTo>
                    <a:pt x="363" y="1917"/>
                    <a:pt x="350" y="1929"/>
                    <a:pt x="338" y="1943"/>
                  </a:cubicBezTo>
                  <a:cubicBezTo>
                    <a:pt x="302" y="1978"/>
                    <a:pt x="267" y="2015"/>
                    <a:pt x="234" y="2053"/>
                  </a:cubicBezTo>
                  <a:cubicBezTo>
                    <a:pt x="176" y="2119"/>
                    <a:pt x="167" y="2207"/>
                    <a:pt x="167" y="2290"/>
                  </a:cubicBezTo>
                  <a:cubicBezTo>
                    <a:pt x="167" y="2291"/>
                    <a:pt x="167" y="2293"/>
                    <a:pt x="168" y="2294"/>
                  </a:cubicBezTo>
                  <a:cubicBezTo>
                    <a:pt x="149" y="2345"/>
                    <a:pt x="140" y="2399"/>
                    <a:pt x="140" y="2453"/>
                  </a:cubicBezTo>
                  <a:cubicBezTo>
                    <a:pt x="140" y="2458"/>
                    <a:pt x="140" y="2462"/>
                    <a:pt x="140" y="2467"/>
                  </a:cubicBezTo>
                  <a:cubicBezTo>
                    <a:pt x="140" y="2474"/>
                    <a:pt x="150" y="2472"/>
                    <a:pt x="150" y="2467"/>
                  </a:cubicBezTo>
                  <a:cubicBezTo>
                    <a:pt x="152" y="2424"/>
                    <a:pt x="186" y="2378"/>
                    <a:pt x="206" y="2342"/>
                  </a:cubicBezTo>
                  <a:cubicBezTo>
                    <a:pt x="209" y="2337"/>
                    <a:pt x="211" y="2332"/>
                    <a:pt x="214" y="2327"/>
                  </a:cubicBezTo>
                  <a:cubicBezTo>
                    <a:pt x="239" y="2283"/>
                    <a:pt x="269" y="2242"/>
                    <a:pt x="303" y="2204"/>
                  </a:cubicBezTo>
                  <a:cubicBezTo>
                    <a:pt x="336" y="2166"/>
                    <a:pt x="303" y="2203"/>
                    <a:pt x="303" y="2204"/>
                  </a:cubicBezTo>
                  <a:cubicBezTo>
                    <a:pt x="256" y="2252"/>
                    <a:pt x="223" y="2310"/>
                    <a:pt x="182" y="2363"/>
                  </a:cubicBezTo>
                  <a:cubicBezTo>
                    <a:pt x="177" y="2370"/>
                    <a:pt x="173" y="2377"/>
                    <a:pt x="169" y="2384"/>
                  </a:cubicBezTo>
                  <a:cubicBezTo>
                    <a:pt x="163" y="2394"/>
                    <a:pt x="158" y="2404"/>
                    <a:pt x="154" y="2414"/>
                  </a:cubicBezTo>
                  <a:cubicBezTo>
                    <a:pt x="158" y="2375"/>
                    <a:pt x="168" y="2336"/>
                    <a:pt x="182" y="2298"/>
                  </a:cubicBezTo>
                  <a:cubicBezTo>
                    <a:pt x="182" y="2298"/>
                    <a:pt x="181" y="2298"/>
                    <a:pt x="182" y="2297"/>
                  </a:cubicBezTo>
                  <a:cubicBezTo>
                    <a:pt x="183" y="2296"/>
                    <a:pt x="183" y="2296"/>
                    <a:pt x="183" y="2295"/>
                  </a:cubicBezTo>
                  <a:cubicBezTo>
                    <a:pt x="192" y="2271"/>
                    <a:pt x="204" y="2247"/>
                    <a:pt x="217" y="2225"/>
                  </a:cubicBezTo>
                  <a:cubicBezTo>
                    <a:pt x="236" y="2191"/>
                    <a:pt x="260" y="2159"/>
                    <a:pt x="287" y="2130"/>
                  </a:cubicBezTo>
                  <a:cubicBezTo>
                    <a:pt x="327" y="2088"/>
                    <a:pt x="359" y="2038"/>
                    <a:pt x="405" y="2002"/>
                  </a:cubicBezTo>
                  <a:cubicBezTo>
                    <a:pt x="459" y="1962"/>
                    <a:pt x="507" y="1915"/>
                    <a:pt x="547" y="1862"/>
                  </a:cubicBezTo>
                  <a:cubicBezTo>
                    <a:pt x="548" y="1860"/>
                    <a:pt x="545" y="1857"/>
                    <a:pt x="543" y="1859"/>
                  </a:cubicBezTo>
                  <a:cubicBezTo>
                    <a:pt x="469" y="1952"/>
                    <a:pt x="356" y="2009"/>
                    <a:pt x="290" y="2110"/>
                  </a:cubicBezTo>
                  <a:cubicBezTo>
                    <a:pt x="272" y="2137"/>
                    <a:pt x="247" y="2167"/>
                    <a:pt x="227" y="2193"/>
                  </a:cubicBezTo>
                  <a:cubicBezTo>
                    <a:pt x="217" y="2206"/>
                    <a:pt x="208" y="2220"/>
                    <a:pt x="200" y="2234"/>
                  </a:cubicBezTo>
                  <a:cubicBezTo>
                    <a:pt x="195" y="2244"/>
                    <a:pt x="189" y="2253"/>
                    <a:pt x="185" y="2263"/>
                  </a:cubicBezTo>
                  <a:cubicBezTo>
                    <a:pt x="188" y="2181"/>
                    <a:pt x="207" y="2106"/>
                    <a:pt x="265" y="2041"/>
                  </a:cubicBezTo>
                  <a:cubicBezTo>
                    <a:pt x="290" y="2015"/>
                    <a:pt x="314" y="1989"/>
                    <a:pt x="338" y="1963"/>
                  </a:cubicBezTo>
                  <a:cubicBezTo>
                    <a:pt x="347" y="1953"/>
                    <a:pt x="378" y="1913"/>
                    <a:pt x="393" y="1908"/>
                  </a:cubicBezTo>
                  <a:cubicBezTo>
                    <a:pt x="394" y="1908"/>
                    <a:pt x="394" y="1908"/>
                    <a:pt x="395" y="1907"/>
                  </a:cubicBezTo>
                  <a:cubicBezTo>
                    <a:pt x="396" y="1906"/>
                    <a:pt x="395" y="1905"/>
                    <a:pt x="395" y="1905"/>
                  </a:cubicBezTo>
                  <a:cubicBezTo>
                    <a:pt x="395" y="1904"/>
                    <a:pt x="395" y="1904"/>
                    <a:pt x="395" y="1903"/>
                  </a:cubicBezTo>
                  <a:lnTo>
                    <a:pt x="394" y="1903"/>
                  </a:lnTo>
                  <a:cubicBezTo>
                    <a:pt x="397" y="1902"/>
                    <a:pt x="400" y="1900"/>
                    <a:pt x="403" y="1899"/>
                  </a:cubicBezTo>
                  <a:cubicBezTo>
                    <a:pt x="404" y="1898"/>
                    <a:pt x="405" y="1898"/>
                    <a:pt x="406" y="1897"/>
                  </a:cubicBezTo>
                  <a:cubicBezTo>
                    <a:pt x="455" y="1864"/>
                    <a:pt x="476" y="1790"/>
                    <a:pt x="500" y="1738"/>
                  </a:cubicBezTo>
                  <a:cubicBezTo>
                    <a:pt x="523" y="1687"/>
                    <a:pt x="540" y="1637"/>
                    <a:pt x="561" y="1588"/>
                  </a:cubicBezTo>
                  <a:cubicBezTo>
                    <a:pt x="580" y="1554"/>
                    <a:pt x="596" y="1519"/>
                    <a:pt x="609" y="1482"/>
                  </a:cubicBezTo>
                  <a:cubicBezTo>
                    <a:pt x="618" y="1449"/>
                    <a:pt x="627" y="1413"/>
                    <a:pt x="634" y="1376"/>
                  </a:cubicBezTo>
                  <a:cubicBezTo>
                    <a:pt x="634" y="1380"/>
                    <a:pt x="634" y="1383"/>
                    <a:pt x="634" y="1387"/>
                  </a:cubicBezTo>
                  <a:cubicBezTo>
                    <a:pt x="634" y="1419"/>
                    <a:pt x="636" y="1451"/>
                    <a:pt x="640" y="1482"/>
                  </a:cubicBezTo>
                  <a:cubicBezTo>
                    <a:pt x="644" y="1510"/>
                    <a:pt x="646" y="1538"/>
                    <a:pt x="646" y="1565"/>
                  </a:cubicBezTo>
                  <a:cubicBezTo>
                    <a:pt x="646" y="1577"/>
                    <a:pt x="646" y="1589"/>
                    <a:pt x="645" y="1600"/>
                  </a:cubicBezTo>
                  <a:cubicBezTo>
                    <a:pt x="641" y="1615"/>
                    <a:pt x="638" y="1630"/>
                    <a:pt x="636" y="1645"/>
                  </a:cubicBezTo>
                  <a:cubicBezTo>
                    <a:pt x="636" y="1647"/>
                    <a:pt x="639" y="1647"/>
                    <a:pt x="639" y="1645"/>
                  </a:cubicBezTo>
                  <a:cubicBezTo>
                    <a:pt x="644" y="1631"/>
                    <a:pt x="653" y="1617"/>
                    <a:pt x="658" y="1602"/>
                  </a:cubicBezTo>
                  <a:cubicBezTo>
                    <a:pt x="660" y="1588"/>
                    <a:pt x="661" y="1574"/>
                    <a:pt x="661" y="1559"/>
                  </a:cubicBezTo>
                  <a:cubicBezTo>
                    <a:pt x="661" y="1545"/>
                    <a:pt x="660" y="1531"/>
                    <a:pt x="658" y="1516"/>
                  </a:cubicBezTo>
                  <a:cubicBezTo>
                    <a:pt x="654" y="1452"/>
                    <a:pt x="642" y="1390"/>
                    <a:pt x="640" y="1326"/>
                  </a:cubicBezTo>
                  <a:cubicBezTo>
                    <a:pt x="641" y="1315"/>
                    <a:pt x="642" y="1303"/>
                    <a:pt x="643" y="1292"/>
                  </a:cubicBezTo>
                  <a:cubicBezTo>
                    <a:pt x="655" y="1275"/>
                    <a:pt x="671" y="1260"/>
                    <a:pt x="689" y="1249"/>
                  </a:cubicBezTo>
                  <a:cubicBezTo>
                    <a:pt x="706" y="1238"/>
                    <a:pt x="710" y="1207"/>
                    <a:pt x="717" y="1191"/>
                  </a:cubicBezTo>
                  <a:cubicBezTo>
                    <a:pt x="737" y="1147"/>
                    <a:pt x="787" y="1106"/>
                    <a:pt x="817" y="1069"/>
                  </a:cubicBezTo>
                  <a:cubicBezTo>
                    <a:pt x="842" y="1039"/>
                    <a:pt x="866" y="928"/>
                    <a:pt x="801" y="934"/>
                  </a:cubicBezTo>
                  <a:cubicBezTo>
                    <a:pt x="802" y="932"/>
                    <a:pt x="802" y="930"/>
                    <a:pt x="802" y="928"/>
                  </a:cubicBezTo>
                  <a:cubicBezTo>
                    <a:pt x="802" y="926"/>
                    <a:pt x="802" y="924"/>
                    <a:pt x="801" y="922"/>
                  </a:cubicBezTo>
                  <a:cubicBezTo>
                    <a:pt x="800" y="910"/>
                    <a:pt x="794" y="889"/>
                    <a:pt x="778" y="893"/>
                  </a:cubicBezTo>
                  <a:cubicBezTo>
                    <a:pt x="779" y="887"/>
                    <a:pt x="780" y="882"/>
                    <a:pt x="783" y="877"/>
                  </a:cubicBezTo>
                  <a:cubicBezTo>
                    <a:pt x="787" y="871"/>
                    <a:pt x="792" y="866"/>
                    <a:pt x="798" y="863"/>
                  </a:cubicBezTo>
                  <a:cubicBezTo>
                    <a:pt x="820" y="847"/>
                    <a:pt x="831" y="837"/>
                    <a:pt x="822" y="810"/>
                  </a:cubicBezTo>
                  <a:lnTo>
                    <a:pt x="822" y="808"/>
                  </a:lnTo>
                  <a:cubicBezTo>
                    <a:pt x="823" y="809"/>
                    <a:pt x="824" y="811"/>
                    <a:pt x="825" y="812"/>
                  </a:cubicBezTo>
                  <a:cubicBezTo>
                    <a:pt x="832" y="825"/>
                    <a:pt x="838" y="838"/>
                    <a:pt x="843" y="851"/>
                  </a:cubicBezTo>
                  <a:cubicBezTo>
                    <a:pt x="848" y="866"/>
                    <a:pt x="854" y="879"/>
                    <a:pt x="861" y="893"/>
                  </a:cubicBezTo>
                  <a:cubicBezTo>
                    <a:pt x="869" y="907"/>
                    <a:pt x="878" y="920"/>
                    <a:pt x="889" y="932"/>
                  </a:cubicBezTo>
                  <a:cubicBezTo>
                    <a:pt x="890" y="935"/>
                    <a:pt x="894" y="935"/>
                    <a:pt x="894" y="931"/>
                  </a:cubicBezTo>
                  <a:cubicBezTo>
                    <a:pt x="894" y="905"/>
                    <a:pt x="871" y="878"/>
                    <a:pt x="862" y="855"/>
                  </a:cubicBezTo>
                  <a:cubicBezTo>
                    <a:pt x="855" y="838"/>
                    <a:pt x="848" y="822"/>
                    <a:pt x="839" y="805"/>
                  </a:cubicBezTo>
                  <a:cubicBezTo>
                    <a:pt x="826" y="785"/>
                    <a:pt x="812" y="766"/>
                    <a:pt x="796" y="750"/>
                  </a:cubicBezTo>
                  <a:cubicBezTo>
                    <a:pt x="795" y="749"/>
                    <a:pt x="795" y="749"/>
                    <a:pt x="795" y="749"/>
                  </a:cubicBezTo>
                  <a:lnTo>
                    <a:pt x="794" y="749"/>
                  </a:lnTo>
                  <a:lnTo>
                    <a:pt x="793" y="749"/>
                  </a:lnTo>
                  <a:lnTo>
                    <a:pt x="793" y="750"/>
                  </a:lnTo>
                  <a:lnTo>
                    <a:pt x="793" y="751"/>
                  </a:lnTo>
                  <a:cubicBezTo>
                    <a:pt x="798" y="764"/>
                    <a:pt x="803" y="775"/>
                    <a:pt x="810" y="787"/>
                  </a:cubicBezTo>
                  <a:cubicBezTo>
                    <a:pt x="811" y="788"/>
                    <a:pt x="811" y="789"/>
                    <a:pt x="812" y="791"/>
                  </a:cubicBezTo>
                  <a:cubicBezTo>
                    <a:pt x="787" y="761"/>
                    <a:pt x="728" y="766"/>
                    <a:pt x="701" y="788"/>
                  </a:cubicBezTo>
                  <a:cubicBezTo>
                    <a:pt x="699" y="789"/>
                    <a:pt x="701" y="792"/>
                    <a:pt x="704" y="791"/>
                  </a:cubicBezTo>
                  <a:cubicBezTo>
                    <a:pt x="737" y="773"/>
                    <a:pt x="808" y="776"/>
                    <a:pt x="812" y="824"/>
                  </a:cubicBezTo>
                  <a:cubicBezTo>
                    <a:pt x="813" y="838"/>
                    <a:pt x="777" y="857"/>
                    <a:pt x="768" y="866"/>
                  </a:cubicBezTo>
                  <a:cubicBezTo>
                    <a:pt x="758" y="875"/>
                    <a:pt x="762" y="887"/>
                    <a:pt x="762" y="898"/>
                  </a:cubicBezTo>
                  <a:cubicBezTo>
                    <a:pt x="743" y="907"/>
                    <a:pt x="724" y="909"/>
                    <a:pt x="705" y="919"/>
                  </a:cubicBezTo>
                  <a:cubicBezTo>
                    <a:pt x="705" y="920"/>
                    <a:pt x="704" y="920"/>
                    <a:pt x="704" y="920"/>
                  </a:cubicBezTo>
                  <a:cubicBezTo>
                    <a:pt x="692" y="927"/>
                    <a:pt x="683" y="936"/>
                    <a:pt x="675" y="946"/>
                  </a:cubicBezTo>
                  <a:cubicBezTo>
                    <a:pt x="678" y="931"/>
                    <a:pt x="675" y="916"/>
                    <a:pt x="679" y="901"/>
                  </a:cubicBezTo>
                  <a:cubicBezTo>
                    <a:pt x="680" y="898"/>
                    <a:pt x="681" y="894"/>
                    <a:pt x="681" y="890"/>
                  </a:cubicBezTo>
                  <a:cubicBezTo>
                    <a:pt x="681" y="884"/>
                    <a:pt x="679" y="879"/>
                    <a:pt x="676" y="874"/>
                  </a:cubicBezTo>
                  <a:cubicBezTo>
                    <a:pt x="676" y="873"/>
                    <a:pt x="675" y="872"/>
                    <a:pt x="675" y="871"/>
                  </a:cubicBezTo>
                  <a:lnTo>
                    <a:pt x="674" y="871"/>
                  </a:lnTo>
                  <a:lnTo>
                    <a:pt x="673" y="871"/>
                  </a:lnTo>
                  <a:lnTo>
                    <a:pt x="672" y="871"/>
                  </a:lnTo>
                  <a:cubicBezTo>
                    <a:pt x="672" y="871"/>
                    <a:pt x="673" y="871"/>
                    <a:pt x="672" y="872"/>
                  </a:cubicBezTo>
                  <a:cubicBezTo>
                    <a:pt x="671" y="873"/>
                    <a:pt x="671" y="872"/>
                    <a:pt x="671" y="872"/>
                  </a:cubicBezTo>
                  <a:cubicBezTo>
                    <a:pt x="671" y="873"/>
                    <a:pt x="671" y="873"/>
                    <a:pt x="671" y="874"/>
                  </a:cubicBezTo>
                  <a:cubicBezTo>
                    <a:pt x="671" y="886"/>
                    <a:pt x="671" y="898"/>
                    <a:pt x="670" y="909"/>
                  </a:cubicBezTo>
                  <a:cubicBezTo>
                    <a:pt x="669" y="914"/>
                    <a:pt x="669" y="918"/>
                    <a:pt x="669" y="923"/>
                  </a:cubicBezTo>
                  <a:cubicBezTo>
                    <a:pt x="669" y="931"/>
                    <a:pt x="670" y="939"/>
                    <a:pt x="671" y="947"/>
                  </a:cubicBezTo>
                  <a:cubicBezTo>
                    <a:pt x="671" y="948"/>
                    <a:pt x="673" y="948"/>
                    <a:pt x="674" y="947"/>
                  </a:cubicBezTo>
                  <a:cubicBezTo>
                    <a:pt x="670" y="953"/>
                    <a:pt x="666" y="959"/>
                    <a:pt x="662" y="966"/>
                  </a:cubicBezTo>
                  <a:cubicBezTo>
                    <a:pt x="661" y="968"/>
                    <a:pt x="660" y="969"/>
                    <a:pt x="659" y="971"/>
                  </a:cubicBezTo>
                  <a:cubicBezTo>
                    <a:pt x="648" y="995"/>
                    <a:pt x="642" y="1020"/>
                    <a:pt x="640" y="1045"/>
                  </a:cubicBezTo>
                  <a:cubicBezTo>
                    <a:pt x="639" y="1045"/>
                    <a:pt x="638" y="1044"/>
                    <a:pt x="637" y="1044"/>
                  </a:cubicBezTo>
                  <a:cubicBezTo>
                    <a:pt x="636" y="1044"/>
                    <a:pt x="635" y="1045"/>
                    <a:pt x="634" y="1045"/>
                  </a:cubicBezTo>
                  <a:cubicBezTo>
                    <a:pt x="626" y="1051"/>
                    <a:pt x="624" y="1058"/>
                    <a:pt x="619" y="1066"/>
                  </a:cubicBezTo>
                  <a:cubicBezTo>
                    <a:pt x="616" y="1071"/>
                    <a:pt x="612" y="1076"/>
                    <a:pt x="608" y="1080"/>
                  </a:cubicBezTo>
                  <a:lnTo>
                    <a:pt x="600" y="1080"/>
                  </a:lnTo>
                  <a:cubicBezTo>
                    <a:pt x="587" y="1080"/>
                    <a:pt x="575" y="1083"/>
                    <a:pt x="562" y="1082"/>
                  </a:cubicBezTo>
                  <a:cubicBezTo>
                    <a:pt x="545" y="1082"/>
                    <a:pt x="537" y="1057"/>
                    <a:pt x="519" y="1056"/>
                  </a:cubicBezTo>
                  <a:cubicBezTo>
                    <a:pt x="492" y="1030"/>
                    <a:pt x="468" y="992"/>
                    <a:pt x="448" y="969"/>
                  </a:cubicBezTo>
                  <a:cubicBezTo>
                    <a:pt x="411" y="926"/>
                    <a:pt x="362" y="852"/>
                    <a:pt x="296" y="863"/>
                  </a:cubicBezTo>
                  <a:cubicBezTo>
                    <a:pt x="295" y="863"/>
                    <a:pt x="294" y="864"/>
                    <a:pt x="294" y="864"/>
                  </a:cubicBezTo>
                  <a:cubicBezTo>
                    <a:pt x="293" y="864"/>
                    <a:pt x="292" y="865"/>
                    <a:pt x="292" y="865"/>
                  </a:cubicBezTo>
                  <a:cubicBezTo>
                    <a:pt x="290" y="862"/>
                    <a:pt x="289" y="859"/>
                    <a:pt x="287" y="856"/>
                  </a:cubicBezTo>
                  <a:cubicBezTo>
                    <a:pt x="286" y="855"/>
                    <a:pt x="286" y="854"/>
                    <a:pt x="285" y="853"/>
                  </a:cubicBezTo>
                  <a:cubicBezTo>
                    <a:pt x="283" y="847"/>
                    <a:pt x="282" y="840"/>
                    <a:pt x="282" y="833"/>
                  </a:cubicBezTo>
                  <a:cubicBezTo>
                    <a:pt x="281" y="829"/>
                    <a:pt x="279" y="825"/>
                    <a:pt x="277" y="821"/>
                  </a:cubicBezTo>
                  <a:cubicBezTo>
                    <a:pt x="276" y="820"/>
                    <a:pt x="275" y="819"/>
                    <a:pt x="275" y="818"/>
                  </a:cubicBezTo>
                  <a:lnTo>
                    <a:pt x="276" y="818"/>
                  </a:lnTo>
                  <a:cubicBezTo>
                    <a:pt x="280" y="819"/>
                    <a:pt x="282" y="813"/>
                    <a:pt x="278" y="812"/>
                  </a:cubicBezTo>
                  <a:lnTo>
                    <a:pt x="266" y="808"/>
                  </a:lnTo>
                  <a:cubicBezTo>
                    <a:pt x="264" y="807"/>
                    <a:pt x="263" y="806"/>
                    <a:pt x="262" y="805"/>
                  </a:cubicBezTo>
                  <a:cubicBezTo>
                    <a:pt x="261" y="805"/>
                    <a:pt x="261" y="805"/>
                    <a:pt x="261" y="805"/>
                  </a:cubicBezTo>
                  <a:cubicBezTo>
                    <a:pt x="260" y="804"/>
                    <a:pt x="259" y="804"/>
                    <a:pt x="258" y="804"/>
                  </a:cubicBezTo>
                  <a:cubicBezTo>
                    <a:pt x="258" y="804"/>
                    <a:pt x="257" y="804"/>
                    <a:pt x="256" y="805"/>
                  </a:cubicBezTo>
                  <a:lnTo>
                    <a:pt x="255" y="805"/>
                  </a:lnTo>
                  <a:cubicBezTo>
                    <a:pt x="242" y="801"/>
                    <a:pt x="229" y="799"/>
                    <a:pt x="216" y="796"/>
                  </a:cubicBezTo>
                  <a:lnTo>
                    <a:pt x="215" y="796"/>
                  </a:lnTo>
                  <a:cubicBezTo>
                    <a:pt x="220" y="796"/>
                    <a:pt x="225" y="796"/>
                    <a:pt x="230" y="794"/>
                  </a:cubicBezTo>
                  <a:cubicBezTo>
                    <a:pt x="231" y="794"/>
                    <a:pt x="231" y="795"/>
                    <a:pt x="231" y="795"/>
                  </a:cubicBezTo>
                  <a:cubicBezTo>
                    <a:pt x="231" y="795"/>
                    <a:pt x="231" y="796"/>
                    <a:pt x="232" y="796"/>
                  </a:cubicBezTo>
                  <a:cubicBezTo>
                    <a:pt x="264" y="805"/>
                    <a:pt x="287" y="791"/>
                    <a:pt x="316" y="777"/>
                  </a:cubicBezTo>
                  <a:cubicBezTo>
                    <a:pt x="344" y="763"/>
                    <a:pt x="353" y="729"/>
                    <a:pt x="381" y="713"/>
                  </a:cubicBezTo>
                  <a:cubicBezTo>
                    <a:pt x="391" y="707"/>
                    <a:pt x="399" y="688"/>
                    <a:pt x="404" y="680"/>
                  </a:cubicBezTo>
                  <a:cubicBezTo>
                    <a:pt x="424" y="651"/>
                    <a:pt x="450" y="649"/>
                    <a:pt x="474" y="631"/>
                  </a:cubicBezTo>
                  <a:cubicBezTo>
                    <a:pt x="481" y="626"/>
                    <a:pt x="487" y="620"/>
                    <a:pt x="491" y="613"/>
                  </a:cubicBezTo>
                  <a:cubicBezTo>
                    <a:pt x="495" y="605"/>
                    <a:pt x="498" y="597"/>
                    <a:pt x="498" y="588"/>
                  </a:cubicBezTo>
                  <a:cubicBezTo>
                    <a:pt x="499" y="588"/>
                    <a:pt x="499" y="588"/>
                    <a:pt x="500" y="587"/>
                  </a:cubicBezTo>
                  <a:cubicBezTo>
                    <a:pt x="503" y="585"/>
                    <a:pt x="506" y="584"/>
                    <a:pt x="510" y="582"/>
                  </a:cubicBezTo>
                  <a:lnTo>
                    <a:pt x="507" y="585"/>
                  </a:lnTo>
                  <a:lnTo>
                    <a:pt x="506" y="586"/>
                  </a:lnTo>
                  <a:lnTo>
                    <a:pt x="506" y="587"/>
                  </a:lnTo>
                  <a:cubicBezTo>
                    <a:pt x="506" y="588"/>
                    <a:pt x="506" y="588"/>
                    <a:pt x="506" y="588"/>
                  </a:cubicBezTo>
                  <a:cubicBezTo>
                    <a:pt x="507" y="589"/>
                    <a:pt x="507" y="589"/>
                    <a:pt x="507" y="589"/>
                  </a:cubicBezTo>
                  <a:cubicBezTo>
                    <a:pt x="511" y="592"/>
                    <a:pt x="514" y="596"/>
                    <a:pt x="519" y="595"/>
                  </a:cubicBezTo>
                  <a:cubicBezTo>
                    <a:pt x="524" y="595"/>
                    <a:pt x="529" y="592"/>
                    <a:pt x="534" y="592"/>
                  </a:cubicBezTo>
                  <a:cubicBezTo>
                    <a:pt x="539" y="592"/>
                    <a:pt x="549" y="592"/>
                    <a:pt x="554" y="587"/>
                  </a:cubicBezTo>
                  <a:cubicBezTo>
                    <a:pt x="555" y="587"/>
                    <a:pt x="555" y="586"/>
                    <a:pt x="555" y="586"/>
                  </a:cubicBezTo>
                  <a:cubicBezTo>
                    <a:pt x="555" y="586"/>
                    <a:pt x="556" y="585"/>
                    <a:pt x="556" y="584"/>
                  </a:cubicBezTo>
                  <a:cubicBezTo>
                    <a:pt x="556" y="583"/>
                    <a:pt x="555" y="582"/>
                    <a:pt x="555" y="582"/>
                  </a:cubicBezTo>
                  <a:cubicBezTo>
                    <a:pt x="555" y="581"/>
                    <a:pt x="555" y="581"/>
                    <a:pt x="554" y="581"/>
                  </a:cubicBezTo>
                  <a:cubicBezTo>
                    <a:pt x="553" y="580"/>
                    <a:pt x="551" y="578"/>
                    <a:pt x="550" y="577"/>
                  </a:cubicBezTo>
                  <a:cubicBezTo>
                    <a:pt x="545" y="575"/>
                    <a:pt x="541" y="574"/>
                    <a:pt x="536" y="574"/>
                  </a:cubicBezTo>
                  <a:cubicBezTo>
                    <a:pt x="534" y="574"/>
                    <a:pt x="533" y="574"/>
                    <a:pt x="531" y="574"/>
                  </a:cubicBezTo>
                  <a:lnTo>
                    <a:pt x="526" y="574"/>
                  </a:lnTo>
                  <a:cubicBezTo>
                    <a:pt x="529" y="572"/>
                    <a:pt x="532" y="570"/>
                    <a:pt x="534" y="567"/>
                  </a:cubicBezTo>
                  <a:lnTo>
                    <a:pt x="536" y="569"/>
                  </a:lnTo>
                  <a:lnTo>
                    <a:pt x="537" y="569"/>
                  </a:lnTo>
                  <a:cubicBezTo>
                    <a:pt x="538" y="570"/>
                    <a:pt x="539" y="572"/>
                    <a:pt x="541" y="573"/>
                  </a:cubicBezTo>
                  <a:cubicBezTo>
                    <a:pt x="542" y="574"/>
                    <a:pt x="543" y="574"/>
                    <a:pt x="544" y="574"/>
                  </a:cubicBezTo>
                  <a:lnTo>
                    <a:pt x="550" y="574"/>
                  </a:lnTo>
                  <a:cubicBezTo>
                    <a:pt x="553" y="575"/>
                    <a:pt x="556" y="575"/>
                    <a:pt x="560" y="575"/>
                  </a:cubicBezTo>
                  <a:cubicBezTo>
                    <a:pt x="563" y="575"/>
                    <a:pt x="566" y="575"/>
                    <a:pt x="569" y="574"/>
                  </a:cubicBezTo>
                  <a:lnTo>
                    <a:pt x="572" y="574"/>
                  </a:lnTo>
                  <a:lnTo>
                    <a:pt x="585" y="572"/>
                  </a:lnTo>
                  <a:cubicBezTo>
                    <a:pt x="596" y="569"/>
                    <a:pt x="607" y="568"/>
                    <a:pt x="618" y="568"/>
                  </a:cubicBezTo>
                  <a:cubicBezTo>
                    <a:pt x="627" y="568"/>
                    <a:pt x="635" y="569"/>
                    <a:pt x="644" y="570"/>
                  </a:cubicBezTo>
                  <a:cubicBezTo>
                    <a:pt x="655" y="573"/>
                    <a:pt x="666" y="575"/>
                    <a:pt x="678" y="575"/>
                  </a:cubicBezTo>
                  <a:cubicBezTo>
                    <a:pt x="681" y="575"/>
                    <a:pt x="685" y="575"/>
                    <a:pt x="688" y="575"/>
                  </a:cubicBezTo>
                  <a:lnTo>
                    <a:pt x="693" y="575"/>
                  </a:lnTo>
                  <a:cubicBezTo>
                    <a:pt x="694" y="575"/>
                    <a:pt x="696" y="575"/>
                    <a:pt x="697" y="575"/>
                  </a:cubicBezTo>
                  <a:cubicBezTo>
                    <a:pt x="701" y="575"/>
                    <a:pt x="705" y="574"/>
                    <a:pt x="709" y="573"/>
                  </a:cubicBezTo>
                  <a:lnTo>
                    <a:pt x="710" y="573"/>
                  </a:lnTo>
                  <a:cubicBezTo>
                    <a:pt x="711" y="573"/>
                    <a:pt x="711" y="572"/>
                    <a:pt x="712" y="571"/>
                  </a:cubicBezTo>
                  <a:lnTo>
                    <a:pt x="712" y="570"/>
                  </a:lnTo>
                  <a:cubicBezTo>
                    <a:pt x="712" y="569"/>
                    <a:pt x="712" y="568"/>
                    <a:pt x="712" y="568"/>
                  </a:cubicBezTo>
                  <a:cubicBezTo>
                    <a:pt x="711" y="567"/>
                    <a:pt x="711" y="567"/>
                    <a:pt x="711" y="567"/>
                  </a:cubicBezTo>
                  <a:lnTo>
                    <a:pt x="717" y="569"/>
                  </a:lnTo>
                  <a:cubicBezTo>
                    <a:pt x="722" y="570"/>
                    <a:pt x="726" y="571"/>
                    <a:pt x="730" y="571"/>
                  </a:cubicBezTo>
                  <a:cubicBezTo>
                    <a:pt x="734" y="571"/>
                    <a:pt x="738" y="570"/>
                    <a:pt x="742" y="569"/>
                  </a:cubicBezTo>
                  <a:cubicBezTo>
                    <a:pt x="746" y="572"/>
                    <a:pt x="748" y="576"/>
                    <a:pt x="753" y="579"/>
                  </a:cubicBezTo>
                  <a:cubicBezTo>
                    <a:pt x="757" y="582"/>
                    <a:pt x="765" y="587"/>
                    <a:pt x="771" y="590"/>
                  </a:cubicBezTo>
                  <a:cubicBezTo>
                    <a:pt x="786" y="598"/>
                    <a:pt x="801" y="599"/>
                    <a:pt x="816" y="606"/>
                  </a:cubicBezTo>
                  <a:lnTo>
                    <a:pt x="817" y="606"/>
                  </a:lnTo>
                  <a:lnTo>
                    <a:pt x="818" y="606"/>
                  </a:lnTo>
                  <a:cubicBezTo>
                    <a:pt x="819" y="605"/>
                    <a:pt x="819" y="605"/>
                    <a:pt x="819" y="605"/>
                  </a:cubicBezTo>
                  <a:cubicBezTo>
                    <a:pt x="820" y="604"/>
                    <a:pt x="820" y="604"/>
                    <a:pt x="820" y="603"/>
                  </a:cubicBezTo>
                  <a:cubicBezTo>
                    <a:pt x="820" y="603"/>
                    <a:pt x="820" y="602"/>
                    <a:pt x="819" y="602"/>
                  </a:cubicBezTo>
                  <a:cubicBezTo>
                    <a:pt x="815" y="596"/>
                    <a:pt x="809" y="591"/>
                    <a:pt x="802" y="587"/>
                  </a:cubicBezTo>
                  <a:cubicBezTo>
                    <a:pt x="799" y="585"/>
                    <a:pt x="795" y="583"/>
                    <a:pt x="791" y="582"/>
                  </a:cubicBezTo>
                  <a:cubicBezTo>
                    <a:pt x="784" y="579"/>
                    <a:pt x="776" y="574"/>
                    <a:pt x="768" y="570"/>
                  </a:cubicBezTo>
                  <a:cubicBezTo>
                    <a:pt x="771" y="570"/>
                    <a:pt x="773" y="571"/>
                    <a:pt x="775" y="571"/>
                  </a:cubicBezTo>
                  <a:cubicBezTo>
                    <a:pt x="777" y="571"/>
                    <a:pt x="779" y="570"/>
                    <a:pt x="782" y="570"/>
                  </a:cubicBezTo>
                  <a:cubicBezTo>
                    <a:pt x="783" y="570"/>
                    <a:pt x="785" y="570"/>
                    <a:pt x="787" y="570"/>
                  </a:cubicBezTo>
                  <a:cubicBezTo>
                    <a:pt x="788" y="570"/>
                    <a:pt x="790" y="570"/>
                    <a:pt x="791" y="570"/>
                  </a:cubicBezTo>
                  <a:cubicBezTo>
                    <a:pt x="800" y="576"/>
                    <a:pt x="807" y="583"/>
                    <a:pt x="816" y="588"/>
                  </a:cubicBezTo>
                  <a:cubicBezTo>
                    <a:pt x="824" y="594"/>
                    <a:pt x="838" y="600"/>
                    <a:pt x="847" y="606"/>
                  </a:cubicBezTo>
                  <a:cubicBezTo>
                    <a:pt x="848" y="607"/>
                    <a:pt x="848" y="607"/>
                    <a:pt x="849" y="607"/>
                  </a:cubicBezTo>
                  <a:cubicBezTo>
                    <a:pt x="850" y="607"/>
                    <a:pt x="850" y="607"/>
                    <a:pt x="851" y="606"/>
                  </a:cubicBezTo>
                  <a:cubicBezTo>
                    <a:pt x="851" y="606"/>
                    <a:pt x="852" y="606"/>
                    <a:pt x="852" y="605"/>
                  </a:cubicBezTo>
                  <a:lnTo>
                    <a:pt x="852" y="604"/>
                  </a:lnTo>
                  <a:cubicBezTo>
                    <a:pt x="852" y="603"/>
                    <a:pt x="852" y="603"/>
                    <a:pt x="852" y="602"/>
                  </a:cubicBezTo>
                  <a:cubicBezTo>
                    <a:pt x="852" y="601"/>
                    <a:pt x="851" y="600"/>
                    <a:pt x="850" y="599"/>
                  </a:cubicBezTo>
                  <a:lnTo>
                    <a:pt x="854" y="601"/>
                  </a:lnTo>
                  <a:cubicBezTo>
                    <a:pt x="855" y="602"/>
                    <a:pt x="856" y="603"/>
                    <a:pt x="857" y="604"/>
                  </a:cubicBezTo>
                  <a:cubicBezTo>
                    <a:pt x="859" y="605"/>
                    <a:pt x="861" y="606"/>
                    <a:pt x="862" y="606"/>
                  </a:cubicBezTo>
                  <a:cubicBezTo>
                    <a:pt x="863" y="606"/>
                    <a:pt x="864" y="607"/>
                    <a:pt x="864" y="607"/>
                  </a:cubicBezTo>
                  <a:cubicBezTo>
                    <a:pt x="873" y="612"/>
                    <a:pt x="881" y="619"/>
                    <a:pt x="888" y="627"/>
                  </a:cubicBezTo>
                  <a:cubicBezTo>
                    <a:pt x="892" y="631"/>
                    <a:pt x="897" y="634"/>
                    <a:pt x="902" y="637"/>
                  </a:cubicBezTo>
                  <a:cubicBezTo>
                    <a:pt x="905" y="639"/>
                    <a:pt x="909" y="641"/>
                    <a:pt x="912" y="642"/>
                  </a:cubicBezTo>
                  <a:lnTo>
                    <a:pt x="918" y="644"/>
                  </a:lnTo>
                  <a:lnTo>
                    <a:pt x="919" y="645"/>
                  </a:lnTo>
                  <a:cubicBezTo>
                    <a:pt x="920" y="646"/>
                    <a:pt x="919" y="646"/>
                    <a:pt x="919" y="646"/>
                  </a:cubicBezTo>
                  <a:lnTo>
                    <a:pt x="920" y="646"/>
                  </a:lnTo>
                  <a:cubicBezTo>
                    <a:pt x="935" y="653"/>
                    <a:pt x="944" y="669"/>
                    <a:pt x="959" y="677"/>
                  </a:cubicBezTo>
                  <a:cubicBezTo>
                    <a:pt x="962" y="679"/>
                    <a:pt x="965" y="681"/>
                    <a:pt x="969" y="682"/>
                  </a:cubicBezTo>
                  <a:cubicBezTo>
                    <a:pt x="984" y="691"/>
                    <a:pt x="999" y="701"/>
                    <a:pt x="1013" y="712"/>
                  </a:cubicBezTo>
                  <a:cubicBezTo>
                    <a:pt x="1047" y="741"/>
                    <a:pt x="1084" y="767"/>
                    <a:pt x="1116" y="799"/>
                  </a:cubicBezTo>
                  <a:cubicBezTo>
                    <a:pt x="1130" y="812"/>
                    <a:pt x="1143" y="826"/>
                    <a:pt x="1156" y="840"/>
                  </a:cubicBezTo>
                  <a:cubicBezTo>
                    <a:pt x="1161" y="846"/>
                    <a:pt x="1189" y="878"/>
                    <a:pt x="1162" y="862"/>
                  </a:cubicBezTo>
                  <a:cubicBezTo>
                    <a:pt x="1151" y="856"/>
                    <a:pt x="1140" y="851"/>
                    <a:pt x="1128" y="846"/>
                  </a:cubicBezTo>
                  <a:cubicBezTo>
                    <a:pt x="1126" y="842"/>
                    <a:pt x="1125" y="839"/>
                    <a:pt x="1125" y="835"/>
                  </a:cubicBezTo>
                  <a:lnTo>
                    <a:pt x="1125" y="834"/>
                  </a:lnTo>
                  <a:lnTo>
                    <a:pt x="1124" y="833"/>
                  </a:lnTo>
                  <a:cubicBezTo>
                    <a:pt x="1123" y="833"/>
                    <a:pt x="1123" y="833"/>
                    <a:pt x="1123" y="833"/>
                  </a:cubicBezTo>
                  <a:cubicBezTo>
                    <a:pt x="1122" y="833"/>
                    <a:pt x="1122" y="833"/>
                    <a:pt x="1121" y="833"/>
                  </a:cubicBezTo>
                  <a:cubicBezTo>
                    <a:pt x="1121" y="833"/>
                    <a:pt x="1121" y="834"/>
                    <a:pt x="1120" y="834"/>
                  </a:cubicBezTo>
                  <a:lnTo>
                    <a:pt x="1120" y="835"/>
                  </a:lnTo>
                  <a:cubicBezTo>
                    <a:pt x="1120" y="838"/>
                    <a:pt x="1121" y="840"/>
                    <a:pt x="1122" y="842"/>
                  </a:cubicBezTo>
                  <a:cubicBezTo>
                    <a:pt x="1114" y="839"/>
                    <a:pt x="1106" y="835"/>
                    <a:pt x="1099" y="831"/>
                  </a:cubicBezTo>
                  <a:cubicBezTo>
                    <a:pt x="1097" y="830"/>
                    <a:pt x="1096" y="829"/>
                    <a:pt x="1094" y="828"/>
                  </a:cubicBezTo>
                  <a:cubicBezTo>
                    <a:pt x="1092" y="826"/>
                    <a:pt x="1089" y="831"/>
                    <a:pt x="1091" y="832"/>
                  </a:cubicBezTo>
                  <a:cubicBezTo>
                    <a:pt x="1093" y="833"/>
                    <a:pt x="1095" y="834"/>
                    <a:pt x="1096" y="835"/>
                  </a:cubicBezTo>
                  <a:cubicBezTo>
                    <a:pt x="1104" y="840"/>
                    <a:pt x="1112" y="843"/>
                    <a:pt x="1121" y="846"/>
                  </a:cubicBezTo>
                  <a:cubicBezTo>
                    <a:pt x="1129" y="849"/>
                    <a:pt x="1121" y="846"/>
                    <a:pt x="1121" y="846"/>
                  </a:cubicBezTo>
                  <a:lnTo>
                    <a:pt x="1125" y="850"/>
                  </a:lnTo>
                  <a:cubicBezTo>
                    <a:pt x="1130" y="857"/>
                    <a:pt x="1135" y="862"/>
                    <a:pt x="1142" y="868"/>
                  </a:cubicBezTo>
                  <a:cubicBezTo>
                    <a:pt x="1168" y="891"/>
                    <a:pt x="1176" y="926"/>
                    <a:pt x="1194" y="953"/>
                  </a:cubicBezTo>
                  <a:cubicBezTo>
                    <a:pt x="1195" y="955"/>
                    <a:pt x="1199" y="953"/>
                    <a:pt x="1198" y="952"/>
                  </a:cubicBezTo>
                  <a:cubicBezTo>
                    <a:pt x="1193" y="935"/>
                    <a:pt x="1185" y="919"/>
                    <a:pt x="1177" y="904"/>
                  </a:cubicBezTo>
                  <a:cubicBezTo>
                    <a:pt x="1174" y="899"/>
                    <a:pt x="1172" y="895"/>
                    <a:pt x="1170" y="891"/>
                  </a:cubicBezTo>
                  <a:cubicBezTo>
                    <a:pt x="1166" y="886"/>
                    <a:pt x="1162" y="882"/>
                    <a:pt x="1157" y="878"/>
                  </a:cubicBezTo>
                  <a:cubicBezTo>
                    <a:pt x="1202" y="913"/>
                    <a:pt x="1238" y="956"/>
                    <a:pt x="1267" y="1005"/>
                  </a:cubicBezTo>
                  <a:cubicBezTo>
                    <a:pt x="1272" y="1014"/>
                    <a:pt x="1278" y="1024"/>
                    <a:pt x="1282" y="1033"/>
                  </a:cubicBezTo>
                  <a:cubicBezTo>
                    <a:pt x="1287" y="1044"/>
                    <a:pt x="1292" y="1054"/>
                    <a:pt x="1297" y="1063"/>
                  </a:cubicBezTo>
                  <a:cubicBezTo>
                    <a:pt x="1302" y="1071"/>
                    <a:pt x="1307" y="1079"/>
                    <a:pt x="1313" y="1087"/>
                  </a:cubicBezTo>
                  <a:cubicBezTo>
                    <a:pt x="1307" y="1079"/>
                    <a:pt x="1293" y="1068"/>
                    <a:pt x="1285" y="1059"/>
                  </a:cubicBezTo>
                  <a:cubicBezTo>
                    <a:pt x="1278" y="1051"/>
                    <a:pt x="1271" y="1045"/>
                    <a:pt x="1262" y="1040"/>
                  </a:cubicBezTo>
                  <a:cubicBezTo>
                    <a:pt x="1258" y="1038"/>
                    <a:pt x="1254" y="1036"/>
                    <a:pt x="1250" y="1034"/>
                  </a:cubicBezTo>
                  <a:cubicBezTo>
                    <a:pt x="1242" y="1023"/>
                    <a:pt x="1234" y="1012"/>
                    <a:pt x="1227" y="1000"/>
                  </a:cubicBezTo>
                  <a:cubicBezTo>
                    <a:pt x="1226" y="1000"/>
                    <a:pt x="1226" y="1000"/>
                    <a:pt x="1226" y="1000"/>
                  </a:cubicBezTo>
                  <a:cubicBezTo>
                    <a:pt x="1225" y="1000"/>
                    <a:pt x="1225" y="1000"/>
                    <a:pt x="1224" y="1000"/>
                  </a:cubicBezTo>
                  <a:cubicBezTo>
                    <a:pt x="1224" y="1000"/>
                    <a:pt x="1225" y="1000"/>
                    <a:pt x="1224" y="1001"/>
                  </a:cubicBezTo>
                  <a:cubicBezTo>
                    <a:pt x="1223" y="1002"/>
                    <a:pt x="1223" y="1001"/>
                    <a:pt x="1223" y="1002"/>
                  </a:cubicBezTo>
                  <a:lnTo>
                    <a:pt x="1224" y="1003"/>
                  </a:lnTo>
                  <a:cubicBezTo>
                    <a:pt x="1229" y="1012"/>
                    <a:pt x="1234" y="1022"/>
                    <a:pt x="1239" y="1031"/>
                  </a:cubicBezTo>
                  <a:cubicBezTo>
                    <a:pt x="1234" y="1030"/>
                    <a:pt x="1230" y="1029"/>
                    <a:pt x="1225" y="1029"/>
                  </a:cubicBezTo>
                  <a:cubicBezTo>
                    <a:pt x="1222" y="1029"/>
                    <a:pt x="1223" y="1033"/>
                    <a:pt x="1225" y="1033"/>
                  </a:cubicBezTo>
                  <a:cubicBezTo>
                    <a:pt x="1231" y="1033"/>
                    <a:pt x="1237" y="1035"/>
                    <a:pt x="1242" y="1036"/>
                  </a:cubicBezTo>
                  <a:cubicBezTo>
                    <a:pt x="1250" y="1052"/>
                    <a:pt x="1259" y="1067"/>
                    <a:pt x="1267" y="1082"/>
                  </a:cubicBezTo>
                  <a:cubicBezTo>
                    <a:pt x="1269" y="1087"/>
                    <a:pt x="1271" y="1092"/>
                    <a:pt x="1274" y="1097"/>
                  </a:cubicBezTo>
                  <a:cubicBezTo>
                    <a:pt x="1284" y="1115"/>
                    <a:pt x="1299" y="1131"/>
                    <a:pt x="1315" y="1144"/>
                  </a:cubicBezTo>
                  <a:lnTo>
                    <a:pt x="1316" y="1145"/>
                  </a:lnTo>
                  <a:cubicBezTo>
                    <a:pt x="1317" y="1146"/>
                    <a:pt x="1318" y="1146"/>
                    <a:pt x="1319" y="1146"/>
                  </a:cubicBezTo>
                  <a:cubicBezTo>
                    <a:pt x="1320" y="1146"/>
                    <a:pt x="1321" y="1146"/>
                    <a:pt x="1322" y="1145"/>
                  </a:cubicBezTo>
                  <a:cubicBezTo>
                    <a:pt x="1323" y="1144"/>
                    <a:pt x="1324" y="1144"/>
                    <a:pt x="1325" y="1143"/>
                  </a:cubicBezTo>
                  <a:cubicBezTo>
                    <a:pt x="1325" y="1142"/>
                    <a:pt x="1326" y="1141"/>
                    <a:pt x="1326" y="1139"/>
                  </a:cubicBezTo>
                  <a:cubicBezTo>
                    <a:pt x="1326" y="1138"/>
                    <a:pt x="1326" y="1137"/>
                    <a:pt x="1325" y="1136"/>
                  </a:cubicBezTo>
                  <a:cubicBezTo>
                    <a:pt x="1324" y="1135"/>
                    <a:pt x="1324" y="1136"/>
                    <a:pt x="1324" y="1135"/>
                  </a:cubicBezTo>
                  <a:cubicBezTo>
                    <a:pt x="1321" y="1130"/>
                    <a:pt x="1318" y="1126"/>
                    <a:pt x="1314" y="1121"/>
                  </a:cubicBezTo>
                  <a:lnTo>
                    <a:pt x="1327" y="1135"/>
                  </a:lnTo>
                  <a:cubicBezTo>
                    <a:pt x="1354" y="1165"/>
                    <a:pt x="1369" y="1216"/>
                    <a:pt x="1386" y="1253"/>
                  </a:cubicBezTo>
                  <a:cubicBezTo>
                    <a:pt x="1393" y="1268"/>
                    <a:pt x="1398" y="1283"/>
                    <a:pt x="1404" y="1299"/>
                  </a:cubicBezTo>
                  <a:cubicBezTo>
                    <a:pt x="1393" y="1285"/>
                    <a:pt x="1379" y="1274"/>
                    <a:pt x="1364" y="1265"/>
                  </a:cubicBezTo>
                  <a:cubicBezTo>
                    <a:pt x="1353" y="1259"/>
                    <a:pt x="1342" y="1254"/>
                    <a:pt x="1330" y="1250"/>
                  </a:cubicBezTo>
                  <a:cubicBezTo>
                    <a:pt x="1327" y="1250"/>
                    <a:pt x="1326" y="1253"/>
                    <a:pt x="1328" y="1254"/>
                  </a:cubicBezTo>
                  <a:lnTo>
                    <a:pt x="1330" y="1254"/>
                  </a:lnTo>
                  <a:cubicBezTo>
                    <a:pt x="1337" y="1261"/>
                    <a:pt x="1344" y="1268"/>
                    <a:pt x="1350" y="1277"/>
                  </a:cubicBezTo>
                  <a:cubicBezTo>
                    <a:pt x="1350" y="1276"/>
                    <a:pt x="1349" y="1276"/>
                    <a:pt x="1349" y="1276"/>
                  </a:cubicBezTo>
                  <a:cubicBezTo>
                    <a:pt x="1340" y="1271"/>
                    <a:pt x="1331" y="1265"/>
                    <a:pt x="1323" y="1258"/>
                  </a:cubicBezTo>
                  <a:cubicBezTo>
                    <a:pt x="1293" y="1234"/>
                    <a:pt x="1263" y="1211"/>
                    <a:pt x="1235" y="1184"/>
                  </a:cubicBezTo>
                  <a:cubicBezTo>
                    <a:pt x="1176" y="1126"/>
                    <a:pt x="1137" y="1048"/>
                    <a:pt x="1097" y="976"/>
                  </a:cubicBezTo>
                  <a:cubicBezTo>
                    <a:pt x="1097" y="975"/>
                    <a:pt x="1095" y="976"/>
                    <a:pt x="1095" y="976"/>
                  </a:cubicBezTo>
                  <a:cubicBezTo>
                    <a:pt x="1108" y="1008"/>
                    <a:pt x="1124" y="1039"/>
                    <a:pt x="1141" y="1069"/>
                  </a:cubicBezTo>
                  <a:cubicBezTo>
                    <a:pt x="1166" y="1112"/>
                    <a:pt x="1195" y="1152"/>
                    <a:pt x="1228" y="1190"/>
                  </a:cubicBezTo>
                  <a:cubicBezTo>
                    <a:pt x="1255" y="1220"/>
                    <a:pt x="1293" y="1242"/>
                    <a:pt x="1321" y="1272"/>
                  </a:cubicBezTo>
                  <a:cubicBezTo>
                    <a:pt x="1327" y="1278"/>
                    <a:pt x="1334" y="1283"/>
                    <a:pt x="1341" y="1287"/>
                  </a:cubicBezTo>
                  <a:cubicBezTo>
                    <a:pt x="1349" y="1291"/>
                    <a:pt x="1356" y="1294"/>
                    <a:pt x="1364" y="1297"/>
                  </a:cubicBezTo>
                  <a:lnTo>
                    <a:pt x="1366" y="1301"/>
                  </a:lnTo>
                  <a:cubicBezTo>
                    <a:pt x="1349" y="1291"/>
                    <a:pt x="1331" y="1284"/>
                    <a:pt x="1312" y="1279"/>
                  </a:cubicBezTo>
                  <a:cubicBezTo>
                    <a:pt x="1301" y="1276"/>
                    <a:pt x="1290" y="1271"/>
                    <a:pt x="1280" y="1265"/>
                  </a:cubicBezTo>
                  <a:cubicBezTo>
                    <a:pt x="1274" y="1262"/>
                    <a:pt x="1269" y="1258"/>
                    <a:pt x="1263" y="1254"/>
                  </a:cubicBezTo>
                  <a:cubicBezTo>
                    <a:pt x="1261" y="1252"/>
                    <a:pt x="1259" y="1251"/>
                    <a:pt x="1257" y="1250"/>
                  </a:cubicBezTo>
                  <a:cubicBezTo>
                    <a:pt x="1252" y="1247"/>
                    <a:pt x="1248" y="1245"/>
                    <a:pt x="1243" y="1243"/>
                  </a:cubicBezTo>
                  <a:cubicBezTo>
                    <a:pt x="1243" y="1242"/>
                    <a:pt x="1243" y="1242"/>
                    <a:pt x="1242" y="1241"/>
                  </a:cubicBezTo>
                  <a:cubicBezTo>
                    <a:pt x="1232" y="1223"/>
                    <a:pt x="1219" y="1205"/>
                    <a:pt x="1204" y="1190"/>
                  </a:cubicBezTo>
                  <a:cubicBezTo>
                    <a:pt x="1184" y="1171"/>
                    <a:pt x="1181" y="1145"/>
                    <a:pt x="1157" y="1131"/>
                  </a:cubicBezTo>
                  <a:cubicBezTo>
                    <a:pt x="1154" y="1129"/>
                    <a:pt x="1152" y="1134"/>
                    <a:pt x="1155" y="1135"/>
                  </a:cubicBezTo>
                  <a:cubicBezTo>
                    <a:pt x="1174" y="1148"/>
                    <a:pt x="1209" y="1207"/>
                    <a:pt x="1218" y="1229"/>
                  </a:cubicBezTo>
                  <a:cubicBezTo>
                    <a:pt x="1220" y="1231"/>
                    <a:pt x="1221" y="1233"/>
                    <a:pt x="1223" y="1236"/>
                  </a:cubicBezTo>
                  <a:cubicBezTo>
                    <a:pt x="1236" y="1259"/>
                    <a:pt x="1251" y="1281"/>
                    <a:pt x="1268" y="1301"/>
                  </a:cubicBezTo>
                  <a:cubicBezTo>
                    <a:pt x="1283" y="1321"/>
                    <a:pt x="1298" y="1340"/>
                    <a:pt x="1312" y="1361"/>
                  </a:cubicBezTo>
                  <a:cubicBezTo>
                    <a:pt x="1315" y="1367"/>
                    <a:pt x="1318" y="1373"/>
                    <a:pt x="1321" y="1379"/>
                  </a:cubicBezTo>
                  <a:cubicBezTo>
                    <a:pt x="1326" y="1388"/>
                    <a:pt x="1331" y="1396"/>
                    <a:pt x="1337" y="1404"/>
                  </a:cubicBezTo>
                  <a:cubicBezTo>
                    <a:pt x="1356" y="1424"/>
                    <a:pt x="1373" y="1446"/>
                    <a:pt x="1387" y="1470"/>
                  </a:cubicBezTo>
                  <a:cubicBezTo>
                    <a:pt x="1396" y="1485"/>
                    <a:pt x="1403" y="1501"/>
                    <a:pt x="1410" y="1517"/>
                  </a:cubicBezTo>
                  <a:cubicBezTo>
                    <a:pt x="1410" y="1517"/>
                    <a:pt x="1410" y="1518"/>
                    <a:pt x="1411" y="1518"/>
                  </a:cubicBezTo>
                  <a:lnTo>
                    <a:pt x="1412" y="1518"/>
                  </a:lnTo>
                  <a:lnTo>
                    <a:pt x="1416" y="1518"/>
                  </a:lnTo>
                  <a:cubicBezTo>
                    <a:pt x="1418" y="1518"/>
                    <a:pt x="1419" y="1515"/>
                    <a:pt x="1417" y="1514"/>
                  </a:cubicBezTo>
                  <a:cubicBezTo>
                    <a:pt x="1411" y="1511"/>
                    <a:pt x="1400" y="1472"/>
                    <a:pt x="1396" y="1465"/>
                  </a:cubicBezTo>
                  <a:cubicBezTo>
                    <a:pt x="1387" y="1448"/>
                    <a:pt x="1377" y="1433"/>
                    <a:pt x="1370" y="1416"/>
                  </a:cubicBezTo>
                  <a:cubicBezTo>
                    <a:pt x="1364" y="1403"/>
                    <a:pt x="1350" y="1398"/>
                    <a:pt x="1344" y="1382"/>
                  </a:cubicBezTo>
                  <a:cubicBezTo>
                    <a:pt x="1342" y="1380"/>
                    <a:pt x="1341" y="1378"/>
                    <a:pt x="1340" y="1376"/>
                  </a:cubicBezTo>
                  <a:cubicBezTo>
                    <a:pt x="1329" y="1357"/>
                    <a:pt x="1317" y="1340"/>
                    <a:pt x="1302" y="1324"/>
                  </a:cubicBezTo>
                  <a:cubicBezTo>
                    <a:pt x="1291" y="1308"/>
                    <a:pt x="1280" y="1293"/>
                    <a:pt x="1268" y="1279"/>
                  </a:cubicBezTo>
                  <a:cubicBezTo>
                    <a:pt x="1262" y="1271"/>
                    <a:pt x="1256" y="1263"/>
                    <a:pt x="1251" y="1254"/>
                  </a:cubicBezTo>
                  <a:cubicBezTo>
                    <a:pt x="1253" y="1255"/>
                    <a:pt x="1255" y="1257"/>
                    <a:pt x="1257" y="1258"/>
                  </a:cubicBezTo>
                  <a:cubicBezTo>
                    <a:pt x="1261" y="1260"/>
                    <a:pt x="1264" y="1262"/>
                    <a:pt x="1268" y="1264"/>
                  </a:cubicBezTo>
                  <a:cubicBezTo>
                    <a:pt x="1301" y="1289"/>
                    <a:pt x="1342" y="1294"/>
                    <a:pt x="1374" y="1318"/>
                  </a:cubicBezTo>
                  <a:cubicBezTo>
                    <a:pt x="1375" y="1318"/>
                    <a:pt x="1375" y="1318"/>
                    <a:pt x="1376" y="1318"/>
                  </a:cubicBezTo>
                  <a:lnTo>
                    <a:pt x="1377" y="1318"/>
                  </a:lnTo>
                  <a:cubicBezTo>
                    <a:pt x="1385" y="1337"/>
                    <a:pt x="1395" y="1355"/>
                    <a:pt x="1405" y="1373"/>
                  </a:cubicBezTo>
                  <a:cubicBezTo>
                    <a:pt x="1416" y="1392"/>
                    <a:pt x="1428" y="1411"/>
                    <a:pt x="1441" y="1429"/>
                  </a:cubicBezTo>
                  <a:cubicBezTo>
                    <a:pt x="1455" y="1447"/>
                    <a:pt x="1458" y="1463"/>
                    <a:pt x="1462" y="1472"/>
                  </a:cubicBezTo>
                  <a:cubicBezTo>
                    <a:pt x="1475" y="1498"/>
                    <a:pt x="1489" y="1522"/>
                    <a:pt x="1500" y="1548"/>
                  </a:cubicBezTo>
                  <a:cubicBezTo>
                    <a:pt x="1503" y="1553"/>
                    <a:pt x="1534" y="1612"/>
                    <a:pt x="1533" y="1625"/>
                  </a:cubicBezTo>
                  <a:cubicBezTo>
                    <a:pt x="1513" y="1591"/>
                    <a:pt x="1494" y="1557"/>
                    <a:pt x="1472" y="1525"/>
                  </a:cubicBezTo>
                  <a:cubicBezTo>
                    <a:pt x="1471" y="1522"/>
                    <a:pt x="1467" y="1525"/>
                    <a:pt x="1469" y="1527"/>
                  </a:cubicBezTo>
                  <a:cubicBezTo>
                    <a:pt x="1476" y="1539"/>
                    <a:pt x="1484" y="1552"/>
                    <a:pt x="1491" y="1564"/>
                  </a:cubicBezTo>
                  <a:cubicBezTo>
                    <a:pt x="1509" y="1595"/>
                    <a:pt x="1525" y="1627"/>
                    <a:pt x="1540" y="1660"/>
                  </a:cubicBezTo>
                  <a:cubicBezTo>
                    <a:pt x="1542" y="1664"/>
                    <a:pt x="1544" y="1668"/>
                    <a:pt x="1546" y="1673"/>
                  </a:cubicBezTo>
                  <a:cubicBezTo>
                    <a:pt x="1550" y="1694"/>
                    <a:pt x="1554" y="1715"/>
                    <a:pt x="1557" y="1737"/>
                  </a:cubicBezTo>
                  <a:cubicBezTo>
                    <a:pt x="1557" y="1740"/>
                    <a:pt x="1561" y="1740"/>
                    <a:pt x="1561" y="1737"/>
                  </a:cubicBezTo>
                  <a:cubicBezTo>
                    <a:pt x="1561" y="1730"/>
                    <a:pt x="1561" y="1722"/>
                    <a:pt x="1561" y="1715"/>
                  </a:cubicBezTo>
                  <a:cubicBezTo>
                    <a:pt x="1572" y="1752"/>
                    <a:pt x="1577" y="1791"/>
                    <a:pt x="1585" y="1829"/>
                  </a:cubicBezTo>
                  <a:cubicBezTo>
                    <a:pt x="1603" y="1919"/>
                    <a:pt x="1610" y="2010"/>
                    <a:pt x="1621" y="2101"/>
                  </a:cubicBezTo>
                  <a:lnTo>
                    <a:pt x="1619" y="2095"/>
                  </a:lnTo>
                  <a:cubicBezTo>
                    <a:pt x="1598" y="2038"/>
                    <a:pt x="1602" y="1970"/>
                    <a:pt x="1580" y="1913"/>
                  </a:cubicBezTo>
                  <a:cubicBezTo>
                    <a:pt x="1572" y="1887"/>
                    <a:pt x="1566" y="1860"/>
                    <a:pt x="1560" y="1834"/>
                  </a:cubicBezTo>
                  <a:cubicBezTo>
                    <a:pt x="1550" y="1793"/>
                    <a:pt x="1531" y="1754"/>
                    <a:pt x="1523" y="1713"/>
                  </a:cubicBezTo>
                  <a:cubicBezTo>
                    <a:pt x="1523" y="1710"/>
                    <a:pt x="1519" y="1711"/>
                    <a:pt x="1519" y="1713"/>
                  </a:cubicBezTo>
                  <a:cubicBezTo>
                    <a:pt x="1530" y="1773"/>
                    <a:pt x="1546" y="1832"/>
                    <a:pt x="1558" y="1892"/>
                  </a:cubicBezTo>
                  <a:cubicBezTo>
                    <a:pt x="1570" y="1952"/>
                    <a:pt x="1595" y="2010"/>
                    <a:pt x="1600" y="2071"/>
                  </a:cubicBezTo>
                  <a:cubicBezTo>
                    <a:pt x="1604" y="2133"/>
                    <a:pt x="1634" y="2184"/>
                    <a:pt x="1655" y="2240"/>
                  </a:cubicBezTo>
                  <a:cubicBezTo>
                    <a:pt x="1667" y="2278"/>
                    <a:pt x="1674" y="2317"/>
                    <a:pt x="1674" y="2358"/>
                  </a:cubicBezTo>
                  <a:cubicBezTo>
                    <a:pt x="1675" y="2374"/>
                    <a:pt x="1674" y="2391"/>
                    <a:pt x="1676" y="2408"/>
                  </a:cubicBezTo>
                  <a:cubicBezTo>
                    <a:pt x="1677" y="2425"/>
                    <a:pt x="1685" y="2444"/>
                    <a:pt x="1684" y="2464"/>
                  </a:cubicBezTo>
                  <a:cubicBezTo>
                    <a:pt x="1684" y="2468"/>
                    <a:pt x="1691" y="2468"/>
                    <a:pt x="1692" y="2464"/>
                  </a:cubicBezTo>
                  <a:cubicBezTo>
                    <a:pt x="1693" y="2445"/>
                    <a:pt x="1693" y="2427"/>
                    <a:pt x="1693" y="2408"/>
                  </a:cubicBezTo>
                  <a:cubicBezTo>
                    <a:pt x="1693" y="2361"/>
                    <a:pt x="1689" y="2314"/>
                    <a:pt x="1681" y="2267"/>
                  </a:cubicBezTo>
                  <a:cubicBezTo>
                    <a:pt x="1675" y="2239"/>
                    <a:pt x="1665" y="2212"/>
                    <a:pt x="1652" y="2186"/>
                  </a:cubicBezTo>
                  <a:cubicBezTo>
                    <a:pt x="1644" y="2168"/>
                    <a:pt x="1638" y="2150"/>
                    <a:pt x="1632" y="2131"/>
                  </a:cubicBezTo>
                  <a:cubicBezTo>
                    <a:pt x="1634" y="2114"/>
                    <a:pt x="1635" y="2097"/>
                    <a:pt x="1635" y="2079"/>
                  </a:cubicBezTo>
                  <a:cubicBezTo>
                    <a:pt x="1635" y="2049"/>
                    <a:pt x="1632" y="2019"/>
                    <a:pt x="1627" y="1989"/>
                  </a:cubicBezTo>
                  <a:cubicBezTo>
                    <a:pt x="1619" y="1935"/>
                    <a:pt x="1614" y="1881"/>
                    <a:pt x="1603" y="1827"/>
                  </a:cubicBezTo>
                  <a:cubicBezTo>
                    <a:pt x="1592" y="1774"/>
                    <a:pt x="1587" y="1714"/>
                    <a:pt x="1560" y="1668"/>
                  </a:cubicBezTo>
                  <a:lnTo>
                    <a:pt x="1555" y="1660"/>
                  </a:lnTo>
                  <a:cubicBezTo>
                    <a:pt x="1545" y="1607"/>
                    <a:pt x="1529" y="1555"/>
                    <a:pt x="1516" y="1504"/>
                  </a:cubicBezTo>
                  <a:cubicBezTo>
                    <a:pt x="1504" y="1463"/>
                    <a:pt x="1487" y="1423"/>
                    <a:pt x="1465" y="1385"/>
                  </a:cubicBezTo>
                  <a:cubicBezTo>
                    <a:pt x="1454" y="1367"/>
                    <a:pt x="1443" y="1349"/>
                    <a:pt x="1430" y="1332"/>
                  </a:cubicBezTo>
                  <a:cubicBezTo>
                    <a:pt x="1417" y="1315"/>
                    <a:pt x="1430" y="1332"/>
                    <a:pt x="1429" y="1332"/>
                  </a:cubicBezTo>
                  <a:cubicBezTo>
                    <a:pt x="1415" y="1287"/>
                    <a:pt x="1396" y="1244"/>
                    <a:pt x="1373" y="1203"/>
                  </a:cubicBezTo>
                  <a:cubicBezTo>
                    <a:pt x="1372" y="1202"/>
                    <a:pt x="1372" y="1201"/>
                    <a:pt x="1371" y="1201"/>
                  </a:cubicBezTo>
                  <a:cubicBezTo>
                    <a:pt x="1366" y="1188"/>
                    <a:pt x="1360" y="1175"/>
                    <a:pt x="1353" y="1163"/>
                  </a:cubicBezTo>
                  <a:cubicBezTo>
                    <a:pt x="1344" y="1147"/>
                    <a:pt x="1333" y="1132"/>
                    <a:pt x="1322" y="1118"/>
                  </a:cubicBezTo>
                  <a:cubicBezTo>
                    <a:pt x="1312" y="1108"/>
                    <a:pt x="1302" y="1099"/>
                    <a:pt x="1293" y="1089"/>
                  </a:cubicBezTo>
                  <a:cubicBezTo>
                    <a:pt x="1281" y="1073"/>
                    <a:pt x="1269" y="1058"/>
                    <a:pt x="1258" y="1042"/>
                  </a:cubicBezTo>
                  <a:cubicBezTo>
                    <a:pt x="1282" y="1058"/>
                    <a:pt x="1295" y="1086"/>
                    <a:pt x="1323" y="1098"/>
                  </a:cubicBezTo>
                  <a:cubicBezTo>
                    <a:pt x="1323" y="1099"/>
                    <a:pt x="1323" y="1099"/>
                    <a:pt x="1323" y="1099"/>
                  </a:cubicBezTo>
                  <a:cubicBezTo>
                    <a:pt x="1324" y="1099"/>
                    <a:pt x="1324" y="1099"/>
                    <a:pt x="1324" y="1099"/>
                  </a:cubicBezTo>
                  <a:cubicBezTo>
                    <a:pt x="1325" y="1099"/>
                    <a:pt x="1325" y="1099"/>
                    <a:pt x="1325" y="1099"/>
                  </a:cubicBezTo>
                  <a:cubicBezTo>
                    <a:pt x="1326" y="1099"/>
                    <a:pt x="1326" y="1098"/>
                    <a:pt x="1326" y="1098"/>
                  </a:cubicBezTo>
                  <a:cubicBezTo>
                    <a:pt x="1297" y="1045"/>
                    <a:pt x="1273" y="990"/>
                    <a:pt x="1236" y="943"/>
                  </a:cubicBezTo>
                  <a:cubicBezTo>
                    <a:pt x="1206" y="909"/>
                    <a:pt x="1173" y="879"/>
                    <a:pt x="1137" y="853"/>
                  </a:cubicBezTo>
                  <a:cubicBezTo>
                    <a:pt x="1142" y="855"/>
                    <a:pt x="1147" y="857"/>
                    <a:pt x="1151" y="860"/>
                  </a:cubicBezTo>
                  <a:cubicBezTo>
                    <a:pt x="1165" y="868"/>
                    <a:pt x="1173" y="878"/>
                    <a:pt x="1189" y="877"/>
                  </a:cubicBezTo>
                  <a:cubicBezTo>
                    <a:pt x="1190" y="877"/>
                    <a:pt x="1190" y="878"/>
                    <a:pt x="1191" y="877"/>
                  </a:cubicBezTo>
                  <a:cubicBezTo>
                    <a:pt x="1192" y="876"/>
                    <a:pt x="1192" y="876"/>
                    <a:pt x="1192" y="876"/>
                  </a:cubicBezTo>
                  <a:cubicBezTo>
                    <a:pt x="1192" y="875"/>
                    <a:pt x="1193" y="874"/>
                    <a:pt x="1193" y="874"/>
                  </a:cubicBezTo>
                  <a:lnTo>
                    <a:pt x="1193" y="873"/>
                  </a:lnTo>
                  <a:cubicBezTo>
                    <a:pt x="1189" y="848"/>
                    <a:pt x="1164" y="830"/>
                    <a:pt x="1148" y="811"/>
                  </a:cubicBezTo>
                  <a:cubicBezTo>
                    <a:pt x="1125" y="784"/>
                    <a:pt x="1099" y="761"/>
                    <a:pt x="1069" y="741"/>
                  </a:cubicBezTo>
                  <a:cubicBezTo>
                    <a:pt x="1040" y="722"/>
                    <a:pt x="1017" y="697"/>
                    <a:pt x="986" y="682"/>
                  </a:cubicBezTo>
                  <a:cubicBezTo>
                    <a:pt x="971" y="673"/>
                    <a:pt x="957" y="663"/>
                    <a:pt x="943" y="652"/>
                  </a:cubicBezTo>
                  <a:cubicBezTo>
                    <a:pt x="949" y="654"/>
                    <a:pt x="956" y="656"/>
                    <a:pt x="963" y="657"/>
                  </a:cubicBezTo>
                  <a:cubicBezTo>
                    <a:pt x="1002" y="692"/>
                    <a:pt x="1120" y="719"/>
                    <a:pt x="1157" y="667"/>
                  </a:cubicBezTo>
                  <a:cubicBezTo>
                    <a:pt x="1230" y="638"/>
                    <a:pt x="1228" y="510"/>
                    <a:pt x="1203" y="448"/>
                  </a:cubicBezTo>
                  <a:cubicBezTo>
                    <a:pt x="1199" y="441"/>
                    <a:pt x="1196" y="434"/>
                    <a:pt x="1192" y="427"/>
                  </a:cubicBezTo>
                  <a:cubicBezTo>
                    <a:pt x="1184" y="414"/>
                    <a:pt x="1176" y="401"/>
                    <a:pt x="1167" y="389"/>
                  </a:cubicBezTo>
                  <a:cubicBezTo>
                    <a:pt x="1163" y="382"/>
                    <a:pt x="1159" y="375"/>
                    <a:pt x="1155" y="368"/>
                  </a:cubicBezTo>
                  <a:cubicBezTo>
                    <a:pt x="1144" y="348"/>
                    <a:pt x="1131" y="329"/>
                    <a:pt x="1116" y="311"/>
                  </a:cubicBezTo>
                  <a:cubicBezTo>
                    <a:pt x="1093" y="287"/>
                    <a:pt x="1078" y="257"/>
                    <a:pt x="1055" y="234"/>
                  </a:cubicBezTo>
                  <a:cubicBezTo>
                    <a:pt x="1032" y="212"/>
                    <a:pt x="1010" y="215"/>
                    <a:pt x="985" y="204"/>
                  </a:cubicBezTo>
                  <a:cubicBezTo>
                    <a:pt x="986" y="204"/>
                    <a:pt x="986" y="203"/>
                    <a:pt x="986" y="203"/>
                  </a:cubicBezTo>
                  <a:cubicBezTo>
                    <a:pt x="986" y="202"/>
                    <a:pt x="985" y="201"/>
                    <a:pt x="985" y="199"/>
                  </a:cubicBezTo>
                  <a:cubicBezTo>
                    <a:pt x="984" y="198"/>
                    <a:pt x="983" y="197"/>
                    <a:pt x="982" y="197"/>
                  </a:cubicBezTo>
                  <a:lnTo>
                    <a:pt x="981" y="196"/>
                  </a:lnTo>
                  <a:cubicBezTo>
                    <a:pt x="949" y="182"/>
                    <a:pt x="931" y="168"/>
                    <a:pt x="896" y="182"/>
                  </a:cubicBezTo>
                  <a:cubicBezTo>
                    <a:pt x="849" y="202"/>
                    <a:pt x="858" y="151"/>
                    <a:pt x="855" y="127"/>
                  </a:cubicBezTo>
                  <a:cubicBezTo>
                    <a:pt x="851" y="97"/>
                    <a:pt x="858" y="64"/>
                    <a:pt x="852" y="34"/>
                  </a:cubicBezTo>
                  <a:cubicBezTo>
                    <a:pt x="846" y="5"/>
                    <a:pt x="832" y="0"/>
                    <a:pt x="805" y="9"/>
                  </a:cubicBezTo>
                  <a:cubicBezTo>
                    <a:pt x="755" y="25"/>
                    <a:pt x="737" y="71"/>
                    <a:pt x="712" y="112"/>
                  </a:cubicBezTo>
                  <a:cubicBezTo>
                    <a:pt x="696" y="139"/>
                    <a:pt x="681" y="171"/>
                    <a:pt x="667" y="199"/>
                  </a:cubicBezTo>
                  <a:cubicBezTo>
                    <a:pt x="646" y="241"/>
                    <a:pt x="621" y="184"/>
                    <a:pt x="615" y="168"/>
                  </a:cubicBezTo>
                  <a:cubicBezTo>
                    <a:pt x="608" y="154"/>
                    <a:pt x="601" y="139"/>
                    <a:pt x="593" y="126"/>
                  </a:cubicBezTo>
                  <a:cubicBezTo>
                    <a:pt x="592" y="123"/>
                    <a:pt x="590" y="120"/>
                    <a:pt x="588" y="117"/>
                  </a:cubicBezTo>
                  <a:cubicBezTo>
                    <a:pt x="580" y="104"/>
                    <a:pt x="580" y="83"/>
                    <a:pt x="570" y="71"/>
                  </a:cubicBezTo>
                  <a:cubicBezTo>
                    <a:pt x="554" y="53"/>
                    <a:pt x="518" y="79"/>
                    <a:pt x="507" y="91"/>
                  </a:cubicBezTo>
                  <a:cubicBezTo>
                    <a:pt x="497" y="104"/>
                    <a:pt x="487" y="118"/>
                    <a:pt x="479" y="132"/>
                  </a:cubicBezTo>
                  <a:cubicBezTo>
                    <a:pt x="464" y="158"/>
                    <a:pt x="452" y="186"/>
                    <a:pt x="444" y="216"/>
                  </a:cubicBezTo>
                  <a:cubicBezTo>
                    <a:pt x="440" y="225"/>
                    <a:pt x="440" y="248"/>
                    <a:pt x="426" y="250"/>
                  </a:cubicBezTo>
                  <a:cubicBezTo>
                    <a:pt x="421" y="250"/>
                    <a:pt x="415" y="248"/>
                    <a:pt x="411" y="251"/>
                  </a:cubicBezTo>
                  <a:cubicBezTo>
                    <a:pt x="403" y="256"/>
                    <a:pt x="363" y="290"/>
                    <a:pt x="362" y="255"/>
                  </a:cubicBezTo>
                  <a:cubicBezTo>
                    <a:pt x="362" y="253"/>
                    <a:pt x="362" y="252"/>
                    <a:pt x="362" y="251"/>
                  </a:cubicBezTo>
                  <a:cubicBezTo>
                    <a:pt x="362" y="243"/>
                    <a:pt x="361" y="235"/>
                    <a:pt x="357" y="228"/>
                  </a:cubicBezTo>
                  <a:cubicBezTo>
                    <a:pt x="348" y="205"/>
                    <a:pt x="370" y="156"/>
                    <a:pt x="332" y="152"/>
                  </a:cubicBezTo>
                  <a:cubicBezTo>
                    <a:pt x="303" y="148"/>
                    <a:pt x="270" y="197"/>
                    <a:pt x="256" y="215"/>
                  </a:cubicBezTo>
                  <a:cubicBezTo>
                    <a:pt x="220" y="260"/>
                    <a:pt x="207" y="345"/>
                    <a:pt x="151" y="364"/>
                  </a:cubicBezTo>
                  <a:cubicBezTo>
                    <a:pt x="112" y="377"/>
                    <a:pt x="81" y="378"/>
                    <a:pt x="59" y="415"/>
                  </a:cubicBezTo>
                  <a:cubicBezTo>
                    <a:pt x="43" y="448"/>
                    <a:pt x="34" y="484"/>
                    <a:pt x="34" y="520"/>
                  </a:cubicBezTo>
                  <a:cubicBezTo>
                    <a:pt x="34" y="526"/>
                    <a:pt x="35" y="531"/>
                    <a:pt x="35" y="537"/>
                  </a:cubicBezTo>
                  <a:cubicBezTo>
                    <a:pt x="35" y="545"/>
                    <a:pt x="7" y="549"/>
                    <a:pt x="4" y="560"/>
                  </a:cubicBezTo>
                  <a:cubicBezTo>
                    <a:pt x="2" y="574"/>
                    <a:pt x="0" y="589"/>
                    <a:pt x="0" y="603"/>
                  </a:cubicBezTo>
                  <a:cubicBezTo>
                    <a:pt x="0" y="609"/>
                    <a:pt x="1" y="616"/>
                    <a:pt x="1" y="622"/>
                  </a:cubicBezTo>
                  <a:cubicBezTo>
                    <a:pt x="0" y="678"/>
                    <a:pt x="43" y="739"/>
                    <a:pt x="89" y="767"/>
                  </a:cubicBezTo>
                  <a:moveTo>
                    <a:pt x="639" y="1210"/>
                  </a:moveTo>
                  <a:cubicBezTo>
                    <a:pt x="644" y="1197"/>
                    <a:pt x="646" y="1182"/>
                    <a:pt x="646" y="1168"/>
                  </a:cubicBezTo>
                  <a:cubicBezTo>
                    <a:pt x="646" y="1160"/>
                    <a:pt x="646" y="1152"/>
                    <a:pt x="644" y="1144"/>
                  </a:cubicBezTo>
                  <a:cubicBezTo>
                    <a:pt x="659" y="1072"/>
                    <a:pt x="636" y="973"/>
                    <a:pt x="711" y="928"/>
                  </a:cubicBezTo>
                  <a:cubicBezTo>
                    <a:pt x="722" y="921"/>
                    <a:pt x="735" y="923"/>
                    <a:pt x="745" y="917"/>
                  </a:cubicBezTo>
                  <a:cubicBezTo>
                    <a:pt x="746" y="917"/>
                    <a:pt x="753" y="911"/>
                    <a:pt x="761" y="907"/>
                  </a:cubicBezTo>
                  <a:cubicBezTo>
                    <a:pt x="762" y="908"/>
                    <a:pt x="762" y="908"/>
                    <a:pt x="762" y="908"/>
                  </a:cubicBezTo>
                  <a:cubicBezTo>
                    <a:pt x="763" y="908"/>
                    <a:pt x="763" y="909"/>
                    <a:pt x="764" y="909"/>
                  </a:cubicBezTo>
                  <a:cubicBezTo>
                    <a:pt x="764" y="909"/>
                    <a:pt x="765" y="909"/>
                    <a:pt x="765" y="908"/>
                  </a:cubicBezTo>
                  <a:cubicBezTo>
                    <a:pt x="770" y="906"/>
                    <a:pt x="773" y="904"/>
                    <a:pt x="774" y="900"/>
                  </a:cubicBezTo>
                  <a:cubicBezTo>
                    <a:pt x="784" y="896"/>
                    <a:pt x="792" y="896"/>
                    <a:pt x="789" y="908"/>
                  </a:cubicBezTo>
                  <a:cubicBezTo>
                    <a:pt x="786" y="924"/>
                    <a:pt x="781" y="940"/>
                    <a:pt x="772" y="954"/>
                  </a:cubicBezTo>
                  <a:cubicBezTo>
                    <a:pt x="765" y="966"/>
                    <a:pt x="757" y="977"/>
                    <a:pt x="746" y="987"/>
                  </a:cubicBezTo>
                  <a:cubicBezTo>
                    <a:pt x="746" y="987"/>
                    <a:pt x="745" y="987"/>
                    <a:pt x="745" y="988"/>
                  </a:cubicBezTo>
                  <a:cubicBezTo>
                    <a:pt x="745" y="989"/>
                    <a:pt x="744" y="990"/>
                    <a:pt x="744" y="990"/>
                  </a:cubicBezTo>
                  <a:cubicBezTo>
                    <a:pt x="744" y="991"/>
                    <a:pt x="745" y="992"/>
                    <a:pt x="745" y="993"/>
                  </a:cubicBezTo>
                  <a:cubicBezTo>
                    <a:pt x="745" y="994"/>
                    <a:pt x="746" y="995"/>
                    <a:pt x="747" y="995"/>
                  </a:cubicBezTo>
                  <a:cubicBezTo>
                    <a:pt x="748" y="996"/>
                    <a:pt x="749" y="996"/>
                    <a:pt x="749" y="996"/>
                  </a:cubicBezTo>
                  <a:cubicBezTo>
                    <a:pt x="750" y="996"/>
                    <a:pt x="750" y="996"/>
                    <a:pt x="751" y="995"/>
                  </a:cubicBezTo>
                  <a:cubicBezTo>
                    <a:pt x="753" y="994"/>
                    <a:pt x="756" y="993"/>
                    <a:pt x="758" y="992"/>
                  </a:cubicBezTo>
                  <a:cubicBezTo>
                    <a:pt x="771" y="984"/>
                    <a:pt x="782" y="974"/>
                    <a:pt x="789" y="961"/>
                  </a:cubicBezTo>
                  <a:cubicBezTo>
                    <a:pt x="793" y="953"/>
                    <a:pt x="797" y="944"/>
                    <a:pt x="798" y="935"/>
                  </a:cubicBezTo>
                  <a:cubicBezTo>
                    <a:pt x="845" y="945"/>
                    <a:pt x="823" y="1012"/>
                    <a:pt x="809" y="1044"/>
                  </a:cubicBezTo>
                  <a:cubicBezTo>
                    <a:pt x="797" y="1064"/>
                    <a:pt x="781" y="1082"/>
                    <a:pt x="763" y="1098"/>
                  </a:cubicBezTo>
                  <a:cubicBezTo>
                    <a:pt x="750" y="1113"/>
                    <a:pt x="739" y="1129"/>
                    <a:pt x="724" y="1144"/>
                  </a:cubicBezTo>
                  <a:cubicBezTo>
                    <a:pt x="706" y="1163"/>
                    <a:pt x="690" y="1223"/>
                    <a:pt x="669" y="1232"/>
                  </a:cubicBezTo>
                  <a:cubicBezTo>
                    <a:pt x="667" y="1233"/>
                    <a:pt x="666" y="1234"/>
                    <a:pt x="664" y="1235"/>
                  </a:cubicBezTo>
                  <a:cubicBezTo>
                    <a:pt x="654" y="1241"/>
                    <a:pt x="646" y="1249"/>
                    <a:pt x="640" y="1258"/>
                  </a:cubicBezTo>
                  <a:cubicBezTo>
                    <a:pt x="640" y="1242"/>
                    <a:pt x="639" y="1226"/>
                    <a:pt x="636" y="1210"/>
                  </a:cubicBezTo>
                  <a:cubicBezTo>
                    <a:pt x="637" y="1211"/>
                    <a:pt x="637" y="1211"/>
                    <a:pt x="638" y="1211"/>
                  </a:cubicBezTo>
                  <a:cubicBezTo>
                    <a:pt x="638" y="1211"/>
                    <a:pt x="639" y="1211"/>
                    <a:pt x="640" y="1210"/>
                  </a:cubicBezTo>
                  <a:lnTo>
                    <a:pt x="639" y="1210"/>
                  </a:lnTo>
                  <a:moveTo>
                    <a:pt x="634" y="1173"/>
                  </a:moveTo>
                  <a:cubicBezTo>
                    <a:pt x="634" y="1173"/>
                    <a:pt x="634" y="1174"/>
                    <a:pt x="634" y="1175"/>
                  </a:cubicBezTo>
                  <a:cubicBezTo>
                    <a:pt x="634" y="1181"/>
                    <a:pt x="634" y="1186"/>
                    <a:pt x="633" y="1192"/>
                  </a:cubicBezTo>
                  <a:cubicBezTo>
                    <a:pt x="633" y="1190"/>
                    <a:pt x="633" y="1188"/>
                    <a:pt x="632" y="1186"/>
                  </a:cubicBezTo>
                  <a:cubicBezTo>
                    <a:pt x="632" y="1182"/>
                    <a:pt x="633" y="1178"/>
                    <a:pt x="635" y="1174"/>
                  </a:cubicBezTo>
                  <a:lnTo>
                    <a:pt x="634" y="1173"/>
                  </a:lnTo>
                  <a:moveTo>
                    <a:pt x="631" y="1167"/>
                  </a:moveTo>
                  <a:cubicBezTo>
                    <a:pt x="632" y="1166"/>
                    <a:pt x="633" y="1166"/>
                    <a:pt x="633" y="1165"/>
                  </a:cubicBezTo>
                  <a:cubicBezTo>
                    <a:pt x="633" y="1171"/>
                    <a:pt x="631" y="1177"/>
                    <a:pt x="631" y="1183"/>
                  </a:cubicBezTo>
                  <a:cubicBezTo>
                    <a:pt x="631" y="1182"/>
                    <a:pt x="631" y="1180"/>
                    <a:pt x="629" y="1179"/>
                  </a:cubicBezTo>
                  <a:cubicBezTo>
                    <a:pt x="630" y="1175"/>
                    <a:pt x="631" y="1171"/>
                    <a:pt x="631" y="1167"/>
                  </a:cubicBezTo>
                  <a:moveTo>
                    <a:pt x="233" y="1145"/>
                  </a:moveTo>
                  <a:lnTo>
                    <a:pt x="231" y="1150"/>
                  </a:lnTo>
                  <a:cubicBezTo>
                    <a:pt x="231" y="1149"/>
                    <a:pt x="231" y="1149"/>
                    <a:pt x="231" y="1149"/>
                  </a:cubicBezTo>
                  <a:lnTo>
                    <a:pt x="231" y="1148"/>
                  </a:lnTo>
                  <a:lnTo>
                    <a:pt x="233" y="1145"/>
                  </a:lnTo>
                  <a:moveTo>
                    <a:pt x="159" y="1226"/>
                  </a:moveTo>
                  <a:cubicBezTo>
                    <a:pt x="159" y="1230"/>
                    <a:pt x="159" y="1234"/>
                    <a:pt x="159" y="1238"/>
                  </a:cubicBezTo>
                  <a:cubicBezTo>
                    <a:pt x="159" y="1237"/>
                    <a:pt x="159" y="1237"/>
                    <a:pt x="158" y="1236"/>
                  </a:cubicBezTo>
                  <a:cubicBezTo>
                    <a:pt x="158" y="1235"/>
                    <a:pt x="157" y="1234"/>
                    <a:pt x="156" y="1233"/>
                  </a:cubicBezTo>
                  <a:lnTo>
                    <a:pt x="159" y="1226"/>
                  </a:lnTo>
                  <a:moveTo>
                    <a:pt x="248" y="1875"/>
                  </a:moveTo>
                  <a:lnTo>
                    <a:pt x="250" y="1873"/>
                  </a:lnTo>
                  <a:cubicBezTo>
                    <a:pt x="250" y="1874"/>
                    <a:pt x="250" y="1876"/>
                    <a:pt x="250" y="1877"/>
                  </a:cubicBezTo>
                  <a:lnTo>
                    <a:pt x="248" y="1875"/>
                  </a:lnTo>
                  <a:moveTo>
                    <a:pt x="619" y="1146"/>
                  </a:moveTo>
                  <a:lnTo>
                    <a:pt x="619" y="1146"/>
                  </a:lnTo>
                  <a:moveTo>
                    <a:pt x="601" y="1110"/>
                  </a:moveTo>
                  <a:lnTo>
                    <a:pt x="607" y="1110"/>
                  </a:lnTo>
                  <a:cubicBezTo>
                    <a:pt x="604" y="1110"/>
                    <a:pt x="601" y="1110"/>
                    <a:pt x="598" y="1111"/>
                  </a:cubicBezTo>
                  <a:lnTo>
                    <a:pt x="596" y="1109"/>
                  </a:lnTo>
                  <a:lnTo>
                    <a:pt x="601" y="1110"/>
                  </a:lnTo>
                  <a:moveTo>
                    <a:pt x="297" y="876"/>
                  </a:moveTo>
                  <a:lnTo>
                    <a:pt x="295" y="876"/>
                  </a:lnTo>
                  <a:lnTo>
                    <a:pt x="295" y="875"/>
                  </a:lnTo>
                  <a:cubicBezTo>
                    <a:pt x="295" y="875"/>
                    <a:pt x="296" y="876"/>
                    <a:pt x="297" y="876"/>
                  </a:cubicBezTo>
                  <a:moveTo>
                    <a:pt x="294" y="1190"/>
                  </a:moveTo>
                  <a:cubicBezTo>
                    <a:pt x="294" y="1192"/>
                    <a:pt x="299" y="1193"/>
                    <a:pt x="299" y="1190"/>
                  </a:cubicBezTo>
                  <a:cubicBezTo>
                    <a:pt x="302" y="1160"/>
                    <a:pt x="302" y="1131"/>
                    <a:pt x="303" y="1100"/>
                  </a:cubicBezTo>
                  <a:cubicBezTo>
                    <a:pt x="304" y="1070"/>
                    <a:pt x="312" y="1040"/>
                    <a:pt x="311" y="1010"/>
                  </a:cubicBezTo>
                  <a:cubicBezTo>
                    <a:pt x="312" y="997"/>
                    <a:pt x="313" y="983"/>
                    <a:pt x="314" y="970"/>
                  </a:cubicBezTo>
                  <a:cubicBezTo>
                    <a:pt x="319" y="984"/>
                    <a:pt x="322" y="998"/>
                    <a:pt x="323" y="1012"/>
                  </a:cubicBezTo>
                  <a:cubicBezTo>
                    <a:pt x="326" y="1058"/>
                    <a:pt x="323" y="1102"/>
                    <a:pt x="323" y="1147"/>
                  </a:cubicBezTo>
                  <a:cubicBezTo>
                    <a:pt x="323" y="1150"/>
                    <a:pt x="328" y="1150"/>
                    <a:pt x="329" y="1147"/>
                  </a:cubicBezTo>
                  <a:cubicBezTo>
                    <a:pt x="338" y="1098"/>
                    <a:pt x="342" y="1048"/>
                    <a:pt x="343" y="998"/>
                  </a:cubicBezTo>
                  <a:cubicBezTo>
                    <a:pt x="343" y="998"/>
                    <a:pt x="343" y="997"/>
                    <a:pt x="343" y="996"/>
                  </a:cubicBezTo>
                  <a:cubicBezTo>
                    <a:pt x="343" y="989"/>
                    <a:pt x="342" y="982"/>
                    <a:pt x="340" y="975"/>
                  </a:cubicBezTo>
                  <a:cubicBezTo>
                    <a:pt x="342" y="977"/>
                    <a:pt x="344" y="979"/>
                    <a:pt x="345" y="981"/>
                  </a:cubicBezTo>
                  <a:cubicBezTo>
                    <a:pt x="352" y="997"/>
                    <a:pt x="358" y="1014"/>
                    <a:pt x="362" y="1031"/>
                  </a:cubicBezTo>
                  <a:cubicBezTo>
                    <a:pt x="366" y="1044"/>
                    <a:pt x="370" y="1058"/>
                    <a:pt x="372" y="1072"/>
                  </a:cubicBezTo>
                  <a:cubicBezTo>
                    <a:pt x="372" y="1076"/>
                    <a:pt x="378" y="1075"/>
                    <a:pt x="378" y="1072"/>
                  </a:cubicBezTo>
                  <a:cubicBezTo>
                    <a:pt x="376" y="1049"/>
                    <a:pt x="373" y="1026"/>
                    <a:pt x="368" y="1004"/>
                  </a:cubicBezTo>
                  <a:lnTo>
                    <a:pt x="369" y="1006"/>
                  </a:lnTo>
                  <a:cubicBezTo>
                    <a:pt x="398" y="1050"/>
                    <a:pt x="434" y="1114"/>
                    <a:pt x="441" y="1167"/>
                  </a:cubicBezTo>
                  <a:cubicBezTo>
                    <a:pt x="441" y="1168"/>
                    <a:pt x="441" y="1168"/>
                    <a:pt x="441" y="1169"/>
                  </a:cubicBezTo>
                  <a:lnTo>
                    <a:pt x="442" y="1170"/>
                  </a:lnTo>
                  <a:cubicBezTo>
                    <a:pt x="443" y="1171"/>
                    <a:pt x="443" y="1170"/>
                    <a:pt x="444" y="1170"/>
                  </a:cubicBezTo>
                  <a:lnTo>
                    <a:pt x="445" y="1170"/>
                  </a:lnTo>
                  <a:cubicBezTo>
                    <a:pt x="445" y="1169"/>
                    <a:pt x="446" y="1169"/>
                    <a:pt x="446" y="1169"/>
                  </a:cubicBezTo>
                  <a:cubicBezTo>
                    <a:pt x="446" y="1168"/>
                    <a:pt x="446" y="1168"/>
                    <a:pt x="446" y="1167"/>
                  </a:cubicBezTo>
                  <a:cubicBezTo>
                    <a:pt x="444" y="1098"/>
                    <a:pt x="410" y="1031"/>
                    <a:pt x="372" y="969"/>
                  </a:cubicBezTo>
                  <a:lnTo>
                    <a:pt x="375" y="972"/>
                  </a:lnTo>
                  <a:cubicBezTo>
                    <a:pt x="376" y="974"/>
                    <a:pt x="378" y="975"/>
                    <a:pt x="381" y="977"/>
                  </a:cubicBezTo>
                  <a:cubicBezTo>
                    <a:pt x="383" y="979"/>
                    <a:pt x="387" y="980"/>
                    <a:pt x="390" y="980"/>
                  </a:cubicBezTo>
                  <a:cubicBezTo>
                    <a:pt x="391" y="980"/>
                    <a:pt x="392" y="979"/>
                    <a:pt x="391" y="978"/>
                  </a:cubicBezTo>
                  <a:cubicBezTo>
                    <a:pt x="383" y="968"/>
                    <a:pt x="380" y="958"/>
                    <a:pt x="372" y="948"/>
                  </a:cubicBezTo>
                  <a:cubicBezTo>
                    <a:pt x="364" y="939"/>
                    <a:pt x="354" y="930"/>
                    <a:pt x="347" y="920"/>
                  </a:cubicBezTo>
                  <a:cubicBezTo>
                    <a:pt x="341" y="912"/>
                    <a:pt x="335" y="905"/>
                    <a:pt x="327" y="898"/>
                  </a:cubicBezTo>
                  <a:lnTo>
                    <a:pt x="322" y="891"/>
                  </a:lnTo>
                  <a:lnTo>
                    <a:pt x="322" y="890"/>
                  </a:lnTo>
                  <a:cubicBezTo>
                    <a:pt x="322" y="890"/>
                    <a:pt x="321" y="889"/>
                    <a:pt x="320" y="888"/>
                  </a:cubicBezTo>
                  <a:cubicBezTo>
                    <a:pt x="319" y="888"/>
                    <a:pt x="318" y="887"/>
                    <a:pt x="317" y="887"/>
                  </a:cubicBezTo>
                  <a:cubicBezTo>
                    <a:pt x="316" y="887"/>
                    <a:pt x="315" y="888"/>
                    <a:pt x="314" y="888"/>
                  </a:cubicBezTo>
                  <a:lnTo>
                    <a:pt x="307" y="883"/>
                  </a:lnTo>
                  <a:cubicBezTo>
                    <a:pt x="306" y="881"/>
                    <a:pt x="305" y="880"/>
                    <a:pt x="303" y="879"/>
                  </a:cubicBezTo>
                  <a:cubicBezTo>
                    <a:pt x="302" y="878"/>
                    <a:pt x="301" y="878"/>
                    <a:pt x="299" y="878"/>
                  </a:cubicBezTo>
                  <a:cubicBezTo>
                    <a:pt x="358" y="885"/>
                    <a:pt x="402" y="934"/>
                    <a:pt x="436" y="978"/>
                  </a:cubicBezTo>
                  <a:cubicBezTo>
                    <a:pt x="464" y="1015"/>
                    <a:pt x="495" y="1049"/>
                    <a:pt x="531" y="1079"/>
                  </a:cubicBezTo>
                  <a:cubicBezTo>
                    <a:pt x="536" y="1089"/>
                    <a:pt x="541" y="1101"/>
                    <a:pt x="550" y="1105"/>
                  </a:cubicBezTo>
                  <a:cubicBezTo>
                    <a:pt x="558" y="1108"/>
                    <a:pt x="566" y="1109"/>
                    <a:pt x="574" y="1110"/>
                  </a:cubicBezTo>
                  <a:cubicBezTo>
                    <a:pt x="579" y="1113"/>
                    <a:pt x="583" y="1117"/>
                    <a:pt x="587" y="1121"/>
                  </a:cubicBezTo>
                  <a:lnTo>
                    <a:pt x="587" y="1122"/>
                  </a:lnTo>
                  <a:cubicBezTo>
                    <a:pt x="587" y="1124"/>
                    <a:pt x="586" y="1125"/>
                    <a:pt x="587" y="1126"/>
                  </a:cubicBezTo>
                  <a:cubicBezTo>
                    <a:pt x="588" y="1127"/>
                    <a:pt x="589" y="1128"/>
                    <a:pt x="590" y="1128"/>
                  </a:cubicBezTo>
                  <a:lnTo>
                    <a:pt x="591" y="1129"/>
                  </a:lnTo>
                  <a:cubicBezTo>
                    <a:pt x="595" y="1131"/>
                    <a:pt x="597" y="1134"/>
                    <a:pt x="600" y="1137"/>
                  </a:cubicBezTo>
                  <a:cubicBezTo>
                    <a:pt x="648" y="1208"/>
                    <a:pt x="611" y="1322"/>
                    <a:pt x="609" y="1401"/>
                  </a:cubicBezTo>
                  <a:cubicBezTo>
                    <a:pt x="605" y="1447"/>
                    <a:pt x="591" y="1492"/>
                    <a:pt x="568" y="1532"/>
                  </a:cubicBezTo>
                  <a:lnTo>
                    <a:pt x="568" y="1533"/>
                  </a:lnTo>
                  <a:cubicBezTo>
                    <a:pt x="567" y="1527"/>
                    <a:pt x="566" y="1522"/>
                    <a:pt x="565" y="1517"/>
                  </a:cubicBezTo>
                  <a:cubicBezTo>
                    <a:pt x="565" y="1513"/>
                    <a:pt x="559" y="1514"/>
                    <a:pt x="558" y="1517"/>
                  </a:cubicBezTo>
                  <a:cubicBezTo>
                    <a:pt x="556" y="1524"/>
                    <a:pt x="555" y="1532"/>
                    <a:pt x="555" y="1539"/>
                  </a:cubicBezTo>
                  <a:cubicBezTo>
                    <a:pt x="555" y="1544"/>
                    <a:pt x="556" y="1549"/>
                    <a:pt x="557" y="1554"/>
                  </a:cubicBezTo>
                  <a:lnTo>
                    <a:pt x="545" y="1578"/>
                  </a:lnTo>
                  <a:cubicBezTo>
                    <a:pt x="542" y="1584"/>
                    <a:pt x="539" y="1590"/>
                    <a:pt x="536" y="1596"/>
                  </a:cubicBezTo>
                  <a:cubicBezTo>
                    <a:pt x="536" y="1579"/>
                    <a:pt x="535" y="1563"/>
                    <a:pt x="532" y="1547"/>
                  </a:cubicBezTo>
                  <a:cubicBezTo>
                    <a:pt x="532" y="1546"/>
                    <a:pt x="532" y="1546"/>
                    <a:pt x="532" y="1546"/>
                  </a:cubicBezTo>
                  <a:cubicBezTo>
                    <a:pt x="531" y="1546"/>
                    <a:pt x="531" y="1545"/>
                    <a:pt x="531" y="1545"/>
                  </a:cubicBezTo>
                  <a:cubicBezTo>
                    <a:pt x="530" y="1545"/>
                    <a:pt x="530" y="1544"/>
                    <a:pt x="529" y="1544"/>
                  </a:cubicBezTo>
                  <a:lnTo>
                    <a:pt x="528" y="1545"/>
                  </a:lnTo>
                  <a:cubicBezTo>
                    <a:pt x="527" y="1545"/>
                    <a:pt x="527" y="1546"/>
                    <a:pt x="526" y="1546"/>
                  </a:cubicBezTo>
                  <a:lnTo>
                    <a:pt x="526" y="1547"/>
                  </a:lnTo>
                  <a:cubicBezTo>
                    <a:pt x="525" y="1565"/>
                    <a:pt x="523" y="1584"/>
                    <a:pt x="519" y="1603"/>
                  </a:cubicBezTo>
                  <a:cubicBezTo>
                    <a:pt x="517" y="1608"/>
                    <a:pt x="516" y="1613"/>
                    <a:pt x="516" y="1618"/>
                  </a:cubicBezTo>
                  <a:cubicBezTo>
                    <a:pt x="516" y="1624"/>
                    <a:pt x="517" y="1629"/>
                    <a:pt x="519" y="1634"/>
                  </a:cubicBezTo>
                  <a:cubicBezTo>
                    <a:pt x="512" y="1650"/>
                    <a:pt x="505" y="1666"/>
                    <a:pt x="499" y="1682"/>
                  </a:cubicBezTo>
                  <a:cubicBezTo>
                    <a:pt x="499" y="1677"/>
                    <a:pt x="501" y="1672"/>
                    <a:pt x="502" y="1667"/>
                  </a:cubicBezTo>
                  <a:cubicBezTo>
                    <a:pt x="508" y="1644"/>
                    <a:pt x="511" y="1620"/>
                    <a:pt x="511" y="1596"/>
                  </a:cubicBezTo>
                  <a:cubicBezTo>
                    <a:pt x="511" y="1591"/>
                    <a:pt x="510" y="1585"/>
                    <a:pt x="510" y="1579"/>
                  </a:cubicBezTo>
                  <a:cubicBezTo>
                    <a:pt x="510" y="1575"/>
                    <a:pt x="504" y="1576"/>
                    <a:pt x="504" y="1579"/>
                  </a:cubicBezTo>
                  <a:cubicBezTo>
                    <a:pt x="501" y="1612"/>
                    <a:pt x="494" y="1645"/>
                    <a:pt x="482" y="1675"/>
                  </a:cubicBezTo>
                  <a:cubicBezTo>
                    <a:pt x="478" y="1689"/>
                    <a:pt x="475" y="1703"/>
                    <a:pt x="474" y="1717"/>
                  </a:cubicBezTo>
                  <a:cubicBezTo>
                    <a:pt x="474" y="1727"/>
                    <a:pt x="473" y="1737"/>
                    <a:pt x="471" y="1747"/>
                  </a:cubicBezTo>
                  <a:cubicBezTo>
                    <a:pt x="466" y="1758"/>
                    <a:pt x="461" y="1770"/>
                    <a:pt x="456" y="1781"/>
                  </a:cubicBezTo>
                  <a:cubicBezTo>
                    <a:pt x="453" y="1787"/>
                    <a:pt x="450" y="1793"/>
                    <a:pt x="447" y="1799"/>
                  </a:cubicBezTo>
                  <a:cubicBezTo>
                    <a:pt x="447" y="1797"/>
                    <a:pt x="447" y="1795"/>
                    <a:pt x="447" y="1793"/>
                  </a:cubicBezTo>
                  <a:cubicBezTo>
                    <a:pt x="454" y="1738"/>
                    <a:pt x="469" y="1681"/>
                    <a:pt x="463" y="1625"/>
                  </a:cubicBezTo>
                  <a:lnTo>
                    <a:pt x="463" y="1624"/>
                  </a:lnTo>
                  <a:lnTo>
                    <a:pt x="462" y="1623"/>
                  </a:lnTo>
                  <a:cubicBezTo>
                    <a:pt x="461" y="1623"/>
                    <a:pt x="461" y="1622"/>
                    <a:pt x="460" y="1622"/>
                  </a:cubicBezTo>
                  <a:cubicBezTo>
                    <a:pt x="459" y="1622"/>
                    <a:pt x="459" y="1623"/>
                    <a:pt x="458" y="1623"/>
                  </a:cubicBezTo>
                  <a:lnTo>
                    <a:pt x="457" y="1624"/>
                  </a:lnTo>
                  <a:lnTo>
                    <a:pt x="457" y="1625"/>
                  </a:lnTo>
                  <a:cubicBezTo>
                    <a:pt x="452" y="1672"/>
                    <a:pt x="443" y="1719"/>
                    <a:pt x="431" y="1766"/>
                  </a:cubicBezTo>
                  <a:cubicBezTo>
                    <a:pt x="424" y="1805"/>
                    <a:pt x="416" y="1840"/>
                    <a:pt x="387" y="1867"/>
                  </a:cubicBezTo>
                  <a:cubicBezTo>
                    <a:pt x="394" y="1849"/>
                    <a:pt x="399" y="1832"/>
                    <a:pt x="403" y="1814"/>
                  </a:cubicBezTo>
                  <a:cubicBezTo>
                    <a:pt x="407" y="1801"/>
                    <a:pt x="413" y="1787"/>
                    <a:pt x="416" y="1775"/>
                  </a:cubicBezTo>
                  <a:cubicBezTo>
                    <a:pt x="416" y="1757"/>
                    <a:pt x="419" y="1739"/>
                    <a:pt x="424" y="1722"/>
                  </a:cubicBezTo>
                  <a:cubicBezTo>
                    <a:pt x="424" y="1721"/>
                    <a:pt x="424" y="1721"/>
                    <a:pt x="424" y="1720"/>
                  </a:cubicBezTo>
                  <a:cubicBezTo>
                    <a:pt x="424" y="1719"/>
                    <a:pt x="425" y="1719"/>
                    <a:pt x="424" y="1718"/>
                  </a:cubicBezTo>
                  <a:cubicBezTo>
                    <a:pt x="423" y="1717"/>
                    <a:pt x="423" y="1717"/>
                    <a:pt x="422" y="1717"/>
                  </a:cubicBezTo>
                  <a:lnTo>
                    <a:pt x="421" y="1716"/>
                  </a:lnTo>
                  <a:cubicBezTo>
                    <a:pt x="420" y="1716"/>
                    <a:pt x="419" y="1717"/>
                    <a:pt x="419" y="1717"/>
                  </a:cubicBezTo>
                  <a:cubicBezTo>
                    <a:pt x="418" y="1717"/>
                    <a:pt x="418" y="1718"/>
                    <a:pt x="417" y="1718"/>
                  </a:cubicBezTo>
                  <a:cubicBezTo>
                    <a:pt x="406" y="1736"/>
                    <a:pt x="405" y="1760"/>
                    <a:pt x="398" y="1779"/>
                  </a:cubicBezTo>
                  <a:cubicBezTo>
                    <a:pt x="383" y="1812"/>
                    <a:pt x="378" y="1850"/>
                    <a:pt x="355" y="1878"/>
                  </a:cubicBezTo>
                  <a:cubicBezTo>
                    <a:pt x="359" y="1865"/>
                    <a:pt x="363" y="1852"/>
                    <a:pt x="366" y="1838"/>
                  </a:cubicBezTo>
                  <a:cubicBezTo>
                    <a:pt x="373" y="1811"/>
                    <a:pt x="379" y="1782"/>
                    <a:pt x="388" y="1755"/>
                  </a:cubicBezTo>
                  <a:lnTo>
                    <a:pt x="388" y="1754"/>
                  </a:lnTo>
                  <a:lnTo>
                    <a:pt x="388" y="1753"/>
                  </a:lnTo>
                  <a:cubicBezTo>
                    <a:pt x="388" y="1752"/>
                    <a:pt x="387" y="1752"/>
                    <a:pt x="387" y="1752"/>
                  </a:cubicBezTo>
                  <a:cubicBezTo>
                    <a:pt x="386" y="1751"/>
                    <a:pt x="386" y="1751"/>
                    <a:pt x="385" y="1751"/>
                  </a:cubicBezTo>
                  <a:cubicBezTo>
                    <a:pt x="385" y="1751"/>
                    <a:pt x="384" y="1751"/>
                    <a:pt x="384" y="1752"/>
                  </a:cubicBezTo>
                  <a:cubicBezTo>
                    <a:pt x="384" y="1752"/>
                    <a:pt x="383" y="1752"/>
                    <a:pt x="383" y="1753"/>
                  </a:cubicBezTo>
                  <a:cubicBezTo>
                    <a:pt x="377" y="1767"/>
                    <a:pt x="327" y="1889"/>
                    <a:pt x="328" y="1889"/>
                  </a:cubicBezTo>
                  <a:cubicBezTo>
                    <a:pt x="327" y="1889"/>
                    <a:pt x="325" y="1889"/>
                    <a:pt x="324" y="1889"/>
                  </a:cubicBezTo>
                  <a:cubicBezTo>
                    <a:pt x="322" y="1889"/>
                    <a:pt x="322" y="1889"/>
                    <a:pt x="321" y="1889"/>
                  </a:cubicBezTo>
                  <a:cubicBezTo>
                    <a:pt x="328" y="1867"/>
                    <a:pt x="333" y="1843"/>
                    <a:pt x="337" y="1820"/>
                  </a:cubicBezTo>
                  <a:cubicBezTo>
                    <a:pt x="344" y="1794"/>
                    <a:pt x="349" y="1768"/>
                    <a:pt x="353" y="1741"/>
                  </a:cubicBezTo>
                  <a:lnTo>
                    <a:pt x="353" y="1740"/>
                  </a:lnTo>
                  <a:cubicBezTo>
                    <a:pt x="353" y="1740"/>
                    <a:pt x="354" y="1739"/>
                    <a:pt x="353" y="1738"/>
                  </a:cubicBezTo>
                  <a:cubicBezTo>
                    <a:pt x="352" y="1737"/>
                    <a:pt x="352" y="1737"/>
                    <a:pt x="351" y="1737"/>
                  </a:cubicBezTo>
                  <a:cubicBezTo>
                    <a:pt x="351" y="1737"/>
                    <a:pt x="350" y="1736"/>
                    <a:pt x="349" y="1736"/>
                  </a:cubicBezTo>
                  <a:cubicBezTo>
                    <a:pt x="349" y="1736"/>
                    <a:pt x="348" y="1737"/>
                    <a:pt x="347" y="1737"/>
                  </a:cubicBezTo>
                  <a:lnTo>
                    <a:pt x="346" y="1738"/>
                  </a:lnTo>
                  <a:lnTo>
                    <a:pt x="346" y="1739"/>
                  </a:lnTo>
                  <a:cubicBezTo>
                    <a:pt x="336" y="1764"/>
                    <a:pt x="328" y="1788"/>
                    <a:pt x="320" y="1813"/>
                  </a:cubicBezTo>
                  <a:cubicBezTo>
                    <a:pt x="311" y="1839"/>
                    <a:pt x="311" y="1869"/>
                    <a:pt x="298" y="1888"/>
                  </a:cubicBezTo>
                  <a:cubicBezTo>
                    <a:pt x="298" y="1888"/>
                    <a:pt x="299" y="1888"/>
                    <a:pt x="299" y="1889"/>
                  </a:cubicBezTo>
                  <a:cubicBezTo>
                    <a:pt x="300" y="1889"/>
                    <a:pt x="300" y="1890"/>
                    <a:pt x="300" y="1890"/>
                  </a:cubicBezTo>
                  <a:cubicBezTo>
                    <a:pt x="300" y="1890"/>
                    <a:pt x="300" y="1891"/>
                    <a:pt x="299" y="1891"/>
                  </a:cubicBezTo>
                  <a:lnTo>
                    <a:pt x="298" y="1892"/>
                  </a:lnTo>
                  <a:cubicBezTo>
                    <a:pt x="298" y="1892"/>
                    <a:pt x="298" y="1891"/>
                    <a:pt x="297" y="1891"/>
                  </a:cubicBezTo>
                  <a:lnTo>
                    <a:pt x="297" y="1890"/>
                  </a:lnTo>
                  <a:cubicBezTo>
                    <a:pt x="291" y="1879"/>
                    <a:pt x="298" y="1870"/>
                    <a:pt x="298" y="1859"/>
                  </a:cubicBezTo>
                  <a:cubicBezTo>
                    <a:pt x="298" y="1839"/>
                    <a:pt x="302" y="1819"/>
                    <a:pt x="311" y="1800"/>
                  </a:cubicBezTo>
                  <a:cubicBezTo>
                    <a:pt x="311" y="1800"/>
                    <a:pt x="311" y="1799"/>
                    <a:pt x="311" y="1798"/>
                  </a:cubicBezTo>
                  <a:cubicBezTo>
                    <a:pt x="311" y="1798"/>
                    <a:pt x="312" y="1797"/>
                    <a:pt x="311" y="1796"/>
                  </a:cubicBezTo>
                  <a:cubicBezTo>
                    <a:pt x="310" y="1795"/>
                    <a:pt x="310" y="1796"/>
                    <a:pt x="309" y="1795"/>
                  </a:cubicBezTo>
                  <a:cubicBezTo>
                    <a:pt x="308" y="1794"/>
                    <a:pt x="308" y="1794"/>
                    <a:pt x="307" y="1794"/>
                  </a:cubicBezTo>
                  <a:cubicBezTo>
                    <a:pt x="306" y="1794"/>
                    <a:pt x="306" y="1794"/>
                    <a:pt x="305" y="1795"/>
                  </a:cubicBezTo>
                  <a:cubicBezTo>
                    <a:pt x="304" y="1796"/>
                    <a:pt x="304" y="1795"/>
                    <a:pt x="304" y="1795"/>
                  </a:cubicBezTo>
                  <a:cubicBezTo>
                    <a:pt x="299" y="1800"/>
                    <a:pt x="294" y="1806"/>
                    <a:pt x="290" y="1813"/>
                  </a:cubicBezTo>
                  <a:cubicBezTo>
                    <a:pt x="289" y="1815"/>
                    <a:pt x="288" y="1818"/>
                    <a:pt x="287" y="1820"/>
                  </a:cubicBezTo>
                  <a:cubicBezTo>
                    <a:pt x="284" y="1827"/>
                    <a:pt x="282" y="1834"/>
                    <a:pt x="279" y="1840"/>
                  </a:cubicBezTo>
                  <a:cubicBezTo>
                    <a:pt x="276" y="1846"/>
                    <a:pt x="279" y="1853"/>
                    <a:pt x="275" y="1860"/>
                  </a:cubicBezTo>
                  <a:cubicBezTo>
                    <a:pt x="274" y="1863"/>
                    <a:pt x="273" y="1865"/>
                    <a:pt x="272" y="1869"/>
                  </a:cubicBezTo>
                  <a:cubicBezTo>
                    <a:pt x="272" y="1857"/>
                    <a:pt x="274" y="1836"/>
                    <a:pt x="275" y="1832"/>
                  </a:cubicBezTo>
                  <a:cubicBezTo>
                    <a:pt x="278" y="1808"/>
                    <a:pt x="284" y="1784"/>
                    <a:pt x="292" y="1761"/>
                  </a:cubicBezTo>
                  <a:cubicBezTo>
                    <a:pt x="292" y="1760"/>
                    <a:pt x="292" y="1760"/>
                    <a:pt x="292" y="1760"/>
                  </a:cubicBezTo>
                  <a:lnTo>
                    <a:pt x="292" y="1759"/>
                  </a:lnTo>
                  <a:cubicBezTo>
                    <a:pt x="292" y="1758"/>
                    <a:pt x="292" y="1758"/>
                    <a:pt x="291" y="1758"/>
                  </a:cubicBezTo>
                  <a:lnTo>
                    <a:pt x="290" y="1757"/>
                  </a:lnTo>
                  <a:cubicBezTo>
                    <a:pt x="289" y="1757"/>
                    <a:pt x="289" y="1758"/>
                    <a:pt x="289" y="1758"/>
                  </a:cubicBezTo>
                  <a:cubicBezTo>
                    <a:pt x="288" y="1758"/>
                    <a:pt x="288" y="1758"/>
                    <a:pt x="288" y="1758"/>
                  </a:cubicBezTo>
                  <a:cubicBezTo>
                    <a:pt x="284" y="1764"/>
                    <a:pt x="280" y="1770"/>
                    <a:pt x="276" y="1776"/>
                  </a:cubicBezTo>
                  <a:cubicBezTo>
                    <a:pt x="265" y="1796"/>
                    <a:pt x="257" y="1818"/>
                    <a:pt x="254" y="1840"/>
                  </a:cubicBezTo>
                  <a:cubicBezTo>
                    <a:pt x="254" y="1848"/>
                    <a:pt x="252" y="1855"/>
                    <a:pt x="251" y="1863"/>
                  </a:cubicBezTo>
                  <a:cubicBezTo>
                    <a:pt x="250" y="1862"/>
                    <a:pt x="250" y="1861"/>
                    <a:pt x="249" y="1861"/>
                  </a:cubicBezTo>
                  <a:cubicBezTo>
                    <a:pt x="246" y="1859"/>
                    <a:pt x="247" y="1836"/>
                    <a:pt x="247" y="1834"/>
                  </a:cubicBezTo>
                  <a:cubicBezTo>
                    <a:pt x="247" y="1810"/>
                    <a:pt x="251" y="1786"/>
                    <a:pt x="260" y="1764"/>
                  </a:cubicBezTo>
                  <a:cubicBezTo>
                    <a:pt x="269" y="1747"/>
                    <a:pt x="276" y="1729"/>
                    <a:pt x="282" y="1711"/>
                  </a:cubicBezTo>
                  <a:cubicBezTo>
                    <a:pt x="282" y="1709"/>
                    <a:pt x="280" y="1708"/>
                    <a:pt x="279" y="1711"/>
                  </a:cubicBezTo>
                  <a:cubicBezTo>
                    <a:pt x="275" y="1722"/>
                    <a:pt x="264" y="1730"/>
                    <a:pt x="261" y="1742"/>
                  </a:cubicBezTo>
                  <a:cubicBezTo>
                    <a:pt x="255" y="1762"/>
                    <a:pt x="247" y="1782"/>
                    <a:pt x="239" y="1801"/>
                  </a:cubicBezTo>
                  <a:cubicBezTo>
                    <a:pt x="233" y="1815"/>
                    <a:pt x="229" y="1830"/>
                    <a:pt x="227" y="1845"/>
                  </a:cubicBezTo>
                  <a:cubicBezTo>
                    <a:pt x="219" y="1833"/>
                    <a:pt x="243" y="1751"/>
                    <a:pt x="244" y="1745"/>
                  </a:cubicBezTo>
                  <a:cubicBezTo>
                    <a:pt x="247" y="1735"/>
                    <a:pt x="250" y="1725"/>
                    <a:pt x="255" y="1715"/>
                  </a:cubicBezTo>
                  <a:cubicBezTo>
                    <a:pt x="262" y="1693"/>
                    <a:pt x="270" y="1672"/>
                    <a:pt x="279" y="1650"/>
                  </a:cubicBezTo>
                  <a:cubicBezTo>
                    <a:pt x="279" y="1649"/>
                    <a:pt x="277" y="1648"/>
                    <a:pt x="276" y="1649"/>
                  </a:cubicBezTo>
                  <a:cubicBezTo>
                    <a:pt x="274" y="1652"/>
                    <a:pt x="271" y="1655"/>
                    <a:pt x="269" y="1659"/>
                  </a:cubicBezTo>
                  <a:cubicBezTo>
                    <a:pt x="262" y="1671"/>
                    <a:pt x="257" y="1684"/>
                    <a:pt x="253" y="1696"/>
                  </a:cubicBezTo>
                  <a:cubicBezTo>
                    <a:pt x="243" y="1713"/>
                    <a:pt x="235" y="1731"/>
                    <a:pt x="228" y="1748"/>
                  </a:cubicBezTo>
                  <a:cubicBezTo>
                    <a:pt x="220" y="1765"/>
                    <a:pt x="213" y="1782"/>
                    <a:pt x="208" y="1800"/>
                  </a:cubicBezTo>
                  <a:cubicBezTo>
                    <a:pt x="208" y="1806"/>
                    <a:pt x="206" y="1812"/>
                    <a:pt x="206" y="1820"/>
                  </a:cubicBezTo>
                  <a:lnTo>
                    <a:pt x="206" y="1819"/>
                  </a:lnTo>
                  <a:cubicBezTo>
                    <a:pt x="195" y="1778"/>
                    <a:pt x="211" y="1729"/>
                    <a:pt x="224" y="1690"/>
                  </a:cubicBezTo>
                  <a:cubicBezTo>
                    <a:pt x="224" y="1688"/>
                    <a:pt x="221" y="1687"/>
                    <a:pt x="220" y="1689"/>
                  </a:cubicBezTo>
                  <a:cubicBezTo>
                    <a:pt x="213" y="1705"/>
                    <a:pt x="207" y="1721"/>
                    <a:pt x="201" y="1737"/>
                  </a:cubicBezTo>
                  <a:cubicBezTo>
                    <a:pt x="202" y="1734"/>
                    <a:pt x="202" y="1731"/>
                    <a:pt x="202" y="1728"/>
                  </a:cubicBezTo>
                  <a:cubicBezTo>
                    <a:pt x="202" y="1720"/>
                    <a:pt x="201" y="1712"/>
                    <a:pt x="200" y="1705"/>
                  </a:cubicBezTo>
                  <a:cubicBezTo>
                    <a:pt x="197" y="1690"/>
                    <a:pt x="191" y="1675"/>
                    <a:pt x="184" y="1662"/>
                  </a:cubicBezTo>
                  <a:cubicBezTo>
                    <a:pt x="182" y="1659"/>
                    <a:pt x="181" y="1656"/>
                    <a:pt x="179" y="1653"/>
                  </a:cubicBezTo>
                  <a:cubicBezTo>
                    <a:pt x="164" y="1630"/>
                    <a:pt x="172" y="1618"/>
                    <a:pt x="166" y="1594"/>
                  </a:cubicBezTo>
                  <a:cubicBezTo>
                    <a:pt x="148" y="1511"/>
                    <a:pt x="107" y="1437"/>
                    <a:pt x="120" y="1350"/>
                  </a:cubicBezTo>
                  <a:cubicBezTo>
                    <a:pt x="120" y="1343"/>
                    <a:pt x="122" y="1336"/>
                    <a:pt x="123" y="1330"/>
                  </a:cubicBezTo>
                  <a:cubicBezTo>
                    <a:pt x="124" y="1333"/>
                    <a:pt x="124" y="1337"/>
                    <a:pt x="125" y="1340"/>
                  </a:cubicBezTo>
                  <a:cubicBezTo>
                    <a:pt x="127" y="1349"/>
                    <a:pt x="129" y="1357"/>
                    <a:pt x="133" y="1364"/>
                  </a:cubicBezTo>
                  <a:lnTo>
                    <a:pt x="133" y="1365"/>
                  </a:lnTo>
                  <a:cubicBezTo>
                    <a:pt x="134" y="1366"/>
                    <a:pt x="134" y="1366"/>
                    <a:pt x="135" y="1366"/>
                  </a:cubicBezTo>
                  <a:cubicBezTo>
                    <a:pt x="136" y="1367"/>
                    <a:pt x="136" y="1367"/>
                    <a:pt x="137" y="1367"/>
                  </a:cubicBezTo>
                  <a:cubicBezTo>
                    <a:pt x="138" y="1367"/>
                    <a:pt x="138" y="1367"/>
                    <a:pt x="139" y="1366"/>
                  </a:cubicBezTo>
                  <a:cubicBezTo>
                    <a:pt x="139" y="1366"/>
                    <a:pt x="140" y="1366"/>
                    <a:pt x="140" y="1365"/>
                  </a:cubicBezTo>
                  <a:lnTo>
                    <a:pt x="141" y="1364"/>
                  </a:lnTo>
                  <a:cubicBezTo>
                    <a:pt x="142" y="1356"/>
                    <a:pt x="142" y="1347"/>
                    <a:pt x="142" y="1339"/>
                  </a:cubicBezTo>
                  <a:cubicBezTo>
                    <a:pt x="142" y="1331"/>
                    <a:pt x="142" y="1322"/>
                    <a:pt x="141" y="1314"/>
                  </a:cubicBezTo>
                  <a:cubicBezTo>
                    <a:pt x="141" y="1313"/>
                    <a:pt x="140" y="1311"/>
                    <a:pt x="140" y="1310"/>
                  </a:cubicBezTo>
                  <a:cubicBezTo>
                    <a:pt x="140" y="1309"/>
                    <a:pt x="141" y="1308"/>
                    <a:pt x="141" y="1306"/>
                  </a:cubicBezTo>
                  <a:cubicBezTo>
                    <a:pt x="143" y="1313"/>
                    <a:pt x="145" y="1320"/>
                    <a:pt x="147" y="1328"/>
                  </a:cubicBezTo>
                  <a:cubicBezTo>
                    <a:pt x="147" y="1330"/>
                    <a:pt x="152" y="1331"/>
                    <a:pt x="152" y="1328"/>
                  </a:cubicBezTo>
                  <a:cubicBezTo>
                    <a:pt x="154" y="1314"/>
                    <a:pt x="155" y="1300"/>
                    <a:pt x="155" y="1286"/>
                  </a:cubicBezTo>
                  <a:cubicBezTo>
                    <a:pt x="155" y="1283"/>
                    <a:pt x="155" y="1280"/>
                    <a:pt x="155" y="1277"/>
                  </a:cubicBezTo>
                  <a:cubicBezTo>
                    <a:pt x="156" y="1269"/>
                    <a:pt x="158" y="1261"/>
                    <a:pt x="161" y="1254"/>
                  </a:cubicBezTo>
                  <a:cubicBezTo>
                    <a:pt x="162" y="1272"/>
                    <a:pt x="165" y="1290"/>
                    <a:pt x="166" y="1304"/>
                  </a:cubicBezTo>
                  <a:cubicBezTo>
                    <a:pt x="166" y="1305"/>
                    <a:pt x="166" y="1304"/>
                    <a:pt x="167" y="1305"/>
                  </a:cubicBezTo>
                  <a:cubicBezTo>
                    <a:pt x="168" y="1306"/>
                    <a:pt x="167" y="1306"/>
                    <a:pt x="168" y="1307"/>
                  </a:cubicBezTo>
                  <a:cubicBezTo>
                    <a:pt x="168" y="1307"/>
                    <a:pt x="169" y="1307"/>
                    <a:pt x="170" y="1307"/>
                  </a:cubicBezTo>
                  <a:lnTo>
                    <a:pt x="171" y="1307"/>
                  </a:lnTo>
                  <a:cubicBezTo>
                    <a:pt x="172" y="1306"/>
                    <a:pt x="172" y="1306"/>
                    <a:pt x="173" y="1305"/>
                  </a:cubicBezTo>
                  <a:lnTo>
                    <a:pt x="173" y="1304"/>
                  </a:lnTo>
                  <a:cubicBezTo>
                    <a:pt x="175" y="1278"/>
                    <a:pt x="181" y="1251"/>
                    <a:pt x="183" y="1224"/>
                  </a:cubicBezTo>
                  <a:cubicBezTo>
                    <a:pt x="184" y="1221"/>
                    <a:pt x="185" y="1218"/>
                    <a:pt x="187" y="1215"/>
                  </a:cubicBezTo>
                  <a:cubicBezTo>
                    <a:pt x="187" y="1214"/>
                    <a:pt x="188" y="1214"/>
                    <a:pt x="188" y="1213"/>
                  </a:cubicBezTo>
                  <a:cubicBezTo>
                    <a:pt x="188" y="1219"/>
                    <a:pt x="187" y="1225"/>
                    <a:pt x="187" y="1231"/>
                  </a:cubicBezTo>
                  <a:cubicBezTo>
                    <a:pt x="187" y="1261"/>
                    <a:pt x="182" y="1317"/>
                    <a:pt x="200" y="1343"/>
                  </a:cubicBezTo>
                  <a:cubicBezTo>
                    <a:pt x="202" y="1346"/>
                    <a:pt x="207" y="1343"/>
                    <a:pt x="205" y="1339"/>
                  </a:cubicBezTo>
                  <a:cubicBezTo>
                    <a:pt x="194" y="1318"/>
                    <a:pt x="201" y="1279"/>
                    <a:pt x="202" y="1255"/>
                  </a:cubicBezTo>
                  <a:cubicBezTo>
                    <a:pt x="202" y="1224"/>
                    <a:pt x="211" y="1194"/>
                    <a:pt x="226" y="1167"/>
                  </a:cubicBezTo>
                  <a:cubicBezTo>
                    <a:pt x="227" y="1165"/>
                    <a:pt x="228" y="1163"/>
                    <a:pt x="230" y="1161"/>
                  </a:cubicBezTo>
                  <a:cubicBezTo>
                    <a:pt x="218" y="1187"/>
                    <a:pt x="212" y="1215"/>
                    <a:pt x="212" y="1243"/>
                  </a:cubicBezTo>
                  <a:cubicBezTo>
                    <a:pt x="212" y="1265"/>
                    <a:pt x="216" y="1288"/>
                    <a:pt x="223" y="1309"/>
                  </a:cubicBezTo>
                  <a:cubicBezTo>
                    <a:pt x="223" y="1311"/>
                    <a:pt x="227" y="1310"/>
                    <a:pt x="227" y="1309"/>
                  </a:cubicBezTo>
                  <a:cubicBezTo>
                    <a:pt x="233" y="1259"/>
                    <a:pt x="225" y="1214"/>
                    <a:pt x="250" y="1167"/>
                  </a:cubicBezTo>
                  <a:cubicBezTo>
                    <a:pt x="253" y="1161"/>
                    <a:pt x="257" y="1154"/>
                    <a:pt x="261" y="1147"/>
                  </a:cubicBezTo>
                  <a:cubicBezTo>
                    <a:pt x="261" y="1171"/>
                    <a:pt x="259" y="1194"/>
                    <a:pt x="257" y="1218"/>
                  </a:cubicBezTo>
                  <a:cubicBezTo>
                    <a:pt x="252" y="1242"/>
                    <a:pt x="250" y="1268"/>
                    <a:pt x="250" y="1293"/>
                  </a:cubicBezTo>
                  <a:cubicBezTo>
                    <a:pt x="250" y="1319"/>
                    <a:pt x="252" y="1343"/>
                    <a:pt x="257" y="1368"/>
                  </a:cubicBezTo>
                  <a:cubicBezTo>
                    <a:pt x="266" y="1398"/>
                    <a:pt x="273" y="1429"/>
                    <a:pt x="276" y="1461"/>
                  </a:cubicBezTo>
                  <a:cubicBezTo>
                    <a:pt x="277" y="1488"/>
                    <a:pt x="270" y="1512"/>
                    <a:pt x="269" y="1538"/>
                  </a:cubicBezTo>
                  <a:lnTo>
                    <a:pt x="270" y="1538"/>
                  </a:lnTo>
                  <a:cubicBezTo>
                    <a:pt x="281" y="1513"/>
                    <a:pt x="286" y="1486"/>
                    <a:pt x="286" y="1459"/>
                  </a:cubicBezTo>
                  <a:cubicBezTo>
                    <a:pt x="286" y="1442"/>
                    <a:pt x="284" y="1425"/>
                    <a:pt x="280" y="1408"/>
                  </a:cubicBezTo>
                  <a:cubicBezTo>
                    <a:pt x="270" y="1371"/>
                    <a:pt x="266" y="1332"/>
                    <a:pt x="266" y="1293"/>
                  </a:cubicBezTo>
                  <a:cubicBezTo>
                    <a:pt x="266" y="1268"/>
                    <a:pt x="268" y="1243"/>
                    <a:pt x="272" y="1218"/>
                  </a:cubicBezTo>
                  <a:cubicBezTo>
                    <a:pt x="275" y="1193"/>
                    <a:pt x="271" y="1169"/>
                    <a:pt x="275" y="1144"/>
                  </a:cubicBezTo>
                  <a:cubicBezTo>
                    <a:pt x="278" y="1120"/>
                    <a:pt x="283" y="1093"/>
                    <a:pt x="288" y="1068"/>
                  </a:cubicBezTo>
                  <a:cubicBezTo>
                    <a:pt x="288" y="1081"/>
                    <a:pt x="292" y="1095"/>
                    <a:pt x="292" y="1107"/>
                  </a:cubicBezTo>
                  <a:cubicBezTo>
                    <a:pt x="292" y="1131"/>
                    <a:pt x="290" y="1161"/>
                    <a:pt x="294" y="1190"/>
                  </a:cubicBezTo>
                  <a:moveTo>
                    <a:pt x="1538" y="1633"/>
                  </a:moveTo>
                  <a:lnTo>
                    <a:pt x="1538" y="1634"/>
                  </a:lnTo>
                  <a:lnTo>
                    <a:pt x="1538" y="1633"/>
                  </a:lnTo>
                  <a:moveTo>
                    <a:pt x="1426" y="1340"/>
                  </a:moveTo>
                  <a:cubicBezTo>
                    <a:pt x="1439" y="1359"/>
                    <a:pt x="1445" y="1381"/>
                    <a:pt x="1457" y="1400"/>
                  </a:cubicBezTo>
                  <a:cubicBezTo>
                    <a:pt x="1459" y="1404"/>
                    <a:pt x="1462" y="1407"/>
                    <a:pt x="1464" y="1411"/>
                  </a:cubicBezTo>
                  <a:cubicBezTo>
                    <a:pt x="1484" y="1447"/>
                    <a:pt x="1500" y="1486"/>
                    <a:pt x="1510" y="1526"/>
                  </a:cubicBezTo>
                  <a:cubicBezTo>
                    <a:pt x="1514" y="1543"/>
                    <a:pt x="1519" y="1559"/>
                    <a:pt x="1523" y="1575"/>
                  </a:cubicBezTo>
                  <a:cubicBezTo>
                    <a:pt x="1521" y="1570"/>
                    <a:pt x="1518" y="1565"/>
                    <a:pt x="1516" y="1561"/>
                  </a:cubicBezTo>
                  <a:cubicBezTo>
                    <a:pt x="1496" y="1519"/>
                    <a:pt x="1473" y="1480"/>
                    <a:pt x="1455" y="1438"/>
                  </a:cubicBezTo>
                  <a:cubicBezTo>
                    <a:pt x="1437" y="1396"/>
                    <a:pt x="1400" y="1362"/>
                    <a:pt x="1379" y="1321"/>
                  </a:cubicBezTo>
                  <a:cubicBezTo>
                    <a:pt x="1380" y="1321"/>
                    <a:pt x="1380" y="1321"/>
                    <a:pt x="1381" y="1320"/>
                  </a:cubicBezTo>
                  <a:lnTo>
                    <a:pt x="1382" y="1319"/>
                  </a:lnTo>
                  <a:cubicBezTo>
                    <a:pt x="1382" y="1318"/>
                    <a:pt x="1383" y="1318"/>
                    <a:pt x="1383" y="1317"/>
                  </a:cubicBezTo>
                  <a:cubicBezTo>
                    <a:pt x="1383" y="1316"/>
                    <a:pt x="1383" y="1316"/>
                    <a:pt x="1382" y="1315"/>
                  </a:cubicBezTo>
                  <a:cubicBezTo>
                    <a:pt x="1379" y="1311"/>
                    <a:pt x="1375" y="1308"/>
                    <a:pt x="1371" y="1305"/>
                  </a:cubicBezTo>
                  <a:lnTo>
                    <a:pt x="1368" y="1300"/>
                  </a:lnTo>
                  <a:cubicBezTo>
                    <a:pt x="1375" y="1303"/>
                    <a:pt x="1382" y="1306"/>
                    <a:pt x="1388" y="1309"/>
                  </a:cubicBezTo>
                  <a:lnTo>
                    <a:pt x="1389" y="1309"/>
                  </a:lnTo>
                  <a:lnTo>
                    <a:pt x="1390" y="1309"/>
                  </a:lnTo>
                  <a:cubicBezTo>
                    <a:pt x="1391" y="1309"/>
                    <a:pt x="1391" y="1309"/>
                    <a:pt x="1391" y="1308"/>
                  </a:cubicBezTo>
                  <a:lnTo>
                    <a:pt x="1391" y="1307"/>
                  </a:lnTo>
                  <a:lnTo>
                    <a:pt x="1391" y="1306"/>
                  </a:lnTo>
                  <a:lnTo>
                    <a:pt x="1391" y="1305"/>
                  </a:lnTo>
                  <a:cubicBezTo>
                    <a:pt x="1381" y="1297"/>
                    <a:pt x="1371" y="1289"/>
                    <a:pt x="1360" y="1283"/>
                  </a:cubicBezTo>
                  <a:cubicBezTo>
                    <a:pt x="1359" y="1282"/>
                    <a:pt x="1358" y="1282"/>
                    <a:pt x="1357" y="1281"/>
                  </a:cubicBezTo>
                  <a:cubicBezTo>
                    <a:pt x="1351" y="1273"/>
                    <a:pt x="1345" y="1265"/>
                    <a:pt x="1337" y="1258"/>
                  </a:cubicBezTo>
                  <a:cubicBezTo>
                    <a:pt x="1343" y="1260"/>
                    <a:pt x="1348" y="1263"/>
                    <a:pt x="1354" y="1266"/>
                  </a:cubicBezTo>
                  <a:cubicBezTo>
                    <a:pt x="1382" y="1282"/>
                    <a:pt x="1405" y="1305"/>
                    <a:pt x="1421" y="1334"/>
                  </a:cubicBezTo>
                  <a:cubicBezTo>
                    <a:pt x="1422" y="1335"/>
                    <a:pt x="1423" y="1336"/>
                    <a:pt x="1424" y="1338"/>
                  </a:cubicBezTo>
                  <a:cubicBezTo>
                    <a:pt x="1424" y="1339"/>
                    <a:pt x="1424" y="1339"/>
                    <a:pt x="1425" y="1339"/>
                  </a:cubicBezTo>
                  <a:lnTo>
                    <a:pt x="1426" y="1340"/>
                  </a:lnTo>
                  <a:moveTo>
                    <a:pt x="269" y="852"/>
                  </a:moveTo>
                  <a:lnTo>
                    <a:pt x="269" y="856"/>
                  </a:lnTo>
                  <a:lnTo>
                    <a:pt x="268" y="855"/>
                  </a:lnTo>
                  <a:cubicBezTo>
                    <a:pt x="268" y="855"/>
                    <a:pt x="268" y="854"/>
                    <a:pt x="267" y="854"/>
                  </a:cubicBezTo>
                  <a:lnTo>
                    <a:pt x="269" y="852"/>
                  </a:lnTo>
                  <a:moveTo>
                    <a:pt x="269" y="890"/>
                  </a:moveTo>
                  <a:lnTo>
                    <a:pt x="274" y="891"/>
                  </a:lnTo>
                  <a:cubicBezTo>
                    <a:pt x="275" y="891"/>
                    <a:pt x="275" y="891"/>
                    <a:pt x="276" y="891"/>
                  </a:cubicBezTo>
                  <a:cubicBezTo>
                    <a:pt x="277" y="891"/>
                    <a:pt x="278" y="891"/>
                    <a:pt x="278" y="891"/>
                  </a:cubicBezTo>
                  <a:cubicBezTo>
                    <a:pt x="278" y="892"/>
                    <a:pt x="278" y="892"/>
                    <a:pt x="277" y="893"/>
                  </a:cubicBezTo>
                  <a:cubicBezTo>
                    <a:pt x="277" y="893"/>
                    <a:pt x="276" y="894"/>
                    <a:pt x="276" y="895"/>
                  </a:cubicBezTo>
                  <a:cubicBezTo>
                    <a:pt x="272" y="902"/>
                    <a:pt x="267" y="908"/>
                    <a:pt x="263" y="915"/>
                  </a:cubicBezTo>
                  <a:cubicBezTo>
                    <a:pt x="257" y="918"/>
                    <a:pt x="246" y="925"/>
                    <a:pt x="249" y="923"/>
                  </a:cubicBezTo>
                  <a:cubicBezTo>
                    <a:pt x="248" y="923"/>
                    <a:pt x="248" y="924"/>
                    <a:pt x="247" y="924"/>
                  </a:cubicBezTo>
                  <a:cubicBezTo>
                    <a:pt x="230" y="933"/>
                    <a:pt x="212" y="939"/>
                    <a:pt x="193" y="939"/>
                  </a:cubicBezTo>
                  <a:cubicBezTo>
                    <a:pt x="190" y="939"/>
                    <a:pt x="186" y="938"/>
                    <a:pt x="183" y="938"/>
                  </a:cubicBezTo>
                  <a:cubicBezTo>
                    <a:pt x="157" y="938"/>
                    <a:pt x="112" y="918"/>
                    <a:pt x="84" y="927"/>
                  </a:cubicBezTo>
                  <a:cubicBezTo>
                    <a:pt x="95" y="914"/>
                    <a:pt x="108" y="903"/>
                    <a:pt x="123" y="894"/>
                  </a:cubicBezTo>
                  <a:cubicBezTo>
                    <a:pt x="124" y="893"/>
                    <a:pt x="125" y="893"/>
                    <a:pt x="126" y="892"/>
                  </a:cubicBezTo>
                  <a:cubicBezTo>
                    <a:pt x="138" y="885"/>
                    <a:pt x="150" y="881"/>
                    <a:pt x="164" y="878"/>
                  </a:cubicBezTo>
                  <a:cubicBezTo>
                    <a:pt x="163" y="878"/>
                    <a:pt x="162" y="879"/>
                    <a:pt x="162" y="880"/>
                  </a:cubicBezTo>
                  <a:cubicBezTo>
                    <a:pt x="162" y="881"/>
                    <a:pt x="161" y="882"/>
                    <a:pt x="161" y="883"/>
                  </a:cubicBezTo>
                  <a:cubicBezTo>
                    <a:pt x="161" y="884"/>
                    <a:pt x="161" y="885"/>
                    <a:pt x="162" y="886"/>
                  </a:cubicBezTo>
                  <a:cubicBezTo>
                    <a:pt x="163" y="887"/>
                    <a:pt x="163" y="888"/>
                    <a:pt x="164" y="888"/>
                  </a:cubicBezTo>
                  <a:cubicBezTo>
                    <a:pt x="165" y="889"/>
                    <a:pt x="165" y="889"/>
                    <a:pt x="166" y="889"/>
                  </a:cubicBezTo>
                  <a:cubicBezTo>
                    <a:pt x="176" y="892"/>
                    <a:pt x="180" y="884"/>
                    <a:pt x="188" y="881"/>
                  </a:cubicBezTo>
                  <a:lnTo>
                    <a:pt x="189" y="881"/>
                  </a:lnTo>
                  <a:cubicBezTo>
                    <a:pt x="191" y="880"/>
                    <a:pt x="191" y="879"/>
                    <a:pt x="192" y="878"/>
                  </a:cubicBezTo>
                  <a:cubicBezTo>
                    <a:pt x="193" y="877"/>
                    <a:pt x="193" y="875"/>
                    <a:pt x="193" y="874"/>
                  </a:cubicBezTo>
                  <a:lnTo>
                    <a:pt x="193" y="873"/>
                  </a:lnTo>
                  <a:lnTo>
                    <a:pt x="206" y="871"/>
                  </a:lnTo>
                  <a:cubicBezTo>
                    <a:pt x="206" y="872"/>
                    <a:pt x="205" y="874"/>
                    <a:pt x="204" y="875"/>
                  </a:cubicBezTo>
                  <a:cubicBezTo>
                    <a:pt x="203" y="876"/>
                    <a:pt x="202" y="878"/>
                    <a:pt x="202" y="879"/>
                  </a:cubicBezTo>
                  <a:cubicBezTo>
                    <a:pt x="201" y="880"/>
                    <a:pt x="201" y="880"/>
                    <a:pt x="201" y="881"/>
                  </a:cubicBezTo>
                  <a:cubicBezTo>
                    <a:pt x="199" y="884"/>
                    <a:pt x="196" y="887"/>
                    <a:pt x="193" y="888"/>
                  </a:cubicBezTo>
                  <a:cubicBezTo>
                    <a:pt x="191" y="889"/>
                    <a:pt x="190" y="890"/>
                    <a:pt x="188" y="891"/>
                  </a:cubicBezTo>
                  <a:lnTo>
                    <a:pt x="187" y="891"/>
                  </a:lnTo>
                  <a:cubicBezTo>
                    <a:pt x="187" y="891"/>
                    <a:pt x="187" y="890"/>
                    <a:pt x="186" y="891"/>
                  </a:cubicBezTo>
                  <a:cubicBezTo>
                    <a:pt x="185" y="892"/>
                    <a:pt x="186" y="892"/>
                    <a:pt x="186" y="892"/>
                  </a:cubicBezTo>
                  <a:cubicBezTo>
                    <a:pt x="186" y="893"/>
                    <a:pt x="186" y="893"/>
                    <a:pt x="186" y="893"/>
                  </a:cubicBezTo>
                  <a:cubicBezTo>
                    <a:pt x="187" y="894"/>
                    <a:pt x="187" y="894"/>
                    <a:pt x="187" y="894"/>
                  </a:cubicBezTo>
                  <a:lnTo>
                    <a:pt x="188" y="894"/>
                  </a:lnTo>
                  <a:cubicBezTo>
                    <a:pt x="190" y="895"/>
                    <a:pt x="191" y="895"/>
                    <a:pt x="193" y="895"/>
                  </a:cubicBezTo>
                  <a:cubicBezTo>
                    <a:pt x="197" y="895"/>
                    <a:pt x="201" y="894"/>
                    <a:pt x="204" y="893"/>
                  </a:cubicBezTo>
                  <a:cubicBezTo>
                    <a:pt x="206" y="891"/>
                    <a:pt x="209" y="890"/>
                    <a:pt x="211" y="889"/>
                  </a:cubicBezTo>
                  <a:cubicBezTo>
                    <a:pt x="217" y="886"/>
                    <a:pt x="222" y="882"/>
                    <a:pt x="226" y="879"/>
                  </a:cubicBezTo>
                  <a:lnTo>
                    <a:pt x="227" y="879"/>
                  </a:lnTo>
                  <a:cubicBezTo>
                    <a:pt x="228" y="878"/>
                    <a:pt x="229" y="877"/>
                    <a:pt x="230" y="875"/>
                  </a:cubicBezTo>
                  <a:cubicBezTo>
                    <a:pt x="231" y="874"/>
                    <a:pt x="232" y="872"/>
                    <a:pt x="232" y="870"/>
                  </a:cubicBezTo>
                  <a:cubicBezTo>
                    <a:pt x="232" y="869"/>
                    <a:pt x="231" y="868"/>
                    <a:pt x="231" y="866"/>
                  </a:cubicBezTo>
                  <a:lnTo>
                    <a:pt x="244" y="866"/>
                  </a:lnTo>
                  <a:cubicBezTo>
                    <a:pt x="244" y="867"/>
                    <a:pt x="244" y="867"/>
                    <a:pt x="244" y="867"/>
                  </a:cubicBezTo>
                  <a:cubicBezTo>
                    <a:pt x="243" y="868"/>
                    <a:pt x="243" y="869"/>
                    <a:pt x="243" y="870"/>
                  </a:cubicBezTo>
                  <a:cubicBezTo>
                    <a:pt x="243" y="871"/>
                    <a:pt x="243" y="872"/>
                    <a:pt x="244" y="873"/>
                  </a:cubicBezTo>
                  <a:lnTo>
                    <a:pt x="244" y="874"/>
                  </a:lnTo>
                  <a:lnTo>
                    <a:pt x="244" y="875"/>
                  </a:lnTo>
                  <a:cubicBezTo>
                    <a:pt x="236" y="880"/>
                    <a:pt x="228" y="887"/>
                    <a:pt x="222" y="896"/>
                  </a:cubicBezTo>
                  <a:cubicBezTo>
                    <a:pt x="219" y="898"/>
                    <a:pt x="215" y="900"/>
                    <a:pt x="212" y="902"/>
                  </a:cubicBezTo>
                  <a:cubicBezTo>
                    <a:pt x="208" y="904"/>
                    <a:pt x="205" y="906"/>
                    <a:pt x="201" y="908"/>
                  </a:cubicBezTo>
                  <a:cubicBezTo>
                    <a:pt x="191" y="911"/>
                    <a:pt x="182" y="914"/>
                    <a:pt x="172" y="915"/>
                  </a:cubicBezTo>
                  <a:cubicBezTo>
                    <a:pt x="170" y="915"/>
                    <a:pt x="170" y="918"/>
                    <a:pt x="172" y="919"/>
                  </a:cubicBezTo>
                  <a:cubicBezTo>
                    <a:pt x="182" y="923"/>
                    <a:pt x="192" y="925"/>
                    <a:pt x="202" y="925"/>
                  </a:cubicBezTo>
                  <a:cubicBezTo>
                    <a:pt x="206" y="925"/>
                    <a:pt x="209" y="924"/>
                    <a:pt x="213" y="924"/>
                  </a:cubicBezTo>
                  <a:cubicBezTo>
                    <a:pt x="219" y="923"/>
                    <a:pt x="225" y="921"/>
                    <a:pt x="230" y="917"/>
                  </a:cubicBezTo>
                  <a:cubicBezTo>
                    <a:pt x="232" y="916"/>
                    <a:pt x="234" y="915"/>
                    <a:pt x="236" y="914"/>
                  </a:cubicBezTo>
                  <a:cubicBezTo>
                    <a:pt x="246" y="905"/>
                    <a:pt x="257" y="897"/>
                    <a:pt x="269" y="890"/>
                  </a:cubicBezTo>
                  <a:moveTo>
                    <a:pt x="253" y="813"/>
                  </a:moveTo>
                  <a:cubicBezTo>
                    <a:pt x="254" y="814"/>
                    <a:pt x="255" y="814"/>
                    <a:pt x="255" y="815"/>
                  </a:cubicBezTo>
                  <a:cubicBezTo>
                    <a:pt x="257" y="816"/>
                    <a:pt x="258" y="818"/>
                    <a:pt x="258" y="819"/>
                  </a:cubicBezTo>
                  <a:cubicBezTo>
                    <a:pt x="261" y="824"/>
                    <a:pt x="263" y="829"/>
                    <a:pt x="264" y="835"/>
                  </a:cubicBezTo>
                  <a:cubicBezTo>
                    <a:pt x="264" y="834"/>
                    <a:pt x="263" y="834"/>
                    <a:pt x="262" y="834"/>
                  </a:cubicBezTo>
                  <a:cubicBezTo>
                    <a:pt x="261" y="834"/>
                    <a:pt x="261" y="834"/>
                    <a:pt x="260" y="835"/>
                  </a:cubicBezTo>
                  <a:cubicBezTo>
                    <a:pt x="249" y="835"/>
                    <a:pt x="239" y="826"/>
                    <a:pt x="228" y="824"/>
                  </a:cubicBezTo>
                  <a:cubicBezTo>
                    <a:pt x="227" y="824"/>
                    <a:pt x="226" y="824"/>
                    <a:pt x="225" y="824"/>
                  </a:cubicBezTo>
                  <a:cubicBezTo>
                    <a:pt x="215" y="824"/>
                    <a:pt x="204" y="826"/>
                    <a:pt x="194" y="831"/>
                  </a:cubicBezTo>
                  <a:cubicBezTo>
                    <a:pt x="194" y="831"/>
                    <a:pt x="194" y="830"/>
                    <a:pt x="193" y="831"/>
                  </a:cubicBezTo>
                  <a:cubicBezTo>
                    <a:pt x="192" y="832"/>
                    <a:pt x="193" y="832"/>
                    <a:pt x="193" y="832"/>
                  </a:cubicBezTo>
                  <a:cubicBezTo>
                    <a:pt x="193" y="833"/>
                    <a:pt x="193" y="833"/>
                    <a:pt x="193" y="833"/>
                  </a:cubicBezTo>
                  <a:cubicBezTo>
                    <a:pt x="194" y="834"/>
                    <a:pt x="194" y="834"/>
                    <a:pt x="194" y="834"/>
                  </a:cubicBezTo>
                  <a:cubicBezTo>
                    <a:pt x="206" y="838"/>
                    <a:pt x="221" y="836"/>
                    <a:pt x="231" y="843"/>
                  </a:cubicBezTo>
                  <a:cubicBezTo>
                    <a:pt x="236" y="847"/>
                    <a:pt x="240" y="850"/>
                    <a:pt x="245" y="853"/>
                  </a:cubicBezTo>
                  <a:lnTo>
                    <a:pt x="234" y="853"/>
                  </a:lnTo>
                  <a:lnTo>
                    <a:pt x="231" y="853"/>
                  </a:lnTo>
                  <a:cubicBezTo>
                    <a:pt x="195" y="845"/>
                    <a:pt x="162" y="859"/>
                    <a:pt x="128" y="868"/>
                  </a:cubicBezTo>
                  <a:cubicBezTo>
                    <a:pt x="123" y="870"/>
                    <a:pt x="118" y="873"/>
                    <a:pt x="114" y="875"/>
                  </a:cubicBezTo>
                  <a:cubicBezTo>
                    <a:pt x="106" y="880"/>
                    <a:pt x="98" y="885"/>
                    <a:pt x="92" y="892"/>
                  </a:cubicBezTo>
                  <a:cubicBezTo>
                    <a:pt x="81" y="903"/>
                    <a:pt x="72" y="915"/>
                    <a:pt x="64" y="928"/>
                  </a:cubicBezTo>
                  <a:cubicBezTo>
                    <a:pt x="73" y="888"/>
                    <a:pt x="108" y="857"/>
                    <a:pt x="139" y="835"/>
                  </a:cubicBezTo>
                  <a:cubicBezTo>
                    <a:pt x="142" y="832"/>
                    <a:pt x="145" y="830"/>
                    <a:pt x="148" y="829"/>
                  </a:cubicBezTo>
                  <a:cubicBezTo>
                    <a:pt x="170" y="816"/>
                    <a:pt x="195" y="809"/>
                    <a:pt x="221" y="809"/>
                  </a:cubicBezTo>
                  <a:cubicBezTo>
                    <a:pt x="232" y="809"/>
                    <a:pt x="243" y="810"/>
                    <a:pt x="253" y="813"/>
                  </a:cubicBezTo>
                  <a:moveTo>
                    <a:pt x="273" y="774"/>
                  </a:moveTo>
                  <a:lnTo>
                    <a:pt x="273" y="774"/>
                  </a:lnTo>
                  <a:moveTo>
                    <a:pt x="297" y="760"/>
                  </a:moveTo>
                  <a:cubicBezTo>
                    <a:pt x="297" y="759"/>
                    <a:pt x="297" y="759"/>
                    <a:pt x="297" y="758"/>
                  </a:cubicBezTo>
                  <a:cubicBezTo>
                    <a:pt x="296" y="757"/>
                    <a:pt x="295" y="756"/>
                    <a:pt x="294" y="755"/>
                  </a:cubicBezTo>
                  <a:lnTo>
                    <a:pt x="300" y="758"/>
                  </a:lnTo>
                  <a:lnTo>
                    <a:pt x="297" y="760"/>
                  </a:lnTo>
                  <a:moveTo>
                    <a:pt x="54" y="562"/>
                  </a:moveTo>
                  <a:cubicBezTo>
                    <a:pt x="55" y="563"/>
                    <a:pt x="55" y="564"/>
                    <a:pt x="56" y="565"/>
                  </a:cubicBezTo>
                  <a:cubicBezTo>
                    <a:pt x="59" y="570"/>
                    <a:pt x="64" y="575"/>
                    <a:pt x="69" y="579"/>
                  </a:cubicBezTo>
                  <a:cubicBezTo>
                    <a:pt x="70" y="583"/>
                    <a:pt x="71" y="586"/>
                    <a:pt x="72" y="590"/>
                  </a:cubicBezTo>
                  <a:cubicBezTo>
                    <a:pt x="72" y="595"/>
                    <a:pt x="79" y="595"/>
                    <a:pt x="80" y="590"/>
                  </a:cubicBezTo>
                  <a:cubicBezTo>
                    <a:pt x="81" y="586"/>
                    <a:pt x="85" y="582"/>
                    <a:pt x="84" y="576"/>
                  </a:cubicBezTo>
                  <a:cubicBezTo>
                    <a:pt x="83" y="571"/>
                    <a:pt x="79" y="569"/>
                    <a:pt x="77" y="564"/>
                  </a:cubicBezTo>
                  <a:cubicBezTo>
                    <a:pt x="76" y="563"/>
                    <a:pt x="76" y="563"/>
                    <a:pt x="75" y="562"/>
                  </a:cubicBezTo>
                  <a:cubicBezTo>
                    <a:pt x="72" y="557"/>
                    <a:pt x="70" y="551"/>
                    <a:pt x="69" y="545"/>
                  </a:cubicBezTo>
                  <a:cubicBezTo>
                    <a:pt x="70" y="542"/>
                    <a:pt x="70" y="541"/>
                    <a:pt x="70" y="538"/>
                  </a:cubicBezTo>
                  <a:cubicBezTo>
                    <a:pt x="70" y="536"/>
                    <a:pt x="70" y="533"/>
                    <a:pt x="69" y="531"/>
                  </a:cubicBezTo>
                  <a:cubicBezTo>
                    <a:pt x="69" y="530"/>
                    <a:pt x="68" y="530"/>
                    <a:pt x="68" y="529"/>
                  </a:cubicBezTo>
                  <a:cubicBezTo>
                    <a:pt x="67" y="527"/>
                    <a:pt x="66" y="526"/>
                    <a:pt x="65" y="525"/>
                  </a:cubicBezTo>
                  <a:cubicBezTo>
                    <a:pt x="64" y="525"/>
                    <a:pt x="63" y="524"/>
                    <a:pt x="61" y="524"/>
                  </a:cubicBezTo>
                  <a:cubicBezTo>
                    <a:pt x="61" y="520"/>
                    <a:pt x="61" y="516"/>
                    <a:pt x="61" y="512"/>
                  </a:cubicBezTo>
                  <a:cubicBezTo>
                    <a:pt x="61" y="508"/>
                    <a:pt x="61" y="504"/>
                    <a:pt x="61" y="500"/>
                  </a:cubicBezTo>
                  <a:cubicBezTo>
                    <a:pt x="62" y="478"/>
                    <a:pt x="66" y="457"/>
                    <a:pt x="74" y="436"/>
                  </a:cubicBezTo>
                  <a:cubicBezTo>
                    <a:pt x="92" y="402"/>
                    <a:pt x="117" y="400"/>
                    <a:pt x="148" y="388"/>
                  </a:cubicBezTo>
                  <a:cubicBezTo>
                    <a:pt x="161" y="383"/>
                    <a:pt x="173" y="377"/>
                    <a:pt x="185" y="371"/>
                  </a:cubicBezTo>
                  <a:cubicBezTo>
                    <a:pt x="185" y="377"/>
                    <a:pt x="186" y="384"/>
                    <a:pt x="188" y="390"/>
                  </a:cubicBezTo>
                  <a:cubicBezTo>
                    <a:pt x="190" y="397"/>
                    <a:pt x="191" y="403"/>
                    <a:pt x="192" y="410"/>
                  </a:cubicBezTo>
                  <a:cubicBezTo>
                    <a:pt x="192" y="417"/>
                    <a:pt x="202" y="424"/>
                    <a:pt x="206" y="429"/>
                  </a:cubicBezTo>
                  <a:lnTo>
                    <a:pt x="207" y="430"/>
                  </a:lnTo>
                  <a:cubicBezTo>
                    <a:pt x="207" y="430"/>
                    <a:pt x="208" y="430"/>
                    <a:pt x="209" y="430"/>
                  </a:cubicBezTo>
                  <a:lnTo>
                    <a:pt x="212" y="430"/>
                  </a:lnTo>
                  <a:cubicBezTo>
                    <a:pt x="212" y="430"/>
                    <a:pt x="212" y="431"/>
                    <a:pt x="213" y="430"/>
                  </a:cubicBezTo>
                  <a:cubicBezTo>
                    <a:pt x="214" y="429"/>
                    <a:pt x="213" y="430"/>
                    <a:pt x="214" y="429"/>
                  </a:cubicBezTo>
                  <a:cubicBezTo>
                    <a:pt x="215" y="428"/>
                    <a:pt x="214" y="428"/>
                    <a:pt x="214" y="427"/>
                  </a:cubicBezTo>
                  <a:lnTo>
                    <a:pt x="214" y="426"/>
                  </a:lnTo>
                  <a:cubicBezTo>
                    <a:pt x="213" y="426"/>
                    <a:pt x="213" y="425"/>
                    <a:pt x="213" y="425"/>
                  </a:cubicBezTo>
                  <a:cubicBezTo>
                    <a:pt x="213" y="425"/>
                    <a:pt x="211" y="400"/>
                    <a:pt x="211" y="402"/>
                  </a:cubicBezTo>
                  <a:cubicBezTo>
                    <a:pt x="211" y="401"/>
                    <a:pt x="211" y="400"/>
                    <a:pt x="211" y="399"/>
                  </a:cubicBezTo>
                  <a:cubicBezTo>
                    <a:pt x="211" y="389"/>
                    <a:pt x="211" y="379"/>
                    <a:pt x="210" y="370"/>
                  </a:cubicBezTo>
                  <a:cubicBezTo>
                    <a:pt x="210" y="357"/>
                    <a:pt x="224" y="343"/>
                    <a:pt x="219" y="330"/>
                  </a:cubicBezTo>
                  <a:cubicBezTo>
                    <a:pt x="219" y="328"/>
                    <a:pt x="221" y="327"/>
                    <a:pt x="222" y="325"/>
                  </a:cubicBezTo>
                  <a:cubicBezTo>
                    <a:pt x="232" y="300"/>
                    <a:pt x="244" y="275"/>
                    <a:pt x="256" y="251"/>
                  </a:cubicBezTo>
                  <a:cubicBezTo>
                    <a:pt x="266" y="234"/>
                    <a:pt x="278" y="219"/>
                    <a:pt x="292" y="205"/>
                  </a:cubicBezTo>
                  <a:cubicBezTo>
                    <a:pt x="306" y="192"/>
                    <a:pt x="331" y="163"/>
                    <a:pt x="333" y="187"/>
                  </a:cubicBezTo>
                  <a:cubicBezTo>
                    <a:pt x="336" y="223"/>
                    <a:pt x="330" y="270"/>
                    <a:pt x="365" y="291"/>
                  </a:cubicBezTo>
                  <a:cubicBezTo>
                    <a:pt x="388" y="306"/>
                    <a:pt x="418" y="267"/>
                    <a:pt x="437" y="262"/>
                  </a:cubicBezTo>
                  <a:cubicBezTo>
                    <a:pt x="456" y="258"/>
                    <a:pt x="467" y="203"/>
                    <a:pt x="469" y="190"/>
                  </a:cubicBezTo>
                  <a:cubicBezTo>
                    <a:pt x="474" y="175"/>
                    <a:pt x="480" y="160"/>
                    <a:pt x="487" y="147"/>
                  </a:cubicBezTo>
                  <a:cubicBezTo>
                    <a:pt x="490" y="142"/>
                    <a:pt x="494" y="137"/>
                    <a:pt x="497" y="132"/>
                  </a:cubicBezTo>
                  <a:cubicBezTo>
                    <a:pt x="501" y="126"/>
                    <a:pt x="504" y="120"/>
                    <a:pt x="508" y="114"/>
                  </a:cubicBezTo>
                  <a:cubicBezTo>
                    <a:pt x="509" y="116"/>
                    <a:pt x="511" y="118"/>
                    <a:pt x="512" y="119"/>
                  </a:cubicBezTo>
                  <a:cubicBezTo>
                    <a:pt x="514" y="120"/>
                    <a:pt x="516" y="120"/>
                    <a:pt x="518" y="120"/>
                  </a:cubicBezTo>
                  <a:cubicBezTo>
                    <a:pt x="520" y="120"/>
                    <a:pt x="521" y="120"/>
                    <a:pt x="522" y="119"/>
                  </a:cubicBezTo>
                  <a:cubicBezTo>
                    <a:pt x="539" y="115"/>
                    <a:pt x="545" y="144"/>
                    <a:pt x="554" y="154"/>
                  </a:cubicBezTo>
                  <a:cubicBezTo>
                    <a:pt x="565" y="166"/>
                    <a:pt x="575" y="178"/>
                    <a:pt x="584" y="191"/>
                  </a:cubicBezTo>
                  <a:cubicBezTo>
                    <a:pt x="593" y="204"/>
                    <a:pt x="586" y="191"/>
                    <a:pt x="585" y="191"/>
                  </a:cubicBezTo>
                  <a:cubicBezTo>
                    <a:pt x="580" y="169"/>
                    <a:pt x="572" y="147"/>
                    <a:pt x="563" y="127"/>
                  </a:cubicBezTo>
                  <a:cubicBezTo>
                    <a:pt x="558" y="118"/>
                    <a:pt x="552" y="110"/>
                    <a:pt x="546" y="102"/>
                  </a:cubicBezTo>
                  <a:cubicBezTo>
                    <a:pt x="544" y="100"/>
                    <a:pt x="542" y="97"/>
                    <a:pt x="539" y="96"/>
                  </a:cubicBezTo>
                  <a:cubicBezTo>
                    <a:pt x="535" y="94"/>
                    <a:pt x="531" y="93"/>
                    <a:pt x="527" y="92"/>
                  </a:cubicBezTo>
                  <a:cubicBezTo>
                    <a:pt x="554" y="66"/>
                    <a:pt x="560" y="88"/>
                    <a:pt x="566" y="110"/>
                  </a:cubicBezTo>
                  <a:cubicBezTo>
                    <a:pt x="572" y="133"/>
                    <a:pt x="593" y="159"/>
                    <a:pt x="603" y="184"/>
                  </a:cubicBezTo>
                  <a:cubicBezTo>
                    <a:pt x="605" y="190"/>
                    <a:pt x="608" y="196"/>
                    <a:pt x="612" y="202"/>
                  </a:cubicBezTo>
                  <a:cubicBezTo>
                    <a:pt x="616" y="210"/>
                    <a:pt x="621" y="217"/>
                    <a:pt x="627" y="223"/>
                  </a:cubicBezTo>
                  <a:cubicBezTo>
                    <a:pt x="646" y="240"/>
                    <a:pt x="660" y="231"/>
                    <a:pt x="672" y="212"/>
                  </a:cubicBezTo>
                  <a:cubicBezTo>
                    <a:pt x="697" y="169"/>
                    <a:pt x="716" y="122"/>
                    <a:pt x="742" y="81"/>
                  </a:cubicBezTo>
                  <a:cubicBezTo>
                    <a:pt x="759" y="61"/>
                    <a:pt x="778" y="43"/>
                    <a:pt x="799" y="29"/>
                  </a:cubicBezTo>
                  <a:cubicBezTo>
                    <a:pt x="800" y="30"/>
                    <a:pt x="800" y="31"/>
                    <a:pt x="801" y="32"/>
                  </a:cubicBezTo>
                  <a:cubicBezTo>
                    <a:pt x="814" y="52"/>
                    <a:pt x="805" y="91"/>
                    <a:pt x="803" y="113"/>
                  </a:cubicBezTo>
                  <a:cubicBezTo>
                    <a:pt x="802" y="120"/>
                    <a:pt x="802" y="127"/>
                    <a:pt x="802" y="135"/>
                  </a:cubicBezTo>
                  <a:cubicBezTo>
                    <a:pt x="802" y="146"/>
                    <a:pt x="803" y="158"/>
                    <a:pt x="806" y="169"/>
                  </a:cubicBezTo>
                  <a:cubicBezTo>
                    <a:pt x="809" y="181"/>
                    <a:pt x="807" y="169"/>
                    <a:pt x="808" y="169"/>
                  </a:cubicBezTo>
                  <a:cubicBezTo>
                    <a:pt x="810" y="159"/>
                    <a:pt x="818" y="150"/>
                    <a:pt x="820" y="140"/>
                  </a:cubicBezTo>
                  <a:cubicBezTo>
                    <a:pt x="823" y="126"/>
                    <a:pt x="823" y="111"/>
                    <a:pt x="826" y="96"/>
                  </a:cubicBezTo>
                  <a:cubicBezTo>
                    <a:pt x="828" y="86"/>
                    <a:pt x="829" y="76"/>
                    <a:pt x="829" y="66"/>
                  </a:cubicBezTo>
                  <a:cubicBezTo>
                    <a:pt x="829" y="51"/>
                    <a:pt x="827" y="37"/>
                    <a:pt x="822" y="23"/>
                  </a:cubicBezTo>
                  <a:cubicBezTo>
                    <a:pt x="828" y="25"/>
                    <a:pt x="832" y="32"/>
                    <a:pt x="833" y="46"/>
                  </a:cubicBezTo>
                  <a:cubicBezTo>
                    <a:pt x="833" y="69"/>
                    <a:pt x="832" y="93"/>
                    <a:pt x="834" y="116"/>
                  </a:cubicBezTo>
                  <a:cubicBezTo>
                    <a:pt x="836" y="143"/>
                    <a:pt x="821" y="197"/>
                    <a:pt x="856" y="209"/>
                  </a:cubicBezTo>
                  <a:cubicBezTo>
                    <a:pt x="859" y="209"/>
                    <a:pt x="862" y="209"/>
                    <a:pt x="865" y="209"/>
                  </a:cubicBezTo>
                  <a:cubicBezTo>
                    <a:pt x="874" y="209"/>
                    <a:pt x="883" y="207"/>
                    <a:pt x="891" y="203"/>
                  </a:cubicBezTo>
                  <a:cubicBezTo>
                    <a:pt x="892" y="202"/>
                    <a:pt x="892" y="202"/>
                    <a:pt x="893" y="201"/>
                  </a:cubicBezTo>
                  <a:cubicBezTo>
                    <a:pt x="923" y="187"/>
                    <a:pt x="936" y="194"/>
                    <a:pt x="961" y="206"/>
                  </a:cubicBezTo>
                  <a:cubicBezTo>
                    <a:pt x="961" y="207"/>
                    <a:pt x="961" y="208"/>
                    <a:pt x="962" y="209"/>
                  </a:cubicBezTo>
                  <a:cubicBezTo>
                    <a:pt x="962" y="210"/>
                    <a:pt x="963" y="211"/>
                    <a:pt x="965" y="212"/>
                  </a:cubicBezTo>
                  <a:cubicBezTo>
                    <a:pt x="966" y="213"/>
                    <a:pt x="968" y="214"/>
                    <a:pt x="969" y="215"/>
                  </a:cubicBezTo>
                  <a:cubicBezTo>
                    <a:pt x="982" y="222"/>
                    <a:pt x="996" y="227"/>
                    <a:pt x="1010" y="229"/>
                  </a:cubicBezTo>
                  <a:cubicBezTo>
                    <a:pt x="1039" y="235"/>
                    <a:pt x="1056" y="275"/>
                    <a:pt x="1072" y="293"/>
                  </a:cubicBezTo>
                  <a:cubicBezTo>
                    <a:pt x="1090" y="310"/>
                    <a:pt x="1105" y="329"/>
                    <a:pt x="1119" y="349"/>
                  </a:cubicBezTo>
                  <a:cubicBezTo>
                    <a:pt x="1130" y="366"/>
                    <a:pt x="1152" y="386"/>
                    <a:pt x="1156" y="406"/>
                  </a:cubicBezTo>
                  <a:cubicBezTo>
                    <a:pt x="1160" y="426"/>
                    <a:pt x="1182" y="442"/>
                    <a:pt x="1189" y="460"/>
                  </a:cubicBezTo>
                  <a:cubicBezTo>
                    <a:pt x="1196" y="476"/>
                    <a:pt x="1199" y="492"/>
                    <a:pt x="1199" y="509"/>
                  </a:cubicBezTo>
                  <a:cubicBezTo>
                    <a:pt x="1199" y="510"/>
                    <a:pt x="1199" y="511"/>
                    <a:pt x="1199" y="512"/>
                  </a:cubicBezTo>
                  <a:cubicBezTo>
                    <a:pt x="1199" y="550"/>
                    <a:pt x="1199" y="600"/>
                    <a:pt x="1170" y="628"/>
                  </a:cubicBezTo>
                  <a:cubicBezTo>
                    <a:pt x="1168" y="629"/>
                    <a:pt x="1166" y="631"/>
                    <a:pt x="1164" y="632"/>
                  </a:cubicBezTo>
                  <a:cubicBezTo>
                    <a:pt x="1163" y="631"/>
                    <a:pt x="1162" y="631"/>
                    <a:pt x="1161" y="630"/>
                  </a:cubicBezTo>
                  <a:cubicBezTo>
                    <a:pt x="1160" y="629"/>
                    <a:pt x="1159" y="629"/>
                    <a:pt x="1157" y="629"/>
                  </a:cubicBezTo>
                  <a:cubicBezTo>
                    <a:pt x="1156" y="629"/>
                    <a:pt x="1156" y="629"/>
                    <a:pt x="1155" y="629"/>
                  </a:cubicBezTo>
                  <a:cubicBezTo>
                    <a:pt x="1151" y="630"/>
                    <a:pt x="1148" y="632"/>
                    <a:pt x="1145" y="633"/>
                  </a:cubicBezTo>
                  <a:cubicBezTo>
                    <a:pt x="1150" y="628"/>
                    <a:pt x="1154" y="622"/>
                    <a:pt x="1158" y="616"/>
                  </a:cubicBezTo>
                  <a:cubicBezTo>
                    <a:pt x="1161" y="613"/>
                    <a:pt x="1163" y="609"/>
                    <a:pt x="1166" y="604"/>
                  </a:cubicBezTo>
                  <a:cubicBezTo>
                    <a:pt x="1174" y="590"/>
                    <a:pt x="1180" y="573"/>
                    <a:pt x="1180" y="555"/>
                  </a:cubicBezTo>
                  <a:lnTo>
                    <a:pt x="1180" y="554"/>
                  </a:lnTo>
                  <a:cubicBezTo>
                    <a:pt x="1179" y="553"/>
                    <a:pt x="1179" y="554"/>
                    <a:pt x="1178" y="553"/>
                  </a:cubicBezTo>
                  <a:cubicBezTo>
                    <a:pt x="1177" y="552"/>
                    <a:pt x="1177" y="552"/>
                    <a:pt x="1177" y="552"/>
                  </a:cubicBezTo>
                  <a:cubicBezTo>
                    <a:pt x="1176" y="552"/>
                    <a:pt x="1176" y="552"/>
                    <a:pt x="1175" y="553"/>
                  </a:cubicBezTo>
                  <a:cubicBezTo>
                    <a:pt x="1175" y="553"/>
                    <a:pt x="1174" y="553"/>
                    <a:pt x="1174" y="554"/>
                  </a:cubicBezTo>
                  <a:cubicBezTo>
                    <a:pt x="1170" y="562"/>
                    <a:pt x="1166" y="570"/>
                    <a:pt x="1162" y="577"/>
                  </a:cubicBezTo>
                  <a:cubicBezTo>
                    <a:pt x="1157" y="585"/>
                    <a:pt x="1152" y="593"/>
                    <a:pt x="1146" y="601"/>
                  </a:cubicBezTo>
                  <a:cubicBezTo>
                    <a:pt x="1134" y="619"/>
                    <a:pt x="1118" y="634"/>
                    <a:pt x="1099" y="646"/>
                  </a:cubicBezTo>
                  <a:cubicBezTo>
                    <a:pt x="1099" y="646"/>
                    <a:pt x="1098" y="647"/>
                    <a:pt x="1097" y="648"/>
                  </a:cubicBezTo>
                  <a:lnTo>
                    <a:pt x="1090" y="648"/>
                  </a:lnTo>
                  <a:lnTo>
                    <a:pt x="1092" y="645"/>
                  </a:lnTo>
                  <a:cubicBezTo>
                    <a:pt x="1099" y="638"/>
                    <a:pt x="1105" y="630"/>
                    <a:pt x="1110" y="621"/>
                  </a:cubicBezTo>
                  <a:cubicBezTo>
                    <a:pt x="1112" y="619"/>
                    <a:pt x="1113" y="616"/>
                    <a:pt x="1114" y="613"/>
                  </a:cubicBezTo>
                  <a:cubicBezTo>
                    <a:pt x="1117" y="606"/>
                    <a:pt x="1121" y="599"/>
                    <a:pt x="1125" y="592"/>
                  </a:cubicBezTo>
                  <a:cubicBezTo>
                    <a:pt x="1125" y="592"/>
                    <a:pt x="1125" y="591"/>
                    <a:pt x="1126" y="591"/>
                  </a:cubicBezTo>
                  <a:cubicBezTo>
                    <a:pt x="1129" y="585"/>
                    <a:pt x="1131" y="579"/>
                    <a:pt x="1134" y="573"/>
                  </a:cubicBezTo>
                  <a:cubicBezTo>
                    <a:pt x="1134" y="571"/>
                    <a:pt x="1135" y="553"/>
                    <a:pt x="1138" y="553"/>
                  </a:cubicBezTo>
                  <a:cubicBezTo>
                    <a:pt x="1139" y="553"/>
                    <a:pt x="1139" y="552"/>
                    <a:pt x="1139" y="552"/>
                  </a:cubicBezTo>
                  <a:cubicBezTo>
                    <a:pt x="1139" y="551"/>
                    <a:pt x="1139" y="551"/>
                    <a:pt x="1139" y="551"/>
                  </a:cubicBezTo>
                  <a:lnTo>
                    <a:pt x="1138" y="550"/>
                  </a:lnTo>
                  <a:lnTo>
                    <a:pt x="1135" y="550"/>
                  </a:lnTo>
                  <a:cubicBezTo>
                    <a:pt x="1134" y="550"/>
                    <a:pt x="1134" y="550"/>
                    <a:pt x="1134" y="550"/>
                  </a:cubicBezTo>
                  <a:cubicBezTo>
                    <a:pt x="1134" y="551"/>
                    <a:pt x="1134" y="551"/>
                    <a:pt x="1133" y="551"/>
                  </a:cubicBezTo>
                  <a:cubicBezTo>
                    <a:pt x="1130" y="560"/>
                    <a:pt x="1126" y="568"/>
                    <a:pt x="1121" y="576"/>
                  </a:cubicBezTo>
                  <a:cubicBezTo>
                    <a:pt x="1114" y="588"/>
                    <a:pt x="1106" y="600"/>
                    <a:pt x="1096" y="610"/>
                  </a:cubicBezTo>
                  <a:cubicBezTo>
                    <a:pt x="1086" y="624"/>
                    <a:pt x="1075" y="636"/>
                    <a:pt x="1063" y="648"/>
                  </a:cubicBezTo>
                  <a:lnTo>
                    <a:pt x="1056" y="648"/>
                  </a:lnTo>
                  <a:lnTo>
                    <a:pt x="1055" y="648"/>
                  </a:lnTo>
                  <a:cubicBezTo>
                    <a:pt x="1052" y="648"/>
                    <a:pt x="1048" y="647"/>
                    <a:pt x="1044" y="646"/>
                  </a:cubicBezTo>
                  <a:cubicBezTo>
                    <a:pt x="1050" y="641"/>
                    <a:pt x="1054" y="636"/>
                    <a:pt x="1058" y="630"/>
                  </a:cubicBezTo>
                  <a:cubicBezTo>
                    <a:pt x="1075" y="604"/>
                    <a:pt x="1103" y="571"/>
                    <a:pt x="1101" y="537"/>
                  </a:cubicBezTo>
                  <a:lnTo>
                    <a:pt x="1101" y="536"/>
                  </a:lnTo>
                  <a:cubicBezTo>
                    <a:pt x="1100" y="536"/>
                    <a:pt x="1100" y="535"/>
                    <a:pt x="1100" y="535"/>
                  </a:cubicBezTo>
                  <a:cubicBezTo>
                    <a:pt x="1099" y="535"/>
                    <a:pt x="1099" y="535"/>
                    <a:pt x="1099" y="535"/>
                  </a:cubicBezTo>
                  <a:cubicBezTo>
                    <a:pt x="1098" y="535"/>
                    <a:pt x="1098" y="535"/>
                    <a:pt x="1097" y="535"/>
                  </a:cubicBezTo>
                  <a:cubicBezTo>
                    <a:pt x="1097" y="535"/>
                    <a:pt x="1097" y="536"/>
                    <a:pt x="1096" y="536"/>
                  </a:cubicBezTo>
                  <a:lnTo>
                    <a:pt x="1096" y="537"/>
                  </a:lnTo>
                  <a:cubicBezTo>
                    <a:pt x="1089" y="565"/>
                    <a:pt x="1065" y="587"/>
                    <a:pt x="1048" y="610"/>
                  </a:cubicBezTo>
                  <a:cubicBezTo>
                    <a:pt x="1042" y="619"/>
                    <a:pt x="1034" y="627"/>
                    <a:pt x="1025" y="634"/>
                  </a:cubicBezTo>
                  <a:cubicBezTo>
                    <a:pt x="1024" y="635"/>
                    <a:pt x="1022" y="636"/>
                    <a:pt x="1021" y="636"/>
                  </a:cubicBezTo>
                  <a:cubicBezTo>
                    <a:pt x="1017" y="639"/>
                    <a:pt x="1012" y="641"/>
                    <a:pt x="1007" y="641"/>
                  </a:cubicBezTo>
                  <a:lnTo>
                    <a:pt x="991" y="641"/>
                  </a:lnTo>
                  <a:cubicBezTo>
                    <a:pt x="1000" y="633"/>
                    <a:pt x="1009" y="627"/>
                    <a:pt x="1018" y="618"/>
                  </a:cubicBezTo>
                  <a:cubicBezTo>
                    <a:pt x="1023" y="613"/>
                    <a:pt x="1026" y="605"/>
                    <a:pt x="1032" y="599"/>
                  </a:cubicBezTo>
                  <a:cubicBezTo>
                    <a:pt x="1032" y="599"/>
                    <a:pt x="1032" y="598"/>
                    <a:pt x="1033" y="597"/>
                  </a:cubicBezTo>
                  <a:cubicBezTo>
                    <a:pt x="1035" y="594"/>
                    <a:pt x="1036" y="591"/>
                    <a:pt x="1036" y="588"/>
                  </a:cubicBezTo>
                  <a:cubicBezTo>
                    <a:pt x="1036" y="587"/>
                    <a:pt x="1036" y="587"/>
                    <a:pt x="1036" y="586"/>
                  </a:cubicBezTo>
                  <a:cubicBezTo>
                    <a:pt x="1036" y="583"/>
                    <a:pt x="1031" y="582"/>
                    <a:pt x="1030" y="585"/>
                  </a:cubicBezTo>
                  <a:cubicBezTo>
                    <a:pt x="1029" y="588"/>
                    <a:pt x="1021" y="591"/>
                    <a:pt x="1017" y="593"/>
                  </a:cubicBezTo>
                  <a:cubicBezTo>
                    <a:pt x="1009" y="596"/>
                    <a:pt x="1004" y="604"/>
                    <a:pt x="998" y="608"/>
                  </a:cubicBezTo>
                  <a:cubicBezTo>
                    <a:pt x="986" y="616"/>
                    <a:pt x="975" y="625"/>
                    <a:pt x="965" y="635"/>
                  </a:cubicBezTo>
                  <a:cubicBezTo>
                    <a:pt x="964" y="636"/>
                    <a:pt x="964" y="637"/>
                    <a:pt x="964" y="638"/>
                  </a:cubicBezTo>
                  <a:lnTo>
                    <a:pt x="952" y="635"/>
                  </a:lnTo>
                  <a:cubicBezTo>
                    <a:pt x="962" y="625"/>
                    <a:pt x="975" y="615"/>
                    <a:pt x="985" y="607"/>
                  </a:cubicBezTo>
                  <a:cubicBezTo>
                    <a:pt x="996" y="597"/>
                    <a:pt x="1005" y="586"/>
                    <a:pt x="1013" y="573"/>
                  </a:cubicBezTo>
                  <a:cubicBezTo>
                    <a:pt x="1024" y="554"/>
                    <a:pt x="1031" y="533"/>
                    <a:pt x="1033" y="511"/>
                  </a:cubicBezTo>
                  <a:lnTo>
                    <a:pt x="1032" y="510"/>
                  </a:lnTo>
                  <a:cubicBezTo>
                    <a:pt x="1031" y="509"/>
                    <a:pt x="1032" y="509"/>
                    <a:pt x="1031" y="508"/>
                  </a:cubicBezTo>
                  <a:lnTo>
                    <a:pt x="1030" y="508"/>
                  </a:lnTo>
                  <a:cubicBezTo>
                    <a:pt x="1029" y="508"/>
                    <a:pt x="1028" y="508"/>
                    <a:pt x="1028" y="508"/>
                  </a:cubicBezTo>
                  <a:cubicBezTo>
                    <a:pt x="1027" y="509"/>
                    <a:pt x="1027" y="509"/>
                    <a:pt x="1027" y="510"/>
                  </a:cubicBezTo>
                  <a:lnTo>
                    <a:pt x="1026" y="511"/>
                  </a:lnTo>
                  <a:cubicBezTo>
                    <a:pt x="1024" y="518"/>
                    <a:pt x="1021" y="524"/>
                    <a:pt x="1018" y="530"/>
                  </a:cubicBezTo>
                  <a:cubicBezTo>
                    <a:pt x="1016" y="533"/>
                    <a:pt x="1014" y="536"/>
                    <a:pt x="1012" y="539"/>
                  </a:cubicBezTo>
                  <a:cubicBezTo>
                    <a:pt x="1009" y="549"/>
                    <a:pt x="1004" y="559"/>
                    <a:pt x="999" y="568"/>
                  </a:cubicBezTo>
                  <a:cubicBezTo>
                    <a:pt x="997" y="571"/>
                    <a:pt x="995" y="575"/>
                    <a:pt x="993" y="578"/>
                  </a:cubicBezTo>
                  <a:cubicBezTo>
                    <a:pt x="982" y="590"/>
                    <a:pt x="970" y="601"/>
                    <a:pt x="958" y="612"/>
                  </a:cubicBezTo>
                  <a:cubicBezTo>
                    <a:pt x="950" y="617"/>
                    <a:pt x="942" y="624"/>
                    <a:pt x="935" y="631"/>
                  </a:cubicBezTo>
                  <a:lnTo>
                    <a:pt x="931" y="630"/>
                  </a:lnTo>
                  <a:lnTo>
                    <a:pt x="937" y="626"/>
                  </a:lnTo>
                  <a:cubicBezTo>
                    <a:pt x="946" y="618"/>
                    <a:pt x="949" y="606"/>
                    <a:pt x="958" y="599"/>
                  </a:cubicBezTo>
                  <a:cubicBezTo>
                    <a:pt x="964" y="594"/>
                    <a:pt x="965" y="585"/>
                    <a:pt x="970" y="579"/>
                  </a:cubicBezTo>
                  <a:cubicBezTo>
                    <a:pt x="974" y="573"/>
                    <a:pt x="970" y="573"/>
                    <a:pt x="976" y="567"/>
                  </a:cubicBezTo>
                  <a:cubicBezTo>
                    <a:pt x="978" y="565"/>
                    <a:pt x="979" y="562"/>
                    <a:pt x="981" y="560"/>
                  </a:cubicBezTo>
                  <a:cubicBezTo>
                    <a:pt x="982" y="559"/>
                    <a:pt x="982" y="557"/>
                    <a:pt x="983" y="556"/>
                  </a:cubicBezTo>
                  <a:cubicBezTo>
                    <a:pt x="983" y="555"/>
                    <a:pt x="983" y="555"/>
                    <a:pt x="983" y="554"/>
                  </a:cubicBezTo>
                  <a:lnTo>
                    <a:pt x="983" y="553"/>
                  </a:lnTo>
                  <a:cubicBezTo>
                    <a:pt x="983" y="552"/>
                    <a:pt x="982" y="552"/>
                    <a:pt x="982" y="552"/>
                  </a:cubicBezTo>
                  <a:cubicBezTo>
                    <a:pt x="982" y="551"/>
                    <a:pt x="981" y="551"/>
                    <a:pt x="980" y="551"/>
                  </a:cubicBezTo>
                  <a:cubicBezTo>
                    <a:pt x="980" y="551"/>
                    <a:pt x="979" y="551"/>
                    <a:pt x="979" y="552"/>
                  </a:cubicBezTo>
                  <a:cubicBezTo>
                    <a:pt x="979" y="552"/>
                    <a:pt x="978" y="552"/>
                    <a:pt x="978" y="553"/>
                  </a:cubicBezTo>
                  <a:cubicBezTo>
                    <a:pt x="974" y="558"/>
                    <a:pt x="966" y="564"/>
                    <a:pt x="964" y="570"/>
                  </a:cubicBezTo>
                  <a:cubicBezTo>
                    <a:pt x="962" y="576"/>
                    <a:pt x="956" y="580"/>
                    <a:pt x="953" y="585"/>
                  </a:cubicBezTo>
                  <a:cubicBezTo>
                    <a:pt x="950" y="591"/>
                    <a:pt x="940" y="596"/>
                    <a:pt x="936" y="601"/>
                  </a:cubicBezTo>
                  <a:cubicBezTo>
                    <a:pt x="932" y="606"/>
                    <a:pt x="928" y="609"/>
                    <a:pt x="923" y="612"/>
                  </a:cubicBezTo>
                  <a:cubicBezTo>
                    <a:pt x="920" y="614"/>
                    <a:pt x="917" y="615"/>
                    <a:pt x="913" y="616"/>
                  </a:cubicBezTo>
                  <a:cubicBezTo>
                    <a:pt x="912" y="616"/>
                    <a:pt x="911" y="617"/>
                    <a:pt x="910" y="617"/>
                  </a:cubicBezTo>
                  <a:cubicBezTo>
                    <a:pt x="909" y="618"/>
                    <a:pt x="909" y="618"/>
                    <a:pt x="908" y="618"/>
                  </a:cubicBezTo>
                  <a:cubicBezTo>
                    <a:pt x="905" y="617"/>
                    <a:pt x="903" y="614"/>
                    <a:pt x="900" y="612"/>
                  </a:cubicBezTo>
                  <a:cubicBezTo>
                    <a:pt x="912" y="603"/>
                    <a:pt x="921" y="592"/>
                    <a:pt x="929" y="579"/>
                  </a:cubicBezTo>
                  <a:cubicBezTo>
                    <a:pt x="932" y="574"/>
                    <a:pt x="934" y="568"/>
                    <a:pt x="937" y="562"/>
                  </a:cubicBezTo>
                  <a:cubicBezTo>
                    <a:pt x="945" y="534"/>
                    <a:pt x="956" y="506"/>
                    <a:pt x="968" y="480"/>
                  </a:cubicBezTo>
                  <a:cubicBezTo>
                    <a:pt x="968" y="478"/>
                    <a:pt x="967" y="477"/>
                    <a:pt x="966" y="478"/>
                  </a:cubicBezTo>
                  <a:cubicBezTo>
                    <a:pt x="960" y="495"/>
                    <a:pt x="953" y="512"/>
                    <a:pt x="944" y="527"/>
                  </a:cubicBezTo>
                  <a:cubicBezTo>
                    <a:pt x="940" y="534"/>
                    <a:pt x="936" y="541"/>
                    <a:pt x="931" y="548"/>
                  </a:cubicBezTo>
                  <a:cubicBezTo>
                    <a:pt x="926" y="553"/>
                    <a:pt x="926" y="560"/>
                    <a:pt x="921" y="565"/>
                  </a:cubicBezTo>
                  <a:cubicBezTo>
                    <a:pt x="908" y="575"/>
                    <a:pt x="898" y="588"/>
                    <a:pt x="886" y="599"/>
                  </a:cubicBezTo>
                  <a:cubicBezTo>
                    <a:pt x="883" y="596"/>
                    <a:pt x="879" y="593"/>
                    <a:pt x="875" y="590"/>
                  </a:cubicBezTo>
                  <a:cubicBezTo>
                    <a:pt x="883" y="575"/>
                    <a:pt x="894" y="562"/>
                    <a:pt x="902" y="546"/>
                  </a:cubicBezTo>
                  <a:cubicBezTo>
                    <a:pt x="905" y="536"/>
                    <a:pt x="908" y="526"/>
                    <a:pt x="911" y="516"/>
                  </a:cubicBezTo>
                  <a:cubicBezTo>
                    <a:pt x="914" y="507"/>
                    <a:pt x="917" y="499"/>
                    <a:pt x="920" y="490"/>
                  </a:cubicBezTo>
                  <a:cubicBezTo>
                    <a:pt x="922" y="487"/>
                    <a:pt x="917" y="485"/>
                    <a:pt x="916" y="488"/>
                  </a:cubicBezTo>
                  <a:cubicBezTo>
                    <a:pt x="908" y="505"/>
                    <a:pt x="900" y="523"/>
                    <a:pt x="890" y="539"/>
                  </a:cubicBezTo>
                  <a:cubicBezTo>
                    <a:pt x="888" y="544"/>
                    <a:pt x="885" y="548"/>
                    <a:pt x="882" y="552"/>
                  </a:cubicBezTo>
                  <a:cubicBezTo>
                    <a:pt x="875" y="562"/>
                    <a:pt x="866" y="572"/>
                    <a:pt x="859" y="581"/>
                  </a:cubicBezTo>
                  <a:lnTo>
                    <a:pt x="851" y="578"/>
                  </a:lnTo>
                  <a:cubicBezTo>
                    <a:pt x="853" y="575"/>
                    <a:pt x="855" y="572"/>
                    <a:pt x="857" y="569"/>
                  </a:cubicBezTo>
                  <a:cubicBezTo>
                    <a:pt x="860" y="565"/>
                    <a:pt x="862" y="559"/>
                    <a:pt x="863" y="554"/>
                  </a:cubicBezTo>
                  <a:cubicBezTo>
                    <a:pt x="870" y="533"/>
                    <a:pt x="883" y="516"/>
                    <a:pt x="889" y="495"/>
                  </a:cubicBezTo>
                  <a:cubicBezTo>
                    <a:pt x="889" y="492"/>
                    <a:pt x="892" y="470"/>
                    <a:pt x="893" y="469"/>
                  </a:cubicBezTo>
                  <a:cubicBezTo>
                    <a:pt x="894" y="469"/>
                    <a:pt x="895" y="463"/>
                    <a:pt x="891" y="463"/>
                  </a:cubicBezTo>
                  <a:lnTo>
                    <a:pt x="889" y="463"/>
                  </a:lnTo>
                  <a:lnTo>
                    <a:pt x="888" y="464"/>
                  </a:lnTo>
                  <a:cubicBezTo>
                    <a:pt x="887" y="465"/>
                    <a:pt x="887" y="464"/>
                    <a:pt x="886" y="465"/>
                  </a:cubicBezTo>
                  <a:cubicBezTo>
                    <a:pt x="879" y="486"/>
                    <a:pt x="869" y="506"/>
                    <a:pt x="858" y="524"/>
                  </a:cubicBezTo>
                  <a:cubicBezTo>
                    <a:pt x="855" y="531"/>
                    <a:pt x="845" y="564"/>
                    <a:pt x="837" y="566"/>
                  </a:cubicBezTo>
                  <a:cubicBezTo>
                    <a:pt x="837" y="566"/>
                    <a:pt x="836" y="566"/>
                    <a:pt x="835" y="567"/>
                  </a:cubicBezTo>
                  <a:lnTo>
                    <a:pt x="834" y="567"/>
                  </a:lnTo>
                  <a:lnTo>
                    <a:pt x="824" y="559"/>
                  </a:lnTo>
                  <a:cubicBezTo>
                    <a:pt x="825" y="556"/>
                    <a:pt x="827" y="554"/>
                    <a:pt x="829" y="551"/>
                  </a:cubicBezTo>
                  <a:cubicBezTo>
                    <a:pt x="830" y="550"/>
                    <a:pt x="831" y="549"/>
                    <a:pt x="832" y="548"/>
                  </a:cubicBezTo>
                  <a:cubicBezTo>
                    <a:pt x="835" y="542"/>
                    <a:pt x="837" y="536"/>
                    <a:pt x="839" y="530"/>
                  </a:cubicBezTo>
                  <a:cubicBezTo>
                    <a:pt x="843" y="518"/>
                    <a:pt x="853" y="506"/>
                    <a:pt x="852" y="492"/>
                  </a:cubicBezTo>
                  <a:lnTo>
                    <a:pt x="851" y="492"/>
                  </a:lnTo>
                  <a:cubicBezTo>
                    <a:pt x="851" y="491"/>
                    <a:pt x="851" y="491"/>
                    <a:pt x="851" y="491"/>
                  </a:cubicBezTo>
                  <a:cubicBezTo>
                    <a:pt x="850" y="491"/>
                    <a:pt x="850" y="491"/>
                    <a:pt x="849" y="491"/>
                  </a:cubicBezTo>
                  <a:lnTo>
                    <a:pt x="848" y="491"/>
                  </a:lnTo>
                  <a:cubicBezTo>
                    <a:pt x="848" y="491"/>
                    <a:pt x="847" y="491"/>
                    <a:pt x="847" y="492"/>
                  </a:cubicBezTo>
                  <a:cubicBezTo>
                    <a:pt x="847" y="500"/>
                    <a:pt x="840" y="507"/>
                    <a:pt x="835" y="512"/>
                  </a:cubicBezTo>
                  <a:cubicBezTo>
                    <a:pt x="831" y="516"/>
                    <a:pt x="828" y="521"/>
                    <a:pt x="825" y="525"/>
                  </a:cubicBezTo>
                  <a:cubicBezTo>
                    <a:pt x="824" y="527"/>
                    <a:pt x="823" y="529"/>
                    <a:pt x="822" y="532"/>
                  </a:cubicBezTo>
                  <a:cubicBezTo>
                    <a:pt x="819" y="538"/>
                    <a:pt x="813" y="544"/>
                    <a:pt x="809" y="550"/>
                  </a:cubicBezTo>
                  <a:cubicBezTo>
                    <a:pt x="807" y="549"/>
                    <a:pt x="805" y="549"/>
                    <a:pt x="803" y="549"/>
                  </a:cubicBezTo>
                  <a:lnTo>
                    <a:pt x="796" y="549"/>
                  </a:lnTo>
                  <a:cubicBezTo>
                    <a:pt x="802" y="538"/>
                    <a:pt x="807" y="524"/>
                    <a:pt x="812" y="516"/>
                  </a:cubicBezTo>
                  <a:cubicBezTo>
                    <a:pt x="821" y="497"/>
                    <a:pt x="828" y="477"/>
                    <a:pt x="831" y="456"/>
                  </a:cubicBezTo>
                  <a:cubicBezTo>
                    <a:pt x="834" y="441"/>
                    <a:pt x="828" y="417"/>
                    <a:pt x="835" y="404"/>
                  </a:cubicBezTo>
                  <a:cubicBezTo>
                    <a:pt x="835" y="403"/>
                    <a:pt x="834" y="402"/>
                    <a:pt x="833" y="403"/>
                  </a:cubicBezTo>
                  <a:cubicBezTo>
                    <a:pt x="822" y="424"/>
                    <a:pt x="815" y="446"/>
                    <a:pt x="812" y="469"/>
                  </a:cubicBezTo>
                  <a:cubicBezTo>
                    <a:pt x="810" y="477"/>
                    <a:pt x="785" y="546"/>
                    <a:pt x="771" y="548"/>
                  </a:cubicBezTo>
                  <a:cubicBezTo>
                    <a:pt x="766" y="547"/>
                    <a:pt x="760" y="546"/>
                    <a:pt x="755" y="544"/>
                  </a:cubicBezTo>
                  <a:cubicBezTo>
                    <a:pt x="758" y="538"/>
                    <a:pt x="760" y="531"/>
                    <a:pt x="762" y="524"/>
                  </a:cubicBezTo>
                  <a:cubicBezTo>
                    <a:pt x="764" y="518"/>
                    <a:pt x="767" y="511"/>
                    <a:pt x="768" y="505"/>
                  </a:cubicBezTo>
                  <a:cubicBezTo>
                    <a:pt x="769" y="500"/>
                    <a:pt x="769" y="495"/>
                    <a:pt x="769" y="490"/>
                  </a:cubicBezTo>
                  <a:cubicBezTo>
                    <a:pt x="769" y="485"/>
                    <a:pt x="769" y="480"/>
                    <a:pt x="768" y="475"/>
                  </a:cubicBezTo>
                  <a:cubicBezTo>
                    <a:pt x="768" y="471"/>
                    <a:pt x="763" y="472"/>
                    <a:pt x="763" y="475"/>
                  </a:cubicBezTo>
                  <a:cubicBezTo>
                    <a:pt x="758" y="492"/>
                    <a:pt x="751" y="509"/>
                    <a:pt x="742" y="524"/>
                  </a:cubicBezTo>
                  <a:cubicBezTo>
                    <a:pt x="741" y="526"/>
                    <a:pt x="741" y="527"/>
                    <a:pt x="740" y="529"/>
                  </a:cubicBezTo>
                  <a:cubicBezTo>
                    <a:pt x="739" y="532"/>
                    <a:pt x="737" y="533"/>
                    <a:pt x="736" y="535"/>
                  </a:cubicBezTo>
                  <a:lnTo>
                    <a:pt x="729" y="535"/>
                  </a:lnTo>
                  <a:lnTo>
                    <a:pt x="728" y="535"/>
                  </a:lnTo>
                  <a:cubicBezTo>
                    <a:pt x="732" y="523"/>
                    <a:pt x="733" y="510"/>
                    <a:pt x="736" y="498"/>
                  </a:cubicBezTo>
                  <a:cubicBezTo>
                    <a:pt x="739" y="487"/>
                    <a:pt x="737" y="473"/>
                    <a:pt x="740" y="459"/>
                  </a:cubicBezTo>
                  <a:cubicBezTo>
                    <a:pt x="741" y="451"/>
                    <a:pt x="742" y="444"/>
                    <a:pt x="742" y="436"/>
                  </a:cubicBezTo>
                  <a:cubicBezTo>
                    <a:pt x="742" y="431"/>
                    <a:pt x="741" y="425"/>
                    <a:pt x="741" y="420"/>
                  </a:cubicBezTo>
                  <a:cubicBezTo>
                    <a:pt x="741" y="420"/>
                    <a:pt x="742" y="420"/>
                    <a:pt x="741" y="419"/>
                  </a:cubicBezTo>
                  <a:cubicBezTo>
                    <a:pt x="740" y="418"/>
                    <a:pt x="740" y="419"/>
                    <a:pt x="740" y="419"/>
                  </a:cubicBezTo>
                  <a:lnTo>
                    <a:pt x="739" y="419"/>
                  </a:lnTo>
                  <a:lnTo>
                    <a:pt x="738" y="419"/>
                  </a:lnTo>
                  <a:cubicBezTo>
                    <a:pt x="738" y="420"/>
                    <a:pt x="738" y="420"/>
                    <a:pt x="738" y="420"/>
                  </a:cubicBezTo>
                  <a:cubicBezTo>
                    <a:pt x="736" y="439"/>
                    <a:pt x="728" y="456"/>
                    <a:pt x="727" y="475"/>
                  </a:cubicBezTo>
                  <a:cubicBezTo>
                    <a:pt x="725" y="494"/>
                    <a:pt x="721" y="513"/>
                    <a:pt x="713" y="531"/>
                  </a:cubicBezTo>
                  <a:cubicBezTo>
                    <a:pt x="707" y="531"/>
                    <a:pt x="701" y="532"/>
                    <a:pt x="695" y="534"/>
                  </a:cubicBezTo>
                  <a:lnTo>
                    <a:pt x="694" y="534"/>
                  </a:lnTo>
                  <a:cubicBezTo>
                    <a:pt x="691" y="535"/>
                    <a:pt x="688" y="536"/>
                    <a:pt x="686" y="537"/>
                  </a:cubicBezTo>
                  <a:cubicBezTo>
                    <a:pt x="681" y="539"/>
                    <a:pt x="675" y="540"/>
                    <a:pt x="670" y="540"/>
                  </a:cubicBezTo>
                  <a:cubicBezTo>
                    <a:pt x="687" y="533"/>
                    <a:pt x="694" y="515"/>
                    <a:pt x="695" y="490"/>
                  </a:cubicBezTo>
                  <a:cubicBezTo>
                    <a:pt x="697" y="471"/>
                    <a:pt x="707" y="456"/>
                    <a:pt x="706" y="436"/>
                  </a:cubicBezTo>
                  <a:cubicBezTo>
                    <a:pt x="704" y="411"/>
                    <a:pt x="703" y="386"/>
                    <a:pt x="700" y="361"/>
                  </a:cubicBezTo>
                  <a:cubicBezTo>
                    <a:pt x="700" y="357"/>
                    <a:pt x="694" y="356"/>
                    <a:pt x="693" y="361"/>
                  </a:cubicBezTo>
                  <a:cubicBezTo>
                    <a:pt x="691" y="379"/>
                    <a:pt x="690" y="397"/>
                    <a:pt x="690" y="415"/>
                  </a:cubicBezTo>
                  <a:cubicBezTo>
                    <a:pt x="690" y="419"/>
                    <a:pt x="690" y="424"/>
                    <a:pt x="690" y="428"/>
                  </a:cubicBezTo>
                  <a:cubicBezTo>
                    <a:pt x="691" y="457"/>
                    <a:pt x="681" y="523"/>
                    <a:pt x="646" y="525"/>
                  </a:cubicBezTo>
                  <a:cubicBezTo>
                    <a:pt x="645" y="525"/>
                    <a:pt x="644" y="526"/>
                    <a:pt x="643" y="526"/>
                  </a:cubicBezTo>
                  <a:cubicBezTo>
                    <a:pt x="641" y="527"/>
                    <a:pt x="640" y="528"/>
                    <a:pt x="639" y="530"/>
                  </a:cubicBezTo>
                  <a:cubicBezTo>
                    <a:pt x="639" y="531"/>
                    <a:pt x="638" y="532"/>
                    <a:pt x="638" y="533"/>
                  </a:cubicBezTo>
                  <a:lnTo>
                    <a:pt x="635" y="533"/>
                  </a:lnTo>
                  <a:cubicBezTo>
                    <a:pt x="635" y="527"/>
                    <a:pt x="638" y="520"/>
                    <a:pt x="639" y="513"/>
                  </a:cubicBezTo>
                  <a:cubicBezTo>
                    <a:pt x="639" y="507"/>
                    <a:pt x="641" y="503"/>
                    <a:pt x="642" y="497"/>
                  </a:cubicBezTo>
                  <a:cubicBezTo>
                    <a:pt x="641" y="490"/>
                    <a:pt x="640" y="482"/>
                    <a:pt x="638" y="475"/>
                  </a:cubicBezTo>
                  <a:cubicBezTo>
                    <a:pt x="638" y="471"/>
                    <a:pt x="632" y="472"/>
                    <a:pt x="632" y="475"/>
                  </a:cubicBezTo>
                  <a:cubicBezTo>
                    <a:pt x="629" y="490"/>
                    <a:pt x="621" y="503"/>
                    <a:pt x="620" y="519"/>
                  </a:cubicBezTo>
                  <a:cubicBezTo>
                    <a:pt x="620" y="525"/>
                    <a:pt x="616" y="531"/>
                    <a:pt x="616" y="537"/>
                  </a:cubicBezTo>
                  <a:lnTo>
                    <a:pt x="606" y="540"/>
                  </a:lnTo>
                  <a:cubicBezTo>
                    <a:pt x="606" y="535"/>
                    <a:pt x="606" y="531"/>
                    <a:pt x="606" y="527"/>
                  </a:cubicBezTo>
                  <a:cubicBezTo>
                    <a:pt x="606" y="491"/>
                    <a:pt x="601" y="456"/>
                    <a:pt x="591" y="422"/>
                  </a:cubicBezTo>
                  <a:cubicBezTo>
                    <a:pt x="591" y="421"/>
                    <a:pt x="591" y="421"/>
                    <a:pt x="590" y="421"/>
                  </a:cubicBezTo>
                  <a:lnTo>
                    <a:pt x="590" y="420"/>
                  </a:lnTo>
                  <a:lnTo>
                    <a:pt x="589" y="420"/>
                  </a:lnTo>
                  <a:lnTo>
                    <a:pt x="588" y="420"/>
                  </a:lnTo>
                  <a:lnTo>
                    <a:pt x="588" y="421"/>
                  </a:lnTo>
                  <a:lnTo>
                    <a:pt x="588" y="422"/>
                  </a:lnTo>
                  <a:cubicBezTo>
                    <a:pt x="595" y="459"/>
                    <a:pt x="586" y="500"/>
                    <a:pt x="585" y="540"/>
                  </a:cubicBezTo>
                  <a:lnTo>
                    <a:pt x="573" y="536"/>
                  </a:lnTo>
                  <a:cubicBezTo>
                    <a:pt x="571" y="530"/>
                    <a:pt x="570" y="525"/>
                    <a:pt x="570" y="519"/>
                  </a:cubicBezTo>
                  <a:cubicBezTo>
                    <a:pt x="570" y="516"/>
                    <a:pt x="570" y="514"/>
                    <a:pt x="571" y="511"/>
                  </a:cubicBezTo>
                  <a:cubicBezTo>
                    <a:pt x="582" y="492"/>
                    <a:pt x="568" y="462"/>
                    <a:pt x="564" y="441"/>
                  </a:cubicBezTo>
                  <a:cubicBezTo>
                    <a:pt x="562" y="420"/>
                    <a:pt x="556" y="400"/>
                    <a:pt x="546" y="382"/>
                  </a:cubicBezTo>
                  <a:cubicBezTo>
                    <a:pt x="543" y="378"/>
                    <a:pt x="538" y="382"/>
                    <a:pt x="540" y="385"/>
                  </a:cubicBezTo>
                  <a:cubicBezTo>
                    <a:pt x="550" y="401"/>
                    <a:pt x="546" y="426"/>
                    <a:pt x="549" y="444"/>
                  </a:cubicBezTo>
                  <a:cubicBezTo>
                    <a:pt x="549" y="449"/>
                    <a:pt x="550" y="453"/>
                    <a:pt x="550" y="457"/>
                  </a:cubicBezTo>
                  <a:cubicBezTo>
                    <a:pt x="543" y="444"/>
                    <a:pt x="535" y="430"/>
                    <a:pt x="530" y="416"/>
                  </a:cubicBezTo>
                  <a:cubicBezTo>
                    <a:pt x="514" y="383"/>
                    <a:pt x="503" y="348"/>
                    <a:pt x="498" y="312"/>
                  </a:cubicBezTo>
                  <a:cubicBezTo>
                    <a:pt x="498" y="308"/>
                    <a:pt x="492" y="309"/>
                    <a:pt x="492" y="312"/>
                  </a:cubicBezTo>
                  <a:cubicBezTo>
                    <a:pt x="486" y="380"/>
                    <a:pt x="519" y="439"/>
                    <a:pt x="547" y="499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48" y="501"/>
                    <a:pt x="549" y="502"/>
                    <a:pt x="550" y="503"/>
                  </a:cubicBezTo>
                  <a:cubicBezTo>
                    <a:pt x="548" y="508"/>
                    <a:pt x="546" y="513"/>
                    <a:pt x="543" y="518"/>
                  </a:cubicBezTo>
                  <a:cubicBezTo>
                    <a:pt x="542" y="517"/>
                    <a:pt x="540" y="516"/>
                    <a:pt x="538" y="516"/>
                  </a:cubicBezTo>
                  <a:cubicBezTo>
                    <a:pt x="534" y="516"/>
                    <a:pt x="530" y="514"/>
                    <a:pt x="526" y="512"/>
                  </a:cubicBezTo>
                  <a:cubicBezTo>
                    <a:pt x="525" y="512"/>
                    <a:pt x="525" y="512"/>
                    <a:pt x="524" y="511"/>
                  </a:cubicBezTo>
                  <a:cubicBezTo>
                    <a:pt x="520" y="509"/>
                    <a:pt x="514" y="504"/>
                    <a:pt x="514" y="499"/>
                  </a:cubicBezTo>
                  <a:cubicBezTo>
                    <a:pt x="514" y="494"/>
                    <a:pt x="509" y="495"/>
                    <a:pt x="508" y="498"/>
                  </a:cubicBezTo>
                  <a:cubicBezTo>
                    <a:pt x="506" y="507"/>
                    <a:pt x="514" y="518"/>
                    <a:pt x="521" y="523"/>
                  </a:cubicBezTo>
                  <a:cubicBezTo>
                    <a:pt x="522" y="523"/>
                    <a:pt x="523" y="524"/>
                    <a:pt x="523" y="524"/>
                  </a:cubicBezTo>
                  <a:cubicBezTo>
                    <a:pt x="527" y="526"/>
                    <a:pt x="532" y="528"/>
                    <a:pt x="537" y="528"/>
                  </a:cubicBezTo>
                  <a:cubicBezTo>
                    <a:pt x="538" y="528"/>
                    <a:pt x="538" y="528"/>
                    <a:pt x="539" y="528"/>
                  </a:cubicBezTo>
                  <a:cubicBezTo>
                    <a:pt x="538" y="530"/>
                    <a:pt x="537" y="532"/>
                    <a:pt x="535" y="534"/>
                  </a:cubicBezTo>
                  <a:cubicBezTo>
                    <a:pt x="533" y="537"/>
                    <a:pt x="531" y="541"/>
                    <a:pt x="529" y="544"/>
                  </a:cubicBezTo>
                  <a:cubicBezTo>
                    <a:pt x="522" y="534"/>
                    <a:pt x="509" y="535"/>
                    <a:pt x="499" y="527"/>
                  </a:cubicBezTo>
                  <a:cubicBezTo>
                    <a:pt x="491" y="520"/>
                    <a:pt x="484" y="513"/>
                    <a:pt x="477" y="506"/>
                  </a:cubicBezTo>
                  <a:cubicBezTo>
                    <a:pt x="470" y="501"/>
                    <a:pt x="465" y="495"/>
                    <a:pt x="460" y="488"/>
                  </a:cubicBezTo>
                  <a:cubicBezTo>
                    <a:pt x="460" y="487"/>
                    <a:pt x="458" y="488"/>
                    <a:pt x="458" y="490"/>
                  </a:cubicBezTo>
                  <a:cubicBezTo>
                    <a:pt x="459" y="495"/>
                    <a:pt x="462" y="500"/>
                    <a:pt x="464" y="505"/>
                  </a:cubicBezTo>
                  <a:cubicBezTo>
                    <a:pt x="467" y="513"/>
                    <a:pt x="470" y="520"/>
                    <a:pt x="475" y="528"/>
                  </a:cubicBezTo>
                  <a:cubicBezTo>
                    <a:pt x="476" y="530"/>
                    <a:pt x="478" y="533"/>
                    <a:pt x="479" y="535"/>
                  </a:cubicBezTo>
                  <a:cubicBezTo>
                    <a:pt x="484" y="541"/>
                    <a:pt x="489" y="546"/>
                    <a:pt x="495" y="550"/>
                  </a:cubicBezTo>
                  <a:cubicBezTo>
                    <a:pt x="496" y="550"/>
                    <a:pt x="496" y="550"/>
                    <a:pt x="496" y="550"/>
                  </a:cubicBezTo>
                  <a:cubicBezTo>
                    <a:pt x="499" y="552"/>
                    <a:pt x="501" y="553"/>
                    <a:pt x="504" y="554"/>
                  </a:cubicBezTo>
                  <a:cubicBezTo>
                    <a:pt x="506" y="555"/>
                    <a:pt x="509" y="556"/>
                    <a:pt x="512" y="557"/>
                  </a:cubicBezTo>
                  <a:cubicBezTo>
                    <a:pt x="513" y="558"/>
                    <a:pt x="513" y="558"/>
                    <a:pt x="514" y="559"/>
                  </a:cubicBezTo>
                  <a:cubicBezTo>
                    <a:pt x="513" y="560"/>
                    <a:pt x="511" y="561"/>
                    <a:pt x="510" y="562"/>
                  </a:cubicBezTo>
                  <a:cubicBezTo>
                    <a:pt x="507" y="564"/>
                    <a:pt x="505" y="564"/>
                    <a:pt x="502" y="565"/>
                  </a:cubicBezTo>
                  <a:cubicBezTo>
                    <a:pt x="499" y="566"/>
                    <a:pt x="497" y="567"/>
                    <a:pt x="494" y="569"/>
                  </a:cubicBezTo>
                  <a:cubicBezTo>
                    <a:pt x="493" y="569"/>
                    <a:pt x="492" y="569"/>
                    <a:pt x="492" y="569"/>
                  </a:cubicBezTo>
                  <a:cubicBezTo>
                    <a:pt x="491" y="569"/>
                    <a:pt x="490" y="569"/>
                    <a:pt x="489" y="570"/>
                  </a:cubicBezTo>
                  <a:cubicBezTo>
                    <a:pt x="488" y="571"/>
                    <a:pt x="488" y="570"/>
                    <a:pt x="488" y="570"/>
                  </a:cubicBezTo>
                  <a:lnTo>
                    <a:pt x="481" y="576"/>
                  </a:lnTo>
                  <a:cubicBezTo>
                    <a:pt x="470" y="573"/>
                    <a:pt x="460" y="569"/>
                    <a:pt x="450" y="563"/>
                  </a:cubicBezTo>
                  <a:cubicBezTo>
                    <a:pt x="441" y="558"/>
                    <a:pt x="433" y="552"/>
                    <a:pt x="426" y="545"/>
                  </a:cubicBezTo>
                  <a:cubicBezTo>
                    <a:pt x="411" y="530"/>
                    <a:pt x="402" y="510"/>
                    <a:pt x="386" y="497"/>
                  </a:cubicBezTo>
                  <a:cubicBezTo>
                    <a:pt x="383" y="494"/>
                    <a:pt x="380" y="499"/>
                    <a:pt x="382" y="501"/>
                  </a:cubicBezTo>
                  <a:cubicBezTo>
                    <a:pt x="386" y="506"/>
                    <a:pt x="389" y="511"/>
                    <a:pt x="392" y="516"/>
                  </a:cubicBezTo>
                  <a:cubicBezTo>
                    <a:pt x="396" y="523"/>
                    <a:pt x="399" y="530"/>
                    <a:pt x="402" y="536"/>
                  </a:cubicBezTo>
                  <a:cubicBezTo>
                    <a:pt x="402" y="537"/>
                    <a:pt x="402" y="537"/>
                    <a:pt x="403" y="538"/>
                  </a:cubicBezTo>
                  <a:cubicBezTo>
                    <a:pt x="408" y="548"/>
                    <a:pt x="416" y="557"/>
                    <a:pt x="425" y="566"/>
                  </a:cubicBezTo>
                  <a:cubicBezTo>
                    <a:pt x="432" y="573"/>
                    <a:pt x="441" y="580"/>
                    <a:pt x="450" y="585"/>
                  </a:cubicBezTo>
                  <a:cubicBezTo>
                    <a:pt x="454" y="587"/>
                    <a:pt x="457" y="589"/>
                    <a:pt x="461" y="591"/>
                  </a:cubicBezTo>
                  <a:lnTo>
                    <a:pt x="449" y="600"/>
                  </a:lnTo>
                  <a:cubicBezTo>
                    <a:pt x="441" y="598"/>
                    <a:pt x="434" y="596"/>
                    <a:pt x="426" y="594"/>
                  </a:cubicBezTo>
                  <a:cubicBezTo>
                    <a:pt x="413" y="586"/>
                    <a:pt x="401" y="575"/>
                    <a:pt x="391" y="562"/>
                  </a:cubicBezTo>
                  <a:cubicBezTo>
                    <a:pt x="388" y="560"/>
                    <a:pt x="383" y="562"/>
                    <a:pt x="385" y="566"/>
                  </a:cubicBezTo>
                  <a:cubicBezTo>
                    <a:pt x="395" y="580"/>
                    <a:pt x="400" y="598"/>
                    <a:pt x="415" y="607"/>
                  </a:cubicBezTo>
                  <a:cubicBezTo>
                    <a:pt x="420" y="610"/>
                    <a:pt x="426" y="613"/>
                    <a:pt x="431" y="615"/>
                  </a:cubicBezTo>
                  <a:lnTo>
                    <a:pt x="427" y="619"/>
                  </a:lnTo>
                  <a:lnTo>
                    <a:pt x="425" y="620"/>
                  </a:lnTo>
                  <a:cubicBezTo>
                    <a:pt x="424" y="619"/>
                    <a:pt x="423" y="619"/>
                    <a:pt x="422" y="618"/>
                  </a:cubicBezTo>
                  <a:cubicBezTo>
                    <a:pt x="421" y="617"/>
                    <a:pt x="420" y="617"/>
                    <a:pt x="419" y="617"/>
                  </a:cubicBezTo>
                  <a:cubicBezTo>
                    <a:pt x="415" y="616"/>
                    <a:pt x="411" y="614"/>
                    <a:pt x="407" y="612"/>
                  </a:cubicBezTo>
                  <a:cubicBezTo>
                    <a:pt x="403" y="610"/>
                    <a:pt x="400" y="607"/>
                    <a:pt x="397" y="604"/>
                  </a:cubicBezTo>
                  <a:cubicBezTo>
                    <a:pt x="392" y="599"/>
                    <a:pt x="387" y="595"/>
                    <a:pt x="381" y="591"/>
                  </a:cubicBezTo>
                  <a:cubicBezTo>
                    <a:pt x="375" y="587"/>
                    <a:pt x="364" y="581"/>
                    <a:pt x="362" y="574"/>
                  </a:cubicBezTo>
                  <a:cubicBezTo>
                    <a:pt x="362" y="573"/>
                    <a:pt x="362" y="574"/>
                    <a:pt x="361" y="573"/>
                  </a:cubicBezTo>
                  <a:cubicBezTo>
                    <a:pt x="360" y="572"/>
                    <a:pt x="361" y="572"/>
                    <a:pt x="361" y="572"/>
                  </a:cubicBezTo>
                  <a:cubicBezTo>
                    <a:pt x="360" y="572"/>
                    <a:pt x="360" y="571"/>
                    <a:pt x="359" y="571"/>
                  </a:cubicBezTo>
                  <a:cubicBezTo>
                    <a:pt x="359" y="571"/>
                    <a:pt x="359" y="572"/>
                    <a:pt x="358" y="572"/>
                  </a:cubicBezTo>
                  <a:lnTo>
                    <a:pt x="357" y="573"/>
                  </a:lnTo>
                  <a:lnTo>
                    <a:pt x="357" y="574"/>
                  </a:lnTo>
                  <a:cubicBezTo>
                    <a:pt x="359" y="581"/>
                    <a:pt x="361" y="588"/>
                    <a:pt x="365" y="594"/>
                  </a:cubicBezTo>
                  <a:cubicBezTo>
                    <a:pt x="368" y="600"/>
                    <a:pt x="373" y="606"/>
                    <a:pt x="379" y="611"/>
                  </a:cubicBezTo>
                  <a:cubicBezTo>
                    <a:pt x="384" y="619"/>
                    <a:pt x="392" y="627"/>
                    <a:pt x="401" y="632"/>
                  </a:cubicBezTo>
                  <a:cubicBezTo>
                    <a:pt x="404" y="634"/>
                    <a:pt x="407" y="635"/>
                    <a:pt x="410" y="636"/>
                  </a:cubicBezTo>
                  <a:cubicBezTo>
                    <a:pt x="408" y="640"/>
                    <a:pt x="406" y="644"/>
                    <a:pt x="403" y="647"/>
                  </a:cubicBezTo>
                  <a:lnTo>
                    <a:pt x="394" y="658"/>
                  </a:lnTo>
                  <a:cubicBezTo>
                    <a:pt x="380" y="650"/>
                    <a:pt x="363" y="645"/>
                    <a:pt x="349" y="635"/>
                  </a:cubicBezTo>
                  <a:cubicBezTo>
                    <a:pt x="330" y="620"/>
                    <a:pt x="313" y="603"/>
                    <a:pt x="296" y="585"/>
                  </a:cubicBezTo>
                  <a:cubicBezTo>
                    <a:pt x="296" y="585"/>
                    <a:pt x="296" y="584"/>
                    <a:pt x="295" y="584"/>
                  </a:cubicBezTo>
                  <a:lnTo>
                    <a:pt x="294" y="584"/>
                  </a:lnTo>
                  <a:cubicBezTo>
                    <a:pt x="293" y="584"/>
                    <a:pt x="293" y="584"/>
                    <a:pt x="292" y="584"/>
                  </a:cubicBezTo>
                  <a:lnTo>
                    <a:pt x="291" y="585"/>
                  </a:lnTo>
                  <a:cubicBezTo>
                    <a:pt x="290" y="586"/>
                    <a:pt x="291" y="586"/>
                    <a:pt x="291" y="587"/>
                  </a:cubicBezTo>
                  <a:lnTo>
                    <a:pt x="291" y="588"/>
                  </a:lnTo>
                  <a:cubicBezTo>
                    <a:pt x="291" y="588"/>
                    <a:pt x="292" y="588"/>
                    <a:pt x="292" y="589"/>
                  </a:cubicBezTo>
                  <a:lnTo>
                    <a:pt x="292" y="590"/>
                  </a:lnTo>
                  <a:cubicBezTo>
                    <a:pt x="306" y="613"/>
                    <a:pt x="322" y="636"/>
                    <a:pt x="341" y="656"/>
                  </a:cubicBezTo>
                  <a:cubicBezTo>
                    <a:pt x="347" y="661"/>
                    <a:pt x="354" y="666"/>
                    <a:pt x="362" y="671"/>
                  </a:cubicBezTo>
                  <a:cubicBezTo>
                    <a:pt x="366" y="673"/>
                    <a:pt x="371" y="676"/>
                    <a:pt x="376" y="678"/>
                  </a:cubicBezTo>
                  <a:cubicBezTo>
                    <a:pt x="369" y="685"/>
                    <a:pt x="361" y="692"/>
                    <a:pt x="353" y="697"/>
                  </a:cubicBezTo>
                  <a:cubicBezTo>
                    <a:pt x="346" y="695"/>
                    <a:pt x="340" y="693"/>
                    <a:pt x="334" y="689"/>
                  </a:cubicBezTo>
                  <a:cubicBezTo>
                    <a:pt x="326" y="685"/>
                    <a:pt x="319" y="680"/>
                    <a:pt x="313" y="673"/>
                  </a:cubicBezTo>
                  <a:cubicBezTo>
                    <a:pt x="304" y="666"/>
                    <a:pt x="294" y="661"/>
                    <a:pt x="284" y="652"/>
                  </a:cubicBezTo>
                  <a:cubicBezTo>
                    <a:pt x="272" y="641"/>
                    <a:pt x="265" y="624"/>
                    <a:pt x="248" y="618"/>
                  </a:cubicBezTo>
                  <a:cubicBezTo>
                    <a:pt x="247" y="618"/>
                    <a:pt x="247" y="618"/>
                    <a:pt x="247" y="618"/>
                  </a:cubicBezTo>
                  <a:cubicBezTo>
                    <a:pt x="246" y="618"/>
                    <a:pt x="246" y="618"/>
                    <a:pt x="246" y="619"/>
                  </a:cubicBezTo>
                  <a:cubicBezTo>
                    <a:pt x="246" y="619"/>
                    <a:pt x="245" y="619"/>
                    <a:pt x="245" y="620"/>
                  </a:cubicBezTo>
                  <a:lnTo>
                    <a:pt x="246" y="621"/>
                  </a:lnTo>
                  <a:cubicBezTo>
                    <a:pt x="257" y="630"/>
                    <a:pt x="266" y="641"/>
                    <a:pt x="273" y="653"/>
                  </a:cubicBezTo>
                  <a:cubicBezTo>
                    <a:pt x="281" y="661"/>
                    <a:pt x="289" y="670"/>
                    <a:pt x="298" y="677"/>
                  </a:cubicBezTo>
                  <a:cubicBezTo>
                    <a:pt x="308" y="691"/>
                    <a:pt x="320" y="703"/>
                    <a:pt x="334" y="713"/>
                  </a:cubicBezTo>
                  <a:cubicBezTo>
                    <a:pt x="333" y="714"/>
                    <a:pt x="331" y="716"/>
                    <a:pt x="330" y="718"/>
                  </a:cubicBezTo>
                  <a:cubicBezTo>
                    <a:pt x="324" y="717"/>
                    <a:pt x="318" y="715"/>
                    <a:pt x="313" y="712"/>
                  </a:cubicBezTo>
                  <a:cubicBezTo>
                    <a:pt x="306" y="708"/>
                    <a:pt x="300" y="703"/>
                    <a:pt x="293" y="700"/>
                  </a:cubicBezTo>
                  <a:cubicBezTo>
                    <a:pt x="289" y="698"/>
                    <a:pt x="285" y="696"/>
                    <a:pt x="281" y="693"/>
                  </a:cubicBezTo>
                  <a:cubicBezTo>
                    <a:pt x="275" y="690"/>
                    <a:pt x="270" y="687"/>
                    <a:pt x="265" y="683"/>
                  </a:cubicBezTo>
                  <a:cubicBezTo>
                    <a:pt x="263" y="681"/>
                    <a:pt x="260" y="684"/>
                    <a:pt x="262" y="687"/>
                  </a:cubicBezTo>
                  <a:cubicBezTo>
                    <a:pt x="271" y="700"/>
                    <a:pt x="283" y="711"/>
                    <a:pt x="296" y="720"/>
                  </a:cubicBezTo>
                  <a:cubicBezTo>
                    <a:pt x="300" y="724"/>
                    <a:pt x="305" y="727"/>
                    <a:pt x="309" y="730"/>
                  </a:cubicBezTo>
                  <a:cubicBezTo>
                    <a:pt x="313" y="732"/>
                    <a:pt x="317" y="734"/>
                    <a:pt x="322" y="735"/>
                  </a:cubicBezTo>
                  <a:lnTo>
                    <a:pt x="321" y="738"/>
                  </a:lnTo>
                  <a:lnTo>
                    <a:pt x="319" y="737"/>
                  </a:lnTo>
                  <a:cubicBezTo>
                    <a:pt x="315" y="735"/>
                    <a:pt x="311" y="733"/>
                    <a:pt x="306" y="733"/>
                  </a:cubicBezTo>
                  <a:cubicBezTo>
                    <a:pt x="296" y="730"/>
                    <a:pt x="287" y="726"/>
                    <a:pt x="278" y="721"/>
                  </a:cubicBezTo>
                  <a:cubicBezTo>
                    <a:pt x="277" y="721"/>
                    <a:pt x="277" y="721"/>
                    <a:pt x="276" y="720"/>
                  </a:cubicBezTo>
                  <a:cubicBezTo>
                    <a:pt x="270" y="717"/>
                    <a:pt x="263" y="714"/>
                    <a:pt x="256" y="710"/>
                  </a:cubicBezTo>
                  <a:cubicBezTo>
                    <a:pt x="241" y="701"/>
                    <a:pt x="226" y="690"/>
                    <a:pt x="213" y="677"/>
                  </a:cubicBezTo>
                  <a:cubicBezTo>
                    <a:pt x="211" y="676"/>
                    <a:pt x="208" y="677"/>
                    <a:pt x="210" y="680"/>
                  </a:cubicBezTo>
                  <a:cubicBezTo>
                    <a:pt x="219" y="694"/>
                    <a:pt x="230" y="708"/>
                    <a:pt x="243" y="719"/>
                  </a:cubicBezTo>
                  <a:cubicBezTo>
                    <a:pt x="255" y="730"/>
                    <a:pt x="271" y="736"/>
                    <a:pt x="284" y="746"/>
                  </a:cubicBezTo>
                  <a:cubicBezTo>
                    <a:pt x="285" y="746"/>
                    <a:pt x="287" y="747"/>
                    <a:pt x="288" y="748"/>
                  </a:cubicBezTo>
                  <a:cubicBezTo>
                    <a:pt x="289" y="749"/>
                    <a:pt x="291" y="749"/>
                    <a:pt x="292" y="750"/>
                  </a:cubicBezTo>
                  <a:cubicBezTo>
                    <a:pt x="289" y="750"/>
                    <a:pt x="287" y="749"/>
                    <a:pt x="284" y="749"/>
                  </a:cubicBezTo>
                  <a:cubicBezTo>
                    <a:pt x="281" y="749"/>
                    <a:pt x="279" y="750"/>
                    <a:pt x="276" y="750"/>
                  </a:cubicBezTo>
                  <a:cubicBezTo>
                    <a:pt x="268" y="750"/>
                    <a:pt x="262" y="745"/>
                    <a:pt x="254" y="743"/>
                  </a:cubicBezTo>
                  <a:cubicBezTo>
                    <a:pt x="240" y="739"/>
                    <a:pt x="226" y="732"/>
                    <a:pt x="212" y="728"/>
                  </a:cubicBezTo>
                  <a:cubicBezTo>
                    <a:pt x="209" y="728"/>
                    <a:pt x="207" y="732"/>
                    <a:pt x="210" y="733"/>
                  </a:cubicBezTo>
                  <a:cubicBezTo>
                    <a:pt x="213" y="735"/>
                    <a:pt x="218" y="742"/>
                    <a:pt x="224" y="744"/>
                  </a:cubicBezTo>
                  <a:cubicBezTo>
                    <a:pt x="225" y="744"/>
                    <a:pt x="226" y="745"/>
                    <a:pt x="227" y="745"/>
                  </a:cubicBezTo>
                  <a:cubicBezTo>
                    <a:pt x="232" y="749"/>
                    <a:pt x="238" y="752"/>
                    <a:pt x="243" y="756"/>
                  </a:cubicBezTo>
                  <a:cubicBezTo>
                    <a:pt x="249" y="759"/>
                    <a:pt x="254" y="765"/>
                    <a:pt x="260" y="767"/>
                  </a:cubicBezTo>
                  <a:cubicBezTo>
                    <a:pt x="258" y="767"/>
                    <a:pt x="256" y="767"/>
                    <a:pt x="255" y="767"/>
                  </a:cubicBezTo>
                  <a:cubicBezTo>
                    <a:pt x="253" y="767"/>
                    <a:pt x="251" y="767"/>
                    <a:pt x="249" y="767"/>
                  </a:cubicBezTo>
                  <a:cubicBezTo>
                    <a:pt x="236" y="766"/>
                    <a:pt x="223" y="764"/>
                    <a:pt x="210" y="761"/>
                  </a:cubicBezTo>
                  <a:cubicBezTo>
                    <a:pt x="202" y="759"/>
                    <a:pt x="184" y="756"/>
                    <a:pt x="180" y="749"/>
                  </a:cubicBezTo>
                  <a:lnTo>
                    <a:pt x="179" y="748"/>
                  </a:lnTo>
                  <a:lnTo>
                    <a:pt x="178" y="748"/>
                  </a:lnTo>
                  <a:cubicBezTo>
                    <a:pt x="177" y="748"/>
                    <a:pt x="176" y="748"/>
                    <a:pt x="176" y="748"/>
                  </a:cubicBezTo>
                  <a:cubicBezTo>
                    <a:pt x="175" y="749"/>
                    <a:pt x="175" y="749"/>
                    <a:pt x="175" y="749"/>
                  </a:cubicBezTo>
                  <a:cubicBezTo>
                    <a:pt x="175" y="750"/>
                    <a:pt x="174" y="750"/>
                    <a:pt x="174" y="751"/>
                  </a:cubicBezTo>
                  <a:lnTo>
                    <a:pt x="174" y="752"/>
                  </a:lnTo>
                  <a:cubicBezTo>
                    <a:pt x="179" y="767"/>
                    <a:pt x="200" y="776"/>
                    <a:pt x="217" y="781"/>
                  </a:cubicBezTo>
                  <a:cubicBezTo>
                    <a:pt x="177" y="780"/>
                    <a:pt x="139" y="770"/>
                    <a:pt x="105" y="749"/>
                  </a:cubicBezTo>
                  <a:cubicBezTo>
                    <a:pt x="101" y="747"/>
                    <a:pt x="96" y="744"/>
                    <a:pt x="92" y="741"/>
                  </a:cubicBezTo>
                  <a:cubicBezTo>
                    <a:pt x="43" y="705"/>
                    <a:pt x="31" y="638"/>
                    <a:pt x="31" y="583"/>
                  </a:cubicBezTo>
                  <a:cubicBezTo>
                    <a:pt x="29" y="574"/>
                    <a:pt x="46" y="570"/>
                    <a:pt x="55" y="562"/>
                  </a:cubicBezTo>
                  <a:lnTo>
                    <a:pt x="54" y="5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8010360" y="3337560"/>
              <a:ext cx="7920" cy="25560"/>
            </a:xfrm>
            <a:custGeom>
              <a:avLst/>
              <a:gdLst/>
              <a:ahLst/>
              <a:cxnLst/>
              <a:rect l="l" t="t" r="r" b="b"/>
              <a:pathLst>
                <a:path w="22" h="71" extrusionOk="0">
                  <a:moveTo>
                    <a:pt x="15" y="3"/>
                  </a:moveTo>
                  <a:cubicBezTo>
                    <a:pt x="15" y="19"/>
                    <a:pt x="12" y="34"/>
                    <a:pt x="8" y="49"/>
                  </a:cubicBezTo>
                  <a:cubicBezTo>
                    <a:pt x="6" y="56"/>
                    <a:pt x="0" y="61"/>
                    <a:pt x="4" y="69"/>
                  </a:cubicBezTo>
                  <a:cubicBezTo>
                    <a:pt x="4" y="69"/>
                    <a:pt x="5" y="68"/>
                    <a:pt x="5" y="69"/>
                  </a:cubicBezTo>
                  <a:cubicBezTo>
                    <a:pt x="6" y="70"/>
                    <a:pt x="5" y="70"/>
                    <a:pt x="6" y="70"/>
                  </a:cubicBezTo>
                  <a:lnTo>
                    <a:pt x="7" y="69"/>
                  </a:lnTo>
                  <a:cubicBezTo>
                    <a:pt x="10" y="64"/>
                    <a:pt x="13" y="60"/>
                    <a:pt x="16" y="55"/>
                  </a:cubicBezTo>
                  <a:cubicBezTo>
                    <a:pt x="18" y="50"/>
                    <a:pt x="19" y="45"/>
                    <a:pt x="20" y="40"/>
                  </a:cubicBezTo>
                  <a:cubicBezTo>
                    <a:pt x="21" y="34"/>
                    <a:pt x="21" y="28"/>
                    <a:pt x="21" y="22"/>
                  </a:cubicBezTo>
                  <a:cubicBezTo>
                    <a:pt x="21" y="16"/>
                    <a:pt x="21" y="10"/>
                    <a:pt x="20" y="4"/>
                  </a:cubicBezTo>
                  <a:cubicBezTo>
                    <a:pt x="20" y="0"/>
                    <a:pt x="15" y="0"/>
                    <a:pt x="1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8075520" y="3135960"/>
              <a:ext cx="8640" cy="12240"/>
            </a:xfrm>
            <a:custGeom>
              <a:avLst/>
              <a:gdLst/>
              <a:ahLst/>
              <a:cxnLst/>
              <a:rect l="l" t="t" r="r" b="b"/>
              <a:pathLst>
                <a:path w="24" h="34" extrusionOk="0">
                  <a:moveTo>
                    <a:pt x="16" y="18"/>
                  </a:moveTo>
                  <a:cubicBezTo>
                    <a:pt x="16" y="16"/>
                    <a:pt x="15" y="15"/>
                    <a:pt x="14" y="14"/>
                  </a:cubicBezTo>
                  <a:cubicBezTo>
                    <a:pt x="13" y="12"/>
                    <a:pt x="12" y="10"/>
                    <a:pt x="11" y="9"/>
                  </a:cubicBezTo>
                  <a:cubicBezTo>
                    <a:pt x="10" y="8"/>
                    <a:pt x="7" y="5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6" y="1"/>
                    <a:pt x="6" y="1"/>
                    <a:pt x="6" y="1"/>
                  </a:cubicBezTo>
                  <a:cubicBezTo>
                    <a:pt x="5" y="0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2"/>
                    <a:pt x="2" y="1"/>
                    <a:pt x="1" y="2"/>
                  </a:cubicBezTo>
                  <a:lnTo>
                    <a:pt x="1" y="3"/>
                  </a:lnTo>
                  <a:cubicBezTo>
                    <a:pt x="1" y="4"/>
                    <a:pt x="0" y="5"/>
                    <a:pt x="0" y="6"/>
                  </a:cubicBezTo>
                  <a:cubicBezTo>
                    <a:pt x="0" y="7"/>
                    <a:pt x="1" y="8"/>
                    <a:pt x="1" y="9"/>
                  </a:cubicBezTo>
                  <a:cubicBezTo>
                    <a:pt x="2" y="10"/>
                    <a:pt x="3" y="11"/>
                    <a:pt x="3" y="12"/>
                  </a:cubicBezTo>
                  <a:cubicBezTo>
                    <a:pt x="4" y="14"/>
                    <a:pt x="5" y="17"/>
                    <a:pt x="6" y="19"/>
                  </a:cubicBezTo>
                  <a:cubicBezTo>
                    <a:pt x="6" y="21"/>
                    <a:pt x="7" y="22"/>
                    <a:pt x="8" y="24"/>
                  </a:cubicBezTo>
                  <a:cubicBezTo>
                    <a:pt x="9" y="25"/>
                    <a:pt x="10" y="27"/>
                    <a:pt x="11" y="28"/>
                  </a:cubicBezTo>
                  <a:cubicBezTo>
                    <a:pt x="12" y="29"/>
                    <a:pt x="13" y="29"/>
                    <a:pt x="14" y="30"/>
                  </a:cubicBezTo>
                  <a:cubicBezTo>
                    <a:pt x="16" y="31"/>
                    <a:pt x="17" y="32"/>
                    <a:pt x="19" y="32"/>
                  </a:cubicBezTo>
                  <a:lnTo>
                    <a:pt x="20" y="33"/>
                  </a:lnTo>
                  <a:cubicBezTo>
                    <a:pt x="21" y="33"/>
                    <a:pt x="21" y="32"/>
                    <a:pt x="21" y="32"/>
                  </a:cubicBezTo>
                  <a:cubicBezTo>
                    <a:pt x="22" y="32"/>
                    <a:pt x="22" y="32"/>
                    <a:pt x="22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0"/>
                    <a:pt x="23" y="29"/>
                    <a:pt x="23" y="28"/>
                  </a:cubicBezTo>
                  <a:cubicBezTo>
                    <a:pt x="23" y="27"/>
                    <a:pt x="23" y="26"/>
                    <a:pt x="23" y="25"/>
                  </a:cubicBezTo>
                  <a:lnTo>
                    <a:pt x="22" y="25"/>
                  </a:lnTo>
                  <a:cubicBezTo>
                    <a:pt x="20" y="23"/>
                    <a:pt x="18" y="20"/>
                    <a:pt x="16" y="1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2"/>
            <p:cNvSpPr/>
            <p:nvPr/>
          </p:nvSpPr>
          <p:spPr>
            <a:xfrm>
              <a:off x="8096040" y="3160080"/>
              <a:ext cx="6480" cy="8280"/>
            </a:xfrm>
            <a:custGeom>
              <a:avLst/>
              <a:gdLst/>
              <a:ahLst/>
              <a:cxnLst/>
              <a:rect l="l" t="t" r="r" b="b"/>
              <a:pathLst>
                <a:path w="18" h="23" extrusionOk="0">
                  <a:moveTo>
                    <a:pt x="15" y="22"/>
                  </a:moveTo>
                  <a:cubicBezTo>
                    <a:pt x="16" y="22"/>
                    <a:pt x="17" y="22"/>
                    <a:pt x="17" y="20"/>
                  </a:cubicBezTo>
                  <a:cubicBezTo>
                    <a:pt x="17" y="19"/>
                    <a:pt x="17" y="18"/>
                    <a:pt x="16" y="17"/>
                  </a:cubicBezTo>
                  <a:cubicBezTo>
                    <a:pt x="16" y="16"/>
                    <a:pt x="13" y="14"/>
                    <a:pt x="12" y="13"/>
                  </a:cubicBezTo>
                  <a:cubicBezTo>
                    <a:pt x="10" y="10"/>
                    <a:pt x="8" y="7"/>
                    <a:pt x="6" y="4"/>
                  </a:cubicBezTo>
                  <a:cubicBezTo>
                    <a:pt x="6" y="3"/>
                    <a:pt x="6" y="3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2" y="7"/>
                    <a:pt x="3" y="8"/>
                    <a:pt x="4" y="10"/>
                  </a:cubicBezTo>
                  <a:cubicBezTo>
                    <a:pt x="6" y="15"/>
                    <a:pt x="10" y="19"/>
                    <a:pt x="15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2"/>
            <p:cNvSpPr/>
            <p:nvPr/>
          </p:nvSpPr>
          <p:spPr>
            <a:xfrm>
              <a:off x="8111160" y="3178800"/>
              <a:ext cx="19440" cy="24120"/>
            </a:xfrm>
            <a:custGeom>
              <a:avLst/>
              <a:gdLst/>
              <a:ahLst/>
              <a:cxnLst/>
              <a:rect l="l" t="t" r="r" b="b"/>
              <a:pathLst>
                <a:path w="54" h="67" extrusionOk="0">
                  <a:moveTo>
                    <a:pt x="26" y="32"/>
                  </a:moveTo>
                  <a:cubicBezTo>
                    <a:pt x="35" y="42"/>
                    <a:pt x="35" y="55"/>
                    <a:pt x="43" y="65"/>
                  </a:cubicBezTo>
                  <a:cubicBezTo>
                    <a:pt x="43" y="66"/>
                    <a:pt x="43" y="66"/>
                    <a:pt x="44" y="66"/>
                  </a:cubicBezTo>
                  <a:lnTo>
                    <a:pt x="45" y="66"/>
                  </a:lnTo>
                  <a:lnTo>
                    <a:pt x="46" y="66"/>
                  </a:lnTo>
                  <a:cubicBezTo>
                    <a:pt x="47" y="66"/>
                    <a:pt x="47" y="66"/>
                    <a:pt x="47" y="65"/>
                  </a:cubicBezTo>
                  <a:cubicBezTo>
                    <a:pt x="53" y="57"/>
                    <a:pt x="44" y="41"/>
                    <a:pt x="39" y="33"/>
                  </a:cubicBezTo>
                  <a:cubicBezTo>
                    <a:pt x="30" y="20"/>
                    <a:pt x="18" y="9"/>
                    <a:pt x="5" y="0"/>
                  </a:cubicBezTo>
                  <a:cubicBezTo>
                    <a:pt x="4" y="0"/>
                    <a:pt x="4" y="0"/>
                    <a:pt x="3" y="0"/>
                  </a:cubicBezTo>
                  <a:lnTo>
                    <a:pt x="2" y="0"/>
                  </a:lnTo>
                  <a:cubicBezTo>
                    <a:pt x="1" y="0"/>
                    <a:pt x="1" y="1"/>
                    <a:pt x="1" y="1"/>
                  </a:cubicBezTo>
                  <a:lnTo>
                    <a:pt x="0" y="2"/>
                  </a:lnTo>
                  <a:cubicBezTo>
                    <a:pt x="0" y="3"/>
                    <a:pt x="1" y="3"/>
                    <a:pt x="1" y="4"/>
                  </a:cubicBezTo>
                  <a:cubicBezTo>
                    <a:pt x="8" y="14"/>
                    <a:pt x="17" y="24"/>
                    <a:pt x="26" y="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2"/>
            <p:cNvSpPr/>
            <p:nvPr/>
          </p:nvSpPr>
          <p:spPr>
            <a:xfrm>
              <a:off x="8128080" y="3211560"/>
              <a:ext cx="7200" cy="46440"/>
            </a:xfrm>
            <a:custGeom>
              <a:avLst/>
              <a:gdLst/>
              <a:ahLst/>
              <a:cxnLst/>
              <a:rect l="l" t="t" r="r" b="b"/>
              <a:pathLst>
                <a:path w="20" h="129" extrusionOk="0">
                  <a:moveTo>
                    <a:pt x="2" y="6"/>
                  </a:moveTo>
                  <a:cubicBezTo>
                    <a:pt x="5" y="19"/>
                    <a:pt x="7" y="33"/>
                    <a:pt x="7" y="47"/>
                  </a:cubicBezTo>
                  <a:cubicBezTo>
                    <a:pt x="7" y="49"/>
                    <a:pt x="7" y="52"/>
                    <a:pt x="7" y="54"/>
                  </a:cubicBezTo>
                  <a:cubicBezTo>
                    <a:pt x="7" y="66"/>
                    <a:pt x="7" y="78"/>
                    <a:pt x="7" y="89"/>
                  </a:cubicBezTo>
                  <a:cubicBezTo>
                    <a:pt x="8" y="95"/>
                    <a:pt x="8" y="101"/>
                    <a:pt x="8" y="107"/>
                  </a:cubicBezTo>
                  <a:cubicBezTo>
                    <a:pt x="8" y="113"/>
                    <a:pt x="8" y="119"/>
                    <a:pt x="7" y="125"/>
                  </a:cubicBezTo>
                  <a:cubicBezTo>
                    <a:pt x="7" y="127"/>
                    <a:pt x="9" y="128"/>
                    <a:pt x="11" y="127"/>
                  </a:cubicBezTo>
                  <a:cubicBezTo>
                    <a:pt x="12" y="125"/>
                    <a:pt x="12" y="124"/>
                    <a:pt x="14" y="122"/>
                  </a:cubicBezTo>
                  <a:cubicBezTo>
                    <a:pt x="15" y="119"/>
                    <a:pt x="17" y="116"/>
                    <a:pt x="17" y="113"/>
                  </a:cubicBezTo>
                  <a:lnTo>
                    <a:pt x="17" y="112"/>
                  </a:lnTo>
                  <a:cubicBezTo>
                    <a:pt x="19" y="96"/>
                    <a:pt x="16" y="78"/>
                    <a:pt x="17" y="61"/>
                  </a:cubicBezTo>
                  <a:cubicBezTo>
                    <a:pt x="17" y="49"/>
                    <a:pt x="14" y="37"/>
                    <a:pt x="15" y="25"/>
                  </a:cubicBezTo>
                  <a:cubicBezTo>
                    <a:pt x="15" y="24"/>
                    <a:pt x="15" y="23"/>
                    <a:pt x="15" y="22"/>
                  </a:cubicBezTo>
                  <a:cubicBezTo>
                    <a:pt x="15" y="17"/>
                    <a:pt x="14" y="13"/>
                    <a:pt x="11" y="8"/>
                  </a:cubicBezTo>
                  <a:cubicBezTo>
                    <a:pt x="10" y="6"/>
                    <a:pt x="8" y="4"/>
                    <a:pt x="7" y="3"/>
                  </a:cubicBezTo>
                  <a:cubicBezTo>
                    <a:pt x="3" y="0"/>
                    <a:pt x="0" y="4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2"/>
            <p:cNvSpPr/>
            <p:nvPr/>
          </p:nvSpPr>
          <p:spPr>
            <a:xfrm>
              <a:off x="8124840" y="3280320"/>
              <a:ext cx="7920" cy="26280"/>
            </a:xfrm>
            <a:custGeom>
              <a:avLst/>
              <a:gdLst/>
              <a:ahLst/>
              <a:cxnLst/>
              <a:rect l="l" t="t" r="r" b="b"/>
              <a:pathLst>
                <a:path w="22" h="73" extrusionOk="0">
                  <a:moveTo>
                    <a:pt x="11" y="5"/>
                  </a:moveTo>
                  <a:cubicBezTo>
                    <a:pt x="11" y="8"/>
                    <a:pt x="11" y="11"/>
                    <a:pt x="11" y="14"/>
                  </a:cubicBezTo>
                  <a:cubicBezTo>
                    <a:pt x="11" y="33"/>
                    <a:pt x="8" y="51"/>
                    <a:pt x="0" y="68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1" y="71"/>
                  </a:cubicBezTo>
                  <a:lnTo>
                    <a:pt x="2" y="72"/>
                  </a:lnTo>
                  <a:cubicBezTo>
                    <a:pt x="3" y="72"/>
                    <a:pt x="3" y="71"/>
                    <a:pt x="3" y="71"/>
                  </a:cubicBezTo>
                  <a:cubicBezTo>
                    <a:pt x="4" y="71"/>
                    <a:pt x="4" y="71"/>
                    <a:pt x="4" y="71"/>
                  </a:cubicBezTo>
                  <a:cubicBezTo>
                    <a:pt x="21" y="57"/>
                    <a:pt x="18" y="25"/>
                    <a:pt x="18" y="6"/>
                  </a:cubicBezTo>
                  <a:cubicBezTo>
                    <a:pt x="17" y="1"/>
                    <a:pt x="11" y="0"/>
                    <a:pt x="1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2"/>
            <p:cNvSpPr/>
            <p:nvPr/>
          </p:nvSpPr>
          <p:spPr>
            <a:xfrm>
              <a:off x="8178480" y="3137400"/>
              <a:ext cx="12240" cy="16200"/>
            </a:xfrm>
            <a:custGeom>
              <a:avLst/>
              <a:gdLst/>
              <a:ahLst/>
              <a:cxnLst/>
              <a:rect l="l" t="t" r="r" b="b"/>
              <a:pathLst>
                <a:path w="34" h="45" extrusionOk="0">
                  <a:moveTo>
                    <a:pt x="5" y="44"/>
                  </a:moveTo>
                  <a:cubicBezTo>
                    <a:pt x="7" y="44"/>
                    <a:pt x="7" y="42"/>
                    <a:pt x="9" y="42"/>
                  </a:cubicBezTo>
                  <a:cubicBezTo>
                    <a:pt x="10" y="40"/>
                    <a:pt x="13" y="40"/>
                    <a:pt x="14" y="39"/>
                  </a:cubicBezTo>
                  <a:cubicBezTo>
                    <a:pt x="15" y="38"/>
                    <a:pt x="16" y="36"/>
                    <a:pt x="17" y="35"/>
                  </a:cubicBezTo>
                  <a:cubicBezTo>
                    <a:pt x="18" y="33"/>
                    <a:pt x="18" y="32"/>
                    <a:pt x="19" y="30"/>
                  </a:cubicBezTo>
                  <a:cubicBezTo>
                    <a:pt x="22" y="24"/>
                    <a:pt x="25" y="18"/>
                    <a:pt x="28" y="12"/>
                  </a:cubicBezTo>
                  <a:cubicBezTo>
                    <a:pt x="29" y="10"/>
                    <a:pt x="30" y="8"/>
                    <a:pt x="31" y="7"/>
                  </a:cubicBezTo>
                  <a:cubicBezTo>
                    <a:pt x="33" y="4"/>
                    <a:pt x="29" y="0"/>
                    <a:pt x="27" y="2"/>
                  </a:cubicBezTo>
                  <a:cubicBezTo>
                    <a:pt x="19" y="9"/>
                    <a:pt x="13" y="17"/>
                    <a:pt x="7" y="26"/>
                  </a:cubicBezTo>
                  <a:cubicBezTo>
                    <a:pt x="4" y="31"/>
                    <a:pt x="0" y="36"/>
                    <a:pt x="2" y="43"/>
                  </a:cubicBezTo>
                  <a:lnTo>
                    <a:pt x="3" y="44"/>
                  </a:lnTo>
                  <a:cubicBezTo>
                    <a:pt x="4" y="44"/>
                    <a:pt x="4" y="44"/>
                    <a:pt x="5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2"/>
            <p:cNvSpPr/>
            <p:nvPr/>
          </p:nvSpPr>
          <p:spPr>
            <a:xfrm>
              <a:off x="8166600" y="3061080"/>
              <a:ext cx="6120" cy="12960"/>
            </a:xfrm>
            <a:custGeom>
              <a:avLst/>
              <a:gdLst/>
              <a:ahLst/>
              <a:cxnLst/>
              <a:rect l="l" t="t" r="r" b="b"/>
              <a:pathLst>
                <a:path w="17" h="36" extrusionOk="0">
                  <a:moveTo>
                    <a:pt x="3" y="34"/>
                  </a:moveTo>
                  <a:cubicBezTo>
                    <a:pt x="5" y="32"/>
                    <a:pt x="6" y="31"/>
                    <a:pt x="7" y="29"/>
                  </a:cubicBezTo>
                  <a:cubicBezTo>
                    <a:pt x="8" y="26"/>
                    <a:pt x="9" y="23"/>
                    <a:pt x="10" y="20"/>
                  </a:cubicBezTo>
                  <a:cubicBezTo>
                    <a:pt x="11" y="17"/>
                    <a:pt x="13" y="15"/>
                    <a:pt x="14" y="12"/>
                  </a:cubicBezTo>
                  <a:cubicBezTo>
                    <a:pt x="15" y="10"/>
                    <a:pt x="15" y="9"/>
                    <a:pt x="15" y="8"/>
                  </a:cubicBezTo>
                  <a:cubicBezTo>
                    <a:pt x="16" y="6"/>
                    <a:pt x="15" y="5"/>
                    <a:pt x="15" y="4"/>
                  </a:cubicBezTo>
                  <a:lnTo>
                    <a:pt x="16" y="4"/>
                  </a:lnTo>
                  <a:cubicBezTo>
                    <a:pt x="16" y="3"/>
                    <a:pt x="16" y="3"/>
                    <a:pt x="16" y="2"/>
                  </a:cubicBezTo>
                  <a:lnTo>
                    <a:pt x="16" y="1"/>
                  </a:lnTo>
                  <a:cubicBezTo>
                    <a:pt x="16" y="1"/>
                    <a:pt x="15" y="1"/>
                    <a:pt x="15" y="0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10" y="1"/>
                    <a:pt x="9" y="1"/>
                    <a:pt x="9" y="2"/>
                  </a:cubicBezTo>
                  <a:cubicBezTo>
                    <a:pt x="8" y="3"/>
                    <a:pt x="7" y="4"/>
                    <a:pt x="7" y="6"/>
                  </a:cubicBezTo>
                  <a:cubicBezTo>
                    <a:pt x="5" y="9"/>
                    <a:pt x="3" y="12"/>
                    <a:pt x="2" y="15"/>
                  </a:cubicBezTo>
                  <a:cubicBezTo>
                    <a:pt x="1" y="21"/>
                    <a:pt x="3" y="26"/>
                    <a:pt x="0" y="31"/>
                  </a:cubicBezTo>
                  <a:cubicBezTo>
                    <a:pt x="0" y="32"/>
                    <a:pt x="0" y="32"/>
                    <a:pt x="0" y="33"/>
                  </a:cubicBezTo>
                  <a:lnTo>
                    <a:pt x="1" y="34"/>
                  </a:lnTo>
                  <a:cubicBezTo>
                    <a:pt x="2" y="35"/>
                    <a:pt x="2" y="34"/>
                    <a:pt x="2" y="34"/>
                  </a:cubicBezTo>
                  <a:cubicBezTo>
                    <a:pt x="3" y="34"/>
                    <a:pt x="3" y="34"/>
                    <a:pt x="3" y="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2"/>
            <p:cNvSpPr/>
            <p:nvPr/>
          </p:nvSpPr>
          <p:spPr>
            <a:xfrm>
              <a:off x="8114040" y="3038400"/>
              <a:ext cx="23040" cy="23400"/>
            </a:xfrm>
            <a:custGeom>
              <a:avLst/>
              <a:gdLst/>
              <a:ahLst/>
              <a:cxnLst/>
              <a:rect l="l" t="t" r="r" b="b"/>
              <a:pathLst>
                <a:path w="64" h="65" extrusionOk="0">
                  <a:moveTo>
                    <a:pt x="19" y="33"/>
                  </a:moveTo>
                  <a:cubicBezTo>
                    <a:pt x="18" y="32"/>
                    <a:pt x="18" y="30"/>
                    <a:pt x="17" y="30"/>
                  </a:cubicBezTo>
                  <a:cubicBezTo>
                    <a:pt x="15" y="29"/>
                    <a:pt x="14" y="29"/>
                    <a:pt x="13" y="29"/>
                  </a:cubicBezTo>
                  <a:cubicBezTo>
                    <a:pt x="12" y="29"/>
                    <a:pt x="10" y="29"/>
                    <a:pt x="9" y="30"/>
                  </a:cubicBezTo>
                  <a:cubicBezTo>
                    <a:pt x="8" y="31"/>
                    <a:pt x="6" y="32"/>
                    <a:pt x="6" y="33"/>
                  </a:cubicBezTo>
                  <a:cubicBezTo>
                    <a:pt x="5" y="34"/>
                    <a:pt x="6" y="34"/>
                    <a:pt x="6" y="35"/>
                  </a:cubicBezTo>
                  <a:cubicBezTo>
                    <a:pt x="4" y="43"/>
                    <a:pt x="0" y="53"/>
                    <a:pt x="8" y="59"/>
                  </a:cubicBezTo>
                  <a:cubicBezTo>
                    <a:pt x="8" y="60"/>
                    <a:pt x="9" y="60"/>
                    <a:pt x="10" y="61"/>
                  </a:cubicBezTo>
                  <a:cubicBezTo>
                    <a:pt x="14" y="63"/>
                    <a:pt x="19" y="64"/>
                    <a:pt x="23" y="64"/>
                  </a:cubicBezTo>
                  <a:cubicBezTo>
                    <a:pt x="27" y="64"/>
                    <a:pt x="30" y="64"/>
                    <a:pt x="33" y="62"/>
                  </a:cubicBezTo>
                  <a:cubicBezTo>
                    <a:pt x="35" y="62"/>
                    <a:pt x="38" y="61"/>
                    <a:pt x="40" y="59"/>
                  </a:cubicBezTo>
                  <a:cubicBezTo>
                    <a:pt x="41" y="58"/>
                    <a:pt x="43" y="57"/>
                    <a:pt x="44" y="56"/>
                  </a:cubicBezTo>
                  <a:cubicBezTo>
                    <a:pt x="45" y="56"/>
                    <a:pt x="47" y="55"/>
                    <a:pt x="48" y="55"/>
                  </a:cubicBezTo>
                  <a:cubicBezTo>
                    <a:pt x="51" y="53"/>
                    <a:pt x="54" y="50"/>
                    <a:pt x="56" y="47"/>
                  </a:cubicBezTo>
                  <a:cubicBezTo>
                    <a:pt x="58" y="45"/>
                    <a:pt x="59" y="44"/>
                    <a:pt x="60" y="42"/>
                  </a:cubicBezTo>
                  <a:cubicBezTo>
                    <a:pt x="62" y="38"/>
                    <a:pt x="63" y="33"/>
                    <a:pt x="63" y="28"/>
                  </a:cubicBezTo>
                  <a:cubicBezTo>
                    <a:pt x="63" y="23"/>
                    <a:pt x="62" y="18"/>
                    <a:pt x="60" y="14"/>
                  </a:cubicBezTo>
                  <a:cubicBezTo>
                    <a:pt x="57" y="10"/>
                    <a:pt x="53" y="7"/>
                    <a:pt x="49" y="4"/>
                  </a:cubicBezTo>
                  <a:cubicBezTo>
                    <a:pt x="44" y="1"/>
                    <a:pt x="40" y="0"/>
                    <a:pt x="35" y="0"/>
                  </a:cubicBezTo>
                  <a:cubicBezTo>
                    <a:pt x="32" y="0"/>
                    <a:pt x="30" y="0"/>
                    <a:pt x="27" y="1"/>
                  </a:cubicBezTo>
                  <a:cubicBezTo>
                    <a:pt x="26" y="2"/>
                    <a:pt x="25" y="2"/>
                    <a:pt x="25" y="2"/>
                  </a:cubicBezTo>
                  <a:cubicBezTo>
                    <a:pt x="23" y="3"/>
                    <a:pt x="22" y="4"/>
                    <a:pt x="22" y="5"/>
                  </a:cubicBezTo>
                  <a:cubicBezTo>
                    <a:pt x="21" y="6"/>
                    <a:pt x="20" y="8"/>
                    <a:pt x="20" y="9"/>
                  </a:cubicBezTo>
                  <a:cubicBezTo>
                    <a:pt x="20" y="11"/>
                    <a:pt x="21" y="12"/>
                    <a:pt x="21" y="13"/>
                  </a:cubicBezTo>
                  <a:cubicBezTo>
                    <a:pt x="24" y="16"/>
                    <a:pt x="27" y="20"/>
                    <a:pt x="29" y="23"/>
                  </a:cubicBezTo>
                  <a:lnTo>
                    <a:pt x="29" y="24"/>
                  </a:lnTo>
                  <a:cubicBezTo>
                    <a:pt x="31" y="28"/>
                    <a:pt x="28" y="32"/>
                    <a:pt x="26" y="35"/>
                  </a:cubicBezTo>
                  <a:cubicBezTo>
                    <a:pt x="24" y="38"/>
                    <a:pt x="25" y="37"/>
                    <a:pt x="26" y="38"/>
                  </a:cubicBezTo>
                  <a:cubicBezTo>
                    <a:pt x="25" y="38"/>
                    <a:pt x="24" y="38"/>
                    <a:pt x="23" y="38"/>
                  </a:cubicBezTo>
                  <a:cubicBezTo>
                    <a:pt x="22" y="38"/>
                    <a:pt x="22" y="38"/>
                    <a:pt x="21" y="38"/>
                  </a:cubicBezTo>
                  <a:cubicBezTo>
                    <a:pt x="20" y="36"/>
                    <a:pt x="20" y="34"/>
                    <a:pt x="19" y="3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2"/>
            <p:cNvSpPr/>
            <p:nvPr/>
          </p:nvSpPr>
          <p:spPr>
            <a:xfrm>
              <a:off x="8103960" y="3064320"/>
              <a:ext cx="10440" cy="11160"/>
            </a:xfrm>
            <a:custGeom>
              <a:avLst/>
              <a:gdLst/>
              <a:ahLst/>
              <a:cxnLst/>
              <a:rect l="l" t="t" r="r" b="b"/>
              <a:pathLst>
                <a:path w="29" h="31" extrusionOk="0">
                  <a:moveTo>
                    <a:pt x="12" y="12"/>
                  </a:moveTo>
                  <a:cubicBezTo>
                    <a:pt x="11" y="10"/>
                    <a:pt x="10" y="6"/>
                    <a:pt x="9" y="4"/>
                  </a:cubicBezTo>
                  <a:cubicBezTo>
                    <a:pt x="8" y="3"/>
                    <a:pt x="7" y="2"/>
                    <a:pt x="5" y="1"/>
                  </a:cubicBezTo>
                  <a:cubicBezTo>
                    <a:pt x="3" y="0"/>
                    <a:pt x="0" y="1"/>
                    <a:pt x="1" y="5"/>
                  </a:cubicBezTo>
                  <a:cubicBezTo>
                    <a:pt x="2" y="7"/>
                    <a:pt x="3" y="10"/>
                    <a:pt x="3" y="13"/>
                  </a:cubicBezTo>
                  <a:cubicBezTo>
                    <a:pt x="3" y="15"/>
                    <a:pt x="4" y="17"/>
                    <a:pt x="5" y="19"/>
                  </a:cubicBezTo>
                  <a:cubicBezTo>
                    <a:pt x="5" y="19"/>
                    <a:pt x="6" y="19"/>
                    <a:pt x="6" y="20"/>
                  </a:cubicBezTo>
                  <a:cubicBezTo>
                    <a:pt x="7" y="22"/>
                    <a:pt x="10" y="25"/>
                    <a:pt x="12" y="26"/>
                  </a:cubicBezTo>
                  <a:cubicBezTo>
                    <a:pt x="14" y="28"/>
                    <a:pt x="16" y="27"/>
                    <a:pt x="18" y="28"/>
                  </a:cubicBezTo>
                  <a:cubicBezTo>
                    <a:pt x="24" y="30"/>
                    <a:pt x="28" y="19"/>
                    <a:pt x="21" y="17"/>
                  </a:cubicBezTo>
                  <a:cubicBezTo>
                    <a:pt x="20" y="17"/>
                    <a:pt x="18" y="17"/>
                    <a:pt x="17" y="16"/>
                  </a:cubicBezTo>
                  <a:cubicBezTo>
                    <a:pt x="15" y="16"/>
                    <a:pt x="14" y="13"/>
                    <a:pt x="12" y="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2"/>
            <p:cNvSpPr/>
            <p:nvPr/>
          </p:nvSpPr>
          <p:spPr>
            <a:xfrm>
              <a:off x="8098200" y="3021120"/>
              <a:ext cx="51840" cy="54000"/>
            </a:xfrm>
            <a:custGeom>
              <a:avLst/>
              <a:gdLst/>
              <a:ahLst/>
              <a:cxnLst/>
              <a:rect l="l" t="t" r="r" b="b"/>
              <a:pathLst>
                <a:path w="144" h="150" extrusionOk="0">
                  <a:moveTo>
                    <a:pt x="57" y="148"/>
                  </a:moveTo>
                  <a:cubicBezTo>
                    <a:pt x="61" y="148"/>
                    <a:pt x="64" y="149"/>
                    <a:pt x="67" y="149"/>
                  </a:cubicBezTo>
                  <a:cubicBezTo>
                    <a:pt x="79" y="149"/>
                    <a:pt x="91" y="146"/>
                    <a:pt x="101" y="140"/>
                  </a:cubicBezTo>
                  <a:cubicBezTo>
                    <a:pt x="110" y="135"/>
                    <a:pt x="117" y="128"/>
                    <a:pt x="123" y="119"/>
                  </a:cubicBezTo>
                  <a:cubicBezTo>
                    <a:pt x="128" y="108"/>
                    <a:pt x="132" y="97"/>
                    <a:pt x="135" y="86"/>
                  </a:cubicBezTo>
                  <a:cubicBezTo>
                    <a:pt x="141" y="75"/>
                    <a:pt x="143" y="64"/>
                    <a:pt x="143" y="52"/>
                  </a:cubicBezTo>
                  <a:cubicBezTo>
                    <a:pt x="143" y="51"/>
                    <a:pt x="143" y="49"/>
                    <a:pt x="143" y="48"/>
                  </a:cubicBezTo>
                  <a:cubicBezTo>
                    <a:pt x="143" y="47"/>
                    <a:pt x="143" y="45"/>
                    <a:pt x="142" y="44"/>
                  </a:cubicBezTo>
                  <a:lnTo>
                    <a:pt x="141" y="43"/>
                  </a:lnTo>
                  <a:cubicBezTo>
                    <a:pt x="141" y="42"/>
                    <a:pt x="142" y="41"/>
                    <a:pt x="142" y="41"/>
                  </a:cubicBezTo>
                  <a:cubicBezTo>
                    <a:pt x="142" y="40"/>
                    <a:pt x="141" y="39"/>
                    <a:pt x="141" y="39"/>
                  </a:cubicBezTo>
                  <a:cubicBezTo>
                    <a:pt x="140" y="37"/>
                    <a:pt x="139" y="35"/>
                    <a:pt x="138" y="33"/>
                  </a:cubicBezTo>
                  <a:cubicBezTo>
                    <a:pt x="133" y="24"/>
                    <a:pt x="125" y="17"/>
                    <a:pt x="116" y="11"/>
                  </a:cubicBezTo>
                  <a:cubicBezTo>
                    <a:pt x="116" y="11"/>
                    <a:pt x="115" y="10"/>
                    <a:pt x="114" y="10"/>
                  </a:cubicBezTo>
                  <a:cubicBezTo>
                    <a:pt x="99" y="0"/>
                    <a:pt x="72" y="10"/>
                    <a:pt x="57" y="14"/>
                  </a:cubicBezTo>
                  <a:cubicBezTo>
                    <a:pt x="52" y="16"/>
                    <a:pt x="47" y="18"/>
                    <a:pt x="43" y="20"/>
                  </a:cubicBezTo>
                  <a:cubicBezTo>
                    <a:pt x="33" y="26"/>
                    <a:pt x="24" y="34"/>
                    <a:pt x="17" y="44"/>
                  </a:cubicBezTo>
                  <a:cubicBezTo>
                    <a:pt x="13" y="53"/>
                    <a:pt x="10" y="62"/>
                    <a:pt x="10" y="72"/>
                  </a:cubicBezTo>
                  <a:lnTo>
                    <a:pt x="10" y="73"/>
                  </a:lnTo>
                  <a:cubicBezTo>
                    <a:pt x="4" y="89"/>
                    <a:pt x="0" y="111"/>
                    <a:pt x="12" y="119"/>
                  </a:cubicBezTo>
                  <a:cubicBezTo>
                    <a:pt x="12" y="120"/>
                    <a:pt x="12" y="120"/>
                    <a:pt x="12" y="120"/>
                  </a:cubicBezTo>
                  <a:cubicBezTo>
                    <a:pt x="13" y="120"/>
                    <a:pt x="14" y="121"/>
                    <a:pt x="15" y="121"/>
                  </a:cubicBezTo>
                  <a:cubicBezTo>
                    <a:pt x="16" y="121"/>
                    <a:pt x="17" y="120"/>
                    <a:pt x="17" y="120"/>
                  </a:cubicBezTo>
                  <a:cubicBezTo>
                    <a:pt x="18" y="120"/>
                    <a:pt x="19" y="119"/>
                    <a:pt x="19" y="118"/>
                  </a:cubicBezTo>
                  <a:lnTo>
                    <a:pt x="20" y="117"/>
                  </a:lnTo>
                  <a:cubicBezTo>
                    <a:pt x="21" y="107"/>
                    <a:pt x="21" y="98"/>
                    <a:pt x="21" y="88"/>
                  </a:cubicBezTo>
                  <a:cubicBezTo>
                    <a:pt x="21" y="85"/>
                    <a:pt x="21" y="81"/>
                    <a:pt x="21" y="78"/>
                  </a:cubicBezTo>
                  <a:cubicBezTo>
                    <a:pt x="22" y="68"/>
                    <a:pt x="24" y="59"/>
                    <a:pt x="29" y="51"/>
                  </a:cubicBezTo>
                  <a:cubicBezTo>
                    <a:pt x="34" y="42"/>
                    <a:pt x="42" y="35"/>
                    <a:pt x="50" y="29"/>
                  </a:cubicBezTo>
                  <a:cubicBezTo>
                    <a:pt x="51" y="29"/>
                    <a:pt x="51" y="29"/>
                    <a:pt x="51" y="29"/>
                  </a:cubicBezTo>
                  <a:cubicBezTo>
                    <a:pt x="70" y="15"/>
                    <a:pt x="117" y="16"/>
                    <a:pt x="129" y="39"/>
                  </a:cubicBezTo>
                  <a:cubicBezTo>
                    <a:pt x="129" y="40"/>
                    <a:pt x="128" y="40"/>
                    <a:pt x="128" y="40"/>
                  </a:cubicBezTo>
                  <a:cubicBezTo>
                    <a:pt x="126" y="41"/>
                    <a:pt x="125" y="43"/>
                    <a:pt x="124" y="44"/>
                  </a:cubicBezTo>
                  <a:cubicBezTo>
                    <a:pt x="123" y="46"/>
                    <a:pt x="123" y="47"/>
                    <a:pt x="123" y="49"/>
                  </a:cubicBezTo>
                  <a:cubicBezTo>
                    <a:pt x="123" y="50"/>
                    <a:pt x="123" y="51"/>
                    <a:pt x="123" y="52"/>
                  </a:cubicBezTo>
                  <a:cubicBezTo>
                    <a:pt x="127" y="64"/>
                    <a:pt x="120" y="79"/>
                    <a:pt x="120" y="92"/>
                  </a:cubicBezTo>
                  <a:cubicBezTo>
                    <a:pt x="120" y="128"/>
                    <a:pt x="89" y="141"/>
                    <a:pt x="57" y="143"/>
                  </a:cubicBezTo>
                  <a:lnTo>
                    <a:pt x="56" y="143"/>
                  </a:lnTo>
                  <a:lnTo>
                    <a:pt x="55" y="144"/>
                  </a:lnTo>
                  <a:lnTo>
                    <a:pt x="55" y="145"/>
                  </a:lnTo>
                  <a:cubicBezTo>
                    <a:pt x="55" y="146"/>
                    <a:pt x="55" y="146"/>
                    <a:pt x="55" y="147"/>
                  </a:cubicBezTo>
                  <a:lnTo>
                    <a:pt x="56" y="147"/>
                  </a:lnTo>
                  <a:cubicBezTo>
                    <a:pt x="56" y="148"/>
                    <a:pt x="57" y="148"/>
                    <a:pt x="57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2"/>
            <p:cNvSpPr/>
            <p:nvPr/>
          </p:nvSpPr>
          <p:spPr>
            <a:xfrm>
              <a:off x="8263440" y="3555360"/>
              <a:ext cx="25560" cy="106200"/>
            </a:xfrm>
            <a:custGeom>
              <a:avLst/>
              <a:gdLst/>
              <a:ahLst/>
              <a:cxnLst/>
              <a:rect l="l" t="t" r="r" b="b"/>
              <a:pathLst>
                <a:path w="71" h="295" extrusionOk="0">
                  <a:moveTo>
                    <a:pt x="42" y="178"/>
                  </a:moveTo>
                  <a:cubicBezTo>
                    <a:pt x="37" y="195"/>
                    <a:pt x="34" y="212"/>
                    <a:pt x="29" y="229"/>
                  </a:cubicBezTo>
                  <a:cubicBezTo>
                    <a:pt x="22" y="252"/>
                    <a:pt x="6" y="268"/>
                    <a:pt x="0" y="291"/>
                  </a:cubicBezTo>
                  <a:cubicBezTo>
                    <a:pt x="0" y="292"/>
                    <a:pt x="1" y="292"/>
                    <a:pt x="1" y="293"/>
                  </a:cubicBezTo>
                  <a:cubicBezTo>
                    <a:pt x="1" y="293"/>
                    <a:pt x="1" y="292"/>
                    <a:pt x="2" y="293"/>
                  </a:cubicBezTo>
                  <a:cubicBezTo>
                    <a:pt x="3" y="293"/>
                    <a:pt x="2" y="294"/>
                    <a:pt x="3" y="294"/>
                  </a:cubicBezTo>
                  <a:cubicBezTo>
                    <a:pt x="3" y="294"/>
                    <a:pt x="4" y="294"/>
                    <a:pt x="4" y="293"/>
                  </a:cubicBezTo>
                  <a:lnTo>
                    <a:pt x="5" y="293"/>
                  </a:lnTo>
                  <a:cubicBezTo>
                    <a:pt x="5" y="292"/>
                    <a:pt x="6" y="291"/>
                    <a:pt x="6" y="290"/>
                  </a:cubicBezTo>
                  <a:cubicBezTo>
                    <a:pt x="44" y="225"/>
                    <a:pt x="65" y="151"/>
                    <a:pt x="68" y="75"/>
                  </a:cubicBezTo>
                  <a:cubicBezTo>
                    <a:pt x="70" y="0"/>
                    <a:pt x="66" y="74"/>
                    <a:pt x="66" y="75"/>
                  </a:cubicBezTo>
                  <a:cubicBezTo>
                    <a:pt x="58" y="109"/>
                    <a:pt x="50" y="144"/>
                    <a:pt x="42" y="1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2"/>
            <p:cNvSpPr/>
            <p:nvPr/>
          </p:nvSpPr>
          <p:spPr>
            <a:xfrm>
              <a:off x="8235720" y="3680640"/>
              <a:ext cx="17280" cy="28440"/>
            </a:xfrm>
            <a:custGeom>
              <a:avLst/>
              <a:gdLst/>
              <a:ahLst/>
              <a:cxnLst/>
              <a:rect l="l" t="t" r="r" b="b"/>
              <a:pathLst>
                <a:path w="48" h="79" extrusionOk="0">
                  <a:moveTo>
                    <a:pt x="18" y="57"/>
                  </a:moveTo>
                  <a:cubicBezTo>
                    <a:pt x="23" y="47"/>
                    <a:pt x="30" y="38"/>
                    <a:pt x="34" y="28"/>
                  </a:cubicBezTo>
                  <a:cubicBezTo>
                    <a:pt x="37" y="20"/>
                    <a:pt x="40" y="13"/>
                    <a:pt x="44" y="6"/>
                  </a:cubicBezTo>
                  <a:cubicBezTo>
                    <a:pt x="45" y="5"/>
                    <a:pt x="46" y="4"/>
                    <a:pt x="46" y="2"/>
                  </a:cubicBezTo>
                  <a:lnTo>
                    <a:pt x="47" y="2"/>
                  </a:lnTo>
                  <a:cubicBezTo>
                    <a:pt x="47" y="1"/>
                    <a:pt x="47" y="1"/>
                    <a:pt x="47" y="1"/>
                  </a:cubicBezTo>
                  <a:cubicBezTo>
                    <a:pt x="46" y="1"/>
                    <a:pt x="46" y="0"/>
                    <a:pt x="46" y="0"/>
                  </a:cubicBezTo>
                  <a:lnTo>
                    <a:pt x="45" y="0"/>
                  </a:lnTo>
                  <a:cubicBezTo>
                    <a:pt x="44" y="0"/>
                    <a:pt x="44" y="1"/>
                    <a:pt x="44" y="1"/>
                  </a:cubicBezTo>
                  <a:cubicBezTo>
                    <a:pt x="40" y="6"/>
                    <a:pt x="35" y="12"/>
                    <a:pt x="32" y="17"/>
                  </a:cubicBezTo>
                  <a:cubicBezTo>
                    <a:pt x="28" y="23"/>
                    <a:pt x="27" y="28"/>
                    <a:pt x="25" y="34"/>
                  </a:cubicBezTo>
                  <a:cubicBezTo>
                    <a:pt x="24" y="35"/>
                    <a:pt x="24" y="35"/>
                    <a:pt x="23" y="36"/>
                  </a:cubicBezTo>
                  <a:cubicBezTo>
                    <a:pt x="21" y="41"/>
                    <a:pt x="18" y="45"/>
                    <a:pt x="14" y="50"/>
                  </a:cubicBezTo>
                  <a:cubicBezTo>
                    <a:pt x="9" y="57"/>
                    <a:pt x="7" y="68"/>
                    <a:pt x="1" y="74"/>
                  </a:cubicBezTo>
                  <a:cubicBezTo>
                    <a:pt x="0" y="74"/>
                    <a:pt x="0" y="74"/>
                    <a:pt x="0" y="74"/>
                  </a:cubicBezTo>
                  <a:lnTo>
                    <a:pt x="0" y="75"/>
                  </a:lnTo>
                  <a:cubicBezTo>
                    <a:pt x="0" y="76"/>
                    <a:pt x="0" y="76"/>
                    <a:pt x="0" y="76"/>
                  </a:cubicBezTo>
                  <a:lnTo>
                    <a:pt x="1" y="77"/>
                  </a:lnTo>
                  <a:lnTo>
                    <a:pt x="2" y="77"/>
                  </a:lnTo>
                  <a:cubicBezTo>
                    <a:pt x="12" y="78"/>
                    <a:pt x="13" y="65"/>
                    <a:pt x="18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2"/>
            <p:cNvSpPr/>
            <p:nvPr/>
          </p:nvSpPr>
          <p:spPr>
            <a:xfrm>
              <a:off x="8182440" y="3783960"/>
              <a:ext cx="25200" cy="28080"/>
            </a:xfrm>
            <a:custGeom>
              <a:avLst/>
              <a:gdLst/>
              <a:ahLst/>
              <a:cxnLst/>
              <a:rect l="l" t="t" r="r" b="b"/>
              <a:pathLst>
                <a:path w="70" h="78" extrusionOk="0">
                  <a:moveTo>
                    <a:pt x="64" y="0"/>
                  </a:moveTo>
                  <a:cubicBezTo>
                    <a:pt x="64" y="13"/>
                    <a:pt x="42" y="23"/>
                    <a:pt x="33" y="32"/>
                  </a:cubicBezTo>
                  <a:cubicBezTo>
                    <a:pt x="27" y="38"/>
                    <a:pt x="21" y="46"/>
                    <a:pt x="15" y="53"/>
                  </a:cubicBezTo>
                  <a:cubicBezTo>
                    <a:pt x="10" y="60"/>
                    <a:pt x="3" y="64"/>
                    <a:pt x="0" y="73"/>
                  </a:cubicBezTo>
                  <a:cubicBezTo>
                    <a:pt x="0" y="75"/>
                    <a:pt x="2" y="77"/>
                    <a:pt x="4" y="75"/>
                  </a:cubicBezTo>
                  <a:cubicBezTo>
                    <a:pt x="9" y="67"/>
                    <a:pt x="18" y="62"/>
                    <a:pt x="23" y="55"/>
                  </a:cubicBezTo>
                  <a:cubicBezTo>
                    <a:pt x="29" y="47"/>
                    <a:pt x="35" y="40"/>
                    <a:pt x="43" y="34"/>
                  </a:cubicBezTo>
                  <a:cubicBezTo>
                    <a:pt x="52" y="26"/>
                    <a:pt x="69" y="14"/>
                    <a:pt x="65" y="1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4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2"/>
            <p:cNvSpPr/>
            <p:nvPr/>
          </p:nvSpPr>
          <p:spPr>
            <a:xfrm>
              <a:off x="8217360" y="3754800"/>
              <a:ext cx="21960" cy="18000"/>
            </a:xfrm>
            <a:custGeom>
              <a:avLst/>
              <a:gdLst/>
              <a:ahLst/>
              <a:cxnLst/>
              <a:rect l="l" t="t" r="r" b="b"/>
              <a:pathLst>
                <a:path w="61" h="50" extrusionOk="0">
                  <a:moveTo>
                    <a:pt x="56" y="0"/>
                  </a:moveTo>
                  <a:cubicBezTo>
                    <a:pt x="47" y="7"/>
                    <a:pt x="38" y="16"/>
                    <a:pt x="30" y="24"/>
                  </a:cubicBezTo>
                  <a:cubicBezTo>
                    <a:pt x="27" y="27"/>
                    <a:pt x="23" y="29"/>
                    <a:pt x="20" y="32"/>
                  </a:cubicBezTo>
                  <a:cubicBezTo>
                    <a:pt x="17" y="35"/>
                    <a:pt x="11" y="42"/>
                    <a:pt x="3" y="43"/>
                  </a:cubicBezTo>
                  <a:lnTo>
                    <a:pt x="2" y="43"/>
                  </a:lnTo>
                  <a:cubicBezTo>
                    <a:pt x="1" y="43"/>
                    <a:pt x="1" y="43"/>
                    <a:pt x="0" y="44"/>
                  </a:cubicBezTo>
                  <a:cubicBezTo>
                    <a:pt x="0" y="45"/>
                    <a:pt x="0" y="45"/>
                    <a:pt x="0" y="46"/>
                  </a:cubicBezTo>
                  <a:lnTo>
                    <a:pt x="0" y="47"/>
                  </a:lnTo>
                  <a:cubicBezTo>
                    <a:pt x="1" y="48"/>
                    <a:pt x="1" y="48"/>
                    <a:pt x="2" y="49"/>
                  </a:cubicBezTo>
                  <a:lnTo>
                    <a:pt x="3" y="49"/>
                  </a:lnTo>
                  <a:cubicBezTo>
                    <a:pt x="15" y="49"/>
                    <a:pt x="24" y="40"/>
                    <a:pt x="34" y="35"/>
                  </a:cubicBezTo>
                  <a:cubicBezTo>
                    <a:pt x="43" y="28"/>
                    <a:pt x="51" y="19"/>
                    <a:pt x="57" y="8"/>
                  </a:cubicBezTo>
                  <a:cubicBezTo>
                    <a:pt x="58" y="7"/>
                    <a:pt x="59" y="5"/>
                    <a:pt x="60" y="3"/>
                  </a:cubicBezTo>
                  <a:cubicBezTo>
                    <a:pt x="60" y="1"/>
                    <a:pt x="58" y="0"/>
                    <a:pt x="56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2"/>
            <p:cNvSpPr/>
            <p:nvPr/>
          </p:nvSpPr>
          <p:spPr>
            <a:xfrm>
              <a:off x="8221680" y="3624120"/>
              <a:ext cx="22320" cy="48960"/>
            </a:xfrm>
            <a:custGeom>
              <a:avLst/>
              <a:gdLst/>
              <a:ahLst/>
              <a:cxnLst/>
              <a:rect l="l" t="t" r="r" b="b"/>
              <a:pathLst>
                <a:path w="62" h="136" extrusionOk="0">
                  <a:moveTo>
                    <a:pt x="2" y="135"/>
                  </a:moveTo>
                  <a:cubicBezTo>
                    <a:pt x="38" y="97"/>
                    <a:pt x="33" y="43"/>
                    <a:pt x="61" y="2"/>
                  </a:cubicBezTo>
                  <a:cubicBezTo>
                    <a:pt x="61" y="1"/>
                    <a:pt x="61" y="0"/>
                    <a:pt x="59" y="1"/>
                  </a:cubicBezTo>
                  <a:cubicBezTo>
                    <a:pt x="55" y="5"/>
                    <a:pt x="51" y="11"/>
                    <a:pt x="48" y="16"/>
                  </a:cubicBezTo>
                  <a:cubicBezTo>
                    <a:pt x="42" y="27"/>
                    <a:pt x="38" y="38"/>
                    <a:pt x="36" y="50"/>
                  </a:cubicBezTo>
                  <a:cubicBezTo>
                    <a:pt x="26" y="79"/>
                    <a:pt x="14" y="107"/>
                    <a:pt x="0" y="133"/>
                  </a:cubicBezTo>
                  <a:lnTo>
                    <a:pt x="0" y="134"/>
                  </a:lnTo>
                  <a:lnTo>
                    <a:pt x="0" y="135"/>
                  </a:lnTo>
                  <a:lnTo>
                    <a:pt x="1" y="135"/>
                  </a:lnTo>
                  <a:cubicBezTo>
                    <a:pt x="2" y="135"/>
                    <a:pt x="2" y="135"/>
                    <a:pt x="2" y="1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2"/>
            <p:cNvSpPr/>
            <p:nvPr/>
          </p:nvSpPr>
          <p:spPr>
            <a:xfrm>
              <a:off x="8184960" y="3680640"/>
              <a:ext cx="33840" cy="45000"/>
            </a:xfrm>
            <a:custGeom>
              <a:avLst/>
              <a:gdLst/>
              <a:ahLst/>
              <a:cxnLst/>
              <a:rect l="l" t="t" r="r" b="b"/>
              <a:pathLst>
                <a:path w="94" h="125" extrusionOk="0">
                  <a:moveTo>
                    <a:pt x="56" y="51"/>
                  </a:moveTo>
                  <a:cubicBezTo>
                    <a:pt x="36" y="72"/>
                    <a:pt x="18" y="94"/>
                    <a:pt x="1" y="118"/>
                  </a:cubicBezTo>
                  <a:cubicBezTo>
                    <a:pt x="0" y="120"/>
                    <a:pt x="2" y="124"/>
                    <a:pt x="5" y="122"/>
                  </a:cubicBezTo>
                  <a:cubicBezTo>
                    <a:pt x="27" y="108"/>
                    <a:pt x="40" y="83"/>
                    <a:pt x="56" y="63"/>
                  </a:cubicBezTo>
                  <a:cubicBezTo>
                    <a:pt x="65" y="52"/>
                    <a:pt x="72" y="40"/>
                    <a:pt x="80" y="28"/>
                  </a:cubicBezTo>
                  <a:cubicBezTo>
                    <a:pt x="82" y="25"/>
                    <a:pt x="88" y="21"/>
                    <a:pt x="89" y="17"/>
                  </a:cubicBezTo>
                  <a:cubicBezTo>
                    <a:pt x="90" y="13"/>
                    <a:pt x="89" y="9"/>
                    <a:pt x="93" y="3"/>
                  </a:cubicBezTo>
                  <a:cubicBezTo>
                    <a:pt x="93" y="1"/>
                    <a:pt x="93" y="0"/>
                    <a:pt x="91" y="1"/>
                  </a:cubicBezTo>
                  <a:cubicBezTo>
                    <a:pt x="79" y="17"/>
                    <a:pt x="67" y="34"/>
                    <a:pt x="5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2"/>
            <p:cNvSpPr/>
            <p:nvPr/>
          </p:nvSpPr>
          <p:spPr>
            <a:xfrm>
              <a:off x="7948440" y="3720960"/>
              <a:ext cx="369720" cy="333000"/>
            </a:xfrm>
            <a:custGeom>
              <a:avLst/>
              <a:gdLst/>
              <a:ahLst/>
              <a:cxnLst/>
              <a:rect l="l" t="t" r="r" b="b"/>
              <a:pathLst>
                <a:path w="1027" h="925" extrusionOk="0">
                  <a:moveTo>
                    <a:pt x="13" y="552"/>
                  </a:moveTo>
                  <a:cubicBezTo>
                    <a:pt x="23" y="542"/>
                    <a:pt x="32" y="532"/>
                    <a:pt x="41" y="521"/>
                  </a:cubicBezTo>
                  <a:cubicBezTo>
                    <a:pt x="47" y="517"/>
                    <a:pt x="52" y="514"/>
                    <a:pt x="58" y="510"/>
                  </a:cubicBezTo>
                  <a:cubicBezTo>
                    <a:pt x="90" y="492"/>
                    <a:pt x="124" y="478"/>
                    <a:pt x="159" y="467"/>
                  </a:cubicBezTo>
                  <a:cubicBezTo>
                    <a:pt x="152" y="473"/>
                    <a:pt x="146" y="479"/>
                    <a:pt x="139" y="487"/>
                  </a:cubicBezTo>
                  <a:cubicBezTo>
                    <a:pt x="106" y="522"/>
                    <a:pt x="48" y="578"/>
                    <a:pt x="66" y="633"/>
                  </a:cubicBezTo>
                  <a:cubicBezTo>
                    <a:pt x="66" y="633"/>
                    <a:pt x="67" y="634"/>
                    <a:pt x="67" y="635"/>
                  </a:cubicBezTo>
                  <a:cubicBezTo>
                    <a:pt x="68" y="636"/>
                    <a:pt x="69" y="636"/>
                    <a:pt x="70" y="637"/>
                  </a:cubicBezTo>
                  <a:cubicBezTo>
                    <a:pt x="72" y="638"/>
                    <a:pt x="72" y="638"/>
                    <a:pt x="73" y="638"/>
                  </a:cubicBezTo>
                  <a:cubicBezTo>
                    <a:pt x="74" y="638"/>
                    <a:pt x="76" y="638"/>
                    <a:pt x="77" y="637"/>
                  </a:cubicBezTo>
                  <a:cubicBezTo>
                    <a:pt x="78" y="637"/>
                    <a:pt x="78" y="636"/>
                    <a:pt x="79" y="635"/>
                  </a:cubicBezTo>
                  <a:cubicBezTo>
                    <a:pt x="89" y="620"/>
                    <a:pt x="100" y="606"/>
                    <a:pt x="113" y="594"/>
                  </a:cubicBezTo>
                  <a:cubicBezTo>
                    <a:pt x="118" y="591"/>
                    <a:pt x="123" y="587"/>
                    <a:pt x="128" y="584"/>
                  </a:cubicBezTo>
                  <a:cubicBezTo>
                    <a:pt x="139" y="578"/>
                    <a:pt x="151" y="573"/>
                    <a:pt x="163" y="568"/>
                  </a:cubicBezTo>
                  <a:cubicBezTo>
                    <a:pt x="189" y="560"/>
                    <a:pt x="214" y="549"/>
                    <a:pt x="238" y="536"/>
                  </a:cubicBezTo>
                  <a:cubicBezTo>
                    <a:pt x="242" y="534"/>
                    <a:pt x="246" y="531"/>
                    <a:pt x="250" y="529"/>
                  </a:cubicBezTo>
                  <a:cubicBezTo>
                    <a:pt x="255" y="526"/>
                    <a:pt x="260" y="523"/>
                    <a:pt x="265" y="520"/>
                  </a:cubicBezTo>
                  <a:lnTo>
                    <a:pt x="246" y="536"/>
                  </a:lnTo>
                  <a:cubicBezTo>
                    <a:pt x="194" y="582"/>
                    <a:pt x="138" y="658"/>
                    <a:pt x="133" y="729"/>
                  </a:cubicBezTo>
                  <a:cubicBezTo>
                    <a:pt x="133" y="730"/>
                    <a:pt x="134" y="731"/>
                    <a:pt x="134" y="732"/>
                  </a:cubicBezTo>
                  <a:cubicBezTo>
                    <a:pt x="135" y="733"/>
                    <a:pt x="136" y="734"/>
                    <a:pt x="137" y="735"/>
                  </a:cubicBezTo>
                  <a:cubicBezTo>
                    <a:pt x="137" y="735"/>
                    <a:pt x="139" y="735"/>
                    <a:pt x="140" y="735"/>
                  </a:cubicBezTo>
                  <a:cubicBezTo>
                    <a:pt x="142" y="735"/>
                    <a:pt x="142" y="735"/>
                    <a:pt x="143" y="735"/>
                  </a:cubicBezTo>
                  <a:cubicBezTo>
                    <a:pt x="144" y="734"/>
                    <a:pt x="144" y="733"/>
                    <a:pt x="145" y="732"/>
                  </a:cubicBezTo>
                  <a:cubicBezTo>
                    <a:pt x="149" y="724"/>
                    <a:pt x="152" y="716"/>
                    <a:pt x="157" y="709"/>
                  </a:cubicBezTo>
                  <a:cubicBezTo>
                    <a:pt x="157" y="708"/>
                    <a:pt x="158" y="707"/>
                    <a:pt x="159" y="706"/>
                  </a:cubicBezTo>
                  <a:cubicBezTo>
                    <a:pt x="160" y="706"/>
                    <a:pt x="160" y="707"/>
                    <a:pt x="161" y="707"/>
                  </a:cubicBezTo>
                  <a:lnTo>
                    <a:pt x="162" y="706"/>
                  </a:lnTo>
                  <a:lnTo>
                    <a:pt x="163" y="706"/>
                  </a:lnTo>
                  <a:cubicBezTo>
                    <a:pt x="229" y="640"/>
                    <a:pt x="322" y="596"/>
                    <a:pt x="407" y="558"/>
                  </a:cubicBezTo>
                  <a:cubicBezTo>
                    <a:pt x="424" y="550"/>
                    <a:pt x="441" y="541"/>
                    <a:pt x="458" y="532"/>
                  </a:cubicBezTo>
                  <a:cubicBezTo>
                    <a:pt x="481" y="518"/>
                    <a:pt x="504" y="503"/>
                    <a:pt x="525" y="487"/>
                  </a:cubicBezTo>
                  <a:cubicBezTo>
                    <a:pt x="541" y="475"/>
                    <a:pt x="558" y="462"/>
                    <a:pt x="574" y="450"/>
                  </a:cubicBezTo>
                  <a:cubicBezTo>
                    <a:pt x="590" y="438"/>
                    <a:pt x="612" y="427"/>
                    <a:pt x="630" y="416"/>
                  </a:cubicBezTo>
                  <a:cubicBezTo>
                    <a:pt x="633" y="414"/>
                    <a:pt x="635" y="412"/>
                    <a:pt x="637" y="411"/>
                  </a:cubicBezTo>
                  <a:cubicBezTo>
                    <a:pt x="625" y="426"/>
                    <a:pt x="614" y="442"/>
                    <a:pt x="602" y="457"/>
                  </a:cubicBezTo>
                  <a:cubicBezTo>
                    <a:pt x="571" y="493"/>
                    <a:pt x="544" y="532"/>
                    <a:pt x="520" y="574"/>
                  </a:cubicBezTo>
                  <a:cubicBezTo>
                    <a:pt x="512" y="588"/>
                    <a:pt x="504" y="602"/>
                    <a:pt x="497" y="617"/>
                  </a:cubicBezTo>
                  <a:cubicBezTo>
                    <a:pt x="474" y="669"/>
                    <a:pt x="462" y="726"/>
                    <a:pt x="462" y="783"/>
                  </a:cubicBezTo>
                  <a:cubicBezTo>
                    <a:pt x="462" y="784"/>
                    <a:pt x="462" y="785"/>
                    <a:pt x="462" y="786"/>
                  </a:cubicBezTo>
                  <a:cubicBezTo>
                    <a:pt x="462" y="824"/>
                    <a:pt x="469" y="900"/>
                    <a:pt x="504" y="922"/>
                  </a:cubicBezTo>
                  <a:cubicBezTo>
                    <a:pt x="504" y="923"/>
                    <a:pt x="505" y="923"/>
                    <a:pt x="505" y="923"/>
                  </a:cubicBezTo>
                  <a:cubicBezTo>
                    <a:pt x="506" y="923"/>
                    <a:pt x="507" y="924"/>
                    <a:pt x="508" y="924"/>
                  </a:cubicBezTo>
                  <a:cubicBezTo>
                    <a:pt x="509" y="924"/>
                    <a:pt x="511" y="923"/>
                    <a:pt x="512" y="923"/>
                  </a:cubicBezTo>
                  <a:cubicBezTo>
                    <a:pt x="514" y="922"/>
                    <a:pt x="514" y="921"/>
                    <a:pt x="514" y="920"/>
                  </a:cubicBezTo>
                  <a:cubicBezTo>
                    <a:pt x="515" y="919"/>
                    <a:pt x="515" y="918"/>
                    <a:pt x="515" y="918"/>
                  </a:cubicBezTo>
                  <a:cubicBezTo>
                    <a:pt x="515" y="914"/>
                    <a:pt x="515" y="911"/>
                    <a:pt x="515" y="908"/>
                  </a:cubicBezTo>
                  <a:cubicBezTo>
                    <a:pt x="515" y="904"/>
                    <a:pt x="515" y="901"/>
                    <a:pt x="515" y="898"/>
                  </a:cubicBezTo>
                  <a:cubicBezTo>
                    <a:pt x="515" y="898"/>
                    <a:pt x="516" y="898"/>
                    <a:pt x="517" y="897"/>
                  </a:cubicBezTo>
                  <a:lnTo>
                    <a:pt x="518" y="896"/>
                  </a:lnTo>
                  <a:cubicBezTo>
                    <a:pt x="518" y="895"/>
                    <a:pt x="519" y="894"/>
                    <a:pt x="519" y="894"/>
                  </a:cubicBezTo>
                  <a:cubicBezTo>
                    <a:pt x="519" y="893"/>
                    <a:pt x="518" y="892"/>
                    <a:pt x="518" y="891"/>
                  </a:cubicBezTo>
                  <a:cubicBezTo>
                    <a:pt x="516" y="889"/>
                    <a:pt x="515" y="887"/>
                    <a:pt x="514" y="885"/>
                  </a:cubicBezTo>
                  <a:cubicBezTo>
                    <a:pt x="512" y="872"/>
                    <a:pt x="509" y="858"/>
                    <a:pt x="506" y="846"/>
                  </a:cubicBezTo>
                  <a:cubicBezTo>
                    <a:pt x="511" y="817"/>
                    <a:pt x="519" y="790"/>
                    <a:pt x="532" y="764"/>
                  </a:cubicBezTo>
                  <a:cubicBezTo>
                    <a:pt x="555" y="710"/>
                    <a:pt x="593" y="678"/>
                    <a:pt x="624" y="631"/>
                  </a:cubicBezTo>
                  <a:cubicBezTo>
                    <a:pt x="642" y="606"/>
                    <a:pt x="661" y="581"/>
                    <a:pt x="681" y="558"/>
                  </a:cubicBezTo>
                  <a:cubicBezTo>
                    <a:pt x="679" y="566"/>
                    <a:pt x="678" y="583"/>
                    <a:pt x="673" y="586"/>
                  </a:cubicBezTo>
                  <a:lnTo>
                    <a:pt x="672" y="587"/>
                  </a:lnTo>
                  <a:cubicBezTo>
                    <a:pt x="672" y="588"/>
                    <a:pt x="672" y="589"/>
                    <a:pt x="672" y="589"/>
                  </a:cubicBezTo>
                  <a:cubicBezTo>
                    <a:pt x="672" y="590"/>
                    <a:pt x="672" y="591"/>
                    <a:pt x="672" y="591"/>
                  </a:cubicBezTo>
                  <a:cubicBezTo>
                    <a:pt x="672" y="592"/>
                    <a:pt x="673" y="592"/>
                    <a:pt x="673" y="593"/>
                  </a:cubicBezTo>
                  <a:cubicBezTo>
                    <a:pt x="674" y="594"/>
                    <a:pt x="674" y="593"/>
                    <a:pt x="675" y="593"/>
                  </a:cubicBezTo>
                  <a:cubicBezTo>
                    <a:pt x="693" y="594"/>
                    <a:pt x="699" y="557"/>
                    <a:pt x="705" y="547"/>
                  </a:cubicBezTo>
                  <a:cubicBezTo>
                    <a:pt x="718" y="527"/>
                    <a:pt x="730" y="507"/>
                    <a:pt x="743" y="488"/>
                  </a:cubicBezTo>
                  <a:cubicBezTo>
                    <a:pt x="757" y="475"/>
                    <a:pt x="769" y="461"/>
                    <a:pt x="778" y="445"/>
                  </a:cubicBezTo>
                  <a:cubicBezTo>
                    <a:pt x="781" y="440"/>
                    <a:pt x="784" y="435"/>
                    <a:pt x="786" y="430"/>
                  </a:cubicBezTo>
                  <a:cubicBezTo>
                    <a:pt x="787" y="428"/>
                    <a:pt x="787" y="427"/>
                    <a:pt x="787" y="426"/>
                  </a:cubicBezTo>
                  <a:cubicBezTo>
                    <a:pt x="787" y="424"/>
                    <a:pt x="787" y="423"/>
                    <a:pt x="786" y="422"/>
                  </a:cubicBezTo>
                  <a:cubicBezTo>
                    <a:pt x="787" y="419"/>
                    <a:pt x="789" y="416"/>
                    <a:pt x="790" y="413"/>
                  </a:cubicBezTo>
                  <a:cubicBezTo>
                    <a:pt x="815" y="390"/>
                    <a:pt x="838" y="364"/>
                    <a:pt x="859" y="337"/>
                  </a:cubicBezTo>
                  <a:cubicBezTo>
                    <a:pt x="880" y="308"/>
                    <a:pt x="913" y="271"/>
                    <a:pt x="927" y="238"/>
                  </a:cubicBezTo>
                  <a:cubicBezTo>
                    <a:pt x="941" y="204"/>
                    <a:pt x="968" y="182"/>
                    <a:pt x="981" y="148"/>
                  </a:cubicBezTo>
                  <a:cubicBezTo>
                    <a:pt x="999" y="99"/>
                    <a:pt x="1012" y="49"/>
                    <a:pt x="1026" y="1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25" y="0"/>
                    <a:pt x="1025" y="0"/>
                    <a:pt x="1025" y="0"/>
                  </a:cubicBezTo>
                  <a:lnTo>
                    <a:pt x="1025" y="1"/>
                  </a:lnTo>
                  <a:cubicBezTo>
                    <a:pt x="1005" y="42"/>
                    <a:pt x="994" y="89"/>
                    <a:pt x="977" y="132"/>
                  </a:cubicBezTo>
                  <a:cubicBezTo>
                    <a:pt x="969" y="150"/>
                    <a:pt x="960" y="168"/>
                    <a:pt x="950" y="185"/>
                  </a:cubicBezTo>
                  <a:cubicBezTo>
                    <a:pt x="934" y="213"/>
                    <a:pt x="915" y="240"/>
                    <a:pt x="895" y="265"/>
                  </a:cubicBezTo>
                  <a:cubicBezTo>
                    <a:pt x="850" y="330"/>
                    <a:pt x="799" y="390"/>
                    <a:pt x="742" y="444"/>
                  </a:cubicBezTo>
                  <a:lnTo>
                    <a:pt x="741" y="445"/>
                  </a:lnTo>
                  <a:cubicBezTo>
                    <a:pt x="723" y="461"/>
                    <a:pt x="704" y="477"/>
                    <a:pt x="685" y="492"/>
                  </a:cubicBezTo>
                  <a:cubicBezTo>
                    <a:pt x="654" y="520"/>
                    <a:pt x="626" y="551"/>
                    <a:pt x="601" y="585"/>
                  </a:cubicBezTo>
                  <a:cubicBezTo>
                    <a:pt x="585" y="604"/>
                    <a:pt x="570" y="623"/>
                    <a:pt x="556" y="644"/>
                  </a:cubicBezTo>
                  <a:cubicBezTo>
                    <a:pt x="544" y="658"/>
                    <a:pt x="534" y="672"/>
                    <a:pt x="525" y="687"/>
                  </a:cubicBezTo>
                  <a:cubicBezTo>
                    <a:pt x="507" y="719"/>
                    <a:pt x="494" y="754"/>
                    <a:pt x="489" y="791"/>
                  </a:cubicBezTo>
                  <a:cubicBezTo>
                    <a:pt x="488" y="796"/>
                    <a:pt x="487" y="801"/>
                    <a:pt x="487" y="806"/>
                  </a:cubicBezTo>
                  <a:cubicBezTo>
                    <a:pt x="487" y="809"/>
                    <a:pt x="487" y="811"/>
                    <a:pt x="488" y="814"/>
                  </a:cubicBezTo>
                  <a:cubicBezTo>
                    <a:pt x="488" y="815"/>
                    <a:pt x="488" y="815"/>
                    <a:pt x="488" y="817"/>
                  </a:cubicBezTo>
                  <a:cubicBezTo>
                    <a:pt x="488" y="818"/>
                    <a:pt x="488" y="823"/>
                    <a:pt x="489" y="827"/>
                  </a:cubicBezTo>
                  <a:cubicBezTo>
                    <a:pt x="491" y="843"/>
                    <a:pt x="494" y="860"/>
                    <a:pt x="497" y="875"/>
                  </a:cubicBezTo>
                  <a:cubicBezTo>
                    <a:pt x="497" y="879"/>
                    <a:pt x="500" y="883"/>
                    <a:pt x="501" y="886"/>
                  </a:cubicBezTo>
                  <a:cubicBezTo>
                    <a:pt x="502" y="887"/>
                    <a:pt x="501" y="887"/>
                    <a:pt x="501" y="887"/>
                  </a:cubicBezTo>
                  <a:cubicBezTo>
                    <a:pt x="502" y="892"/>
                    <a:pt x="502" y="896"/>
                    <a:pt x="503" y="900"/>
                  </a:cubicBezTo>
                  <a:cubicBezTo>
                    <a:pt x="491" y="877"/>
                    <a:pt x="484" y="853"/>
                    <a:pt x="481" y="828"/>
                  </a:cubicBezTo>
                  <a:cubicBezTo>
                    <a:pt x="478" y="811"/>
                    <a:pt x="477" y="795"/>
                    <a:pt x="477" y="778"/>
                  </a:cubicBezTo>
                  <a:cubicBezTo>
                    <a:pt x="477" y="769"/>
                    <a:pt x="478" y="761"/>
                    <a:pt x="478" y="752"/>
                  </a:cubicBezTo>
                  <a:cubicBezTo>
                    <a:pt x="480" y="672"/>
                    <a:pt x="523" y="586"/>
                    <a:pt x="567" y="521"/>
                  </a:cubicBezTo>
                  <a:cubicBezTo>
                    <a:pt x="598" y="475"/>
                    <a:pt x="635" y="433"/>
                    <a:pt x="666" y="387"/>
                  </a:cubicBezTo>
                  <a:cubicBezTo>
                    <a:pt x="677" y="375"/>
                    <a:pt x="688" y="363"/>
                    <a:pt x="701" y="352"/>
                  </a:cubicBezTo>
                  <a:cubicBezTo>
                    <a:pt x="722" y="331"/>
                    <a:pt x="740" y="308"/>
                    <a:pt x="757" y="283"/>
                  </a:cubicBezTo>
                  <a:cubicBezTo>
                    <a:pt x="772" y="266"/>
                    <a:pt x="786" y="248"/>
                    <a:pt x="797" y="229"/>
                  </a:cubicBezTo>
                  <a:cubicBezTo>
                    <a:pt x="797" y="228"/>
                    <a:pt x="797" y="228"/>
                    <a:pt x="798" y="228"/>
                  </a:cubicBezTo>
                  <a:cubicBezTo>
                    <a:pt x="820" y="203"/>
                    <a:pt x="840" y="176"/>
                    <a:pt x="857" y="148"/>
                  </a:cubicBezTo>
                  <a:cubicBezTo>
                    <a:pt x="869" y="129"/>
                    <a:pt x="880" y="110"/>
                    <a:pt x="893" y="91"/>
                  </a:cubicBezTo>
                  <a:cubicBezTo>
                    <a:pt x="901" y="79"/>
                    <a:pt x="903" y="58"/>
                    <a:pt x="914" y="49"/>
                  </a:cubicBezTo>
                  <a:cubicBezTo>
                    <a:pt x="916" y="47"/>
                    <a:pt x="914" y="44"/>
                    <a:pt x="910" y="45"/>
                  </a:cubicBezTo>
                  <a:cubicBezTo>
                    <a:pt x="891" y="59"/>
                    <a:pt x="883" y="93"/>
                    <a:pt x="870" y="113"/>
                  </a:cubicBezTo>
                  <a:cubicBezTo>
                    <a:pt x="846" y="146"/>
                    <a:pt x="820" y="177"/>
                    <a:pt x="793" y="206"/>
                  </a:cubicBezTo>
                  <a:cubicBezTo>
                    <a:pt x="770" y="229"/>
                    <a:pt x="749" y="254"/>
                    <a:pt x="729" y="280"/>
                  </a:cubicBezTo>
                  <a:cubicBezTo>
                    <a:pt x="707" y="295"/>
                    <a:pt x="687" y="314"/>
                    <a:pt x="670" y="334"/>
                  </a:cubicBezTo>
                  <a:lnTo>
                    <a:pt x="666" y="339"/>
                  </a:lnTo>
                  <a:cubicBezTo>
                    <a:pt x="652" y="349"/>
                    <a:pt x="639" y="361"/>
                    <a:pt x="626" y="374"/>
                  </a:cubicBezTo>
                  <a:cubicBezTo>
                    <a:pt x="604" y="391"/>
                    <a:pt x="578" y="405"/>
                    <a:pt x="559" y="418"/>
                  </a:cubicBezTo>
                  <a:cubicBezTo>
                    <a:pt x="552" y="421"/>
                    <a:pt x="545" y="424"/>
                    <a:pt x="539" y="428"/>
                  </a:cubicBezTo>
                  <a:cubicBezTo>
                    <a:pt x="530" y="433"/>
                    <a:pt x="521" y="439"/>
                    <a:pt x="512" y="445"/>
                  </a:cubicBezTo>
                  <a:cubicBezTo>
                    <a:pt x="448" y="485"/>
                    <a:pt x="383" y="520"/>
                    <a:pt x="318" y="558"/>
                  </a:cubicBezTo>
                  <a:cubicBezTo>
                    <a:pt x="254" y="596"/>
                    <a:pt x="192" y="631"/>
                    <a:pt x="153" y="693"/>
                  </a:cubicBezTo>
                  <a:cubicBezTo>
                    <a:pt x="172" y="627"/>
                    <a:pt x="228" y="567"/>
                    <a:pt x="274" y="523"/>
                  </a:cubicBezTo>
                  <a:cubicBezTo>
                    <a:pt x="291" y="507"/>
                    <a:pt x="308" y="492"/>
                    <a:pt x="327" y="479"/>
                  </a:cubicBezTo>
                  <a:cubicBezTo>
                    <a:pt x="330" y="477"/>
                    <a:pt x="333" y="476"/>
                    <a:pt x="336" y="474"/>
                  </a:cubicBezTo>
                  <a:cubicBezTo>
                    <a:pt x="348" y="467"/>
                    <a:pt x="359" y="460"/>
                    <a:pt x="370" y="451"/>
                  </a:cubicBezTo>
                  <a:cubicBezTo>
                    <a:pt x="376" y="448"/>
                    <a:pt x="382" y="444"/>
                    <a:pt x="388" y="441"/>
                  </a:cubicBezTo>
                  <a:cubicBezTo>
                    <a:pt x="393" y="439"/>
                    <a:pt x="399" y="436"/>
                    <a:pt x="404" y="433"/>
                  </a:cubicBezTo>
                  <a:cubicBezTo>
                    <a:pt x="412" y="428"/>
                    <a:pt x="420" y="423"/>
                    <a:pt x="427" y="417"/>
                  </a:cubicBezTo>
                  <a:cubicBezTo>
                    <a:pt x="441" y="410"/>
                    <a:pt x="455" y="403"/>
                    <a:pt x="468" y="395"/>
                  </a:cubicBezTo>
                  <a:cubicBezTo>
                    <a:pt x="488" y="384"/>
                    <a:pt x="507" y="371"/>
                    <a:pt x="526" y="358"/>
                  </a:cubicBezTo>
                  <a:cubicBezTo>
                    <a:pt x="554" y="337"/>
                    <a:pt x="581" y="314"/>
                    <a:pt x="610" y="295"/>
                  </a:cubicBezTo>
                  <a:cubicBezTo>
                    <a:pt x="611" y="295"/>
                    <a:pt x="612" y="294"/>
                    <a:pt x="612" y="294"/>
                  </a:cubicBezTo>
                  <a:cubicBezTo>
                    <a:pt x="618" y="290"/>
                    <a:pt x="624" y="285"/>
                    <a:pt x="627" y="279"/>
                  </a:cubicBezTo>
                  <a:cubicBezTo>
                    <a:pt x="630" y="274"/>
                    <a:pt x="631" y="270"/>
                    <a:pt x="632" y="265"/>
                  </a:cubicBezTo>
                  <a:cubicBezTo>
                    <a:pt x="632" y="264"/>
                    <a:pt x="632" y="264"/>
                    <a:pt x="632" y="263"/>
                  </a:cubicBezTo>
                  <a:cubicBezTo>
                    <a:pt x="632" y="262"/>
                    <a:pt x="632" y="261"/>
                    <a:pt x="632" y="261"/>
                  </a:cubicBezTo>
                  <a:cubicBezTo>
                    <a:pt x="631" y="260"/>
                    <a:pt x="631" y="260"/>
                    <a:pt x="630" y="259"/>
                  </a:cubicBezTo>
                  <a:cubicBezTo>
                    <a:pt x="629" y="258"/>
                    <a:pt x="628" y="258"/>
                    <a:pt x="627" y="258"/>
                  </a:cubicBezTo>
                  <a:cubicBezTo>
                    <a:pt x="626" y="258"/>
                    <a:pt x="626" y="258"/>
                    <a:pt x="625" y="259"/>
                  </a:cubicBezTo>
                  <a:cubicBezTo>
                    <a:pt x="624" y="260"/>
                    <a:pt x="623" y="260"/>
                    <a:pt x="623" y="261"/>
                  </a:cubicBezTo>
                  <a:lnTo>
                    <a:pt x="622" y="262"/>
                  </a:lnTo>
                  <a:cubicBezTo>
                    <a:pt x="613" y="280"/>
                    <a:pt x="583" y="294"/>
                    <a:pt x="567" y="305"/>
                  </a:cubicBezTo>
                  <a:cubicBezTo>
                    <a:pt x="541" y="325"/>
                    <a:pt x="517" y="345"/>
                    <a:pt x="490" y="363"/>
                  </a:cubicBezTo>
                  <a:cubicBezTo>
                    <a:pt x="438" y="398"/>
                    <a:pt x="379" y="417"/>
                    <a:pt x="324" y="445"/>
                  </a:cubicBezTo>
                  <a:cubicBezTo>
                    <a:pt x="290" y="460"/>
                    <a:pt x="257" y="477"/>
                    <a:pt x="225" y="496"/>
                  </a:cubicBezTo>
                  <a:cubicBezTo>
                    <a:pt x="197" y="512"/>
                    <a:pt x="169" y="530"/>
                    <a:pt x="142" y="549"/>
                  </a:cubicBezTo>
                  <a:cubicBezTo>
                    <a:pt x="138" y="550"/>
                    <a:pt x="135" y="552"/>
                    <a:pt x="132" y="554"/>
                  </a:cubicBezTo>
                  <a:cubicBezTo>
                    <a:pt x="119" y="561"/>
                    <a:pt x="108" y="572"/>
                    <a:pt x="100" y="585"/>
                  </a:cubicBezTo>
                  <a:cubicBezTo>
                    <a:pt x="100" y="586"/>
                    <a:pt x="99" y="587"/>
                    <a:pt x="99" y="588"/>
                  </a:cubicBezTo>
                  <a:cubicBezTo>
                    <a:pt x="94" y="594"/>
                    <a:pt x="89" y="599"/>
                    <a:pt x="84" y="604"/>
                  </a:cubicBezTo>
                  <a:cubicBezTo>
                    <a:pt x="89" y="588"/>
                    <a:pt x="96" y="572"/>
                    <a:pt x="104" y="558"/>
                  </a:cubicBezTo>
                  <a:cubicBezTo>
                    <a:pt x="127" y="524"/>
                    <a:pt x="154" y="494"/>
                    <a:pt x="185" y="467"/>
                  </a:cubicBezTo>
                  <a:cubicBezTo>
                    <a:pt x="193" y="460"/>
                    <a:pt x="202" y="453"/>
                    <a:pt x="211" y="446"/>
                  </a:cubicBezTo>
                  <a:cubicBezTo>
                    <a:pt x="212" y="445"/>
                    <a:pt x="213" y="445"/>
                    <a:pt x="214" y="444"/>
                  </a:cubicBezTo>
                  <a:cubicBezTo>
                    <a:pt x="222" y="440"/>
                    <a:pt x="229" y="434"/>
                    <a:pt x="235" y="429"/>
                  </a:cubicBezTo>
                  <a:lnTo>
                    <a:pt x="239" y="425"/>
                  </a:lnTo>
                  <a:cubicBezTo>
                    <a:pt x="266" y="407"/>
                    <a:pt x="294" y="391"/>
                    <a:pt x="323" y="375"/>
                  </a:cubicBezTo>
                  <a:lnTo>
                    <a:pt x="348" y="368"/>
                  </a:lnTo>
                  <a:cubicBezTo>
                    <a:pt x="349" y="368"/>
                    <a:pt x="349" y="368"/>
                    <a:pt x="350" y="367"/>
                  </a:cubicBezTo>
                  <a:cubicBezTo>
                    <a:pt x="350" y="367"/>
                    <a:pt x="352" y="366"/>
                    <a:pt x="352" y="365"/>
                  </a:cubicBezTo>
                  <a:cubicBezTo>
                    <a:pt x="353" y="364"/>
                    <a:pt x="352" y="363"/>
                    <a:pt x="352" y="362"/>
                  </a:cubicBezTo>
                  <a:cubicBezTo>
                    <a:pt x="352" y="361"/>
                    <a:pt x="352" y="360"/>
                    <a:pt x="352" y="360"/>
                  </a:cubicBezTo>
                  <a:cubicBezTo>
                    <a:pt x="352" y="359"/>
                    <a:pt x="352" y="359"/>
                    <a:pt x="352" y="359"/>
                  </a:cubicBezTo>
                  <a:cubicBezTo>
                    <a:pt x="373" y="347"/>
                    <a:pt x="394" y="335"/>
                    <a:pt x="414" y="322"/>
                  </a:cubicBezTo>
                  <a:cubicBezTo>
                    <a:pt x="482" y="276"/>
                    <a:pt x="566" y="245"/>
                    <a:pt x="619" y="180"/>
                  </a:cubicBezTo>
                  <a:cubicBezTo>
                    <a:pt x="653" y="140"/>
                    <a:pt x="689" y="104"/>
                    <a:pt x="728" y="71"/>
                  </a:cubicBezTo>
                  <a:cubicBezTo>
                    <a:pt x="750" y="53"/>
                    <a:pt x="759" y="20"/>
                    <a:pt x="781" y="5"/>
                  </a:cubicBezTo>
                  <a:lnTo>
                    <a:pt x="781" y="3"/>
                  </a:lnTo>
                  <a:cubicBezTo>
                    <a:pt x="767" y="9"/>
                    <a:pt x="776" y="5"/>
                    <a:pt x="761" y="23"/>
                  </a:cubicBezTo>
                  <a:cubicBezTo>
                    <a:pt x="746" y="42"/>
                    <a:pt x="730" y="59"/>
                    <a:pt x="712" y="75"/>
                  </a:cubicBezTo>
                  <a:cubicBezTo>
                    <a:pt x="675" y="103"/>
                    <a:pt x="640" y="134"/>
                    <a:pt x="608" y="169"/>
                  </a:cubicBezTo>
                  <a:cubicBezTo>
                    <a:pt x="579" y="200"/>
                    <a:pt x="545" y="227"/>
                    <a:pt x="508" y="249"/>
                  </a:cubicBezTo>
                  <a:lnTo>
                    <a:pt x="507" y="249"/>
                  </a:lnTo>
                  <a:cubicBezTo>
                    <a:pt x="461" y="277"/>
                    <a:pt x="414" y="308"/>
                    <a:pt x="365" y="330"/>
                  </a:cubicBezTo>
                  <a:cubicBezTo>
                    <a:pt x="354" y="336"/>
                    <a:pt x="343" y="341"/>
                    <a:pt x="333" y="348"/>
                  </a:cubicBezTo>
                  <a:cubicBezTo>
                    <a:pt x="319" y="355"/>
                    <a:pt x="306" y="364"/>
                    <a:pt x="293" y="372"/>
                  </a:cubicBezTo>
                  <a:lnTo>
                    <a:pt x="282" y="376"/>
                  </a:lnTo>
                  <a:lnTo>
                    <a:pt x="282" y="375"/>
                  </a:lnTo>
                  <a:cubicBezTo>
                    <a:pt x="280" y="374"/>
                    <a:pt x="278" y="374"/>
                    <a:pt x="276" y="374"/>
                  </a:cubicBezTo>
                  <a:lnTo>
                    <a:pt x="275" y="374"/>
                  </a:lnTo>
                  <a:cubicBezTo>
                    <a:pt x="262" y="376"/>
                    <a:pt x="249" y="380"/>
                    <a:pt x="237" y="387"/>
                  </a:cubicBezTo>
                  <a:cubicBezTo>
                    <a:pt x="233" y="389"/>
                    <a:pt x="229" y="392"/>
                    <a:pt x="225" y="395"/>
                  </a:cubicBezTo>
                  <a:cubicBezTo>
                    <a:pt x="203" y="404"/>
                    <a:pt x="181" y="414"/>
                    <a:pt x="159" y="426"/>
                  </a:cubicBezTo>
                  <a:cubicBezTo>
                    <a:pt x="130" y="443"/>
                    <a:pt x="100" y="456"/>
                    <a:pt x="73" y="475"/>
                  </a:cubicBezTo>
                  <a:cubicBezTo>
                    <a:pt x="55" y="488"/>
                    <a:pt x="39" y="504"/>
                    <a:pt x="26" y="522"/>
                  </a:cubicBezTo>
                  <a:cubicBezTo>
                    <a:pt x="50" y="471"/>
                    <a:pt x="110" y="428"/>
                    <a:pt x="150" y="400"/>
                  </a:cubicBezTo>
                  <a:cubicBezTo>
                    <a:pt x="201" y="364"/>
                    <a:pt x="259" y="332"/>
                    <a:pt x="307" y="292"/>
                  </a:cubicBezTo>
                  <a:cubicBezTo>
                    <a:pt x="401" y="213"/>
                    <a:pt x="507" y="150"/>
                    <a:pt x="601" y="70"/>
                  </a:cubicBezTo>
                  <a:cubicBezTo>
                    <a:pt x="602" y="68"/>
                    <a:pt x="601" y="66"/>
                    <a:pt x="599" y="67"/>
                  </a:cubicBezTo>
                  <a:cubicBezTo>
                    <a:pt x="496" y="150"/>
                    <a:pt x="387" y="224"/>
                    <a:pt x="278" y="300"/>
                  </a:cubicBezTo>
                  <a:cubicBezTo>
                    <a:pt x="218" y="342"/>
                    <a:pt x="148" y="373"/>
                    <a:pt x="93" y="421"/>
                  </a:cubicBezTo>
                  <a:cubicBezTo>
                    <a:pt x="59" y="451"/>
                    <a:pt x="7" y="501"/>
                    <a:pt x="2" y="548"/>
                  </a:cubicBezTo>
                  <a:cubicBezTo>
                    <a:pt x="0" y="553"/>
                    <a:pt x="8" y="555"/>
                    <a:pt x="13" y="552"/>
                  </a:cubicBezTo>
                  <a:moveTo>
                    <a:pt x="785" y="414"/>
                  </a:moveTo>
                  <a:lnTo>
                    <a:pt x="783" y="416"/>
                  </a:lnTo>
                  <a:lnTo>
                    <a:pt x="785" y="414"/>
                  </a:lnTo>
                  <a:moveTo>
                    <a:pt x="226" y="630"/>
                  </a:moveTo>
                  <a:cubicBezTo>
                    <a:pt x="220" y="637"/>
                    <a:pt x="213" y="643"/>
                    <a:pt x="205" y="649"/>
                  </a:cubicBezTo>
                  <a:cubicBezTo>
                    <a:pt x="212" y="642"/>
                    <a:pt x="219" y="636"/>
                    <a:pt x="226" y="630"/>
                  </a:cubicBezTo>
                  <a:moveTo>
                    <a:pt x="386" y="435"/>
                  </a:moveTo>
                  <a:lnTo>
                    <a:pt x="393" y="432"/>
                  </a:lnTo>
                  <a:lnTo>
                    <a:pt x="386" y="436"/>
                  </a:lnTo>
                  <a:lnTo>
                    <a:pt x="386" y="43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2"/>
            <p:cNvSpPr/>
            <p:nvPr/>
          </p:nvSpPr>
          <p:spPr>
            <a:xfrm>
              <a:off x="8145000" y="3360600"/>
              <a:ext cx="52920" cy="99000"/>
            </a:xfrm>
            <a:custGeom>
              <a:avLst/>
              <a:gdLst/>
              <a:ahLst/>
              <a:cxnLst/>
              <a:rect l="l" t="t" r="r" b="b"/>
              <a:pathLst>
                <a:path w="147" h="275" extrusionOk="0">
                  <a:moveTo>
                    <a:pt x="1" y="270"/>
                  </a:moveTo>
                  <a:cubicBezTo>
                    <a:pt x="0" y="272"/>
                    <a:pt x="2" y="274"/>
                    <a:pt x="3" y="273"/>
                  </a:cubicBezTo>
                  <a:cubicBezTo>
                    <a:pt x="84" y="218"/>
                    <a:pt x="132" y="95"/>
                    <a:pt x="146" y="1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45" y="0"/>
                    <a:pt x="145" y="0"/>
                    <a:pt x="145" y="0"/>
                  </a:cubicBezTo>
                  <a:lnTo>
                    <a:pt x="144" y="0"/>
                  </a:lnTo>
                  <a:lnTo>
                    <a:pt x="144" y="1"/>
                  </a:lnTo>
                  <a:cubicBezTo>
                    <a:pt x="129" y="56"/>
                    <a:pt x="108" y="109"/>
                    <a:pt x="81" y="159"/>
                  </a:cubicBezTo>
                  <a:cubicBezTo>
                    <a:pt x="59" y="199"/>
                    <a:pt x="27" y="232"/>
                    <a:pt x="1" y="2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2"/>
            <p:cNvSpPr/>
            <p:nvPr/>
          </p:nvSpPr>
          <p:spPr>
            <a:xfrm>
              <a:off x="8085960" y="3470760"/>
              <a:ext cx="46080" cy="42480"/>
            </a:xfrm>
            <a:custGeom>
              <a:avLst/>
              <a:gdLst/>
              <a:ahLst/>
              <a:cxnLst/>
              <a:rect l="l" t="t" r="r" b="b"/>
              <a:pathLst>
                <a:path w="128" h="118" extrusionOk="0">
                  <a:moveTo>
                    <a:pt x="106" y="14"/>
                  </a:moveTo>
                  <a:cubicBezTo>
                    <a:pt x="95" y="26"/>
                    <a:pt x="83" y="38"/>
                    <a:pt x="69" y="49"/>
                  </a:cubicBezTo>
                  <a:cubicBezTo>
                    <a:pt x="68" y="49"/>
                    <a:pt x="67" y="50"/>
                    <a:pt x="66" y="51"/>
                  </a:cubicBezTo>
                  <a:cubicBezTo>
                    <a:pt x="61" y="54"/>
                    <a:pt x="56" y="57"/>
                    <a:pt x="51" y="60"/>
                  </a:cubicBezTo>
                  <a:cubicBezTo>
                    <a:pt x="45" y="66"/>
                    <a:pt x="39" y="73"/>
                    <a:pt x="33" y="80"/>
                  </a:cubicBezTo>
                  <a:cubicBezTo>
                    <a:pt x="23" y="90"/>
                    <a:pt x="8" y="99"/>
                    <a:pt x="1" y="112"/>
                  </a:cubicBezTo>
                  <a:cubicBezTo>
                    <a:pt x="0" y="115"/>
                    <a:pt x="3" y="117"/>
                    <a:pt x="6" y="116"/>
                  </a:cubicBezTo>
                  <a:cubicBezTo>
                    <a:pt x="35" y="102"/>
                    <a:pt x="47" y="73"/>
                    <a:pt x="75" y="57"/>
                  </a:cubicBezTo>
                  <a:cubicBezTo>
                    <a:pt x="85" y="49"/>
                    <a:pt x="94" y="40"/>
                    <a:pt x="101" y="29"/>
                  </a:cubicBezTo>
                  <a:cubicBezTo>
                    <a:pt x="110" y="20"/>
                    <a:pt x="113" y="4"/>
                    <a:pt x="127" y="0"/>
                  </a:cubicBezTo>
                  <a:cubicBezTo>
                    <a:pt x="124" y="1"/>
                    <a:pt x="120" y="2"/>
                    <a:pt x="117" y="4"/>
                  </a:cubicBezTo>
                  <a:cubicBezTo>
                    <a:pt x="113" y="7"/>
                    <a:pt x="109" y="10"/>
                    <a:pt x="106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2"/>
            <p:cNvSpPr/>
            <p:nvPr/>
          </p:nvSpPr>
          <p:spPr>
            <a:xfrm>
              <a:off x="7976880" y="3521160"/>
              <a:ext cx="140040" cy="199080"/>
            </a:xfrm>
            <a:custGeom>
              <a:avLst/>
              <a:gdLst/>
              <a:ahLst/>
              <a:cxnLst/>
              <a:rect l="l" t="t" r="r" b="b"/>
              <a:pathLst>
                <a:path w="389" h="553" extrusionOk="0">
                  <a:moveTo>
                    <a:pt x="179" y="129"/>
                  </a:moveTo>
                  <a:cubicBezTo>
                    <a:pt x="207" y="84"/>
                    <a:pt x="247" y="50"/>
                    <a:pt x="275" y="4"/>
                  </a:cubicBezTo>
                  <a:cubicBezTo>
                    <a:pt x="276" y="2"/>
                    <a:pt x="273" y="0"/>
                    <a:pt x="271" y="2"/>
                  </a:cubicBezTo>
                  <a:cubicBezTo>
                    <a:pt x="245" y="40"/>
                    <a:pt x="208" y="70"/>
                    <a:pt x="179" y="106"/>
                  </a:cubicBezTo>
                  <a:cubicBezTo>
                    <a:pt x="162" y="130"/>
                    <a:pt x="146" y="155"/>
                    <a:pt x="131" y="181"/>
                  </a:cubicBezTo>
                  <a:cubicBezTo>
                    <a:pt x="118" y="203"/>
                    <a:pt x="106" y="227"/>
                    <a:pt x="95" y="251"/>
                  </a:cubicBezTo>
                  <a:cubicBezTo>
                    <a:pt x="51" y="339"/>
                    <a:pt x="6" y="443"/>
                    <a:pt x="0" y="543"/>
                  </a:cubicBezTo>
                  <a:cubicBezTo>
                    <a:pt x="0" y="552"/>
                    <a:pt x="14" y="552"/>
                    <a:pt x="14" y="543"/>
                  </a:cubicBezTo>
                  <a:cubicBezTo>
                    <a:pt x="20" y="518"/>
                    <a:pt x="29" y="494"/>
                    <a:pt x="41" y="471"/>
                  </a:cubicBezTo>
                  <a:cubicBezTo>
                    <a:pt x="55" y="438"/>
                    <a:pt x="69" y="403"/>
                    <a:pt x="86" y="370"/>
                  </a:cubicBezTo>
                  <a:cubicBezTo>
                    <a:pt x="94" y="353"/>
                    <a:pt x="102" y="336"/>
                    <a:pt x="112" y="320"/>
                  </a:cubicBezTo>
                  <a:cubicBezTo>
                    <a:pt x="125" y="296"/>
                    <a:pt x="141" y="275"/>
                    <a:pt x="157" y="253"/>
                  </a:cubicBezTo>
                  <a:cubicBezTo>
                    <a:pt x="228" y="170"/>
                    <a:pt x="305" y="91"/>
                    <a:pt x="387" y="19"/>
                  </a:cubicBezTo>
                  <a:cubicBezTo>
                    <a:pt x="388" y="17"/>
                    <a:pt x="387" y="16"/>
                    <a:pt x="385" y="17"/>
                  </a:cubicBezTo>
                  <a:cubicBezTo>
                    <a:pt x="333" y="50"/>
                    <a:pt x="297" y="103"/>
                    <a:pt x="250" y="142"/>
                  </a:cubicBezTo>
                  <a:cubicBezTo>
                    <a:pt x="210" y="178"/>
                    <a:pt x="174" y="217"/>
                    <a:pt x="142" y="260"/>
                  </a:cubicBezTo>
                  <a:cubicBezTo>
                    <a:pt x="112" y="296"/>
                    <a:pt x="94" y="340"/>
                    <a:pt x="70" y="380"/>
                  </a:cubicBezTo>
                  <a:cubicBezTo>
                    <a:pt x="53" y="412"/>
                    <a:pt x="38" y="445"/>
                    <a:pt x="25" y="478"/>
                  </a:cubicBezTo>
                  <a:lnTo>
                    <a:pt x="22" y="484"/>
                  </a:lnTo>
                  <a:cubicBezTo>
                    <a:pt x="39" y="399"/>
                    <a:pt x="79" y="316"/>
                    <a:pt x="117" y="240"/>
                  </a:cubicBezTo>
                  <a:cubicBezTo>
                    <a:pt x="136" y="203"/>
                    <a:pt x="156" y="165"/>
                    <a:pt x="179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2"/>
            <p:cNvSpPr/>
            <p:nvPr/>
          </p:nvSpPr>
          <p:spPr>
            <a:xfrm>
              <a:off x="8125920" y="3485880"/>
              <a:ext cx="39240" cy="33840"/>
            </a:xfrm>
            <a:custGeom>
              <a:avLst/>
              <a:gdLst/>
              <a:ahLst/>
              <a:cxnLst/>
              <a:rect l="l" t="t" r="r" b="b"/>
              <a:pathLst>
                <a:path w="109" h="94" extrusionOk="0">
                  <a:moveTo>
                    <a:pt x="0" y="91"/>
                  </a:moveTo>
                  <a:lnTo>
                    <a:pt x="0" y="92"/>
                  </a:lnTo>
                  <a:lnTo>
                    <a:pt x="1" y="93"/>
                  </a:lnTo>
                  <a:lnTo>
                    <a:pt x="2" y="93"/>
                  </a:lnTo>
                  <a:cubicBezTo>
                    <a:pt x="2" y="93"/>
                    <a:pt x="3" y="93"/>
                    <a:pt x="3" y="92"/>
                  </a:cubicBezTo>
                  <a:cubicBezTo>
                    <a:pt x="33" y="60"/>
                    <a:pt x="80" y="41"/>
                    <a:pt x="106" y="4"/>
                  </a:cubicBezTo>
                  <a:cubicBezTo>
                    <a:pt x="108" y="2"/>
                    <a:pt x="105" y="0"/>
                    <a:pt x="103" y="2"/>
                  </a:cubicBezTo>
                  <a:cubicBezTo>
                    <a:pt x="84" y="15"/>
                    <a:pt x="67" y="30"/>
                    <a:pt x="49" y="44"/>
                  </a:cubicBezTo>
                  <a:cubicBezTo>
                    <a:pt x="31" y="58"/>
                    <a:pt x="15" y="73"/>
                    <a:pt x="0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2"/>
            <p:cNvSpPr/>
            <p:nvPr/>
          </p:nvSpPr>
          <p:spPr>
            <a:xfrm>
              <a:off x="8169480" y="3446640"/>
              <a:ext cx="34560" cy="33480"/>
            </a:xfrm>
            <a:custGeom>
              <a:avLst/>
              <a:gdLst/>
              <a:ahLst/>
              <a:cxnLst/>
              <a:rect l="l" t="t" r="r" b="b"/>
              <a:pathLst>
                <a:path w="96" h="93" extrusionOk="0">
                  <a:moveTo>
                    <a:pt x="79" y="30"/>
                  </a:moveTo>
                  <a:cubicBezTo>
                    <a:pt x="86" y="23"/>
                    <a:pt x="86" y="10"/>
                    <a:pt x="94" y="5"/>
                  </a:cubicBezTo>
                  <a:cubicBezTo>
                    <a:pt x="95" y="5"/>
                    <a:pt x="95" y="4"/>
                    <a:pt x="95" y="4"/>
                  </a:cubicBezTo>
                  <a:lnTo>
                    <a:pt x="95" y="3"/>
                  </a:lnTo>
                  <a:cubicBezTo>
                    <a:pt x="95" y="2"/>
                    <a:pt x="95" y="2"/>
                    <a:pt x="95" y="1"/>
                  </a:cubicBezTo>
                  <a:lnTo>
                    <a:pt x="94" y="0"/>
                  </a:lnTo>
                  <a:lnTo>
                    <a:pt x="93" y="0"/>
                  </a:lnTo>
                  <a:lnTo>
                    <a:pt x="92" y="0"/>
                  </a:lnTo>
                  <a:cubicBezTo>
                    <a:pt x="84" y="1"/>
                    <a:pt x="82" y="6"/>
                    <a:pt x="78" y="13"/>
                  </a:cubicBezTo>
                  <a:cubicBezTo>
                    <a:pt x="71" y="23"/>
                    <a:pt x="63" y="32"/>
                    <a:pt x="53" y="40"/>
                  </a:cubicBezTo>
                  <a:cubicBezTo>
                    <a:pt x="45" y="49"/>
                    <a:pt x="36" y="57"/>
                    <a:pt x="27" y="65"/>
                  </a:cubicBezTo>
                  <a:cubicBezTo>
                    <a:pt x="18" y="70"/>
                    <a:pt x="10" y="77"/>
                    <a:pt x="2" y="84"/>
                  </a:cubicBezTo>
                  <a:cubicBezTo>
                    <a:pt x="0" y="87"/>
                    <a:pt x="3" y="92"/>
                    <a:pt x="6" y="89"/>
                  </a:cubicBezTo>
                  <a:cubicBezTo>
                    <a:pt x="21" y="74"/>
                    <a:pt x="41" y="65"/>
                    <a:pt x="57" y="51"/>
                  </a:cubicBezTo>
                  <a:cubicBezTo>
                    <a:pt x="64" y="44"/>
                    <a:pt x="72" y="37"/>
                    <a:pt x="79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2"/>
            <p:cNvSpPr/>
            <p:nvPr/>
          </p:nvSpPr>
          <p:spPr>
            <a:xfrm>
              <a:off x="8180640" y="3482280"/>
              <a:ext cx="26640" cy="36360"/>
            </a:xfrm>
            <a:custGeom>
              <a:avLst/>
              <a:gdLst/>
              <a:ahLst/>
              <a:cxnLst/>
              <a:rect l="l" t="t" r="r" b="b"/>
              <a:pathLst>
                <a:path w="74" h="101" extrusionOk="0">
                  <a:moveTo>
                    <a:pt x="3" y="96"/>
                  </a:moveTo>
                  <a:cubicBezTo>
                    <a:pt x="14" y="81"/>
                    <a:pt x="26" y="66"/>
                    <a:pt x="39" y="54"/>
                  </a:cubicBezTo>
                  <a:cubicBezTo>
                    <a:pt x="51" y="39"/>
                    <a:pt x="62" y="23"/>
                    <a:pt x="72" y="6"/>
                  </a:cubicBezTo>
                  <a:cubicBezTo>
                    <a:pt x="72" y="5"/>
                    <a:pt x="73" y="4"/>
                    <a:pt x="73" y="3"/>
                  </a:cubicBezTo>
                  <a:lnTo>
                    <a:pt x="73" y="2"/>
                  </a:lnTo>
                  <a:lnTo>
                    <a:pt x="73" y="1"/>
                  </a:lnTo>
                  <a:cubicBezTo>
                    <a:pt x="73" y="1"/>
                    <a:pt x="72" y="2"/>
                    <a:pt x="72" y="1"/>
                  </a:cubicBezTo>
                  <a:cubicBezTo>
                    <a:pt x="71" y="0"/>
                    <a:pt x="72" y="0"/>
                    <a:pt x="72" y="0"/>
                  </a:cubicBezTo>
                  <a:cubicBezTo>
                    <a:pt x="71" y="0"/>
                    <a:pt x="71" y="0"/>
                    <a:pt x="71" y="1"/>
                  </a:cubicBezTo>
                  <a:cubicBezTo>
                    <a:pt x="70" y="2"/>
                    <a:pt x="70" y="1"/>
                    <a:pt x="70" y="1"/>
                  </a:cubicBezTo>
                  <a:cubicBezTo>
                    <a:pt x="56" y="18"/>
                    <a:pt x="45" y="37"/>
                    <a:pt x="31" y="53"/>
                  </a:cubicBezTo>
                  <a:cubicBezTo>
                    <a:pt x="22" y="61"/>
                    <a:pt x="15" y="71"/>
                    <a:pt x="9" y="82"/>
                  </a:cubicBezTo>
                  <a:cubicBezTo>
                    <a:pt x="6" y="86"/>
                    <a:pt x="4" y="91"/>
                    <a:pt x="2" y="95"/>
                  </a:cubicBezTo>
                  <a:cubicBezTo>
                    <a:pt x="0" y="100"/>
                    <a:pt x="3" y="97"/>
                    <a:pt x="3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2"/>
            <p:cNvSpPr/>
            <p:nvPr/>
          </p:nvSpPr>
          <p:spPr>
            <a:xfrm>
              <a:off x="8150400" y="3530160"/>
              <a:ext cx="23040" cy="28440"/>
            </a:xfrm>
            <a:custGeom>
              <a:avLst/>
              <a:gdLst/>
              <a:ahLst/>
              <a:cxnLst/>
              <a:rect l="l" t="t" r="r" b="b"/>
              <a:pathLst>
                <a:path w="64" h="79" extrusionOk="0">
                  <a:moveTo>
                    <a:pt x="60" y="1"/>
                  </a:moveTo>
                  <a:cubicBezTo>
                    <a:pt x="58" y="5"/>
                    <a:pt x="57" y="9"/>
                    <a:pt x="55" y="12"/>
                  </a:cubicBezTo>
                  <a:cubicBezTo>
                    <a:pt x="49" y="23"/>
                    <a:pt x="41" y="32"/>
                    <a:pt x="31" y="41"/>
                  </a:cubicBezTo>
                  <a:cubicBezTo>
                    <a:pt x="19" y="50"/>
                    <a:pt x="8" y="62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8"/>
                    <a:pt x="1" y="78"/>
                    <a:pt x="1" y="78"/>
                  </a:cubicBezTo>
                  <a:lnTo>
                    <a:pt x="2" y="78"/>
                  </a:lnTo>
                  <a:lnTo>
                    <a:pt x="3" y="78"/>
                  </a:lnTo>
                  <a:cubicBezTo>
                    <a:pt x="3" y="78"/>
                    <a:pt x="4" y="78"/>
                    <a:pt x="5" y="77"/>
                  </a:cubicBezTo>
                  <a:cubicBezTo>
                    <a:pt x="18" y="70"/>
                    <a:pt x="29" y="59"/>
                    <a:pt x="38" y="46"/>
                  </a:cubicBezTo>
                  <a:cubicBezTo>
                    <a:pt x="43" y="40"/>
                    <a:pt x="48" y="34"/>
                    <a:pt x="52" y="26"/>
                  </a:cubicBezTo>
                  <a:cubicBezTo>
                    <a:pt x="56" y="19"/>
                    <a:pt x="60" y="11"/>
                    <a:pt x="62" y="3"/>
                  </a:cubicBezTo>
                  <a:cubicBezTo>
                    <a:pt x="63" y="1"/>
                    <a:pt x="61" y="0"/>
                    <a:pt x="6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2"/>
            <p:cNvSpPr/>
            <p:nvPr/>
          </p:nvSpPr>
          <p:spPr>
            <a:xfrm>
              <a:off x="7942320" y="3526560"/>
              <a:ext cx="201960" cy="348480"/>
            </a:xfrm>
            <a:custGeom>
              <a:avLst/>
              <a:gdLst/>
              <a:ahLst/>
              <a:cxnLst/>
              <a:rect l="l" t="t" r="r" b="b"/>
              <a:pathLst>
                <a:path w="561" h="968" extrusionOk="0">
                  <a:moveTo>
                    <a:pt x="224" y="501"/>
                  </a:moveTo>
                  <a:cubicBezTo>
                    <a:pt x="207" y="536"/>
                    <a:pt x="194" y="573"/>
                    <a:pt x="184" y="611"/>
                  </a:cubicBezTo>
                  <a:cubicBezTo>
                    <a:pt x="169" y="659"/>
                    <a:pt x="150" y="705"/>
                    <a:pt x="129" y="751"/>
                  </a:cubicBezTo>
                  <a:cubicBezTo>
                    <a:pt x="118" y="772"/>
                    <a:pt x="108" y="792"/>
                    <a:pt x="95" y="813"/>
                  </a:cubicBezTo>
                  <a:cubicBezTo>
                    <a:pt x="73" y="852"/>
                    <a:pt x="48" y="891"/>
                    <a:pt x="21" y="928"/>
                  </a:cubicBezTo>
                  <a:cubicBezTo>
                    <a:pt x="17" y="932"/>
                    <a:pt x="13" y="935"/>
                    <a:pt x="10" y="941"/>
                  </a:cubicBezTo>
                  <a:cubicBezTo>
                    <a:pt x="8" y="944"/>
                    <a:pt x="6" y="950"/>
                    <a:pt x="5" y="954"/>
                  </a:cubicBezTo>
                  <a:lnTo>
                    <a:pt x="2" y="959"/>
                  </a:lnTo>
                  <a:cubicBezTo>
                    <a:pt x="0" y="963"/>
                    <a:pt x="5" y="967"/>
                    <a:pt x="8" y="963"/>
                  </a:cubicBezTo>
                  <a:cubicBezTo>
                    <a:pt x="16" y="954"/>
                    <a:pt x="25" y="944"/>
                    <a:pt x="33" y="934"/>
                  </a:cubicBezTo>
                  <a:cubicBezTo>
                    <a:pt x="50" y="921"/>
                    <a:pt x="65" y="904"/>
                    <a:pt x="80" y="889"/>
                  </a:cubicBezTo>
                  <a:cubicBezTo>
                    <a:pt x="104" y="868"/>
                    <a:pt x="124" y="844"/>
                    <a:pt x="140" y="816"/>
                  </a:cubicBezTo>
                  <a:cubicBezTo>
                    <a:pt x="141" y="815"/>
                    <a:pt x="142" y="813"/>
                    <a:pt x="143" y="812"/>
                  </a:cubicBezTo>
                  <a:cubicBezTo>
                    <a:pt x="162" y="776"/>
                    <a:pt x="179" y="740"/>
                    <a:pt x="195" y="702"/>
                  </a:cubicBezTo>
                  <a:cubicBezTo>
                    <a:pt x="209" y="663"/>
                    <a:pt x="239" y="628"/>
                    <a:pt x="247" y="588"/>
                  </a:cubicBezTo>
                  <a:lnTo>
                    <a:pt x="245" y="588"/>
                  </a:lnTo>
                  <a:cubicBezTo>
                    <a:pt x="238" y="610"/>
                    <a:pt x="228" y="631"/>
                    <a:pt x="215" y="653"/>
                  </a:cubicBezTo>
                  <a:cubicBezTo>
                    <a:pt x="209" y="663"/>
                    <a:pt x="202" y="674"/>
                    <a:pt x="195" y="685"/>
                  </a:cubicBezTo>
                  <a:cubicBezTo>
                    <a:pt x="189" y="694"/>
                    <a:pt x="183" y="703"/>
                    <a:pt x="177" y="714"/>
                  </a:cubicBezTo>
                  <a:cubicBezTo>
                    <a:pt x="165" y="735"/>
                    <a:pt x="153" y="758"/>
                    <a:pt x="143" y="780"/>
                  </a:cubicBezTo>
                  <a:cubicBezTo>
                    <a:pt x="139" y="788"/>
                    <a:pt x="136" y="795"/>
                    <a:pt x="131" y="803"/>
                  </a:cubicBezTo>
                  <a:cubicBezTo>
                    <a:pt x="118" y="827"/>
                    <a:pt x="100" y="850"/>
                    <a:pt x="80" y="871"/>
                  </a:cubicBezTo>
                  <a:cubicBezTo>
                    <a:pt x="88" y="858"/>
                    <a:pt x="97" y="845"/>
                    <a:pt x="104" y="832"/>
                  </a:cubicBezTo>
                  <a:cubicBezTo>
                    <a:pt x="113" y="816"/>
                    <a:pt x="122" y="800"/>
                    <a:pt x="129" y="783"/>
                  </a:cubicBezTo>
                  <a:cubicBezTo>
                    <a:pt x="145" y="742"/>
                    <a:pt x="166" y="701"/>
                    <a:pt x="183" y="660"/>
                  </a:cubicBezTo>
                  <a:cubicBezTo>
                    <a:pt x="200" y="619"/>
                    <a:pt x="209" y="575"/>
                    <a:pt x="224" y="533"/>
                  </a:cubicBezTo>
                  <a:cubicBezTo>
                    <a:pt x="252" y="454"/>
                    <a:pt x="302" y="393"/>
                    <a:pt x="349" y="327"/>
                  </a:cubicBezTo>
                  <a:cubicBezTo>
                    <a:pt x="408" y="245"/>
                    <a:pt x="496" y="188"/>
                    <a:pt x="557" y="108"/>
                  </a:cubicBezTo>
                  <a:cubicBezTo>
                    <a:pt x="559" y="105"/>
                    <a:pt x="556" y="102"/>
                    <a:pt x="554" y="104"/>
                  </a:cubicBezTo>
                  <a:cubicBezTo>
                    <a:pt x="516" y="142"/>
                    <a:pt x="477" y="178"/>
                    <a:pt x="436" y="212"/>
                  </a:cubicBezTo>
                  <a:cubicBezTo>
                    <a:pt x="405" y="237"/>
                    <a:pt x="378" y="265"/>
                    <a:pt x="354" y="296"/>
                  </a:cubicBezTo>
                  <a:cubicBezTo>
                    <a:pt x="351" y="301"/>
                    <a:pt x="348" y="305"/>
                    <a:pt x="344" y="310"/>
                  </a:cubicBezTo>
                  <a:cubicBezTo>
                    <a:pt x="284" y="360"/>
                    <a:pt x="232" y="420"/>
                    <a:pt x="193" y="489"/>
                  </a:cubicBezTo>
                  <a:cubicBezTo>
                    <a:pt x="189" y="496"/>
                    <a:pt x="185" y="503"/>
                    <a:pt x="181" y="510"/>
                  </a:cubicBezTo>
                  <a:cubicBezTo>
                    <a:pt x="160" y="551"/>
                    <a:pt x="140" y="590"/>
                    <a:pt x="116" y="630"/>
                  </a:cubicBezTo>
                  <a:cubicBezTo>
                    <a:pt x="125" y="612"/>
                    <a:pt x="133" y="594"/>
                    <a:pt x="140" y="576"/>
                  </a:cubicBezTo>
                  <a:cubicBezTo>
                    <a:pt x="161" y="502"/>
                    <a:pt x="189" y="431"/>
                    <a:pt x="221" y="362"/>
                  </a:cubicBezTo>
                  <a:cubicBezTo>
                    <a:pt x="290" y="214"/>
                    <a:pt x="447" y="120"/>
                    <a:pt x="558" y="6"/>
                  </a:cubicBezTo>
                  <a:cubicBezTo>
                    <a:pt x="560" y="3"/>
                    <a:pt x="557" y="0"/>
                    <a:pt x="555" y="2"/>
                  </a:cubicBezTo>
                  <a:cubicBezTo>
                    <a:pt x="498" y="57"/>
                    <a:pt x="435" y="109"/>
                    <a:pt x="373" y="160"/>
                  </a:cubicBezTo>
                  <a:cubicBezTo>
                    <a:pt x="317" y="205"/>
                    <a:pt x="253" y="263"/>
                    <a:pt x="217" y="326"/>
                  </a:cubicBezTo>
                  <a:cubicBezTo>
                    <a:pt x="202" y="355"/>
                    <a:pt x="189" y="386"/>
                    <a:pt x="178" y="417"/>
                  </a:cubicBezTo>
                  <a:cubicBezTo>
                    <a:pt x="163" y="447"/>
                    <a:pt x="151" y="479"/>
                    <a:pt x="141" y="511"/>
                  </a:cubicBezTo>
                  <a:cubicBezTo>
                    <a:pt x="133" y="552"/>
                    <a:pt x="119" y="591"/>
                    <a:pt x="101" y="628"/>
                  </a:cubicBezTo>
                  <a:cubicBezTo>
                    <a:pt x="93" y="647"/>
                    <a:pt x="87" y="668"/>
                    <a:pt x="85" y="688"/>
                  </a:cubicBezTo>
                  <a:cubicBezTo>
                    <a:pt x="75" y="708"/>
                    <a:pt x="70" y="729"/>
                    <a:pt x="69" y="750"/>
                  </a:cubicBezTo>
                  <a:cubicBezTo>
                    <a:pt x="69" y="755"/>
                    <a:pt x="77" y="759"/>
                    <a:pt x="79" y="753"/>
                  </a:cubicBezTo>
                  <a:cubicBezTo>
                    <a:pt x="90" y="732"/>
                    <a:pt x="96" y="709"/>
                    <a:pt x="99" y="685"/>
                  </a:cubicBezTo>
                  <a:cubicBezTo>
                    <a:pt x="100" y="681"/>
                    <a:pt x="101" y="676"/>
                    <a:pt x="102" y="671"/>
                  </a:cubicBezTo>
                  <a:cubicBezTo>
                    <a:pt x="122" y="632"/>
                    <a:pt x="153" y="593"/>
                    <a:pt x="169" y="555"/>
                  </a:cubicBezTo>
                  <a:cubicBezTo>
                    <a:pt x="177" y="534"/>
                    <a:pt x="188" y="513"/>
                    <a:pt x="199" y="494"/>
                  </a:cubicBezTo>
                  <a:cubicBezTo>
                    <a:pt x="217" y="463"/>
                    <a:pt x="237" y="435"/>
                    <a:pt x="261" y="410"/>
                  </a:cubicBezTo>
                  <a:cubicBezTo>
                    <a:pt x="274" y="397"/>
                    <a:pt x="286" y="385"/>
                    <a:pt x="298" y="372"/>
                  </a:cubicBezTo>
                  <a:cubicBezTo>
                    <a:pt x="294" y="377"/>
                    <a:pt x="291" y="382"/>
                    <a:pt x="287" y="388"/>
                  </a:cubicBezTo>
                  <a:cubicBezTo>
                    <a:pt x="262" y="424"/>
                    <a:pt x="245" y="462"/>
                    <a:pt x="224" y="5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2"/>
            <p:cNvSpPr/>
            <p:nvPr/>
          </p:nvSpPr>
          <p:spPr>
            <a:xfrm>
              <a:off x="8040960" y="3582720"/>
              <a:ext cx="129600" cy="143640"/>
            </a:xfrm>
            <a:custGeom>
              <a:avLst/>
              <a:gdLst/>
              <a:ahLst/>
              <a:cxnLst/>
              <a:rect l="l" t="t" r="r" b="b"/>
              <a:pathLst>
                <a:path w="360" h="399" extrusionOk="0">
                  <a:moveTo>
                    <a:pt x="354" y="0"/>
                  </a:moveTo>
                  <a:cubicBezTo>
                    <a:pt x="343" y="6"/>
                    <a:pt x="332" y="12"/>
                    <a:pt x="321" y="19"/>
                  </a:cubicBezTo>
                  <a:cubicBezTo>
                    <a:pt x="286" y="39"/>
                    <a:pt x="252" y="61"/>
                    <a:pt x="219" y="84"/>
                  </a:cubicBezTo>
                  <a:cubicBezTo>
                    <a:pt x="178" y="116"/>
                    <a:pt x="152" y="157"/>
                    <a:pt x="118" y="195"/>
                  </a:cubicBezTo>
                  <a:cubicBezTo>
                    <a:pt x="93" y="225"/>
                    <a:pt x="70" y="257"/>
                    <a:pt x="49" y="291"/>
                  </a:cubicBezTo>
                  <a:cubicBezTo>
                    <a:pt x="30" y="323"/>
                    <a:pt x="4" y="359"/>
                    <a:pt x="0" y="396"/>
                  </a:cubicBezTo>
                  <a:cubicBezTo>
                    <a:pt x="0" y="397"/>
                    <a:pt x="2" y="398"/>
                    <a:pt x="2" y="396"/>
                  </a:cubicBezTo>
                  <a:cubicBezTo>
                    <a:pt x="7" y="369"/>
                    <a:pt x="29" y="342"/>
                    <a:pt x="42" y="319"/>
                  </a:cubicBezTo>
                  <a:cubicBezTo>
                    <a:pt x="68" y="273"/>
                    <a:pt x="101" y="230"/>
                    <a:pt x="138" y="192"/>
                  </a:cubicBezTo>
                  <a:cubicBezTo>
                    <a:pt x="178" y="151"/>
                    <a:pt x="209" y="110"/>
                    <a:pt x="256" y="77"/>
                  </a:cubicBezTo>
                  <a:cubicBezTo>
                    <a:pt x="257" y="77"/>
                    <a:pt x="258" y="76"/>
                    <a:pt x="259" y="75"/>
                  </a:cubicBezTo>
                  <a:cubicBezTo>
                    <a:pt x="294" y="55"/>
                    <a:pt x="327" y="32"/>
                    <a:pt x="358" y="6"/>
                  </a:cubicBezTo>
                  <a:cubicBezTo>
                    <a:pt x="358" y="5"/>
                    <a:pt x="358" y="4"/>
                    <a:pt x="358" y="4"/>
                  </a:cubicBezTo>
                  <a:cubicBezTo>
                    <a:pt x="358" y="3"/>
                    <a:pt x="359" y="3"/>
                    <a:pt x="358" y="2"/>
                  </a:cubicBezTo>
                  <a:cubicBezTo>
                    <a:pt x="357" y="1"/>
                    <a:pt x="357" y="2"/>
                    <a:pt x="356" y="1"/>
                  </a:cubicBezTo>
                  <a:cubicBezTo>
                    <a:pt x="355" y="0"/>
                    <a:pt x="355" y="0"/>
                    <a:pt x="355" y="0"/>
                  </a:cubicBezTo>
                  <a:cubicBezTo>
                    <a:pt x="354" y="0"/>
                    <a:pt x="354" y="0"/>
                    <a:pt x="35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2"/>
            <p:cNvSpPr/>
            <p:nvPr/>
          </p:nvSpPr>
          <p:spPr>
            <a:xfrm>
              <a:off x="8196480" y="3475440"/>
              <a:ext cx="58320" cy="109800"/>
            </a:xfrm>
            <a:custGeom>
              <a:avLst/>
              <a:gdLst/>
              <a:ahLst/>
              <a:cxnLst/>
              <a:rect l="l" t="t" r="r" b="b"/>
              <a:pathLst>
                <a:path w="162" h="305" extrusionOk="0">
                  <a:moveTo>
                    <a:pt x="3" y="302"/>
                  </a:moveTo>
                  <a:cubicBezTo>
                    <a:pt x="25" y="279"/>
                    <a:pt x="44" y="253"/>
                    <a:pt x="60" y="225"/>
                  </a:cubicBezTo>
                  <a:cubicBezTo>
                    <a:pt x="67" y="212"/>
                    <a:pt x="74" y="199"/>
                    <a:pt x="81" y="184"/>
                  </a:cubicBezTo>
                  <a:cubicBezTo>
                    <a:pt x="112" y="126"/>
                    <a:pt x="139" y="65"/>
                    <a:pt x="161" y="3"/>
                  </a:cubicBezTo>
                  <a:lnTo>
                    <a:pt x="161" y="2"/>
                  </a:lnTo>
                  <a:lnTo>
                    <a:pt x="161" y="1"/>
                  </a:lnTo>
                  <a:lnTo>
                    <a:pt x="160" y="1"/>
                  </a:lnTo>
                  <a:cubicBezTo>
                    <a:pt x="160" y="0"/>
                    <a:pt x="159" y="0"/>
                    <a:pt x="159" y="0"/>
                  </a:cubicBezTo>
                  <a:lnTo>
                    <a:pt x="158" y="1"/>
                  </a:lnTo>
                  <a:cubicBezTo>
                    <a:pt x="157" y="1"/>
                    <a:pt x="157" y="2"/>
                    <a:pt x="157" y="2"/>
                  </a:cubicBezTo>
                  <a:cubicBezTo>
                    <a:pt x="138" y="54"/>
                    <a:pt x="115" y="105"/>
                    <a:pt x="89" y="154"/>
                  </a:cubicBezTo>
                  <a:cubicBezTo>
                    <a:pt x="60" y="202"/>
                    <a:pt x="39" y="261"/>
                    <a:pt x="1" y="301"/>
                  </a:cubicBezTo>
                  <a:cubicBezTo>
                    <a:pt x="0" y="301"/>
                    <a:pt x="2" y="304"/>
                    <a:pt x="3" y="30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2"/>
            <p:cNvSpPr/>
            <p:nvPr/>
          </p:nvSpPr>
          <p:spPr>
            <a:xfrm>
              <a:off x="8126280" y="3669840"/>
              <a:ext cx="54360" cy="61920"/>
            </a:xfrm>
            <a:custGeom>
              <a:avLst/>
              <a:gdLst/>
              <a:ahLst/>
              <a:cxnLst/>
              <a:rect l="l" t="t" r="r" b="b"/>
              <a:pathLst>
                <a:path w="151" h="172" extrusionOk="0">
                  <a:moveTo>
                    <a:pt x="147" y="1"/>
                  </a:moveTo>
                  <a:cubicBezTo>
                    <a:pt x="119" y="23"/>
                    <a:pt x="101" y="54"/>
                    <a:pt x="78" y="81"/>
                  </a:cubicBezTo>
                  <a:cubicBezTo>
                    <a:pt x="55" y="109"/>
                    <a:pt x="24" y="138"/>
                    <a:pt x="0" y="168"/>
                  </a:cubicBezTo>
                  <a:cubicBezTo>
                    <a:pt x="0" y="169"/>
                    <a:pt x="0" y="171"/>
                    <a:pt x="1" y="170"/>
                  </a:cubicBezTo>
                  <a:cubicBezTo>
                    <a:pt x="29" y="148"/>
                    <a:pt x="54" y="123"/>
                    <a:pt x="77" y="95"/>
                  </a:cubicBezTo>
                  <a:cubicBezTo>
                    <a:pt x="102" y="66"/>
                    <a:pt x="121" y="30"/>
                    <a:pt x="149" y="4"/>
                  </a:cubicBezTo>
                  <a:cubicBezTo>
                    <a:pt x="150" y="2"/>
                    <a:pt x="148" y="0"/>
                    <a:pt x="1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2"/>
            <p:cNvSpPr/>
            <p:nvPr/>
          </p:nvSpPr>
          <p:spPr>
            <a:xfrm>
              <a:off x="7949880" y="3569760"/>
              <a:ext cx="281160" cy="315360"/>
            </a:xfrm>
            <a:custGeom>
              <a:avLst/>
              <a:gdLst/>
              <a:ahLst/>
              <a:cxnLst/>
              <a:rect l="l" t="t" r="r" b="b"/>
              <a:pathLst>
                <a:path w="781" h="876" extrusionOk="0">
                  <a:moveTo>
                    <a:pt x="15" y="867"/>
                  </a:moveTo>
                  <a:cubicBezTo>
                    <a:pt x="32" y="835"/>
                    <a:pt x="88" y="817"/>
                    <a:pt x="117" y="795"/>
                  </a:cubicBezTo>
                  <a:cubicBezTo>
                    <a:pt x="161" y="762"/>
                    <a:pt x="196" y="720"/>
                    <a:pt x="243" y="689"/>
                  </a:cubicBezTo>
                  <a:cubicBezTo>
                    <a:pt x="282" y="664"/>
                    <a:pt x="315" y="627"/>
                    <a:pt x="352" y="598"/>
                  </a:cubicBezTo>
                  <a:cubicBezTo>
                    <a:pt x="385" y="572"/>
                    <a:pt x="406" y="533"/>
                    <a:pt x="439" y="508"/>
                  </a:cubicBezTo>
                  <a:cubicBezTo>
                    <a:pt x="441" y="506"/>
                    <a:pt x="439" y="503"/>
                    <a:pt x="436" y="504"/>
                  </a:cubicBezTo>
                  <a:cubicBezTo>
                    <a:pt x="402" y="528"/>
                    <a:pt x="379" y="563"/>
                    <a:pt x="346" y="589"/>
                  </a:cubicBezTo>
                  <a:cubicBezTo>
                    <a:pt x="300" y="624"/>
                    <a:pt x="256" y="661"/>
                    <a:pt x="209" y="695"/>
                  </a:cubicBezTo>
                  <a:cubicBezTo>
                    <a:pt x="170" y="723"/>
                    <a:pt x="138" y="763"/>
                    <a:pt x="99" y="793"/>
                  </a:cubicBezTo>
                  <a:cubicBezTo>
                    <a:pt x="93" y="797"/>
                    <a:pt x="86" y="802"/>
                    <a:pt x="80" y="805"/>
                  </a:cubicBezTo>
                  <a:cubicBezTo>
                    <a:pt x="70" y="811"/>
                    <a:pt x="60" y="816"/>
                    <a:pt x="49" y="820"/>
                  </a:cubicBezTo>
                  <a:cubicBezTo>
                    <a:pt x="51" y="818"/>
                    <a:pt x="53" y="816"/>
                    <a:pt x="55" y="813"/>
                  </a:cubicBezTo>
                  <a:cubicBezTo>
                    <a:pt x="69" y="790"/>
                    <a:pt x="86" y="768"/>
                    <a:pt x="105" y="748"/>
                  </a:cubicBezTo>
                  <a:cubicBezTo>
                    <a:pt x="110" y="743"/>
                    <a:pt x="115" y="739"/>
                    <a:pt x="121" y="734"/>
                  </a:cubicBezTo>
                  <a:cubicBezTo>
                    <a:pt x="121" y="735"/>
                    <a:pt x="121" y="735"/>
                    <a:pt x="122" y="735"/>
                  </a:cubicBezTo>
                  <a:lnTo>
                    <a:pt x="123" y="735"/>
                  </a:lnTo>
                  <a:cubicBezTo>
                    <a:pt x="132" y="734"/>
                    <a:pt x="135" y="725"/>
                    <a:pt x="139" y="716"/>
                  </a:cubicBezTo>
                  <a:cubicBezTo>
                    <a:pt x="148" y="707"/>
                    <a:pt x="155" y="697"/>
                    <a:pt x="162" y="687"/>
                  </a:cubicBezTo>
                  <a:cubicBezTo>
                    <a:pt x="177" y="684"/>
                    <a:pt x="185" y="671"/>
                    <a:pt x="197" y="660"/>
                  </a:cubicBezTo>
                  <a:cubicBezTo>
                    <a:pt x="231" y="626"/>
                    <a:pt x="272" y="595"/>
                    <a:pt x="310" y="563"/>
                  </a:cubicBezTo>
                  <a:cubicBezTo>
                    <a:pt x="337" y="540"/>
                    <a:pt x="359" y="509"/>
                    <a:pt x="388" y="485"/>
                  </a:cubicBezTo>
                  <a:cubicBezTo>
                    <a:pt x="416" y="462"/>
                    <a:pt x="442" y="436"/>
                    <a:pt x="466" y="408"/>
                  </a:cubicBezTo>
                  <a:cubicBezTo>
                    <a:pt x="523" y="339"/>
                    <a:pt x="579" y="270"/>
                    <a:pt x="636" y="201"/>
                  </a:cubicBezTo>
                  <a:cubicBezTo>
                    <a:pt x="664" y="166"/>
                    <a:pt x="684" y="124"/>
                    <a:pt x="715" y="93"/>
                  </a:cubicBezTo>
                  <a:cubicBezTo>
                    <a:pt x="736" y="72"/>
                    <a:pt x="754" y="49"/>
                    <a:pt x="769" y="24"/>
                  </a:cubicBezTo>
                  <a:cubicBezTo>
                    <a:pt x="772" y="18"/>
                    <a:pt x="776" y="11"/>
                    <a:pt x="779" y="5"/>
                  </a:cubicBezTo>
                  <a:cubicBezTo>
                    <a:pt x="780" y="2"/>
                    <a:pt x="776" y="0"/>
                    <a:pt x="774" y="3"/>
                  </a:cubicBezTo>
                  <a:cubicBezTo>
                    <a:pt x="773" y="5"/>
                    <a:pt x="772" y="7"/>
                    <a:pt x="770" y="10"/>
                  </a:cubicBezTo>
                  <a:cubicBezTo>
                    <a:pt x="754" y="39"/>
                    <a:pt x="734" y="65"/>
                    <a:pt x="710" y="89"/>
                  </a:cubicBezTo>
                  <a:cubicBezTo>
                    <a:pt x="686" y="120"/>
                    <a:pt x="665" y="153"/>
                    <a:pt x="641" y="184"/>
                  </a:cubicBezTo>
                  <a:cubicBezTo>
                    <a:pt x="590" y="251"/>
                    <a:pt x="531" y="313"/>
                    <a:pt x="479" y="380"/>
                  </a:cubicBezTo>
                  <a:cubicBezTo>
                    <a:pt x="430" y="442"/>
                    <a:pt x="361" y="486"/>
                    <a:pt x="309" y="545"/>
                  </a:cubicBezTo>
                  <a:cubicBezTo>
                    <a:pt x="294" y="559"/>
                    <a:pt x="278" y="571"/>
                    <a:pt x="260" y="583"/>
                  </a:cubicBezTo>
                  <a:cubicBezTo>
                    <a:pt x="246" y="594"/>
                    <a:pt x="234" y="610"/>
                    <a:pt x="221" y="622"/>
                  </a:cubicBezTo>
                  <a:cubicBezTo>
                    <a:pt x="207" y="635"/>
                    <a:pt x="194" y="642"/>
                    <a:pt x="182" y="654"/>
                  </a:cubicBezTo>
                  <a:cubicBezTo>
                    <a:pt x="178" y="658"/>
                    <a:pt x="174" y="663"/>
                    <a:pt x="170" y="668"/>
                  </a:cubicBezTo>
                  <a:lnTo>
                    <a:pt x="170" y="667"/>
                  </a:lnTo>
                  <a:lnTo>
                    <a:pt x="169" y="666"/>
                  </a:lnTo>
                  <a:lnTo>
                    <a:pt x="168" y="666"/>
                  </a:lnTo>
                  <a:lnTo>
                    <a:pt x="167" y="666"/>
                  </a:lnTo>
                  <a:cubicBezTo>
                    <a:pt x="167" y="666"/>
                    <a:pt x="166" y="666"/>
                    <a:pt x="166" y="667"/>
                  </a:cubicBezTo>
                  <a:lnTo>
                    <a:pt x="165" y="668"/>
                  </a:lnTo>
                  <a:cubicBezTo>
                    <a:pt x="177" y="643"/>
                    <a:pt x="188" y="617"/>
                    <a:pt x="201" y="593"/>
                  </a:cubicBezTo>
                  <a:cubicBezTo>
                    <a:pt x="215" y="566"/>
                    <a:pt x="238" y="540"/>
                    <a:pt x="253" y="513"/>
                  </a:cubicBezTo>
                  <a:cubicBezTo>
                    <a:pt x="273" y="480"/>
                    <a:pt x="296" y="449"/>
                    <a:pt x="321" y="420"/>
                  </a:cubicBezTo>
                  <a:cubicBezTo>
                    <a:pt x="373" y="355"/>
                    <a:pt x="432" y="295"/>
                    <a:pt x="496" y="241"/>
                  </a:cubicBezTo>
                  <a:cubicBezTo>
                    <a:pt x="553" y="195"/>
                    <a:pt x="614" y="143"/>
                    <a:pt x="651" y="78"/>
                  </a:cubicBezTo>
                  <a:cubicBezTo>
                    <a:pt x="651" y="77"/>
                    <a:pt x="651" y="76"/>
                    <a:pt x="649" y="77"/>
                  </a:cubicBezTo>
                  <a:cubicBezTo>
                    <a:pt x="535" y="187"/>
                    <a:pt x="409" y="284"/>
                    <a:pt x="311" y="410"/>
                  </a:cubicBezTo>
                  <a:cubicBezTo>
                    <a:pt x="274" y="456"/>
                    <a:pt x="245" y="504"/>
                    <a:pt x="212" y="553"/>
                  </a:cubicBezTo>
                  <a:cubicBezTo>
                    <a:pt x="198" y="572"/>
                    <a:pt x="184" y="592"/>
                    <a:pt x="172" y="613"/>
                  </a:cubicBezTo>
                  <a:cubicBezTo>
                    <a:pt x="170" y="616"/>
                    <a:pt x="169" y="619"/>
                    <a:pt x="167" y="621"/>
                  </a:cubicBezTo>
                  <a:cubicBezTo>
                    <a:pt x="164" y="629"/>
                    <a:pt x="151" y="668"/>
                    <a:pt x="139" y="697"/>
                  </a:cubicBezTo>
                  <a:cubicBezTo>
                    <a:pt x="118" y="720"/>
                    <a:pt x="94" y="741"/>
                    <a:pt x="73" y="764"/>
                  </a:cubicBezTo>
                  <a:cubicBezTo>
                    <a:pt x="48" y="792"/>
                    <a:pt x="16" y="825"/>
                    <a:pt x="4" y="861"/>
                  </a:cubicBezTo>
                  <a:cubicBezTo>
                    <a:pt x="0" y="869"/>
                    <a:pt x="12" y="875"/>
                    <a:pt x="15" y="86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2"/>
            <p:cNvSpPr/>
            <p:nvPr/>
          </p:nvSpPr>
          <p:spPr>
            <a:xfrm>
              <a:off x="8132760" y="3385440"/>
              <a:ext cx="20520" cy="36720"/>
            </a:xfrm>
            <a:custGeom>
              <a:avLst/>
              <a:gdLst/>
              <a:ahLst/>
              <a:cxnLst/>
              <a:rect l="l" t="t" r="r" b="b"/>
              <a:pathLst>
                <a:path w="57" h="102" extrusionOk="0">
                  <a:moveTo>
                    <a:pt x="50" y="1"/>
                  </a:moveTo>
                  <a:cubicBezTo>
                    <a:pt x="48" y="16"/>
                    <a:pt x="43" y="30"/>
                    <a:pt x="35" y="43"/>
                  </a:cubicBezTo>
                  <a:cubicBezTo>
                    <a:pt x="35" y="44"/>
                    <a:pt x="34" y="45"/>
                    <a:pt x="34" y="46"/>
                  </a:cubicBezTo>
                  <a:cubicBezTo>
                    <a:pt x="31" y="54"/>
                    <a:pt x="27" y="62"/>
                    <a:pt x="23" y="70"/>
                  </a:cubicBezTo>
                  <a:cubicBezTo>
                    <a:pt x="17" y="80"/>
                    <a:pt x="9" y="89"/>
                    <a:pt x="1" y="98"/>
                  </a:cubicBezTo>
                  <a:lnTo>
                    <a:pt x="0" y="98"/>
                  </a:lnTo>
                  <a:cubicBezTo>
                    <a:pt x="0" y="99"/>
                    <a:pt x="0" y="99"/>
                    <a:pt x="0" y="99"/>
                  </a:cubicBezTo>
                  <a:lnTo>
                    <a:pt x="0" y="100"/>
                  </a:lnTo>
                  <a:cubicBezTo>
                    <a:pt x="0" y="100"/>
                    <a:pt x="1" y="100"/>
                    <a:pt x="1" y="101"/>
                  </a:cubicBezTo>
                  <a:lnTo>
                    <a:pt x="2" y="101"/>
                  </a:lnTo>
                  <a:cubicBezTo>
                    <a:pt x="20" y="99"/>
                    <a:pt x="30" y="72"/>
                    <a:pt x="36" y="59"/>
                  </a:cubicBezTo>
                  <a:cubicBezTo>
                    <a:pt x="44" y="41"/>
                    <a:pt x="56" y="20"/>
                    <a:pt x="53" y="1"/>
                  </a:cubicBezTo>
                  <a:lnTo>
                    <a:pt x="53" y="0"/>
                  </a:lnTo>
                  <a:cubicBezTo>
                    <a:pt x="52" y="0"/>
                    <a:pt x="52" y="0"/>
                    <a:pt x="52" y="0"/>
                  </a:cubicBezTo>
                  <a:lnTo>
                    <a:pt x="51" y="0"/>
                  </a:lnTo>
                  <a:lnTo>
                    <a:pt x="50" y="0"/>
                  </a:lnTo>
                  <a:cubicBezTo>
                    <a:pt x="50" y="1"/>
                    <a:pt x="50" y="1"/>
                    <a:pt x="50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2"/>
            <p:cNvSpPr/>
            <p:nvPr/>
          </p:nvSpPr>
          <p:spPr>
            <a:xfrm>
              <a:off x="8326440" y="3516480"/>
              <a:ext cx="10080" cy="47520"/>
            </a:xfrm>
            <a:custGeom>
              <a:avLst/>
              <a:gdLst/>
              <a:ahLst/>
              <a:cxnLst/>
              <a:rect l="l" t="t" r="r" b="b"/>
              <a:pathLst>
                <a:path w="28" h="132" extrusionOk="0">
                  <a:moveTo>
                    <a:pt x="0" y="0"/>
                  </a:moveTo>
                  <a:cubicBezTo>
                    <a:pt x="0" y="43"/>
                    <a:pt x="16" y="87"/>
                    <a:pt x="23" y="129"/>
                  </a:cubicBezTo>
                  <a:cubicBezTo>
                    <a:pt x="23" y="131"/>
                    <a:pt x="27" y="131"/>
                    <a:pt x="27" y="129"/>
                  </a:cubicBezTo>
                  <a:cubicBezTo>
                    <a:pt x="27" y="126"/>
                    <a:pt x="27" y="124"/>
                    <a:pt x="27" y="122"/>
                  </a:cubicBezTo>
                  <a:cubicBezTo>
                    <a:pt x="27" y="101"/>
                    <a:pt x="24" y="81"/>
                    <a:pt x="16" y="63"/>
                  </a:cubicBezTo>
                  <a:cubicBezTo>
                    <a:pt x="9" y="42"/>
                    <a:pt x="4" y="22"/>
                    <a:pt x="0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2"/>
            <p:cNvSpPr/>
            <p:nvPr/>
          </p:nvSpPr>
          <p:spPr>
            <a:xfrm>
              <a:off x="8337600" y="3593520"/>
              <a:ext cx="6840" cy="33120"/>
            </a:xfrm>
            <a:custGeom>
              <a:avLst/>
              <a:gdLst/>
              <a:ahLst/>
              <a:cxnLst/>
              <a:rect l="l" t="t" r="r" b="b"/>
              <a:pathLst>
                <a:path w="19" h="92" extrusionOk="0">
                  <a:moveTo>
                    <a:pt x="5" y="4"/>
                  </a:moveTo>
                  <a:cubicBezTo>
                    <a:pt x="5" y="1"/>
                    <a:pt x="1" y="0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10"/>
                    <a:pt x="0" y="11"/>
                    <a:pt x="1" y="12"/>
                  </a:cubicBezTo>
                  <a:cubicBezTo>
                    <a:pt x="7" y="23"/>
                    <a:pt x="2" y="29"/>
                    <a:pt x="3" y="39"/>
                  </a:cubicBezTo>
                  <a:cubicBezTo>
                    <a:pt x="4" y="45"/>
                    <a:pt x="5" y="51"/>
                    <a:pt x="8" y="56"/>
                  </a:cubicBezTo>
                  <a:cubicBezTo>
                    <a:pt x="11" y="66"/>
                    <a:pt x="6" y="78"/>
                    <a:pt x="10" y="88"/>
                  </a:cubicBezTo>
                  <a:cubicBezTo>
                    <a:pt x="10" y="90"/>
                    <a:pt x="14" y="91"/>
                    <a:pt x="15" y="88"/>
                  </a:cubicBezTo>
                  <a:cubicBezTo>
                    <a:pt x="17" y="82"/>
                    <a:pt x="18" y="75"/>
                    <a:pt x="18" y="69"/>
                  </a:cubicBezTo>
                  <a:cubicBezTo>
                    <a:pt x="18" y="62"/>
                    <a:pt x="17" y="55"/>
                    <a:pt x="15" y="49"/>
                  </a:cubicBezTo>
                  <a:cubicBezTo>
                    <a:pt x="12" y="38"/>
                    <a:pt x="11" y="28"/>
                    <a:pt x="11" y="17"/>
                  </a:cubicBezTo>
                  <a:cubicBezTo>
                    <a:pt x="11" y="12"/>
                    <a:pt x="5" y="11"/>
                    <a:pt x="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2"/>
            <p:cNvSpPr/>
            <p:nvPr/>
          </p:nvSpPr>
          <p:spPr>
            <a:xfrm>
              <a:off x="8334360" y="3636000"/>
              <a:ext cx="15480" cy="106560"/>
            </a:xfrm>
            <a:custGeom>
              <a:avLst/>
              <a:gdLst/>
              <a:ahLst/>
              <a:cxnLst/>
              <a:rect l="l" t="t" r="r" b="b"/>
              <a:pathLst>
                <a:path w="43" h="296" extrusionOk="0">
                  <a:moveTo>
                    <a:pt x="5" y="294"/>
                  </a:moveTo>
                  <a:cubicBezTo>
                    <a:pt x="27" y="264"/>
                    <a:pt x="16" y="227"/>
                    <a:pt x="32" y="196"/>
                  </a:cubicBezTo>
                  <a:cubicBezTo>
                    <a:pt x="42" y="178"/>
                    <a:pt x="31" y="137"/>
                    <a:pt x="31" y="117"/>
                  </a:cubicBezTo>
                  <a:cubicBezTo>
                    <a:pt x="31" y="79"/>
                    <a:pt x="31" y="41"/>
                    <a:pt x="29" y="3"/>
                  </a:cubicBezTo>
                  <a:cubicBezTo>
                    <a:pt x="29" y="0"/>
                    <a:pt x="25" y="0"/>
                    <a:pt x="25" y="3"/>
                  </a:cubicBezTo>
                  <a:cubicBezTo>
                    <a:pt x="23" y="58"/>
                    <a:pt x="21" y="114"/>
                    <a:pt x="23" y="169"/>
                  </a:cubicBezTo>
                  <a:cubicBezTo>
                    <a:pt x="25" y="208"/>
                    <a:pt x="4" y="253"/>
                    <a:pt x="0" y="293"/>
                  </a:cubicBezTo>
                  <a:lnTo>
                    <a:pt x="0" y="294"/>
                  </a:lnTo>
                  <a:lnTo>
                    <a:pt x="1" y="295"/>
                  </a:lnTo>
                  <a:lnTo>
                    <a:pt x="2" y="295"/>
                  </a:lnTo>
                  <a:cubicBezTo>
                    <a:pt x="3" y="295"/>
                    <a:pt x="3" y="295"/>
                    <a:pt x="4" y="295"/>
                  </a:cubicBezTo>
                  <a:lnTo>
                    <a:pt x="5" y="294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2"/>
            <p:cNvSpPr/>
            <p:nvPr/>
          </p:nvSpPr>
          <p:spPr>
            <a:xfrm>
              <a:off x="8364240" y="3634560"/>
              <a:ext cx="12960" cy="64080"/>
            </a:xfrm>
            <a:custGeom>
              <a:avLst/>
              <a:gdLst/>
              <a:ahLst/>
              <a:cxnLst/>
              <a:rect l="l" t="t" r="r" b="b"/>
              <a:pathLst>
                <a:path w="36" h="178" extrusionOk="0">
                  <a:moveTo>
                    <a:pt x="25" y="2"/>
                  </a:moveTo>
                  <a:lnTo>
                    <a:pt x="24" y="1"/>
                  </a:lnTo>
                  <a:cubicBezTo>
                    <a:pt x="23" y="0"/>
                    <a:pt x="23" y="0"/>
                    <a:pt x="23" y="0"/>
                  </a:cubicBezTo>
                  <a:cubicBezTo>
                    <a:pt x="22" y="0"/>
                    <a:pt x="23" y="0"/>
                    <a:pt x="22" y="1"/>
                  </a:cubicBezTo>
                  <a:cubicBezTo>
                    <a:pt x="21" y="2"/>
                    <a:pt x="21" y="1"/>
                    <a:pt x="21" y="1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2"/>
                    <a:pt x="19" y="62"/>
                    <a:pt x="17" y="92"/>
                  </a:cubicBezTo>
                  <a:cubicBezTo>
                    <a:pt x="17" y="102"/>
                    <a:pt x="9" y="167"/>
                    <a:pt x="1" y="171"/>
                  </a:cubicBezTo>
                  <a:cubicBezTo>
                    <a:pt x="1" y="171"/>
                    <a:pt x="0" y="171"/>
                    <a:pt x="0" y="172"/>
                  </a:cubicBezTo>
                  <a:lnTo>
                    <a:pt x="0" y="173"/>
                  </a:lnTo>
                  <a:cubicBezTo>
                    <a:pt x="0" y="174"/>
                    <a:pt x="0" y="175"/>
                    <a:pt x="0" y="175"/>
                  </a:cubicBezTo>
                  <a:cubicBezTo>
                    <a:pt x="0" y="176"/>
                    <a:pt x="1" y="176"/>
                    <a:pt x="1" y="176"/>
                  </a:cubicBezTo>
                  <a:cubicBezTo>
                    <a:pt x="2" y="177"/>
                    <a:pt x="2" y="177"/>
                    <a:pt x="3" y="177"/>
                  </a:cubicBezTo>
                  <a:lnTo>
                    <a:pt x="7" y="177"/>
                  </a:lnTo>
                  <a:cubicBezTo>
                    <a:pt x="8" y="177"/>
                    <a:pt x="8" y="177"/>
                    <a:pt x="9" y="176"/>
                  </a:cubicBezTo>
                  <a:cubicBezTo>
                    <a:pt x="10" y="175"/>
                    <a:pt x="11" y="175"/>
                    <a:pt x="11" y="175"/>
                  </a:cubicBezTo>
                  <a:cubicBezTo>
                    <a:pt x="11" y="174"/>
                    <a:pt x="11" y="174"/>
                    <a:pt x="11" y="174"/>
                  </a:cubicBezTo>
                  <a:cubicBezTo>
                    <a:pt x="35" y="122"/>
                    <a:pt x="26" y="58"/>
                    <a:pt x="2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2"/>
            <p:cNvSpPr/>
            <p:nvPr/>
          </p:nvSpPr>
          <p:spPr>
            <a:xfrm>
              <a:off x="8347320" y="3734280"/>
              <a:ext cx="11520" cy="47160"/>
            </a:xfrm>
            <a:custGeom>
              <a:avLst/>
              <a:gdLst/>
              <a:ahLst/>
              <a:cxnLst/>
              <a:rect l="l" t="t" r="r" b="b"/>
              <a:pathLst>
                <a:path w="32" h="131" extrusionOk="0">
                  <a:moveTo>
                    <a:pt x="31" y="0"/>
                  </a:moveTo>
                  <a:lnTo>
                    <a:pt x="30" y="0"/>
                  </a:lnTo>
                  <a:cubicBezTo>
                    <a:pt x="26" y="27"/>
                    <a:pt x="19" y="54"/>
                    <a:pt x="10" y="80"/>
                  </a:cubicBezTo>
                  <a:cubicBezTo>
                    <a:pt x="3" y="93"/>
                    <a:pt x="0" y="109"/>
                    <a:pt x="0" y="124"/>
                  </a:cubicBezTo>
                  <a:cubicBezTo>
                    <a:pt x="0" y="125"/>
                    <a:pt x="0" y="127"/>
                    <a:pt x="0" y="128"/>
                  </a:cubicBezTo>
                  <a:lnTo>
                    <a:pt x="0" y="129"/>
                  </a:lnTo>
                  <a:cubicBezTo>
                    <a:pt x="0" y="129"/>
                    <a:pt x="0" y="128"/>
                    <a:pt x="1" y="129"/>
                  </a:cubicBezTo>
                  <a:cubicBezTo>
                    <a:pt x="2" y="130"/>
                    <a:pt x="1" y="130"/>
                    <a:pt x="2" y="130"/>
                  </a:cubicBezTo>
                  <a:lnTo>
                    <a:pt x="3" y="129"/>
                  </a:lnTo>
                  <a:lnTo>
                    <a:pt x="3" y="128"/>
                  </a:lnTo>
                  <a:cubicBezTo>
                    <a:pt x="5" y="122"/>
                    <a:pt x="10" y="121"/>
                    <a:pt x="11" y="115"/>
                  </a:cubicBezTo>
                  <a:cubicBezTo>
                    <a:pt x="15" y="104"/>
                    <a:pt x="18" y="93"/>
                    <a:pt x="21" y="83"/>
                  </a:cubicBezTo>
                  <a:cubicBezTo>
                    <a:pt x="28" y="60"/>
                    <a:pt x="31" y="36"/>
                    <a:pt x="31" y="13"/>
                  </a:cubicBezTo>
                  <a:cubicBezTo>
                    <a:pt x="31" y="9"/>
                    <a:pt x="31" y="4"/>
                    <a:pt x="31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2"/>
            <p:cNvSpPr/>
            <p:nvPr/>
          </p:nvSpPr>
          <p:spPr>
            <a:xfrm>
              <a:off x="8163720" y="3651480"/>
              <a:ext cx="304920" cy="442440"/>
            </a:xfrm>
            <a:custGeom>
              <a:avLst/>
              <a:gdLst/>
              <a:ahLst/>
              <a:cxnLst/>
              <a:rect l="l" t="t" r="r" b="b"/>
              <a:pathLst>
                <a:path w="847" h="1229" extrusionOk="0">
                  <a:moveTo>
                    <a:pt x="302" y="1094"/>
                  </a:moveTo>
                  <a:cubicBezTo>
                    <a:pt x="305" y="1074"/>
                    <a:pt x="307" y="1055"/>
                    <a:pt x="307" y="1035"/>
                  </a:cubicBezTo>
                  <a:cubicBezTo>
                    <a:pt x="313" y="1008"/>
                    <a:pt x="323" y="981"/>
                    <a:pt x="334" y="956"/>
                  </a:cubicBezTo>
                  <a:cubicBezTo>
                    <a:pt x="354" y="912"/>
                    <a:pt x="374" y="866"/>
                    <a:pt x="392" y="821"/>
                  </a:cubicBezTo>
                  <a:cubicBezTo>
                    <a:pt x="397" y="810"/>
                    <a:pt x="403" y="797"/>
                    <a:pt x="410" y="784"/>
                  </a:cubicBezTo>
                  <a:cubicBezTo>
                    <a:pt x="397" y="822"/>
                    <a:pt x="388" y="862"/>
                    <a:pt x="383" y="902"/>
                  </a:cubicBezTo>
                  <a:cubicBezTo>
                    <a:pt x="373" y="962"/>
                    <a:pt x="367" y="1022"/>
                    <a:pt x="364" y="1082"/>
                  </a:cubicBezTo>
                  <a:cubicBezTo>
                    <a:pt x="354" y="1110"/>
                    <a:pt x="347" y="1138"/>
                    <a:pt x="345" y="1167"/>
                  </a:cubicBezTo>
                  <a:cubicBezTo>
                    <a:pt x="345" y="1169"/>
                    <a:pt x="344" y="1170"/>
                    <a:pt x="345" y="1171"/>
                  </a:cubicBezTo>
                  <a:cubicBezTo>
                    <a:pt x="346" y="1173"/>
                    <a:pt x="347" y="1173"/>
                    <a:pt x="348" y="1173"/>
                  </a:cubicBezTo>
                  <a:cubicBezTo>
                    <a:pt x="349" y="1174"/>
                    <a:pt x="349" y="1174"/>
                    <a:pt x="351" y="1174"/>
                  </a:cubicBezTo>
                  <a:cubicBezTo>
                    <a:pt x="352" y="1174"/>
                    <a:pt x="354" y="1174"/>
                    <a:pt x="355" y="1173"/>
                  </a:cubicBezTo>
                  <a:cubicBezTo>
                    <a:pt x="355" y="1173"/>
                    <a:pt x="356" y="1173"/>
                    <a:pt x="356" y="1172"/>
                  </a:cubicBezTo>
                  <a:cubicBezTo>
                    <a:pt x="357" y="1173"/>
                    <a:pt x="357" y="1173"/>
                    <a:pt x="358" y="1173"/>
                  </a:cubicBezTo>
                  <a:cubicBezTo>
                    <a:pt x="358" y="1173"/>
                    <a:pt x="359" y="1173"/>
                    <a:pt x="360" y="1172"/>
                  </a:cubicBezTo>
                  <a:lnTo>
                    <a:pt x="361" y="1171"/>
                  </a:lnTo>
                  <a:cubicBezTo>
                    <a:pt x="378" y="1149"/>
                    <a:pt x="380" y="1111"/>
                    <a:pt x="387" y="1081"/>
                  </a:cubicBezTo>
                  <a:cubicBezTo>
                    <a:pt x="396" y="1056"/>
                    <a:pt x="407" y="1032"/>
                    <a:pt x="420" y="1010"/>
                  </a:cubicBezTo>
                  <a:cubicBezTo>
                    <a:pt x="427" y="998"/>
                    <a:pt x="434" y="987"/>
                    <a:pt x="441" y="977"/>
                  </a:cubicBezTo>
                  <a:cubicBezTo>
                    <a:pt x="452" y="961"/>
                    <a:pt x="463" y="946"/>
                    <a:pt x="472" y="929"/>
                  </a:cubicBezTo>
                  <a:cubicBezTo>
                    <a:pt x="489" y="900"/>
                    <a:pt x="503" y="869"/>
                    <a:pt x="514" y="837"/>
                  </a:cubicBezTo>
                  <a:cubicBezTo>
                    <a:pt x="505" y="874"/>
                    <a:pt x="501" y="913"/>
                    <a:pt x="501" y="951"/>
                  </a:cubicBezTo>
                  <a:cubicBezTo>
                    <a:pt x="501" y="952"/>
                    <a:pt x="501" y="954"/>
                    <a:pt x="501" y="955"/>
                  </a:cubicBezTo>
                  <a:cubicBezTo>
                    <a:pt x="501" y="962"/>
                    <a:pt x="511" y="961"/>
                    <a:pt x="511" y="954"/>
                  </a:cubicBezTo>
                  <a:cubicBezTo>
                    <a:pt x="511" y="947"/>
                    <a:pt x="511" y="937"/>
                    <a:pt x="511" y="928"/>
                  </a:cubicBezTo>
                  <a:cubicBezTo>
                    <a:pt x="511" y="926"/>
                    <a:pt x="511" y="924"/>
                    <a:pt x="512" y="922"/>
                  </a:cubicBezTo>
                  <a:lnTo>
                    <a:pt x="513" y="922"/>
                  </a:lnTo>
                  <a:cubicBezTo>
                    <a:pt x="514" y="922"/>
                    <a:pt x="514" y="922"/>
                    <a:pt x="515" y="921"/>
                  </a:cubicBezTo>
                  <a:lnTo>
                    <a:pt x="516" y="921"/>
                  </a:lnTo>
                  <a:cubicBezTo>
                    <a:pt x="518" y="917"/>
                    <a:pt x="521" y="914"/>
                    <a:pt x="523" y="910"/>
                  </a:cubicBezTo>
                  <a:cubicBezTo>
                    <a:pt x="524" y="908"/>
                    <a:pt x="525" y="906"/>
                    <a:pt x="526" y="904"/>
                  </a:cubicBezTo>
                  <a:cubicBezTo>
                    <a:pt x="530" y="896"/>
                    <a:pt x="535" y="889"/>
                    <a:pt x="539" y="881"/>
                  </a:cubicBezTo>
                  <a:cubicBezTo>
                    <a:pt x="548" y="867"/>
                    <a:pt x="557" y="851"/>
                    <a:pt x="568" y="838"/>
                  </a:cubicBezTo>
                  <a:cubicBezTo>
                    <a:pt x="572" y="831"/>
                    <a:pt x="581" y="822"/>
                    <a:pt x="590" y="813"/>
                  </a:cubicBezTo>
                  <a:cubicBezTo>
                    <a:pt x="585" y="837"/>
                    <a:pt x="582" y="860"/>
                    <a:pt x="580" y="884"/>
                  </a:cubicBezTo>
                  <a:cubicBezTo>
                    <a:pt x="578" y="909"/>
                    <a:pt x="576" y="934"/>
                    <a:pt x="576" y="959"/>
                  </a:cubicBezTo>
                  <a:cubicBezTo>
                    <a:pt x="576" y="987"/>
                    <a:pt x="578" y="1015"/>
                    <a:pt x="581" y="1043"/>
                  </a:cubicBezTo>
                  <a:cubicBezTo>
                    <a:pt x="585" y="1066"/>
                    <a:pt x="601" y="1092"/>
                    <a:pt x="600" y="1115"/>
                  </a:cubicBezTo>
                  <a:cubicBezTo>
                    <a:pt x="600" y="1125"/>
                    <a:pt x="598" y="1130"/>
                    <a:pt x="605" y="1137"/>
                  </a:cubicBezTo>
                  <a:cubicBezTo>
                    <a:pt x="605" y="1138"/>
                    <a:pt x="605" y="1138"/>
                    <a:pt x="606" y="1138"/>
                  </a:cubicBezTo>
                  <a:lnTo>
                    <a:pt x="607" y="1139"/>
                  </a:lnTo>
                  <a:cubicBezTo>
                    <a:pt x="608" y="1139"/>
                    <a:pt x="608" y="1138"/>
                    <a:pt x="609" y="1138"/>
                  </a:cubicBezTo>
                  <a:cubicBezTo>
                    <a:pt x="610" y="1138"/>
                    <a:pt x="610" y="1137"/>
                    <a:pt x="610" y="1137"/>
                  </a:cubicBezTo>
                  <a:cubicBezTo>
                    <a:pt x="610" y="1137"/>
                    <a:pt x="610" y="1136"/>
                    <a:pt x="611" y="1136"/>
                  </a:cubicBezTo>
                  <a:cubicBezTo>
                    <a:pt x="616" y="1102"/>
                    <a:pt x="608" y="1068"/>
                    <a:pt x="617" y="1034"/>
                  </a:cubicBezTo>
                  <a:cubicBezTo>
                    <a:pt x="619" y="1028"/>
                    <a:pt x="620" y="1020"/>
                    <a:pt x="622" y="1013"/>
                  </a:cubicBezTo>
                  <a:cubicBezTo>
                    <a:pt x="637" y="976"/>
                    <a:pt x="663" y="931"/>
                    <a:pt x="665" y="891"/>
                  </a:cubicBezTo>
                  <a:cubicBezTo>
                    <a:pt x="666" y="858"/>
                    <a:pt x="684" y="824"/>
                    <a:pt x="700" y="790"/>
                  </a:cubicBezTo>
                  <a:cubicBezTo>
                    <a:pt x="700" y="807"/>
                    <a:pt x="700" y="823"/>
                    <a:pt x="700" y="840"/>
                  </a:cubicBezTo>
                  <a:cubicBezTo>
                    <a:pt x="701" y="888"/>
                    <a:pt x="710" y="936"/>
                    <a:pt x="725" y="982"/>
                  </a:cubicBezTo>
                  <a:cubicBezTo>
                    <a:pt x="738" y="1033"/>
                    <a:pt x="757" y="1082"/>
                    <a:pt x="780" y="1129"/>
                  </a:cubicBezTo>
                  <a:cubicBezTo>
                    <a:pt x="781" y="1130"/>
                    <a:pt x="781" y="1131"/>
                    <a:pt x="782" y="1131"/>
                  </a:cubicBezTo>
                  <a:cubicBezTo>
                    <a:pt x="784" y="1132"/>
                    <a:pt x="785" y="1132"/>
                    <a:pt x="786" y="1132"/>
                  </a:cubicBezTo>
                  <a:cubicBezTo>
                    <a:pt x="787" y="1132"/>
                    <a:pt x="789" y="1132"/>
                    <a:pt x="790" y="1131"/>
                  </a:cubicBezTo>
                  <a:cubicBezTo>
                    <a:pt x="791" y="1131"/>
                    <a:pt x="792" y="1131"/>
                    <a:pt x="793" y="1129"/>
                  </a:cubicBezTo>
                  <a:cubicBezTo>
                    <a:pt x="794" y="1128"/>
                    <a:pt x="794" y="1126"/>
                    <a:pt x="794" y="1125"/>
                  </a:cubicBezTo>
                  <a:cubicBezTo>
                    <a:pt x="787" y="1052"/>
                    <a:pt x="772" y="980"/>
                    <a:pt x="774" y="906"/>
                  </a:cubicBezTo>
                  <a:cubicBezTo>
                    <a:pt x="775" y="832"/>
                    <a:pt x="782" y="758"/>
                    <a:pt x="795" y="684"/>
                  </a:cubicBezTo>
                  <a:cubicBezTo>
                    <a:pt x="795" y="708"/>
                    <a:pt x="798" y="731"/>
                    <a:pt x="803" y="754"/>
                  </a:cubicBezTo>
                  <a:cubicBezTo>
                    <a:pt x="803" y="757"/>
                    <a:pt x="808" y="758"/>
                    <a:pt x="809" y="754"/>
                  </a:cubicBezTo>
                  <a:cubicBezTo>
                    <a:pt x="814" y="731"/>
                    <a:pt x="816" y="708"/>
                    <a:pt x="816" y="685"/>
                  </a:cubicBezTo>
                  <a:cubicBezTo>
                    <a:pt x="816" y="683"/>
                    <a:pt x="816" y="681"/>
                    <a:pt x="816" y="679"/>
                  </a:cubicBezTo>
                  <a:cubicBezTo>
                    <a:pt x="815" y="671"/>
                    <a:pt x="815" y="663"/>
                    <a:pt x="815" y="655"/>
                  </a:cubicBezTo>
                  <a:cubicBezTo>
                    <a:pt x="815" y="647"/>
                    <a:pt x="815" y="639"/>
                    <a:pt x="816" y="631"/>
                  </a:cubicBezTo>
                  <a:cubicBezTo>
                    <a:pt x="817" y="626"/>
                    <a:pt x="817" y="621"/>
                    <a:pt x="817" y="616"/>
                  </a:cubicBezTo>
                  <a:cubicBezTo>
                    <a:pt x="817" y="611"/>
                    <a:pt x="817" y="606"/>
                    <a:pt x="816" y="601"/>
                  </a:cubicBezTo>
                  <a:cubicBezTo>
                    <a:pt x="815" y="600"/>
                    <a:pt x="815" y="600"/>
                    <a:pt x="814" y="599"/>
                  </a:cubicBezTo>
                  <a:lnTo>
                    <a:pt x="813" y="599"/>
                  </a:lnTo>
                  <a:cubicBezTo>
                    <a:pt x="812" y="599"/>
                    <a:pt x="812" y="599"/>
                    <a:pt x="812" y="599"/>
                  </a:cubicBezTo>
                  <a:cubicBezTo>
                    <a:pt x="829" y="529"/>
                    <a:pt x="839" y="457"/>
                    <a:pt x="842" y="385"/>
                  </a:cubicBezTo>
                  <a:cubicBezTo>
                    <a:pt x="842" y="339"/>
                    <a:pt x="842" y="292"/>
                    <a:pt x="841" y="246"/>
                  </a:cubicBezTo>
                  <a:cubicBezTo>
                    <a:pt x="841" y="222"/>
                    <a:pt x="846" y="195"/>
                    <a:pt x="833" y="174"/>
                  </a:cubicBezTo>
                  <a:cubicBezTo>
                    <a:pt x="830" y="170"/>
                    <a:pt x="823" y="174"/>
                    <a:pt x="826" y="179"/>
                  </a:cubicBezTo>
                  <a:cubicBezTo>
                    <a:pt x="840" y="202"/>
                    <a:pt x="827" y="260"/>
                    <a:pt x="827" y="285"/>
                  </a:cubicBezTo>
                  <a:cubicBezTo>
                    <a:pt x="828" y="303"/>
                    <a:pt x="829" y="322"/>
                    <a:pt x="829" y="340"/>
                  </a:cubicBezTo>
                  <a:cubicBezTo>
                    <a:pt x="829" y="366"/>
                    <a:pt x="828" y="392"/>
                    <a:pt x="826" y="418"/>
                  </a:cubicBezTo>
                  <a:cubicBezTo>
                    <a:pt x="816" y="508"/>
                    <a:pt x="798" y="597"/>
                    <a:pt x="779" y="686"/>
                  </a:cubicBezTo>
                  <a:cubicBezTo>
                    <a:pt x="766" y="751"/>
                    <a:pt x="760" y="818"/>
                    <a:pt x="760" y="885"/>
                  </a:cubicBezTo>
                  <a:cubicBezTo>
                    <a:pt x="760" y="893"/>
                    <a:pt x="760" y="900"/>
                    <a:pt x="760" y="907"/>
                  </a:cubicBezTo>
                  <a:cubicBezTo>
                    <a:pt x="760" y="970"/>
                    <a:pt x="769" y="1029"/>
                    <a:pt x="776" y="1090"/>
                  </a:cubicBezTo>
                  <a:cubicBezTo>
                    <a:pt x="736" y="1001"/>
                    <a:pt x="716" y="905"/>
                    <a:pt x="715" y="807"/>
                  </a:cubicBezTo>
                  <a:cubicBezTo>
                    <a:pt x="715" y="791"/>
                    <a:pt x="715" y="774"/>
                    <a:pt x="715" y="757"/>
                  </a:cubicBezTo>
                  <a:cubicBezTo>
                    <a:pt x="719" y="746"/>
                    <a:pt x="721" y="734"/>
                    <a:pt x="721" y="721"/>
                  </a:cubicBezTo>
                  <a:cubicBezTo>
                    <a:pt x="721" y="714"/>
                    <a:pt x="720" y="706"/>
                    <a:pt x="718" y="698"/>
                  </a:cubicBezTo>
                  <a:cubicBezTo>
                    <a:pt x="718" y="698"/>
                    <a:pt x="718" y="697"/>
                    <a:pt x="718" y="696"/>
                  </a:cubicBezTo>
                  <a:cubicBezTo>
                    <a:pt x="717" y="695"/>
                    <a:pt x="717" y="695"/>
                    <a:pt x="716" y="694"/>
                  </a:cubicBezTo>
                  <a:cubicBezTo>
                    <a:pt x="716" y="679"/>
                    <a:pt x="717" y="664"/>
                    <a:pt x="718" y="649"/>
                  </a:cubicBezTo>
                  <a:cubicBezTo>
                    <a:pt x="723" y="632"/>
                    <a:pt x="727" y="614"/>
                    <a:pt x="731" y="597"/>
                  </a:cubicBezTo>
                  <a:cubicBezTo>
                    <a:pt x="743" y="540"/>
                    <a:pt x="761" y="493"/>
                    <a:pt x="760" y="433"/>
                  </a:cubicBezTo>
                  <a:cubicBezTo>
                    <a:pt x="760" y="429"/>
                    <a:pt x="754" y="429"/>
                    <a:pt x="754" y="433"/>
                  </a:cubicBezTo>
                  <a:cubicBezTo>
                    <a:pt x="753" y="495"/>
                    <a:pt x="741" y="557"/>
                    <a:pt x="720" y="615"/>
                  </a:cubicBezTo>
                  <a:cubicBezTo>
                    <a:pt x="721" y="602"/>
                    <a:pt x="722" y="589"/>
                    <a:pt x="724" y="576"/>
                  </a:cubicBezTo>
                  <a:cubicBezTo>
                    <a:pt x="724" y="575"/>
                    <a:pt x="722" y="574"/>
                    <a:pt x="722" y="576"/>
                  </a:cubicBezTo>
                  <a:cubicBezTo>
                    <a:pt x="718" y="598"/>
                    <a:pt x="715" y="620"/>
                    <a:pt x="712" y="643"/>
                  </a:cubicBezTo>
                  <a:cubicBezTo>
                    <a:pt x="705" y="665"/>
                    <a:pt x="698" y="687"/>
                    <a:pt x="691" y="709"/>
                  </a:cubicBezTo>
                  <a:lnTo>
                    <a:pt x="684" y="731"/>
                  </a:lnTo>
                  <a:cubicBezTo>
                    <a:pt x="659" y="779"/>
                    <a:pt x="643" y="830"/>
                    <a:pt x="636" y="884"/>
                  </a:cubicBezTo>
                  <a:cubicBezTo>
                    <a:pt x="636" y="891"/>
                    <a:pt x="635" y="898"/>
                    <a:pt x="634" y="905"/>
                  </a:cubicBezTo>
                  <a:cubicBezTo>
                    <a:pt x="631" y="916"/>
                    <a:pt x="629" y="927"/>
                    <a:pt x="626" y="938"/>
                  </a:cubicBezTo>
                  <a:cubicBezTo>
                    <a:pt x="614" y="987"/>
                    <a:pt x="608" y="1036"/>
                    <a:pt x="607" y="1086"/>
                  </a:cubicBezTo>
                  <a:cubicBezTo>
                    <a:pt x="602" y="1066"/>
                    <a:pt x="594" y="1047"/>
                    <a:pt x="591" y="1027"/>
                  </a:cubicBezTo>
                  <a:cubicBezTo>
                    <a:pt x="589" y="1006"/>
                    <a:pt x="587" y="984"/>
                    <a:pt x="587" y="962"/>
                  </a:cubicBezTo>
                  <a:cubicBezTo>
                    <a:pt x="587" y="932"/>
                    <a:pt x="590" y="902"/>
                    <a:pt x="595" y="872"/>
                  </a:cubicBezTo>
                  <a:cubicBezTo>
                    <a:pt x="599" y="849"/>
                    <a:pt x="601" y="827"/>
                    <a:pt x="603" y="804"/>
                  </a:cubicBezTo>
                  <a:cubicBezTo>
                    <a:pt x="605" y="802"/>
                    <a:pt x="607" y="799"/>
                    <a:pt x="608" y="797"/>
                  </a:cubicBezTo>
                  <a:cubicBezTo>
                    <a:pt x="611" y="791"/>
                    <a:pt x="613" y="786"/>
                    <a:pt x="613" y="780"/>
                  </a:cubicBezTo>
                  <a:cubicBezTo>
                    <a:pt x="613" y="776"/>
                    <a:pt x="612" y="772"/>
                    <a:pt x="611" y="768"/>
                  </a:cubicBezTo>
                  <a:lnTo>
                    <a:pt x="611" y="767"/>
                  </a:lnTo>
                  <a:cubicBezTo>
                    <a:pt x="613" y="758"/>
                    <a:pt x="616" y="747"/>
                    <a:pt x="619" y="738"/>
                  </a:cubicBezTo>
                  <a:cubicBezTo>
                    <a:pt x="627" y="727"/>
                    <a:pt x="634" y="716"/>
                    <a:pt x="641" y="706"/>
                  </a:cubicBezTo>
                  <a:cubicBezTo>
                    <a:pt x="665" y="666"/>
                    <a:pt x="689" y="629"/>
                    <a:pt x="710" y="588"/>
                  </a:cubicBezTo>
                  <a:cubicBezTo>
                    <a:pt x="730" y="547"/>
                    <a:pt x="759" y="491"/>
                    <a:pt x="753" y="442"/>
                  </a:cubicBezTo>
                  <a:cubicBezTo>
                    <a:pt x="752" y="442"/>
                    <a:pt x="752" y="442"/>
                    <a:pt x="752" y="442"/>
                  </a:cubicBezTo>
                  <a:cubicBezTo>
                    <a:pt x="752" y="441"/>
                    <a:pt x="752" y="442"/>
                    <a:pt x="751" y="441"/>
                  </a:cubicBezTo>
                  <a:cubicBezTo>
                    <a:pt x="750" y="441"/>
                    <a:pt x="750" y="440"/>
                    <a:pt x="750" y="440"/>
                  </a:cubicBezTo>
                  <a:cubicBezTo>
                    <a:pt x="749" y="440"/>
                    <a:pt x="749" y="440"/>
                    <a:pt x="748" y="441"/>
                  </a:cubicBezTo>
                  <a:cubicBezTo>
                    <a:pt x="748" y="441"/>
                    <a:pt x="747" y="441"/>
                    <a:pt x="747" y="442"/>
                  </a:cubicBezTo>
                  <a:cubicBezTo>
                    <a:pt x="725" y="515"/>
                    <a:pt x="694" y="586"/>
                    <a:pt x="656" y="651"/>
                  </a:cubicBezTo>
                  <a:cubicBezTo>
                    <a:pt x="639" y="680"/>
                    <a:pt x="621" y="708"/>
                    <a:pt x="602" y="735"/>
                  </a:cubicBezTo>
                  <a:cubicBezTo>
                    <a:pt x="592" y="748"/>
                    <a:pt x="582" y="763"/>
                    <a:pt x="573" y="777"/>
                  </a:cubicBezTo>
                  <a:cubicBezTo>
                    <a:pt x="563" y="788"/>
                    <a:pt x="555" y="802"/>
                    <a:pt x="547" y="814"/>
                  </a:cubicBezTo>
                  <a:cubicBezTo>
                    <a:pt x="544" y="820"/>
                    <a:pt x="540" y="825"/>
                    <a:pt x="538" y="831"/>
                  </a:cubicBezTo>
                  <a:cubicBezTo>
                    <a:pt x="532" y="841"/>
                    <a:pt x="528" y="853"/>
                    <a:pt x="524" y="864"/>
                  </a:cubicBezTo>
                  <a:cubicBezTo>
                    <a:pt x="530" y="834"/>
                    <a:pt x="534" y="804"/>
                    <a:pt x="536" y="774"/>
                  </a:cubicBezTo>
                  <a:lnTo>
                    <a:pt x="602" y="648"/>
                  </a:lnTo>
                  <a:cubicBezTo>
                    <a:pt x="648" y="563"/>
                    <a:pt x="686" y="474"/>
                    <a:pt x="716" y="381"/>
                  </a:cubicBezTo>
                  <a:cubicBezTo>
                    <a:pt x="755" y="259"/>
                    <a:pt x="748" y="128"/>
                    <a:pt x="741" y="1"/>
                  </a:cubicBezTo>
                  <a:cubicBezTo>
                    <a:pt x="741" y="0"/>
                    <a:pt x="739" y="0"/>
                    <a:pt x="738" y="1"/>
                  </a:cubicBezTo>
                  <a:cubicBezTo>
                    <a:pt x="735" y="63"/>
                    <a:pt x="735" y="126"/>
                    <a:pt x="735" y="188"/>
                  </a:cubicBezTo>
                  <a:cubicBezTo>
                    <a:pt x="732" y="253"/>
                    <a:pt x="721" y="317"/>
                    <a:pt x="702" y="378"/>
                  </a:cubicBezTo>
                  <a:cubicBezTo>
                    <a:pt x="678" y="468"/>
                    <a:pt x="632" y="559"/>
                    <a:pt x="590" y="642"/>
                  </a:cubicBezTo>
                  <a:lnTo>
                    <a:pt x="583" y="653"/>
                  </a:lnTo>
                  <a:cubicBezTo>
                    <a:pt x="586" y="647"/>
                    <a:pt x="588" y="641"/>
                    <a:pt x="591" y="635"/>
                  </a:cubicBezTo>
                  <a:cubicBezTo>
                    <a:pt x="601" y="608"/>
                    <a:pt x="615" y="583"/>
                    <a:pt x="625" y="556"/>
                  </a:cubicBezTo>
                  <a:cubicBezTo>
                    <a:pt x="635" y="529"/>
                    <a:pt x="638" y="503"/>
                    <a:pt x="647" y="477"/>
                  </a:cubicBezTo>
                  <a:cubicBezTo>
                    <a:pt x="647" y="476"/>
                    <a:pt x="646" y="475"/>
                    <a:pt x="645" y="477"/>
                  </a:cubicBezTo>
                  <a:cubicBezTo>
                    <a:pt x="638" y="498"/>
                    <a:pt x="632" y="519"/>
                    <a:pt x="627" y="540"/>
                  </a:cubicBezTo>
                  <a:cubicBezTo>
                    <a:pt x="614" y="577"/>
                    <a:pt x="599" y="613"/>
                    <a:pt x="582" y="649"/>
                  </a:cubicBezTo>
                  <a:cubicBezTo>
                    <a:pt x="579" y="658"/>
                    <a:pt x="575" y="667"/>
                    <a:pt x="571" y="675"/>
                  </a:cubicBezTo>
                  <a:cubicBezTo>
                    <a:pt x="551" y="710"/>
                    <a:pt x="532" y="744"/>
                    <a:pt x="514" y="778"/>
                  </a:cubicBezTo>
                  <a:lnTo>
                    <a:pt x="506" y="794"/>
                  </a:lnTo>
                  <a:lnTo>
                    <a:pt x="502" y="801"/>
                  </a:lnTo>
                  <a:cubicBezTo>
                    <a:pt x="495" y="809"/>
                    <a:pt x="489" y="817"/>
                    <a:pt x="484" y="826"/>
                  </a:cubicBezTo>
                  <a:cubicBezTo>
                    <a:pt x="482" y="830"/>
                    <a:pt x="480" y="833"/>
                    <a:pt x="478" y="837"/>
                  </a:cubicBezTo>
                  <a:cubicBezTo>
                    <a:pt x="472" y="846"/>
                    <a:pt x="467" y="856"/>
                    <a:pt x="461" y="865"/>
                  </a:cubicBezTo>
                  <a:cubicBezTo>
                    <a:pt x="443" y="896"/>
                    <a:pt x="427" y="929"/>
                    <a:pt x="414" y="962"/>
                  </a:cubicBezTo>
                  <a:cubicBezTo>
                    <a:pt x="403" y="989"/>
                    <a:pt x="391" y="1018"/>
                    <a:pt x="381" y="1047"/>
                  </a:cubicBezTo>
                  <a:cubicBezTo>
                    <a:pt x="382" y="1005"/>
                    <a:pt x="385" y="963"/>
                    <a:pt x="391" y="921"/>
                  </a:cubicBezTo>
                  <a:cubicBezTo>
                    <a:pt x="399" y="872"/>
                    <a:pt x="404" y="801"/>
                    <a:pt x="430" y="758"/>
                  </a:cubicBezTo>
                  <a:cubicBezTo>
                    <a:pt x="430" y="757"/>
                    <a:pt x="429" y="756"/>
                    <a:pt x="429" y="757"/>
                  </a:cubicBezTo>
                  <a:cubicBezTo>
                    <a:pt x="426" y="760"/>
                    <a:pt x="423" y="764"/>
                    <a:pt x="421" y="768"/>
                  </a:cubicBezTo>
                  <a:cubicBezTo>
                    <a:pt x="421" y="768"/>
                    <a:pt x="421" y="769"/>
                    <a:pt x="420" y="769"/>
                  </a:cubicBezTo>
                  <a:cubicBezTo>
                    <a:pt x="428" y="755"/>
                    <a:pt x="433" y="739"/>
                    <a:pt x="435" y="723"/>
                  </a:cubicBezTo>
                  <a:cubicBezTo>
                    <a:pt x="437" y="707"/>
                    <a:pt x="434" y="722"/>
                    <a:pt x="434" y="723"/>
                  </a:cubicBezTo>
                  <a:cubicBezTo>
                    <a:pt x="427" y="739"/>
                    <a:pt x="420" y="755"/>
                    <a:pt x="411" y="770"/>
                  </a:cubicBezTo>
                  <a:cubicBezTo>
                    <a:pt x="407" y="777"/>
                    <a:pt x="403" y="784"/>
                    <a:pt x="398" y="791"/>
                  </a:cubicBezTo>
                  <a:cubicBezTo>
                    <a:pt x="382" y="821"/>
                    <a:pt x="369" y="852"/>
                    <a:pt x="357" y="885"/>
                  </a:cubicBezTo>
                  <a:cubicBezTo>
                    <a:pt x="338" y="925"/>
                    <a:pt x="322" y="967"/>
                    <a:pt x="309" y="1009"/>
                  </a:cubicBezTo>
                  <a:cubicBezTo>
                    <a:pt x="309" y="1004"/>
                    <a:pt x="309" y="998"/>
                    <a:pt x="309" y="993"/>
                  </a:cubicBezTo>
                  <a:cubicBezTo>
                    <a:pt x="309" y="960"/>
                    <a:pt x="314" y="928"/>
                    <a:pt x="323" y="897"/>
                  </a:cubicBezTo>
                  <a:cubicBezTo>
                    <a:pt x="348" y="827"/>
                    <a:pt x="374" y="758"/>
                    <a:pt x="402" y="689"/>
                  </a:cubicBezTo>
                  <a:cubicBezTo>
                    <a:pt x="414" y="658"/>
                    <a:pt x="425" y="627"/>
                    <a:pt x="435" y="596"/>
                  </a:cubicBezTo>
                  <a:cubicBezTo>
                    <a:pt x="443" y="581"/>
                    <a:pt x="449" y="566"/>
                    <a:pt x="452" y="549"/>
                  </a:cubicBezTo>
                  <a:cubicBezTo>
                    <a:pt x="456" y="539"/>
                    <a:pt x="460" y="528"/>
                    <a:pt x="464" y="517"/>
                  </a:cubicBezTo>
                  <a:cubicBezTo>
                    <a:pt x="474" y="492"/>
                    <a:pt x="479" y="465"/>
                    <a:pt x="488" y="439"/>
                  </a:cubicBezTo>
                  <a:cubicBezTo>
                    <a:pt x="497" y="418"/>
                    <a:pt x="504" y="396"/>
                    <a:pt x="509" y="374"/>
                  </a:cubicBezTo>
                  <a:lnTo>
                    <a:pt x="508" y="374"/>
                  </a:lnTo>
                  <a:cubicBezTo>
                    <a:pt x="491" y="424"/>
                    <a:pt x="471" y="474"/>
                    <a:pt x="451" y="524"/>
                  </a:cubicBezTo>
                  <a:cubicBezTo>
                    <a:pt x="450" y="524"/>
                    <a:pt x="450" y="524"/>
                    <a:pt x="449" y="523"/>
                  </a:cubicBezTo>
                  <a:cubicBezTo>
                    <a:pt x="448" y="523"/>
                    <a:pt x="448" y="522"/>
                    <a:pt x="447" y="522"/>
                  </a:cubicBezTo>
                  <a:cubicBezTo>
                    <a:pt x="446" y="522"/>
                    <a:pt x="445" y="522"/>
                    <a:pt x="444" y="523"/>
                  </a:cubicBezTo>
                  <a:lnTo>
                    <a:pt x="443" y="524"/>
                  </a:lnTo>
                  <a:cubicBezTo>
                    <a:pt x="410" y="574"/>
                    <a:pt x="379" y="624"/>
                    <a:pt x="346" y="672"/>
                  </a:cubicBezTo>
                  <a:cubicBezTo>
                    <a:pt x="321" y="702"/>
                    <a:pt x="296" y="730"/>
                    <a:pt x="272" y="759"/>
                  </a:cubicBezTo>
                  <a:cubicBezTo>
                    <a:pt x="262" y="770"/>
                    <a:pt x="252" y="781"/>
                    <a:pt x="242" y="792"/>
                  </a:cubicBezTo>
                  <a:cubicBezTo>
                    <a:pt x="210" y="831"/>
                    <a:pt x="184" y="872"/>
                    <a:pt x="154" y="913"/>
                  </a:cubicBezTo>
                  <a:cubicBezTo>
                    <a:pt x="151" y="916"/>
                    <a:pt x="149" y="920"/>
                    <a:pt x="147" y="923"/>
                  </a:cubicBezTo>
                  <a:cubicBezTo>
                    <a:pt x="142" y="933"/>
                    <a:pt x="138" y="942"/>
                    <a:pt x="136" y="952"/>
                  </a:cubicBezTo>
                  <a:cubicBezTo>
                    <a:pt x="133" y="957"/>
                    <a:pt x="129" y="963"/>
                    <a:pt x="126" y="968"/>
                  </a:cubicBezTo>
                  <a:cubicBezTo>
                    <a:pt x="125" y="970"/>
                    <a:pt x="125" y="972"/>
                    <a:pt x="124" y="973"/>
                  </a:cubicBezTo>
                  <a:cubicBezTo>
                    <a:pt x="131" y="932"/>
                    <a:pt x="146" y="893"/>
                    <a:pt x="167" y="856"/>
                  </a:cubicBezTo>
                  <a:cubicBezTo>
                    <a:pt x="169" y="853"/>
                    <a:pt x="170" y="850"/>
                    <a:pt x="172" y="847"/>
                  </a:cubicBezTo>
                  <a:cubicBezTo>
                    <a:pt x="174" y="845"/>
                    <a:pt x="175" y="843"/>
                    <a:pt x="176" y="840"/>
                  </a:cubicBezTo>
                  <a:cubicBezTo>
                    <a:pt x="182" y="830"/>
                    <a:pt x="187" y="819"/>
                    <a:pt x="190" y="808"/>
                  </a:cubicBezTo>
                  <a:cubicBezTo>
                    <a:pt x="194" y="788"/>
                    <a:pt x="209" y="777"/>
                    <a:pt x="212" y="757"/>
                  </a:cubicBezTo>
                  <a:cubicBezTo>
                    <a:pt x="212" y="756"/>
                    <a:pt x="212" y="756"/>
                    <a:pt x="212" y="755"/>
                  </a:cubicBezTo>
                  <a:cubicBezTo>
                    <a:pt x="212" y="755"/>
                    <a:pt x="211" y="755"/>
                    <a:pt x="211" y="754"/>
                  </a:cubicBezTo>
                  <a:lnTo>
                    <a:pt x="210" y="754"/>
                  </a:lnTo>
                  <a:lnTo>
                    <a:pt x="218" y="743"/>
                  </a:lnTo>
                  <a:cubicBezTo>
                    <a:pt x="274" y="664"/>
                    <a:pt x="333" y="591"/>
                    <a:pt x="379" y="507"/>
                  </a:cubicBezTo>
                  <a:cubicBezTo>
                    <a:pt x="419" y="437"/>
                    <a:pt x="434" y="362"/>
                    <a:pt x="455" y="286"/>
                  </a:cubicBezTo>
                  <a:cubicBezTo>
                    <a:pt x="418" y="416"/>
                    <a:pt x="368" y="536"/>
                    <a:pt x="284" y="644"/>
                  </a:cubicBezTo>
                  <a:cubicBezTo>
                    <a:pt x="218" y="725"/>
                    <a:pt x="158" y="810"/>
                    <a:pt x="104" y="900"/>
                  </a:cubicBezTo>
                  <a:cubicBezTo>
                    <a:pt x="81" y="941"/>
                    <a:pt x="55" y="998"/>
                    <a:pt x="52" y="1046"/>
                  </a:cubicBezTo>
                  <a:cubicBezTo>
                    <a:pt x="50" y="1076"/>
                    <a:pt x="52" y="1106"/>
                    <a:pt x="52" y="1136"/>
                  </a:cubicBezTo>
                  <a:cubicBezTo>
                    <a:pt x="52" y="1150"/>
                    <a:pt x="52" y="1165"/>
                    <a:pt x="52" y="1179"/>
                  </a:cubicBezTo>
                  <a:cubicBezTo>
                    <a:pt x="52" y="1194"/>
                    <a:pt x="63" y="1228"/>
                    <a:pt x="44" y="1191"/>
                  </a:cubicBezTo>
                  <a:cubicBezTo>
                    <a:pt x="12" y="1130"/>
                    <a:pt x="34" y="1053"/>
                    <a:pt x="35" y="989"/>
                  </a:cubicBezTo>
                  <a:cubicBezTo>
                    <a:pt x="36" y="938"/>
                    <a:pt x="62" y="891"/>
                    <a:pt x="63" y="841"/>
                  </a:cubicBezTo>
                  <a:cubicBezTo>
                    <a:pt x="63" y="839"/>
                    <a:pt x="60" y="838"/>
                    <a:pt x="60" y="841"/>
                  </a:cubicBezTo>
                  <a:cubicBezTo>
                    <a:pt x="54" y="867"/>
                    <a:pt x="42" y="893"/>
                    <a:pt x="36" y="919"/>
                  </a:cubicBezTo>
                  <a:cubicBezTo>
                    <a:pt x="29" y="956"/>
                    <a:pt x="24" y="993"/>
                    <a:pt x="19" y="1029"/>
                  </a:cubicBezTo>
                  <a:cubicBezTo>
                    <a:pt x="13" y="1081"/>
                    <a:pt x="0" y="1187"/>
                    <a:pt x="51" y="1223"/>
                  </a:cubicBezTo>
                  <a:cubicBezTo>
                    <a:pt x="55" y="1225"/>
                    <a:pt x="61" y="1224"/>
                    <a:pt x="62" y="1219"/>
                  </a:cubicBezTo>
                  <a:cubicBezTo>
                    <a:pt x="64" y="1182"/>
                    <a:pt x="62" y="1144"/>
                    <a:pt x="62" y="1107"/>
                  </a:cubicBezTo>
                  <a:cubicBezTo>
                    <a:pt x="62" y="1057"/>
                    <a:pt x="70" y="1008"/>
                    <a:pt x="86" y="962"/>
                  </a:cubicBezTo>
                  <a:cubicBezTo>
                    <a:pt x="98" y="931"/>
                    <a:pt x="113" y="901"/>
                    <a:pt x="129" y="873"/>
                  </a:cubicBezTo>
                  <a:cubicBezTo>
                    <a:pt x="145" y="845"/>
                    <a:pt x="163" y="819"/>
                    <a:pt x="183" y="794"/>
                  </a:cubicBezTo>
                  <a:cubicBezTo>
                    <a:pt x="169" y="818"/>
                    <a:pt x="156" y="843"/>
                    <a:pt x="143" y="869"/>
                  </a:cubicBezTo>
                  <a:cubicBezTo>
                    <a:pt x="122" y="915"/>
                    <a:pt x="100" y="969"/>
                    <a:pt x="108" y="1020"/>
                  </a:cubicBezTo>
                  <a:cubicBezTo>
                    <a:pt x="108" y="1021"/>
                    <a:pt x="108" y="1021"/>
                    <a:pt x="109" y="1022"/>
                  </a:cubicBezTo>
                  <a:cubicBezTo>
                    <a:pt x="110" y="1023"/>
                    <a:pt x="111" y="1024"/>
                    <a:pt x="112" y="1025"/>
                  </a:cubicBezTo>
                  <a:cubicBezTo>
                    <a:pt x="113" y="1026"/>
                    <a:pt x="115" y="1026"/>
                    <a:pt x="116" y="1026"/>
                  </a:cubicBezTo>
                  <a:cubicBezTo>
                    <a:pt x="118" y="1026"/>
                    <a:pt x="119" y="1026"/>
                    <a:pt x="120" y="1025"/>
                  </a:cubicBezTo>
                  <a:cubicBezTo>
                    <a:pt x="121" y="1025"/>
                    <a:pt x="122" y="1024"/>
                    <a:pt x="122" y="1024"/>
                  </a:cubicBezTo>
                  <a:cubicBezTo>
                    <a:pt x="124" y="1022"/>
                    <a:pt x="126" y="1019"/>
                    <a:pt x="127" y="1017"/>
                  </a:cubicBezTo>
                  <a:cubicBezTo>
                    <a:pt x="131" y="1011"/>
                    <a:pt x="133" y="1004"/>
                    <a:pt x="133" y="997"/>
                  </a:cubicBezTo>
                  <a:cubicBezTo>
                    <a:pt x="134" y="992"/>
                    <a:pt x="136" y="987"/>
                    <a:pt x="137" y="982"/>
                  </a:cubicBezTo>
                  <a:cubicBezTo>
                    <a:pt x="180" y="906"/>
                    <a:pt x="248" y="838"/>
                    <a:pt x="311" y="777"/>
                  </a:cubicBezTo>
                  <a:cubicBezTo>
                    <a:pt x="338" y="750"/>
                    <a:pt x="362" y="719"/>
                    <a:pt x="382" y="686"/>
                  </a:cubicBezTo>
                  <a:cubicBezTo>
                    <a:pt x="347" y="762"/>
                    <a:pt x="319" y="840"/>
                    <a:pt x="297" y="919"/>
                  </a:cubicBezTo>
                  <a:cubicBezTo>
                    <a:pt x="293" y="943"/>
                    <a:pt x="291" y="968"/>
                    <a:pt x="291" y="992"/>
                  </a:cubicBezTo>
                  <a:cubicBezTo>
                    <a:pt x="291" y="1004"/>
                    <a:pt x="292" y="1016"/>
                    <a:pt x="292" y="1027"/>
                  </a:cubicBezTo>
                  <a:cubicBezTo>
                    <a:pt x="292" y="1039"/>
                    <a:pt x="292" y="1051"/>
                    <a:pt x="292" y="1063"/>
                  </a:cubicBezTo>
                  <a:cubicBezTo>
                    <a:pt x="292" y="1077"/>
                    <a:pt x="295" y="1081"/>
                    <a:pt x="297" y="1080"/>
                  </a:cubicBezTo>
                  <a:cubicBezTo>
                    <a:pt x="297" y="1085"/>
                    <a:pt x="297" y="1090"/>
                    <a:pt x="297" y="1096"/>
                  </a:cubicBezTo>
                  <a:cubicBezTo>
                    <a:pt x="298" y="1096"/>
                    <a:pt x="298" y="1096"/>
                    <a:pt x="298" y="1096"/>
                  </a:cubicBezTo>
                  <a:cubicBezTo>
                    <a:pt x="298" y="1097"/>
                    <a:pt x="299" y="1097"/>
                    <a:pt x="300" y="1097"/>
                  </a:cubicBezTo>
                  <a:cubicBezTo>
                    <a:pt x="300" y="1097"/>
                    <a:pt x="301" y="1097"/>
                    <a:pt x="301" y="1096"/>
                  </a:cubicBezTo>
                  <a:cubicBezTo>
                    <a:pt x="301" y="1096"/>
                    <a:pt x="302" y="1096"/>
                    <a:pt x="302" y="1095"/>
                  </a:cubicBezTo>
                  <a:lnTo>
                    <a:pt x="302" y="1094"/>
                  </a:lnTo>
                  <a:moveTo>
                    <a:pt x="707" y="685"/>
                  </a:moveTo>
                  <a:cubicBezTo>
                    <a:pt x="707" y="687"/>
                    <a:pt x="707" y="689"/>
                    <a:pt x="707" y="692"/>
                  </a:cubicBezTo>
                  <a:cubicBezTo>
                    <a:pt x="706" y="692"/>
                    <a:pt x="706" y="693"/>
                    <a:pt x="705" y="694"/>
                  </a:cubicBezTo>
                  <a:lnTo>
                    <a:pt x="707" y="685"/>
                  </a:lnTo>
                  <a:moveTo>
                    <a:pt x="606" y="751"/>
                  </a:moveTo>
                  <a:lnTo>
                    <a:pt x="604" y="761"/>
                  </a:lnTo>
                  <a:cubicBezTo>
                    <a:pt x="603" y="760"/>
                    <a:pt x="601" y="760"/>
                    <a:pt x="600" y="760"/>
                  </a:cubicBezTo>
                  <a:lnTo>
                    <a:pt x="606" y="751"/>
                  </a:lnTo>
                  <a:moveTo>
                    <a:pt x="525" y="787"/>
                  </a:moveTo>
                  <a:lnTo>
                    <a:pt x="523" y="794"/>
                  </a:lnTo>
                  <a:lnTo>
                    <a:pt x="522" y="793"/>
                  </a:lnTo>
                  <a:lnTo>
                    <a:pt x="525" y="787"/>
                  </a:lnTo>
                  <a:moveTo>
                    <a:pt x="428" y="933"/>
                  </a:moveTo>
                  <a:cubicBezTo>
                    <a:pt x="432" y="923"/>
                    <a:pt x="436" y="913"/>
                    <a:pt x="441" y="904"/>
                  </a:cubicBezTo>
                  <a:cubicBezTo>
                    <a:pt x="439" y="909"/>
                    <a:pt x="438" y="914"/>
                    <a:pt x="437" y="920"/>
                  </a:cubicBezTo>
                  <a:lnTo>
                    <a:pt x="435" y="923"/>
                  </a:lnTo>
                  <a:cubicBezTo>
                    <a:pt x="433" y="927"/>
                    <a:pt x="431" y="932"/>
                    <a:pt x="429" y="937"/>
                  </a:cubicBezTo>
                  <a:lnTo>
                    <a:pt x="423" y="949"/>
                  </a:lnTo>
                  <a:lnTo>
                    <a:pt x="417" y="962"/>
                  </a:lnTo>
                  <a:lnTo>
                    <a:pt x="428" y="93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2"/>
            <p:cNvSpPr/>
            <p:nvPr/>
          </p:nvSpPr>
          <p:spPr>
            <a:xfrm>
              <a:off x="8328960" y="3820320"/>
              <a:ext cx="26280" cy="73080"/>
            </a:xfrm>
            <a:custGeom>
              <a:avLst/>
              <a:gdLst/>
              <a:ahLst/>
              <a:cxnLst/>
              <a:rect l="l" t="t" r="r" b="b"/>
              <a:pathLst>
                <a:path w="73" h="203" extrusionOk="0">
                  <a:moveTo>
                    <a:pt x="36" y="115"/>
                  </a:moveTo>
                  <a:cubicBezTo>
                    <a:pt x="25" y="142"/>
                    <a:pt x="0" y="170"/>
                    <a:pt x="0" y="199"/>
                  </a:cubicBezTo>
                  <a:cubicBezTo>
                    <a:pt x="0" y="202"/>
                    <a:pt x="5" y="201"/>
                    <a:pt x="5" y="199"/>
                  </a:cubicBezTo>
                  <a:cubicBezTo>
                    <a:pt x="10" y="183"/>
                    <a:pt x="16" y="168"/>
                    <a:pt x="24" y="153"/>
                  </a:cubicBezTo>
                  <a:cubicBezTo>
                    <a:pt x="25" y="152"/>
                    <a:pt x="25" y="151"/>
                    <a:pt x="26" y="151"/>
                  </a:cubicBezTo>
                  <a:cubicBezTo>
                    <a:pt x="32" y="136"/>
                    <a:pt x="39" y="121"/>
                    <a:pt x="44" y="106"/>
                  </a:cubicBezTo>
                  <a:cubicBezTo>
                    <a:pt x="55" y="81"/>
                    <a:pt x="62" y="54"/>
                    <a:pt x="67" y="27"/>
                  </a:cubicBezTo>
                  <a:cubicBezTo>
                    <a:pt x="72" y="0"/>
                    <a:pt x="66" y="26"/>
                    <a:pt x="66" y="27"/>
                  </a:cubicBezTo>
                  <a:cubicBezTo>
                    <a:pt x="58" y="57"/>
                    <a:pt x="48" y="87"/>
                    <a:pt x="36" y="1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2"/>
            <p:cNvSpPr/>
            <p:nvPr/>
          </p:nvSpPr>
          <p:spPr>
            <a:xfrm>
              <a:off x="8366760" y="3538800"/>
              <a:ext cx="34920" cy="251280"/>
            </a:xfrm>
            <a:custGeom>
              <a:avLst/>
              <a:gdLst/>
              <a:ahLst/>
              <a:cxnLst/>
              <a:rect l="l" t="t" r="r" b="b"/>
              <a:pathLst>
                <a:path w="97" h="698" extrusionOk="0">
                  <a:moveTo>
                    <a:pt x="2" y="697"/>
                  </a:moveTo>
                  <a:cubicBezTo>
                    <a:pt x="19" y="638"/>
                    <a:pt x="45" y="580"/>
                    <a:pt x="63" y="520"/>
                  </a:cubicBezTo>
                  <a:cubicBezTo>
                    <a:pt x="80" y="458"/>
                    <a:pt x="89" y="395"/>
                    <a:pt x="89" y="332"/>
                  </a:cubicBezTo>
                  <a:cubicBezTo>
                    <a:pt x="90" y="269"/>
                    <a:pt x="96" y="200"/>
                    <a:pt x="87" y="138"/>
                  </a:cubicBezTo>
                  <a:cubicBezTo>
                    <a:pt x="81" y="96"/>
                    <a:pt x="66" y="35"/>
                    <a:pt x="37" y="2"/>
                  </a:cubicBezTo>
                  <a:cubicBezTo>
                    <a:pt x="35" y="0"/>
                    <a:pt x="32" y="2"/>
                    <a:pt x="33" y="4"/>
                  </a:cubicBezTo>
                  <a:cubicBezTo>
                    <a:pt x="64" y="53"/>
                    <a:pt x="80" y="135"/>
                    <a:pt x="80" y="191"/>
                  </a:cubicBezTo>
                  <a:cubicBezTo>
                    <a:pt x="82" y="213"/>
                    <a:pt x="82" y="235"/>
                    <a:pt x="82" y="257"/>
                  </a:cubicBezTo>
                  <a:cubicBezTo>
                    <a:pt x="82" y="296"/>
                    <a:pt x="80" y="336"/>
                    <a:pt x="76" y="375"/>
                  </a:cubicBezTo>
                  <a:cubicBezTo>
                    <a:pt x="67" y="431"/>
                    <a:pt x="67" y="489"/>
                    <a:pt x="48" y="544"/>
                  </a:cubicBezTo>
                  <a:cubicBezTo>
                    <a:pt x="29" y="594"/>
                    <a:pt x="13" y="644"/>
                    <a:pt x="0" y="696"/>
                  </a:cubicBezTo>
                  <a:lnTo>
                    <a:pt x="2" y="6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2"/>
            <p:cNvSpPr/>
            <p:nvPr/>
          </p:nvSpPr>
          <p:spPr>
            <a:xfrm>
              <a:off x="8436960" y="3736800"/>
              <a:ext cx="14760" cy="64800"/>
            </a:xfrm>
            <a:custGeom>
              <a:avLst/>
              <a:gdLst/>
              <a:ahLst/>
              <a:cxnLst/>
              <a:rect l="l" t="t" r="r" b="b"/>
              <a:pathLst>
                <a:path w="41" h="180" extrusionOk="0">
                  <a:moveTo>
                    <a:pt x="24" y="3"/>
                  </a:moveTo>
                  <a:cubicBezTo>
                    <a:pt x="16" y="61"/>
                    <a:pt x="14" y="119"/>
                    <a:pt x="0" y="175"/>
                  </a:cubicBezTo>
                  <a:cubicBezTo>
                    <a:pt x="0" y="178"/>
                    <a:pt x="4" y="179"/>
                    <a:pt x="5" y="176"/>
                  </a:cubicBezTo>
                  <a:cubicBezTo>
                    <a:pt x="20" y="123"/>
                    <a:pt x="40" y="58"/>
                    <a:pt x="29" y="4"/>
                  </a:cubicBezTo>
                  <a:cubicBezTo>
                    <a:pt x="29" y="1"/>
                    <a:pt x="24" y="0"/>
                    <a:pt x="2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2"/>
            <p:cNvSpPr/>
            <p:nvPr/>
          </p:nvSpPr>
          <p:spPr>
            <a:xfrm>
              <a:off x="8438760" y="3621960"/>
              <a:ext cx="13680" cy="110880"/>
            </a:xfrm>
            <a:custGeom>
              <a:avLst/>
              <a:gdLst/>
              <a:ahLst/>
              <a:cxnLst/>
              <a:rect l="l" t="t" r="r" b="b"/>
              <a:pathLst>
                <a:path w="38" h="308" extrusionOk="0">
                  <a:moveTo>
                    <a:pt x="36" y="129"/>
                  </a:moveTo>
                  <a:cubicBezTo>
                    <a:pt x="34" y="96"/>
                    <a:pt x="32" y="26"/>
                    <a:pt x="3" y="2"/>
                  </a:cubicBezTo>
                  <a:cubicBezTo>
                    <a:pt x="2" y="0"/>
                    <a:pt x="0" y="3"/>
                    <a:pt x="1" y="5"/>
                  </a:cubicBezTo>
                  <a:cubicBezTo>
                    <a:pt x="27" y="37"/>
                    <a:pt x="28" y="109"/>
                    <a:pt x="28" y="148"/>
                  </a:cubicBezTo>
                  <a:cubicBezTo>
                    <a:pt x="28" y="157"/>
                    <a:pt x="28" y="167"/>
                    <a:pt x="28" y="176"/>
                  </a:cubicBezTo>
                  <a:cubicBezTo>
                    <a:pt x="28" y="219"/>
                    <a:pt x="25" y="261"/>
                    <a:pt x="20" y="303"/>
                  </a:cubicBezTo>
                  <a:cubicBezTo>
                    <a:pt x="20" y="305"/>
                    <a:pt x="24" y="307"/>
                    <a:pt x="24" y="304"/>
                  </a:cubicBezTo>
                  <a:cubicBezTo>
                    <a:pt x="33" y="260"/>
                    <a:pt x="37" y="215"/>
                    <a:pt x="37" y="169"/>
                  </a:cubicBezTo>
                  <a:cubicBezTo>
                    <a:pt x="37" y="156"/>
                    <a:pt x="37" y="143"/>
                    <a:pt x="36" y="1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2"/>
            <p:cNvSpPr/>
            <p:nvPr/>
          </p:nvSpPr>
          <p:spPr>
            <a:xfrm>
              <a:off x="8469360" y="3724920"/>
              <a:ext cx="5400" cy="56160"/>
            </a:xfrm>
            <a:custGeom>
              <a:avLst/>
              <a:gdLst/>
              <a:ahLst/>
              <a:cxnLst/>
              <a:rect l="l" t="t" r="r" b="b"/>
              <a:pathLst>
                <a:path w="15" h="156" extrusionOk="0">
                  <a:moveTo>
                    <a:pt x="13" y="154"/>
                  </a:moveTo>
                  <a:cubicBezTo>
                    <a:pt x="14" y="143"/>
                    <a:pt x="14" y="133"/>
                    <a:pt x="14" y="122"/>
                  </a:cubicBezTo>
                  <a:cubicBezTo>
                    <a:pt x="14" y="82"/>
                    <a:pt x="10" y="41"/>
                    <a:pt x="3" y="1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cubicBezTo>
                    <a:pt x="3" y="52"/>
                    <a:pt x="4" y="102"/>
                    <a:pt x="9" y="153"/>
                  </a:cubicBezTo>
                  <a:lnTo>
                    <a:pt x="9" y="154"/>
                  </a:lnTo>
                  <a:cubicBezTo>
                    <a:pt x="10" y="154"/>
                    <a:pt x="10" y="154"/>
                    <a:pt x="10" y="155"/>
                  </a:cubicBezTo>
                  <a:lnTo>
                    <a:pt x="11" y="155"/>
                  </a:lnTo>
                  <a:cubicBezTo>
                    <a:pt x="12" y="155"/>
                    <a:pt x="12" y="155"/>
                    <a:pt x="12" y="155"/>
                  </a:cubicBezTo>
                  <a:cubicBezTo>
                    <a:pt x="13" y="154"/>
                    <a:pt x="13" y="154"/>
                    <a:pt x="13" y="1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2"/>
            <p:cNvSpPr/>
            <p:nvPr/>
          </p:nvSpPr>
          <p:spPr>
            <a:xfrm>
              <a:off x="8459280" y="3813840"/>
              <a:ext cx="156240" cy="298080"/>
            </a:xfrm>
            <a:custGeom>
              <a:avLst/>
              <a:gdLst/>
              <a:ahLst/>
              <a:cxnLst/>
              <a:rect l="l" t="t" r="r" b="b"/>
              <a:pathLst>
                <a:path w="434" h="828" extrusionOk="0">
                  <a:moveTo>
                    <a:pt x="45" y="1"/>
                  </a:moveTo>
                  <a:cubicBezTo>
                    <a:pt x="45" y="0"/>
                    <a:pt x="42" y="0"/>
                    <a:pt x="42" y="1"/>
                  </a:cubicBezTo>
                  <a:cubicBezTo>
                    <a:pt x="44" y="85"/>
                    <a:pt x="55" y="169"/>
                    <a:pt x="76" y="251"/>
                  </a:cubicBezTo>
                  <a:cubicBezTo>
                    <a:pt x="76" y="252"/>
                    <a:pt x="76" y="252"/>
                    <a:pt x="76" y="252"/>
                  </a:cubicBezTo>
                  <a:cubicBezTo>
                    <a:pt x="76" y="253"/>
                    <a:pt x="76" y="253"/>
                    <a:pt x="76" y="253"/>
                  </a:cubicBezTo>
                  <a:cubicBezTo>
                    <a:pt x="77" y="261"/>
                    <a:pt x="78" y="268"/>
                    <a:pt x="78" y="275"/>
                  </a:cubicBezTo>
                  <a:cubicBezTo>
                    <a:pt x="78" y="282"/>
                    <a:pt x="77" y="290"/>
                    <a:pt x="76" y="297"/>
                  </a:cubicBezTo>
                  <a:lnTo>
                    <a:pt x="76" y="298"/>
                  </a:lnTo>
                  <a:cubicBezTo>
                    <a:pt x="76" y="326"/>
                    <a:pt x="78" y="354"/>
                    <a:pt x="83" y="382"/>
                  </a:cubicBezTo>
                  <a:cubicBezTo>
                    <a:pt x="88" y="442"/>
                    <a:pt x="90" y="505"/>
                    <a:pt x="111" y="563"/>
                  </a:cubicBezTo>
                  <a:cubicBezTo>
                    <a:pt x="131" y="620"/>
                    <a:pt x="147" y="691"/>
                    <a:pt x="176" y="750"/>
                  </a:cubicBezTo>
                  <a:cubicBezTo>
                    <a:pt x="151" y="722"/>
                    <a:pt x="130" y="691"/>
                    <a:pt x="111" y="659"/>
                  </a:cubicBezTo>
                  <a:cubicBezTo>
                    <a:pt x="104" y="646"/>
                    <a:pt x="97" y="632"/>
                    <a:pt x="90" y="619"/>
                  </a:cubicBezTo>
                  <a:cubicBezTo>
                    <a:pt x="53" y="552"/>
                    <a:pt x="25" y="481"/>
                    <a:pt x="7" y="407"/>
                  </a:cubicBezTo>
                  <a:cubicBezTo>
                    <a:pt x="7" y="403"/>
                    <a:pt x="0" y="404"/>
                    <a:pt x="0" y="407"/>
                  </a:cubicBezTo>
                  <a:cubicBezTo>
                    <a:pt x="10" y="477"/>
                    <a:pt x="31" y="546"/>
                    <a:pt x="62" y="610"/>
                  </a:cubicBezTo>
                  <a:cubicBezTo>
                    <a:pt x="72" y="630"/>
                    <a:pt x="82" y="649"/>
                    <a:pt x="93" y="668"/>
                  </a:cubicBezTo>
                  <a:cubicBezTo>
                    <a:pt x="107" y="691"/>
                    <a:pt x="121" y="714"/>
                    <a:pt x="136" y="736"/>
                  </a:cubicBezTo>
                  <a:cubicBezTo>
                    <a:pt x="157" y="770"/>
                    <a:pt x="186" y="799"/>
                    <a:pt x="220" y="820"/>
                  </a:cubicBezTo>
                  <a:cubicBezTo>
                    <a:pt x="229" y="827"/>
                    <a:pt x="242" y="814"/>
                    <a:pt x="234" y="805"/>
                  </a:cubicBezTo>
                  <a:cubicBezTo>
                    <a:pt x="225" y="796"/>
                    <a:pt x="218" y="786"/>
                    <a:pt x="211" y="775"/>
                  </a:cubicBezTo>
                  <a:cubicBezTo>
                    <a:pt x="210" y="773"/>
                    <a:pt x="209" y="771"/>
                    <a:pt x="208" y="769"/>
                  </a:cubicBezTo>
                  <a:cubicBezTo>
                    <a:pt x="201" y="742"/>
                    <a:pt x="192" y="715"/>
                    <a:pt x="185" y="688"/>
                  </a:cubicBezTo>
                  <a:cubicBezTo>
                    <a:pt x="176" y="655"/>
                    <a:pt x="176" y="620"/>
                    <a:pt x="167" y="588"/>
                  </a:cubicBezTo>
                  <a:cubicBezTo>
                    <a:pt x="157" y="547"/>
                    <a:pt x="154" y="503"/>
                    <a:pt x="146" y="461"/>
                  </a:cubicBezTo>
                  <a:cubicBezTo>
                    <a:pt x="150" y="468"/>
                    <a:pt x="154" y="474"/>
                    <a:pt x="158" y="481"/>
                  </a:cubicBezTo>
                  <a:cubicBezTo>
                    <a:pt x="184" y="521"/>
                    <a:pt x="207" y="577"/>
                    <a:pt x="247" y="605"/>
                  </a:cubicBezTo>
                  <a:cubicBezTo>
                    <a:pt x="251" y="608"/>
                    <a:pt x="256" y="603"/>
                    <a:pt x="255" y="598"/>
                  </a:cubicBezTo>
                  <a:cubicBezTo>
                    <a:pt x="254" y="594"/>
                    <a:pt x="253" y="591"/>
                    <a:pt x="252" y="588"/>
                  </a:cubicBezTo>
                  <a:cubicBezTo>
                    <a:pt x="253" y="587"/>
                    <a:pt x="253" y="587"/>
                    <a:pt x="254" y="587"/>
                  </a:cubicBezTo>
                  <a:cubicBezTo>
                    <a:pt x="255" y="586"/>
                    <a:pt x="256" y="585"/>
                    <a:pt x="256" y="585"/>
                  </a:cubicBezTo>
                  <a:cubicBezTo>
                    <a:pt x="257" y="584"/>
                    <a:pt x="257" y="583"/>
                    <a:pt x="257" y="582"/>
                  </a:cubicBezTo>
                  <a:cubicBezTo>
                    <a:pt x="259" y="555"/>
                    <a:pt x="237" y="533"/>
                    <a:pt x="233" y="506"/>
                  </a:cubicBezTo>
                  <a:cubicBezTo>
                    <a:pt x="229" y="478"/>
                    <a:pt x="216" y="451"/>
                    <a:pt x="215" y="423"/>
                  </a:cubicBezTo>
                  <a:cubicBezTo>
                    <a:pt x="215" y="422"/>
                    <a:pt x="215" y="422"/>
                    <a:pt x="215" y="421"/>
                  </a:cubicBezTo>
                  <a:cubicBezTo>
                    <a:pt x="215" y="393"/>
                    <a:pt x="213" y="364"/>
                    <a:pt x="209" y="336"/>
                  </a:cubicBezTo>
                  <a:cubicBezTo>
                    <a:pt x="229" y="362"/>
                    <a:pt x="247" y="390"/>
                    <a:pt x="264" y="418"/>
                  </a:cubicBezTo>
                  <a:cubicBezTo>
                    <a:pt x="277" y="441"/>
                    <a:pt x="289" y="464"/>
                    <a:pt x="300" y="488"/>
                  </a:cubicBezTo>
                  <a:cubicBezTo>
                    <a:pt x="336" y="572"/>
                    <a:pt x="383" y="652"/>
                    <a:pt x="423" y="734"/>
                  </a:cubicBezTo>
                  <a:cubicBezTo>
                    <a:pt x="425" y="739"/>
                    <a:pt x="433" y="738"/>
                    <a:pt x="432" y="732"/>
                  </a:cubicBezTo>
                  <a:cubicBezTo>
                    <a:pt x="429" y="692"/>
                    <a:pt x="427" y="634"/>
                    <a:pt x="407" y="598"/>
                  </a:cubicBezTo>
                  <a:cubicBezTo>
                    <a:pt x="384" y="559"/>
                    <a:pt x="389" y="506"/>
                    <a:pt x="366" y="466"/>
                  </a:cubicBezTo>
                  <a:cubicBezTo>
                    <a:pt x="353" y="443"/>
                    <a:pt x="346" y="416"/>
                    <a:pt x="334" y="393"/>
                  </a:cubicBezTo>
                  <a:cubicBezTo>
                    <a:pt x="321" y="363"/>
                    <a:pt x="303" y="336"/>
                    <a:pt x="287" y="308"/>
                  </a:cubicBezTo>
                  <a:cubicBezTo>
                    <a:pt x="259" y="260"/>
                    <a:pt x="217" y="221"/>
                    <a:pt x="187" y="173"/>
                  </a:cubicBezTo>
                  <a:cubicBezTo>
                    <a:pt x="187" y="171"/>
                    <a:pt x="184" y="173"/>
                    <a:pt x="185" y="175"/>
                  </a:cubicBezTo>
                  <a:cubicBezTo>
                    <a:pt x="211" y="219"/>
                    <a:pt x="246" y="256"/>
                    <a:pt x="274" y="299"/>
                  </a:cubicBezTo>
                  <a:cubicBezTo>
                    <a:pt x="282" y="310"/>
                    <a:pt x="288" y="320"/>
                    <a:pt x="295" y="332"/>
                  </a:cubicBezTo>
                  <a:cubicBezTo>
                    <a:pt x="318" y="372"/>
                    <a:pt x="338" y="415"/>
                    <a:pt x="353" y="459"/>
                  </a:cubicBezTo>
                  <a:cubicBezTo>
                    <a:pt x="369" y="500"/>
                    <a:pt x="382" y="541"/>
                    <a:pt x="392" y="583"/>
                  </a:cubicBezTo>
                  <a:cubicBezTo>
                    <a:pt x="396" y="602"/>
                    <a:pt x="405" y="618"/>
                    <a:pt x="409" y="637"/>
                  </a:cubicBezTo>
                  <a:cubicBezTo>
                    <a:pt x="414" y="664"/>
                    <a:pt x="415" y="691"/>
                    <a:pt x="420" y="718"/>
                  </a:cubicBezTo>
                  <a:cubicBezTo>
                    <a:pt x="414" y="687"/>
                    <a:pt x="386" y="644"/>
                    <a:pt x="371" y="611"/>
                  </a:cubicBezTo>
                  <a:cubicBezTo>
                    <a:pt x="349" y="564"/>
                    <a:pt x="323" y="520"/>
                    <a:pt x="303" y="473"/>
                  </a:cubicBezTo>
                  <a:cubicBezTo>
                    <a:pt x="285" y="431"/>
                    <a:pt x="255" y="395"/>
                    <a:pt x="234" y="355"/>
                  </a:cubicBezTo>
                  <a:cubicBezTo>
                    <a:pt x="232" y="353"/>
                    <a:pt x="231" y="350"/>
                    <a:pt x="229" y="348"/>
                  </a:cubicBezTo>
                  <a:cubicBezTo>
                    <a:pt x="221" y="334"/>
                    <a:pt x="212" y="320"/>
                    <a:pt x="202" y="307"/>
                  </a:cubicBezTo>
                  <a:cubicBezTo>
                    <a:pt x="200" y="303"/>
                    <a:pt x="198" y="299"/>
                    <a:pt x="196" y="295"/>
                  </a:cubicBezTo>
                  <a:cubicBezTo>
                    <a:pt x="191" y="286"/>
                    <a:pt x="184" y="278"/>
                    <a:pt x="175" y="272"/>
                  </a:cubicBezTo>
                  <a:cubicBezTo>
                    <a:pt x="173" y="271"/>
                    <a:pt x="171" y="270"/>
                    <a:pt x="169" y="270"/>
                  </a:cubicBezTo>
                  <a:cubicBezTo>
                    <a:pt x="167" y="270"/>
                    <a:pt x="165" y="271"/>
                    <a:pt x="163" y="272"/>
                  </a:cubicBezTo>
                  <a:lnTo>
                    <a:pt x="159" y="269"/>
                  </a:lnTo>
                  <a:cubicBezTo>
                    <a:pt x="159" y="263"/>
                    <a:pt x="159" y="257"/>
                    <a:pt x="159" y="251"/>
                  </a:cubicBezTo>
                  <a:cubicBezTo>
                    <a:pt x="159" y="215"/>
                    <a:pt x="143" y="180"/>
                    <a:pt x="142" y="144"/>
                  </a:cubicBezTo>
                  <a:lnTo>
                    <a:pt x="142" y="143"/>
                  </a:lnTo>
                  <a:lnTo>
                    <a:pt x="141" y="142"/>
                  </a:lnTo>
                  <a:cubicBezTo>
                    <a:pt x="140" y="142"/>
                    <a:pt x="140" y="142"/>
                    <a:pt x="139" y="142"/>
                  </a:cubicBezTo>
                  <a:cubicBezTo>
                    <a:pt x="138" y="142"/>
                    <a:pt x="138" y="142"/>
                    <a:pt x="137" y="142"/>
                  </a:cubicBezTo>
                  <a:lnTo>
                    <a:pt x="136" y="143"/>
                  </a:lnTo>
                  <a:cubicBezTo>
                    <a:pt x="136" y="144"/>
                    <a:pt x="136" y="144"/>
                    <a:pt x="136" y="144"/>
                  </a:cubicBezTo>
                  <a:cubicBezTo>
                    <a:pt x="134" y="225"/>
                    <a:pt x="157" y="309"/>
                    <a:pt x="170" y="388"/>
                  </a:cubicBezTo>
                  <a:cubicBezTo>
                    <a:pt x="176" y="424"/>
                    <a:pt x="187" y="460"/>
                    <a:pt x="200" y="493"/>
                  </a:cubicBezTo>
                  <a:cubicBezTo>
                    <a:pt x="208" y="513"/>
                    <a:pt x="215" y="533"/>
                    <a:pt x="225" y="552"/>
                  </a:cubicBezTo>
                  <a:cubicBezTo>
                    <a:pt x="241" y="586"/>
                    <a:pt x="244" y="592"/>
                    <a:pt x="223" y="558"/>
                  </a:cubicBezTo>
                  <a:cubicBezTo>
                    <a:pt x="172" y="476"/>
                    <a:pt x="123" y="395"/>
                    <a:pt x="100" y="300"/>
                  </a:cubicBezTo>
                  <a:cubicBezTo>
                    <a:pt x="75" y="201"/>
                    <a:pt x="47" y="104"/>
                    <a:pt x="45" y="1"/>
                  </a:cubicBezTo>
                  <a:moveTo>
                    <a:pt x="105" y="372"/>
                  </a:moveTo>
                  <a:cubicBezTo>
                    <a:pt x="104" y="374"/>
                    <a:pt x="103" y="376"/>
                    <a:pt x="102" y="378"/>
                  </a:cubicBezTo>
                  <a:cubicBezTo>
                    <a:pt x="102" y="371"/>
                    <a:pt x="102" y="363"/>
                    <a:pt x="101" y="356"/>
                  </a:cubicBezTo>
                  <a:cubicBezTo>
                    <a:pt x="102" y="362"/>
                    <a:pt x="104" y="367"/>
                    <a:pt x="105" y="3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2"/>
            <p:cNvSpPr/>
            <p:nvPr/>
          </p:nvSpPr>
          <p:spPr>
            <a:xfrm>
              <a:off x="8502840" y="3802320"/>
              <a:ext cx="5040" cy="45000"/>
            </a:xfrm>
            <a:custGeom>
              <a:avLst/>
              <a:gdLst/>
              <a:ahLst/>
              <a:cxnLst/>
              <a:rect l="l" t="t" r="r" b="b"/>
              <a:pathLst>
                <a:path w="14" h="125" extrusionOk="0">
                  <a:moveTo>
                    <a:pt x="12" y="106"/>
                  </a:moveTo>
                  <a:cubicBezTo>
                    <a:pt x="12" y="88"/>
                    <a:pt x="8" y="70"/>
                    <a:pt x="9" y="52"/>
                  </a:cubicBezTo>
                  <a:cubicBezTo>
                    <a:pt x="8" y="35"/>
                    <a:pt x="6" y="19"/>
                    <a:pt x="3" y="2"/>
                  </a:cubicBezTo>
                  <a:cubicBezTo>
                    <a:pt x="3" y="0"/>
                    <a:pt x="0" y="1"/>
                    <a:pt x="0" y="2"/>
                  </a:cubicBezTo>
                  <a:cubicBezTo>
                    <a:pt x="0" y="19"/>
                    <a:pt x="2" y="36"/>
                    <a:pt x="4" y="52"/>
                  </a:cubicBezTo>
                  <a:cubicBezTo>
                    <a:pt x="5" y="70"/>
                    <a:pt x="7" y="88"/>
                    <a:pt x="10" y="106"/>
                  </a:cubicBezTo>
                  <a:cubicBezTo>
                    <a:pt x="13" y="124"/>
                    <a:pt x="12" y="107"/>
                    <a:pt x="12" y="10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2"/>
            <p:cNvSpPr/>
            <p:nvPr/>
          </p:nvSpPr>
          <p:spPr>
            <a:xfrm>
              <a:off x="8449560" y="3583080"/>
              <a:ext cx="52920" cy="191520"/>
            </a:xfrm>
            <a:custGeom>
              <a:avLst/>
              <a:gdLst/>
              <a:ahLst/>
              <a:cxnLst/>
              <a:rect l="l" t="t" r="r" b="b"/>
              <a:pathLst>
                <a:path w="147" h="532" extrusionOk="0">
                  <a:moveTo>
                    <a:pt x="60" y="131"/>
                  </a:moveTo>
                  <a:cubicBezTo>
                    <a:pt x="43" y="87"/>
                    <a:pt x="33" y="39"/>
                    <a:pt x="4" y="1"/>
                  </a:cubicBezTo>
                  <a:lnTo>
                    <a:pt x="3" y="1"/>
                  </a:lnTo>
                  <a:lnTo>
                    <a:pt x="2" y="0"/>
                  </a:lnTo>
                  <a:lnTo>
                    <a:pt x="1" y="1"/>
                  </a:ln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cubicBezTo>
                    <a:pt x="16" y="36"/>
                    <a:pt x="29" y="70"/>
                    <a:pt x="39" y="104"/>
                  </a:cubicBezTo>
                  <a:cubicBezTo>
                    <a:pt x="57" y="160"/>
                    <a:pt x="81" y="213"/>
                    <a:pt x="98" y="269"/>
                  </a:cubicBezTo>
                  <a:cubicBezTo>
                    <a:pt x="126" y="353"/>
                    <a:pt x="140" y="440"/>
                    <a:pt x="142" y="528"/>
                  </a:cubicBezTo>
                  <a:cubicBezTo>
                    <a:pt x="142" y="530"/>
                    <a:pt x="145" y="531"/>
                    <a:pt x="145" y="528"/>
                  </a:cubicBezTo>
                  <a:cubicBezTo>
                    <a:pt x="146" y="521"/>
                    <a:pt x="146" y="515"/>
                    <a:pt x="146" y="508"/>
                  </a:cubicBezTo>
                  <a:cubicBezTo>
                    <a:pt x="146" y="432"/>
                    <a:pt x="135" y="357"/>
                    <a:pt x="115" y="284"/>
                  </a:cubicBezTo>
                  <a:cubicBezTo>
                    <a:pt x="101" y="232"/>
                    <a:pt x="79" y="182"/>
                    <a:pt x="60" y="1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2"/>
            <p:cNvSpPr/>
            <p:nvPr/>
          </p:nvSpPr>
          <p:spPr>
            <a:xfrm>
              <a:off x="8524080" y="3687840"/>
              <a:ext cx="17640" cy="45720"/>
            </a:xfrm>
            <a:custGeom>
              <a:avLst/>
              <a:gdLst/>
              <a:ahLst/>
              <a:cxnLst/>
              <a:rect l="l" t="t" r="r" b="b"/>
              <a:pathLst>
                <a:path w="49" h="127" extrusionOk="0">
                  <a:moveTo>
                    <a:pt x="47" y="124"/>
                  </a:moveTo>
                  <a:cubicBezTo>
                    <a:pt x="48" y="106"/>
                    <a:pt x="33" y="85"/>
                    <a:pt x="28" y="68"/>
                  </a:cubicBezTo>
                  <a:cubicBezTo>
                    <a:pt x="23" y="56"/>
                    <a:pt x="23" y="43"/>
                    <a:pt x="18" y="31"/>
                  </a:cubicBezTo>
                  <a:cubicBezTo>
                    <a:pt x="13" y="19"/>
                    <a:pt x="4" y="16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1"/>
                  </a:cubicBezTo>
                  <a:cubicBezTo>
                    <a:pt x="0" y="21"/>
                    <a:pt x="16" y="35"/>
                    <a:pt x="20" y="54"/>
                  </a:cubicBezTo>
                  <a:cubicBezTo>
                    <a:pt x="24" y="79"/>
                    <a:pt x="41" y="100"/>
                    <a:pt x="45" y="124"/>
                  </a:cubicBezTo>
                  <a:lnTo>
                    <a:pt x="45" y="125"/>
                  </a:lnTo>
                  <a:lnTo>
                    <a:pt x="46" y="125"/>
                  </a:lnTo>
                  <a:cubicBezTo>
                    <a:pt x="46" y="125"/>
                    <a:pt x="46" y="126"/>
                    <a:pt x="47" y="125"/>
                  </a:cubicBezTo>
                  <a:cubicBezTo>
                    <a:pt x="48" y="124"/>
                    <a:pt x="47" y="124"/>
                    <a:pt x="47" y="12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2"/>
            <p:cNvSpPr/>
            <p:nvPr/>
          </p:nvSpPr>
          <p:spPr>
            <a:xfrm>
              <a:off x="8486280" y="3512160"/>
              <a:ext cx="282960" cy="580320"/>
            </a:xfrm>
            <a:custGeom>
              <a:avLst/>
              <a:gdLst/>
              <a:ahLst/>
              <a:cxnLst/>
              <a:rect l="l" t="t" r="r" b="b"/>
              <a:pathLst>
                <a:path w="786" h="1612" extrusionOk="0">
                  <a:moveTo>
                    <a:pt x="108" y="374"/>
                  </a:moveTo>
                  <a:cubicBezTo>
                    <a:pt x="105" y="364"/>
                    <a:pt x="101" y="354"/>
                    <a:pt x="98" y="343"/>
                  </a:cubicBezTo>
                  <a:cubicBezTo>
                    <a:pt x="87" y="312"/>
                    <a:pt x="82" y="280"/>
                    <a:pt x="72" y="249"/>
                  </a:cubicBezTo>
                  <a:cubicBezTo>
                    <a:pt x="65" y="224"/>
                    <a:pt x="66" y="197"/>
                    <a:pt x="57" y="173"/>
                  </a:cubicBezTo>
                  <a:cubicBezTo>
                    <a:pt x="51" y="155"/>
                    <a:pt x="45" y="137"/>
                    <a:pt x="40" y="118"/>
                  </a:cubicBezTo>
                  <a:cubicBezTo>
                    <a:pt x="30" y="79"/>
                    <a:pt x="19" y="41"/>
                    <a:pt x="5" y="2"/>
                  </a:cubicBezTo>
                  <a:cubicBezTo>
                    <a:pt x="5" y="0"/>
                    <a:pt x="0" y="1"/>
                    <a:pt x="1" y="2"/>
                  </a:cubicBezTo>
                  <a:cubicBezTo>
                    <a:pt x="24" y="69"/>
                    <a:pt x="41" y="139"/>
                    <a:pt x="51" y="209"/>
                  </a:cubicBezTo>
                  <a:cubicBezTo>
                    <a:pt x="59" y="259"/>
                    <a:pt x="72" y="309"/>
                    <a:pt x="90" y="357"/>
                  </a:cubicBezTo>
                  <a:cubicBezTo>
                    <a:pt x="90" y="358"/>
                    <a:pt x="89" y="358"/>
                    <a:pt x="89" y="359"/>
                  </a:cubicBezTo>
                  <a:cubicBezTo>
                    <a:pt x="89" y="359"/>
                    <a:pt x="89" y="360"/>
                    <a:pt x="89" y="361"/>
                  </a:cubicBezTo>
                  <a:cubicBezTo>
                    <a:pt x="89" y="361"/>
                    <a:pt x="89" y="362"/>
                    <a:pt x="89" y="363"/>
                  </a:cubicBezTo>
                  <a:lnTo>
                    <a:pt x="90" y="364"/>
                  </a:lnTo>
                  <a:cubicBezTo>
                    <a:pt x="91" y="365"/>
                    <a:pt x="93" y="366"/>
                    <a:pt x="94" y="367"/>
                  </a:cubicBezTo>
                  <a:cubicBezTo>
                    <a:pt x="100" y="385"/>
                    <a:pt x="105" y="403"/>
                    <a:pt x="110" y="421"/>
                  </a:cubicBezTo>
                  <a:cubicBezTo>
                    <a:pt x="110" y="423"/>
                    <a:pt x="115" y="423"/>
                    <a:pt x="115" y="421"/>
                  </a:cubicBezTo>
                  <a:cubicBezTo>
                    <a:pt x="116" y="419"/>
                    <a:pt x="115" y="416"/>
                    <a:pt x="115" y="414"/>
                  </a:cubicBezTo>
                  <a:cubicBezTo>
                    <a:pt x="123" y="439"/>
                    <a:pt x="129" y="466"/>
                    <a:pt x="135" y="479"/>
                  </a:cubicBezTo>
                  <a:cubicBezTo>
                    <a:pt x="149" y="515"/>
                    <a:pt x="164" y="550"/>
                    <a:pt x="178" y="586"/>
                  </a:cubicBezTo>
                  <a:cubicBezTo>
                    <a:pt x="204" y="650"/>
                    <a:pt x="253" y="704"/>
                    <a:pt x="295" y="758"/>
                  </a:cubicBezTo>
                  <a:cubicBezTo>
                    <a:pt x="343" y="819"/>
                    <a:pt x="374" y="893"/>
                    <a:pt x="413" y="960"/>
                  </a:cubicBezTo>
                  <a:cubicBezTo>
                    <a:pt x="430" y="988"/>
                    <a:pt x="446" y="1019"/>
                    <a:pt x="466" y="1045"/>
                  </a:cubicBezTo>
                  <a:cubicBezTo>
                    <a:pt x="474" y="1056"/>
                    <a:pt x="481" y="1068"/>
                    <a:pt x="489" y="1079"/>
                  </a:cubicBezTo>
                  <a:cubicBezTo>
                    <a:pt x="481" y="1076"/>
                    <a:pt x="473" y="1072"/>
                    <a:pt x="466" y="1067"/>
                  </a:cubicBezTo>
                  <a:cubicBezTo>
                    <a:pt x="460" y="1064"/>
                    <a:pt x="455" y="1061"/>
                    <a:pt x="450" y="1057"/>
                  </a:cubicBezTo>
                  <a:cubicBezTo>
                    <a:pt x="407" y="1027"/>
                    <a:pt x="371" y="989"/>
                    <a:pt x="342" y="945"/>
                  </a:cubicBezTo>
                  <a:cubicBezTo>
                    <a:pt x="298" y="878"/>
                    <a:pt x="275" y="792"/>
                    <a:pt x="218" y="733"/>
                  </a:cubicBezTo>
                  <a:cubicBezTo>
                    <a:pt x="216" y="731"/>
                    <a:pt x="213" y="733"/>
                    <a:pt x="215" y="736"/>
                  </a:cubicBezTo>
                  <a:cubicBezTo>
                    <a:pt x="277" y="802"/>
                    <a:pt x="300" y="899"/>
                    <a:pt x="348" y="974"/>
                  </a:cubicBezTo>
                  <a:cubicBezTo>
                    <a:pt x="362" y="997"/>
                    <a:pt x="380" y="1018"/>
                    <a:pt x="400" y="1036"/>
                  </a:cubicBezTo>
                  <a:lnTo>
                    <a:pt x="399" y="1036"/>
                  </a:lnTo>
                  <a:cubicBezTo>
                    <a:pt x="397" y="1036"/>
                    <a:pt x="396" y="1037"/>
                    <a:pt x="394" y="1037"/>
                  </a:cubicBezTo>
                  <a:cubicBezTo>
                    <a:pt x="393" y="1038"/>
                    <a:pt x="392" y="1039"/>
                    <a:pt x="391" y="1040"/>
                  </a:cubicBezTo>
                  <a:cubicBezTo>
                    <a:pt x="390" y="1041"/>
                    <a:pt x="390" y="1043"/>
                    <a:pt x="390" y="1044"/>
                  </a:cubicBezTo>
                  <a:cubicBezTo>
                    <a:pt x="390" y="1046"/>
                    <a:pt x="390" y="1047"/>
                    <a:pt x="391" y="1049"/>
                  </a:cubicBezTo>
                  <a:lnTo>
                    <a:pt x="392" y="1050"/>
                  </a:lnTo>
                  <a:cubicBezTo>
                    <a:pt x="405" y="1063"/>
                    <a:pt x="408" y="1104"/>
                    <a:pt x="411" y="1120"/>
                  </a:cubicBezTo>
                  <a:cubicBezTo>
                    <a:pt x="416" y="1146"/>
                    <a:pt x="419" y="1171"/>
                    <a:pt x="425" y="1197"/>
                  </a:cubicBezTo>
                  <a:cubicBezTo>
                    <a:pt x="432" y="1231"/>
                    <a:pt x="425" y="1276"/>
                    <a:pt x="425" y="1311"/>
                  </a:cubicBezTo>
                  <a:cubicBezTo>
                    <a:pt x="425" y="1334"/>
                    <a:pt x="427" y="1359"/>
                    <a:pt x="427" y="1383"/>
                  </a:cubicBezTo>
                  <a:cubicBezTo>
                    <a:pt x="426" y="1371"/>
                    <a:pt x="424" y="1360"/>
                    <a:pt x="423" y="1353"/>
                  </a:cubicBezTo>
                  <a:cubicBezTo>
                    <a:pt x="414" y="1314"/>
                    <a:pt x="407" y="1276"/>
                    <a:pt x="398" y="1238"/>
                  </a:cubicBezTo>
                  <a:cubicBezTo>
                    <a:pt x="381" y="1168"/>
                    <a:pt x="358" y="1099"/>
                    <a:pt x="332" y="1032"/>
                  </a:cubicBezTo>
                  <a:cubicBezTo>
                    <a:pt x="310" y="977"/>
                    <a:pt x="298" y="908"/>
                    <a:pt x="260" y="860"/>
                  </a:cubicBezTo>
                  <a:cubicBezTo>
                    <a:pt x="254" y="850"/>
                    <a:pt x="247" y="840"/>
                    <a:pt x="241" y="829"/>
                  </a:cubicBezTo>
                  <a:cubicBezTo>
                    <a:pt x="230" y="809"/>
                    <a:pt x="219" y="789"/>
                    <a:pt x="210" y="768"/>
                  </a:cubicBezTo>
                  <a:cubicBezTo>
                    <a:pt x="208" y="763"/>
                    <a:pt x="205" y="758"/>
                    <a:pt x="202" y="754"/>
                  </a:cubicBezTo>
                  <a:cubicBezTo>
                    <a:pt x="189" y="730"/>
                    <a:pt x="173" y="709"/>
                    <a:pt x="154" y="689"/>
                  </a:cubicBezTo>
                  <a:lnTo>
                    <a:pt x="153" y="689"/>
                  </a:lnTo>
                  <a:cubicBezTo>
                    <a:pt x="152" y="689"/>
                    <a:pt x="152" y="689"/>
                    <a:pt x="152" y="689"/>
                  </a:cubicBezTo>
                  <a:cubicBezTo>
                    <a:pt x="151" y="690"/>
                    <a:pt x="151" y="690"/>
                    <a:pt x="151" y="690"/>
                  </a:cubicBezTo>
                  <a:lnTo>
                    <a:pt x="151" y="691"/>
                  </a:lnTo>
                  <a:lnTo>
                    <a:pt x="151" y="692"/>
                  </a:lnTo>
                  <a:cubicBezTo>
                    <a:pt x="191" y="735"/>
                    <a:pt x="204" y="789"/>
                    <a:pt x="235" y="837"/>
                  </a:cubicBezTo>
                  <a:cubicBezTo>
                    <a:pt x="242" y="847"/>
                    <a:pt x="249" y="858"/>
                    <a:pt x="255" y="868"/>
                  </a:cubicBezTo>
                  <a:cubicBezTo>
                    <a:pt x="267" y="889"/>
                    <a:pt x="278" y="911"/>
                    <a:pt x="286" y="934"/>
                  </a:cubicBezTo>
                  <a:cubicBezTo>
                    <a:pt x="299" y="968"/>
                    <a:pt x="308" y="1003"/>
                    <a:pt x="320" y="1037"/>
                  </a:cubicBezTo>
                  <a:cubicBezTo>
                    <a:pt x="343" y="1105"/>
                    <a:pt x="366" y="1172"/>
                    <a:pt x="385" y="1241"/>
                  </a:cubicBezTo>
                  <a:cubicBezTo>
                    <a:pt x="394" y="1275"/>
                    <a:pt x="399" y="1310"/>
                    <a:pt x="407" y="1345"/>
                  </a:cubicBezTo>
                  <a:lnTo>
                    <a:pt x="405" y="1342"/>
                  </a:lnTo>
                  <a:cubicBezTo>
                    <a:pt x="393" y="1312"/>
                    <a:pt x="366" y="1286"/>
                    <a:pt x="349" y="1257"/>
                  </a:cubicBezTo>
                  <a:cubicBezTo>
                    <a:pt x="339" y="1242"/>
                    <a:pt x="330" y="1227"/>
                    <a:pt x="321" y="1211"/>
                  </a:cubicBezTo>
                  <a:cubicBezTo>
                    <a:pt x="313" y="1197"/>
                    <a:pt x="305" y="1183"/>
                    <a:pt x="297" y="1168"/>
                  </a:cubicBezTo>
                  <a:cubicBezTo>
                    <a:pt x="282" y="1132"/>
                    <a:pt x="272" y="1093"/>
                    <a:pt x="253" y="1059"/>
                  </a:cubicBezTo>
                  <a:cubicBezTo>
                    <a:pt x="212" y="980"/>
                    <a:pt x="196" y="897"/>
                    <a:pt x="164" y="815"/>
                  </a:cubicBezTo>
                  <a:cubicBezTo>
                    <a:pt x="143" y="760"/>
                    <a:pt x="131" y="693"/>
                    <a:pt x="95" y="645"/>
                  </a:cubicBezTo>
                  <a:cubicBezTo>
                    <a:pt x="93" y="643"/>
                    <a:pt x="90" y="645"/>
                    <a:pt x="91" y="648"/>
                  </a:cubicBezTo>
                  <a:cubicBezTo>
                    <a:pt x="94" y="652"/>
                    <a:pt x="98" y="657"/>
                    <a:pt x="100" y="662"/>
                  </a:cubicBezTo>
                  <a:cubicBezTo>
                    <a:pt x="113" y="684"/>
                    <a:pt x="122" y="707"/>
                    <a:pt x="127" y="731"/>
                  </a:cubicBezTo>
                  <a:cubicBezTo>
                    <a:pt x="136" y="777"/>
                    <a:pt x="157" y="819"/>
                    <a:pt x="170" y="863"/>
                  </a:cubicBezTo>
                  <a:cubicBezTo>
                    <a:pt x="189" y="937"/>
                    <a:pt x="215" y="1008"/>
                    <a:pt x="248" y="1077"/>
                  </a:cubicBezTo>
                  <a:cubicBezTo>
                    <a:pt x="266" y="1110"/>
                    <a:pt x="276" y="1152"/>
                    <a:pt x="290" y="1187"/>
                  </a:cubicBezTo>
                  <a:cubicBezTo>
                    <a:pt x="298" y="1202"/>
                    <a:pt x="305" y="1216"/>
                    <a:pt x="313" y="1230"/>
                  </a:cubicBezTo>
                  <a:cubicBezTo>
                    <a:pt x="323" y="1247"/>
                    <a:pt x="334" y="1263"/>
                    <a:pt x="345" y="1280"/>
                  </a:cubicBezTo>
                  <a:cubicBezTo>
                    <a:pt x="365" y="1314"/>
                    <a:pt x="387" y="1347"/>
                    <a:pt x="412" y="1378"/>
                  </a:cubicBezTo>
                  <a:cubicBezTo>
                    <a:pt x="412" y="1395"/>
                    <a:pt x="417" y="1411"/>
                    <a:pt x="425" y="1426"/>
                  </a:cubicBezTo>
                  <a:lnTo>
                    <a:pt x="426" y="1427"/>
                  </a:lnTo>
                  <a:lnTo>
                    <a:pt x="427" y="1428"/>
                  </a:lnTo>
                  <a:cubicBezTo>
                    <a:pt x="428" y="1429"/>
                    <a:pt x="430" y="1429"/>
                    <a:pt x="431" y="1429"/>
                  </a:cubicBezTo>
                  <a:cubicBezTo>
                    <a:pt x="433" y="1429"/>
                    <a:pt x="433" y="1429"/>
                    <a:pt x="434" y="1428"/>
                  </a:cubicBezTo>
                  <a:cubicBezTo>
                    <a:pt x="435" y="1428"/>
                    <a:pt x="436" y="1427"/>
                    <a:pt x="436" y="1426"/>
                  </a:cubicBezTo>
                  <a:cubicBezTo>
                    <a:pt x="437" y="1425"/>
                    <a:pt x="437" y="1425"/>
                    <a:pt x="437" y="1424"/>
                  </a:cubicBezTo>
                  <a:cubicBezTo>
                    <a:pt x="454" y="1488"/>
                    <a:pt x="479" y="1549"/>
                    <a:pt x="509" y="1608"/>
                  </a:cubicBezTo>
                  <a:cubicBezTo>
                    <a:pt x="510" y="1609"/>
                    <a:pt x="511" y="1609"/>
                    <a:pt x="512" y="1610"/>
                  </a:cubicBezTo>
                  <a:cubicBezTo>
                    <a:pt x="513" y="1611"/>
                    <a:pt x="514" y="1611"/>
                    <a:pt x="515" y="1611"/>
                  </a:cubicBezTo>
                  <a:cubicBezTo>
                    <a:pt x="517" y="1611"/>
                    <a:pt x="518" y="1611"/>
                    <a:pt x="519" y="1610"/>
                  </a:cubicBezTo>
                  <a:cubicBezTo>
                    <a:pt x="520" y="1609"/>
                    <a:pt x="521" y="1608"/>
                    <a:pt x="522" y="1607"/>
                  </a:cubicBezTo>
                  <a:cubicBezTo>
                    <a:pt x="523" y="1606"/>
                    <a:pt x="523" y="1605"/>
                    <a:pt x="523" y="1604"/>
                  </a:cubicBezTo>
                  <a:cubicBezTo>
                    <a:pt x="516" y="1510"/>
                    <a:pt x="480" y="1418"/>
                    <a:pt x="477" y="1325"/>
                  </a:cubicBezTo>
                  <a:cubicBezTo>
                    <a:pt x="476" y="1286"/>
                    <a:pt x="466" y="1207"/>
                    <a:pt x="436" y="1171"/>
                  </a:cubicBezTo>
                  <a:cubicBezTo>
                    <a:pt x="434" y="1156"/>
                    <a:pt x="431" y="1141"/>
                    <a:pt x="428" y="1126"/>
                  </a:cubicBezTo>
                  <a:lnTo>
                    <a:pt x="432" y="1136"/>
                  </a:lnTo>
                  <a:cubicBezTo>
                    <a:pt x="433" y="1140"/>
                    <a:pt x="436" y="1144"/>
                    <a:pt x="438" y="1148"/>
                  </a:cubicBezTo>
                  <a:cubicBezTo>
                    <a:pt x="442" y="1154"/>
                    <a:pt x="445" y="1159"/>
                    <a:pt x="450" y="1164"/>
                  </a:cubicBezTo>
                  <a:cubicBezTo>
                    <a:pt x="454" y="1169"/>
                    <a:pt x="450" y="1164"/>
                    <a:pt x="450" y="1164"/>
                  </a:cubicBezTo>
                  <a:cubicBezTo>
                    <a:pt x="453" y="1202"/>
                    <a:pt x="496" y="1233"/>
                    <a:pt x="521" y="1258"/>
                  </a:cubicBezTo>
                  <a:cubicBezTo>
                    <a:pt x="565" y="1302"/>
                    <a:pt x="613" y="1341"/>
                    <a:pt x="655" y="1387"/>
                  </a:cubicBezTo>
                  <a:cubicBezTo>
                    <a:pt x="657" y="1389"/>
                    <a:pt x="661" y="1389"/>
                    <a:pt x="662" y="1385"/>
                  </a:cubicBezTo>
                  <a:cubicBezTo>
                    <a:pt x="662" y="1384"/>
                    <a:pt x="663" y="1382"/>
                    <a:pt x="663" y="1381"/>
                  </a:cubicBezTo>
                  <a:cubicBezTo>
                    <a:pt x="663" y="1375"/>
                    <a:pt x="661" y="1369"/>
                    <a:pt x="658" y="1364"/>
                  </a:cubicBezTo>
                  <a:cubicBezTo>
                    <a:pt x="657" y="1362"/>
                    <a:pt x="655" y="1360"/>
                    <a:pt x="654" y="1358"/>
                  </a:cubicBezTo>
                  <a:cubicBezTo>
                    <a:pt x="632" y="1331"/>
                    <a:pt x="607" y="1307"/>
                    <a:pt x="580" y="1285"/>
                  </a:cubicBezTo>
                  <a:cubicBezTo>
                    <a:pt x="548" y="1259"/>
                    <a:pt x="517" y="1230"/>
                    <a:pt x="489" y="1199"/>
                  </a:cubicBezTo>
                  <a:cubicBezTo>
                    <a:pt x="461" y="1169"/>
                    <a:pt x="489" y="1199"/>
                    <a:pt x="489" y="1199"/>
                  </a:cubicBezTo>
                  <a:cubicBezTo>
                    <a:pt x="495" y="1181"/>
                    <a:pt x="476" y="1170"/>
                    <a:pt x="463" y="1160"/>
                  </a:cubicBezTo>
                  <a:cubicBezTo>
                    <a:pt x="458" y="1154"/>
                    <a:pt x="453" y="1148"/>
                    <a:pt x="449" y="1141"/>
                  </a:cubicBezTo>
                  <a:cubicBezTo>
                    <a:pt x="443" y="1130"/>
                    <a:pt x="439" y="1119"/>
                    <a:pt x="436" y="1107"/>
                  </a:cubicBezTo>
                  <a:lnTo>
                    <a:pt x="435" y="1103"/>
                  </a:lnTo>
                  <a:cubicBezTo>
                    <a:pt x="460" y="1135"/>
                    <a:pt x="488" y="1164"/>
                    <a:pt x="518" y="1191"/>
                  </a:cubicBezTo>
                  <a:cubicBezTo>
                    <a:pt x="544" y="1217"/>
                    <a:pt x="572" y="1238"/>
                    <a:pt x="590" y="1272"/>
                  </a:cubicBezTo>
                  <a:cubicBezTo>
                    <a:pt x="600" y="1290"/>
                    <a:pt x="613" y="1306"/>
                    <a:pt x="628" y="1321"/>
                  </a:cubicBezTo>
                  <a:cubicBezTo>
                    <a:pt x="653" y="1349"/>
                    <a:pt x="674" y="1380"/>
                    <a:pt x="693" y="1412"/>
                  </a:cubicBezTo>
                  <a:cubicBezTo>
                    <a:pt x="705" y="1432"/>
                    <a:pt x="715" y="1453"/>
                    <a:pt x="725" y="1475"/>
                  </a:cubicBezTo>
                  <a:cubicBezTo>
                    <a:pt x="738" y="1504"/>
                    <a:pt x="748" y="1536"/>
                    <a:pt x="764" y="1564"/>
                  </a:cubicBezTo>
                  <a:cubicBezTo>
                    <a:pt x="764" y="1566"/>
                    <a:pt x="764" y="1567"/>
                    <a:pt x="765" y="1569"/>
                  </a:cubicBezTo>
                  <a:lnTo>
                    <a:pt x="766" y="1570"/>
                  </a:lnTo>
                  <a:cubicBezTo>
                    <a:pt x="767" y="1571"/>
                    <a:pt x="767" y="1571"/>
                    <a:pt x="768" y="1572"/>
                  </a:cubicBezTo>
                  <a:cubicBezTo>
                    <a:pt x="771" y="1576"/>
                    <a:pt x="772" y="1580"/>
                    <a:pt x="775" y="1583"/>
                  </a:cubicBezTo>
                  <a:cubicBezTo>
                    <a:pt x="775" y="1584"/>
                    <a:pt x="776" y="1585"/>
                    <a:pt x="777" y="1585"/>
                  </a:cubicBezTo>
                  <a:cubicBezTo>
                    <a:pt x="778" y="1586"/>
                    <a:pt x="779" y="1586"/>
                    <a:pt x="780" y="1586"/>
                  </a:cubicBezTo>
                  <a:cubicBezTo>
                    <a:pt x="781" y="1586"/>
                    <a:pt x="781" y="1586"/>
                    <a:pt x="782" y="1585"/>
                  </a:cubicBezTo>
                  <a:cubicBezTo>
                    <a:pt x="783" y="1584"/>
                    <a:pt x="784" y="1584"/>
                    <a:pt x="784" y="1583"/>
                  </a:cubicBezTo>
                  <a:cubicBezTo>
                    <a:pt x="785" y="1582"/>
                    <a:pt x="785" y="1581"/>
                    <a:pt x="785" y="1580"/>
                  </a:cubicBezTo>
                  <a:lnTo>
                    <a:pt x="785" y="1579"/>
                  </a:lnTo>
                  <a:lnTo>
                    <a:pt x="784" y="1567"/>
                  </a:lnTo>
                  <a:cubicBezTo>
                    <a:pt x="783" y="1566"/>
                    <a:pt x="783" y="1566"/>
                    <a:pt x="783" y="1566"/>
                  </a:cubicBezTo>
                  <a:cubicBezTo>
                    <a:pt x="783" y="1566"/>
                    <a:pt x="783" y="1565"/>
                    <a:pt x="782" y="1565"/>
                  </a:cubicBezTo>
                  <a:lnTo>
                    <a:pt x="781" y="1565"/>
                  </a:lnTo>
                  <a:cubicBezTo>
                    <a:pt x="780" y="1565"/>
                    <a:pt x="780" y="1565"/>
                    <a:pt x="779" y="1565"/>
                  </a:cubicBezTo>
                  <a:lnTo>
                    <a:pt x="778" y="1566"/>
                  </a:lnTo>
                  <a:lnTo>
                    <a:pt x="778" y="1567"/>
                  </a:lnTo>
                  <a:cubicBezTo>
                    <a:pt x="778" y="1566"/>
                    <a:pt x="778" y="1564"/>
                    <a:pt x="778" y="1563"/>
                  </a:cubicBezTo>
                  <a:cubicBezTo>
                    <a:pt x="778" y="1560"/>
                    <a:pt x="777" y="1556"/>
                    <a:pt x="776" y="1553"/>
                  </a:cubicBezTo>
                  <a:cubicBezTo>
                    <a:pt x="772" y="1504"/>
                    <a:pt x="765" y="1455"/>
                    <a:pt x="754" y="1407"/>
                  </a:cubicBezTo>
                  <a:cubicBezTo>
                    <a:pt x="745" y="1356"/>
                    <a:pt x="727" y="1308"/>
                    <a:pt x="701" y="1263"/>
                  </a:cubicBezTo>
                  <a:cubicBezTo>
                    <a:pt x="692" y="1247"/>
                    <a:pt x="682" y="1232"/>
                    <a:pt x="671" y="1217"/>
                  </a:cubicBezTo>
                  <a:cubicBezTo>
                    <a:pt x="668" y="1214"/>
                    <a:pt x="662" y="1217"/>
                    <a:pt x="665" y="1221"/>
                  </a:cubicBezTo>
                  <a:cubicBezTo>
                    <a:pt x="672" y="1231"/>
                    <a:pt x="679" y="1242"/>
                    <a:pt x="685" y="1252"/>
                  </a:cubicBezTo>
                  <a:cubicBezTo>
                    <a:pt x="717" y="1308"/>
                    <a:pt x="737" y="1371"/>
                    <a:pt x="743" y="1435"/>
                  </a:cubicBezTo>
                  <a:cubicBezTo>
                    <a:pt x="745" y="1455"/>
                    <a:pt x="746" y="1476"/>
                    <a:pt x="749" y="1496"/>
                  </a:cubicBezTo>
                  <a:cubicBezTo>
                    <a:pt x="739" y="1471"/>
                    <a:pt x="728" y="1448"/>
                    <a:pt x="716" y="1425"/>
                  </a:cubicBezTo>
                  <a:cubicBezTo>
                    <a:pt x="693" y="1382"/>
                    <a:pt x="675" y="1343"/>
                    <a:pt x="637" y="1311"/>
                  </a:cubicBezTo>
                  <a:cubicBezTo>
                    <a:pt x="621" y="1294"/>
                    <a:pt x="606" y="1275"/>
                    <a:pt x="594" y="1254"/>
                  </a:cubicBezTo>
                  <a:lnTo>
                    <a:pt x="593" y="1253"/>
                  </a:lnTo>
                  <a:cubicBezTo>
                    <a:pt x="578" y="1231"/>
                    <a:pt x="559" y="1212"/>
                    <a:pt x="538" y="1195"/>
                  </a:cubicBezTo>
                  <a:cubicBezTo>
                    <a:pt x="499" y="1164"/>
                    <a:pt x="464" y="1129"/>
                    <a:pt x="434" y="1089"/>
                  </a:cubicBezTo>
                  <a:lnTo>
                    <a:pt x="433" y="1088"/>
                  </a:lnTo>
                  <a:cubicBezTo>
                    <a:pt x="432" y="1088"/>
                    <a:pt x="432" y="1088"/>
                    <a:pt x="431" y="1088"/>
                  </a:cubicBezTo>
                  <a:lnTo>
                    <a:pt x="430" y="1088"/>
                  </a:lnTo>
                  <a:cubicBezTo>
                    <a:pt x="429" y="1088"/>
                    <a:pt x="429" y="1089"/>
                    <a:pt x="428" y="1089"/>
                  </a:cubicBezTo>
                  <a:cubicBezTo>
                    <a:pt x="424" y="1079"/>
                    <a:pt x="421" y="1068"/>
                    <a:pt x="420" y="1057"/>
                  </a:cubicBezTo>
                  <a:cubicBezTo>
                    <a:pt x="434" y="1069"/>
                    <a:pt x="449" y="1081"/>
                    <a:pt x="464" y="1091"/>
                  </a:cubicBezTo>
                  <a:cubicBezTo>
                    <a:pt x="480" y="1102"/>
                    <a:pt x="497" y="1104"/>
                    <a:pt x="512" y="1113"/>
                  </a:cubicBezTo>
                  <a:cubicBezTo>
                    <a:pt x="517" y="1118"/>
                    <a:pt x="522" y="1122"/>
                    <a:pt x="529" y="1126"/>
                  </a:cubicBezTo>
                  <a:cubicBezTo>
                    <a:pt x="534" y="1130"/>
                    <a:pt x="543" y="1123"/>
                    <a:pt x="538" y="1117"/>
                  </a:cubicBezTo>
                  <a:cubicBezTo>
                    <a:pt x="531" y="1109"/>
                    <a:pt x="523" y="1103"/>
                    <a:pt x="514" y="1098"/>
                  </a:cubicBezTo>
                  <a:cubicBezTo>
                    <a:pt x="497" y="1076"/>
                    <a:pt x="481" y="1053"/>
                    <a:pt x="467" y="1030"/>
                  </a:cubicBezTo>
                  <a:cubicBezTo>
                    <a:pt x="464" y="1024"/>
                    <a:pt x="461" y="1018"/>
                    <a:pt x="458" y="1012"/>
                  </a:cubicBezTo>
                  <a:cubicBezTo>
                    <a:pt x="452" y="1003"/>
                    <a:pt x="447" y="995"/>
                    <a:pt x="442" y="986"/>
                  </a:cubicBezTo>
                  <a:cubicBezTo>
                    <a:pt x="427" y="960"/>
                    <a:pt x="413" y="933"/>
                    <a:pt x="401" y="905"/>
                  </a:cubicBezTo>
                  <a:cubicBezTo>
                    <a:pt x="398" y="898"/>
                    <a:pt x="395" y="891"/>
                    <a:pt x="391" y="884"/>
                  </a:cubicBezTo>
                  <a:lnTo>
                    <a:pt x="411" y="895"/>
                  </a:lnTo>
                  <a:cubicBezTo>
                    <a:pt x="410" y="895"/>
                    <a:pt x="409" y="895"/>
                    <a:pt x="408" y="896"/>
                  </a:cubicBezTo>
                  <a:cubicBezTo>
                    <a:pt x="408" y="896"/>
                    <a:pt x="407" y="897"/>
                    <a:pt x="406" y="898"/>
                  </a:cubicBezTo>
                  <a:cubicBezTo>
                    <a:pt x="406" y="899"/>
                    <a:pt x="405" y="900"/>
                    <a:pt x="405" y="901"/>
                  </a:cubicBezTo>
                  <a:cubicBezTo>
                    <a:pt x="405" y="902"/>
                    <a:pt x="406" y="903"/>
                    <a:pt x="406" y="904"/>
                  </a:cubicBezTo>
                  <a:cubicBezTo>
                    <a:pt x="429" y="953"/>
                    <a:pt x="465" y="961"/>
                    <a:pt x="509" y="988"/>
                  </a:cubicBezTo>
                  <a:cubicBezTo>
                    <a:pt x="555" y="1012"/>
                    <a:pt x="607" y="1025"/>
                    <a:pt x="659" y="1025"/>
                  </a:cubicBezTo>
                  <a:cubicBezTo>
                    <a:pt x="661" y="1025"/>
                    <a:pt x="664" y="1025"/>
                    <a:pt x="666" y="1025"/>
                  </a:cubicBezTo>
                  <a:cubicBezTo>
                    <a:pt x="670" y="1025"/>
                    <a:pt x="673" y="1020"/>
                    <a:pt x="670" y="1017"/>
                  </a:cubicBezTo>
                  <a:cubicBezTo>
                    <a:pt x="639" y="991"/>
                    <a:pt x="579" y="990"/>
                    <a:pt x="540" y="979"/>
                  </a:cubicBezTo>
                  <a:cubicBezTo>
                    <a:pt x="523" y="973"/>
                    <a:pt x="506" y="966"/>
                    <a:pt x="490" y="957"/>
                  </a:cubicBezTo>
                  <a:cubicBezTo>
                    <a:pt x="464" y="942"/>
                    <a:pt x="440" y="922"/>
                    <a:pt x="420" y="899"/>
                  </a:cubicBezTo>
                  <a:cubicBezTo>
                    <a:pt x="433" y="900"/>
                    <a:pt x="445" y="901"/>
                    <a:pt x="457" y="901"/>
                  </a:cubicBezTo>
                  <a:cubicBezTo>
                    <a:pt x="469" y="901"/>
                    <a:pt x="481" y="900"/>
                    <a:pt x="493" y="899"/>
                  </a:cubicBezTo>
                  <a:cubicBezTo>
                    <a:pt x="507" y="900"/>
                    <a:pt x="521" y="901"/>
                    <a:pt x="534" y="901"/>
                  </a:cubicBezTo>
                  <a:cubicBezTo>
                    <a:pt x="548" y="901"/>
                    <a:pt x="561" y="900"/>
                    <a:pt x="575" y="899"/>
                  </a:cubicBezTo>
                  <a:cubicBezTo>
                    <a:pt x="595" y="896"/>
                    <a:pt x="672" y="859"/>
                    <a:pt x="679" y="879"/>
                  </a:cubicBezTo>
                  <a:cubicBezTo>
                    <a:pt x="679" y="880"/>
                    <a:pt x="679" y="879"/>
                    <a:pt x="680" y="880"/>
                  </a:cubicBezTo>
                  <a:cubicBezTo>
                    <a:pt x="681" y="881"/>
                    <a:pt x="680" y="881"/>
                    <a:pt x="681" y="881"/>
                  </a:cubicBezTo>
                  <a:lnTo>
                    <a:pt x="682" y="880"/>
                  </a:lnTo>
                  <a:cubicBezTo>
                    <a:pt x="683" y="879"/>
                    <a:pt x="682" y="880"/>
                    <a:pt x="683" y="879"/>
                  </a:cubicBezTo>
                  <a:cubicBezTo>
                    <a:pt x="684" y="878"/>
                    <a:pt x="684" y="879"/>
                    <a:pt x="684" y="878"/>
                  </a:cubicBezTo>
                  <a:lnTo>
                    <a:pt x="684" y="874"/>
                  </a:lnTo>
                  <a:lnTo>
                    <a:pt x="684" y="873"/>
                  </a:lnTo>
                  <a:lnTo>
                    <a:pt x="684" y="872"/>
                  </a:lnTo>
                  <a:cubicBezTo>
                    <a:pt x="675" y="859"/>
                    <a:pt x="658" y="861"/>
                    <a:pt x="644" y="860"/>
                  </a:cubicBezTo>
                  <a:cubicBezTo>
                    <a:pt x="603" y="857"/>
                    <a:pt x="563" y="835"/>
                    <a:pt x="520" y="834"/>
                  </a:cubicBezTo>
                  <a:cubicBezTo>
                    <a:pt x="467" y="830"/>
                    <a:pt x="415" y="815"/>
                    <a:pt x="368" y="788"/>
                  </a:cubicBezTo>
                  <a:cubicBezTo>
                    <a:pt x="340" y="772"/>
                    <a:pt x="314" y="750"/>
                    <a:pt x="291" y="726"/>
                  </a:cubicBezTo>
                  <a:cubicBezTo>
                    <a:pt x="271" y="696"/>
                    <a:pt x="244" y="672"/>
                    <a:pt x="226" y="639"/>
                  </a:cubicBezTo>
                  <a:cubicBezTo>
                    <a:pt x="205" y="601"/>
                    <a:pt x="187" y="564"/>
                    <a:pt x="170" y="524"/>
                  </a:cubicBezTo>
                  <a:cubicBezTo>
                    <a:pt x="154" y="488"/>
                    <a:pt x="138" y="452"/>
                    <a:pt x="125" y="414"/>
                  </a:cubicBezTo>
                  <a:cubicBezTo>
                    <a:pt x="121" y="400"/>
                    <a:pt x="115" y="387"/>
                    <a:pt x="108" y="374"/>
                  </a:cubicBezTo>
                  <a:moveTo>
                    <a:pt x="468" y="1362"/>
                  </a:moveTo>
                  <a:cubicBezTo>
                    <a:pt x="485" y="1430"/>
                    <a:pt x="497" y="1500"/>
                    <a:pt x="505" y="1570"/>
                  </a:cubicBezTo>
                  <a:cubicBezTo>
                    <a:pt x="488" y="1532"/>
                    <a:pt x="477" y="1488"/>
                    <a:pt x="465" y="1452"/>
                  </a:cubicBezTo>
                  <a:cubicBezTo>
                    <a:pt x="459" y="1436"/>
                    <a:pt x="456" y="1407"/>
                    <a:pt x="438" y="1400"/>
                  </a:cubicBezTo>
                  <a:cubicBezTo>
                    <a:pt x="440" y="1368"/>
                    <a:pt x="441" y="1337"/>
                    <a:pt x="441" y="1305"/>
                  </a:cubicBezTo>
                  <a:cubicBezTo>
                    <a:pt x="441" y="1273"/>
                    <a:pt x="440" y="1241"/>
                    <a:pt x="438" y="1209"/>
                  </a:cubicBezTo>
                  <a:cubicBezTo>
                    <a:pt x="437" y="1178"/>
                    <a:pt x="438" y="1208"/>
                    <a:pt x="438" y="1207"/>
                  </a:cubicBezTo>
                  <a:cubicBezTo>
                    <a:pt x="456" y="1255"/>
                    <a:pt x="458" y="1312"/>
                    <a:pt x="468" y="1362"/>
                  </a:cubicBezTo>
                  <a:moveTo>
                    <a:pt x="413" y="1049"/>
                  </a:moveTo>
                  <a:cubicBezTo>
                    <a:pt x="413" y="1052"/>
                    <a:pt x="413" y="1054"/>
                    <a:pt x="413" y="1056"/>
                  </a:cubicBezTo>
                  <a:cubicBezTo>
                    <a:pt x="412" y="1053"/>
                    <a:pt x="411" y="1051"/>
                    <a:pt x="410" y="1049"/>
                  </a:cubicBezTo>
                  <a:cubicBezTo>
                    <a:pt x="408" y="1046"/>
                    <a:pt x="406" y="1044"/>
                    <a:pt x="404" y="1041"/>
                  </a:cubicBezTo>
                  <a:lnTo>
                    <a:pt x="414" y="1049"/>
                  </a:lnTo>
                  <a:lnTo>
                    <a:pt x="413" y="1049"/>
                  </a:lnTo>
                  <a:moveTo>
                    <a:pt x="462" y="831"/>
                  </a:moveTo>
                  <a:cubicBezTo>
                    <a:pt x="501" y="838"/>
                    <a:pt x="542" y="845"/>
                    <a:pt x="582" y="853"/>
                  </a:cubicBezTo>
                  <a:cubicBezTo>
                    <a:pt x="613" y="856"/>
                    <a:pt x="643" y="862"/>
                    <a:pt x="672" y="870"/>
                  </a:cubicBezTo>
                  <a:cubicBezTo>
                    <a:pt x="668" y="870"/>
                    <a:pt x="664" y="869"/>
                    <a:pt x="659" y="869"/>
                  </a:cubicBezTo>
                  <a:cubicBezTo>
                    <a:pt x="639" y="869"/>
                    <a:pt x="620" y="874"/>
                    <a:pt x="601" y="883"/>
                  </a:cubicBezTo>
                  <a:cubicBezTo>
                    <a:pt x="568" y="898"/>
                    <a:pt x="512" y="887"/>
                    <a:pt x="476" y="886"/>
                  </a:cubicBezTo>
                  <a:cubicBezTo>
                    <a:pt x="460" y="886"/>
                    <a:pt x="444" y="886"/>
                    <a:pt x="428" y="887"/>
                  </a:cubicBezTo>
                  <a:cubicBezTo>
                    <a:pt x="409" y="887"/>
                    <a:pt x="412" y="878"/>
                    <a:pt x="397" y="877"/>
                  </a:cubicBezTo>
                  <a:cubicBezTo>
                    <a:pt x="393" y="877"/>
                    <a:pt x="389" y="876"/>
                    <a:pt x="386" y="874"/>
                  </a:cubicBezTo>
                  <a:cubicBezTo>
                    <a:pt x="383" y="870"/>
                    <a:pt x="380" y="865"/>
                    <a:pt x="378" y="860"/>
                  </a:cubicBezTo>
                  <a:cubicBezTo>
                    <a:pt x="356" y="823"/>
                    <a:pt x="333" y="787"/>
                    <a:pt x="308" y="752"/>
                  </a:cubicBezTo>
                  <a:cubicBezTo>
                    <a:pt x="325" y="769"/>
                    <a:pt x="345" y="783"/>
                    <a:pt x="366" y="795"/>
                  </a:cubicBezTo>
                  <a:cubicBezTo>
                    <a:pt x="395" y="813"/>
                    <a:pt x="428" y="825"/>
                    <a:pt x="462" y="83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2"/>
            <p:cNvSpPr/>
            <p:nvPr/>
          </p:nvSpPr>
          <p:spPr>
            <a:xfrm>
              <a:off x="8202960" y="2995560"/>
              <a:ext cx="24120" cy="10800"/>
            </a:xfrm>
            <a:custGeom>
              <a:avLst/>
              <a:gdLst/>
              <a:ahLst/>
              <a:cxnLst/>
              <a:rect l="l" t="t" r="r" b="b"/>
              <a:pathLst>
                <a:path w="67" h="30" extrusionOk="0">
                  <a:moveTo>
                    <a:pt x="54" y="15"/>
                  </a:moveTo>
                  <a:cubicBezTo>
                    <a:pt x="50" y="13"/>
                    <a:pt x="46" y="12"/>
                    <a:pt x="42" y="12"/>
                  </a:cubicBezTo>
                  <a:cubicBezTo>
                    <a:pt x="41" y="12"/>
                    <a:pt x="39" y="13"/>
                    <a:pt x="37" y="13"/>
                  </a:cubicBezTo>
                  <a:cubicBezTo>
                    <a:pt x="29" y="13"/>
                    <a:pt x="19" y="10"/>
                    <a:pt x="12" y="6"/>
                  </a:cubicBezTo>
                  <a:cubicBezTo>
                    <a:pt x="9" y="4"/>
                    <a:pt x="8" y="3"/>
                    <a:pt x="6" y="2"/>
                  </a:cubicBezTo>
                  <a:cubicBezTo>
                    <a:pt x="4" y="0"/>
                    <a:pt x="0" y="3"/>
                    <a:pt x="2" y="5"/>
                  </a:cubicBezTo>
                  <a:cubicBezTo>
                    <a:pt x="7" y="10"/>
                    <a:pt x="12" y="13"/>
                    <a:pt x="17" y="16"/>
                  </a:cubicBezTo>
                  <a:cubicBezTo>
                    <a:pt x="20" y="18"/>
                    <a:pt x="24" y="20"/>
                    <a:pt x="28" y="21"/>
                  </a:cubicBezTo>
                  <a:cubicBezTo>
                    <a:pt x="35" y="25"/>
                    <a:pt x="44" y="21"/>
                    <a:pt x="51" y="24"/>
                  </a:cubicBezTo>
                  <a:cubicBezTo>
                    <a:pt x="58" y="27"/>
                    <a:pt x="60" y="29"/>
                    <a:pt x="65" y="24"/>
                  </a:cubicBezTo>
                  <a:cubicBezTo>
                    <a:pt x="65" y="24"/>
                    <a:pt x="66" y="24"/>
                    <a:pt x="66" y="23"/>
                  </a:cubicBezTo>
                  <a:lnTo>
                    <a:pt x="66" y="22"/>
                  </a:lnTo>
                  <a:lnTo>
                    <a:pt x="66" y="21"/>
                  </a:lnTo>
                  <a:lnTo>
                    <a:pt x="65" y="20"/>
                  </a:lnTo>
                  <a:cubicBezTo>
                    <a:pt x="60" y="20"/>
                    <a:pt x="58" y="16"/>
                    <a:pt x="54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2"/>
            <p:cNvSpPr/>
            <p:nvPr/>
          </p:nvSpPr>
          <p:spPr>
            <a:xfrm>
              <a:off x="8238960" y="3011400"/>
              <a:ext cx="18000" cy="11880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37" y="21"/>
                  </a:moveTo>
                  <a:cubicBezTo>
                    <a:pt x="34" y="19"/>
                    <a:pt x="31" y="16"/>
                    <a:pt x="27" y="14"/>
                  </a:cubicBezTo>
                  <a:cubicBezTo>
                    <a:pt x="20" y="8"/>
                    <a:pt x="11" y="8"/>
                    <a:pt x="4" y="1"/>
                  </a:cubicBezTo>
                  <a:cubicBezTo>
                    <a:pt x="4" y="1"/>
                    <a:pt x="4" y="2"/>
                    <a:pt x="3" y="1"/>
                  </a:cubicBezTo>
                  <a:cubicBezTo>
                    <a:pt x="2" y="0"/>
                    <a:pt x="3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cubicBezTo>
                    <a:pt x="6" y="8"/>
                    <a:pt x="11" y="12"/>
                    <a:pt x="17" y="15"/>
                  </a:cubicBezTo>
                  <a:cubicBezTo>
                    <a:pt x="20" y="17"/>
                    <a:pt x="23" y="19"/>
                    <a:pt x="26" y="20"/>
                  </a:cubicBezTo>
                  <a:cubicBezTo>
                    <a:pt x="31" y="24"/>
                    <a:pt x="39" y="32"/>
                    <a:pt x="47" y="29"/>
                  </a:cubicBezTo>
                  <a:cubicBezTo>
                    <a:pt x="47" y="29"/>
                    <a:pt x="47" y="30"/>
                    <a:pt x="48" y="29"/>
                  </a:cubicBezTo>
                  <a:cubicBezTo>
                    <a:pt x="49" y="28"/>
                    <a:pt x="48" y="28"/>
                    <a:pt x="48" y="27"/>
                  </a:cubicBezTo>
                  <a:cubicBezTo>
                    <a:pt x="48" y="27"/>
                    <a:pt x="49" y="27"/>
                    <a:pt x="48" y="26"/>
                  </a:cubicBezTo>
                  <a:cubicBezTo>
                    <a:pt x="47" y="25"/>
                    <a:pt x="47" y="26"/>
                    <a:pt x="47" y="26"/>
                  </a:cubicBezTo>
                  <a:cubicBezTo>
                    <a:pt x="44" y="24"/>
                    <a:pt x="40" y="23"/>
                    <a:pt x="37" y="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2"/>
            <p:cNvSpPr/>
            <p:nvPr/>
          </p:nvSpPr>
          <p:spPr>
            <a:xfrm>
              <a:off x="8268480" y="3036600"/>
              <a:ext cx="108360" cy="157680"/>
            </a:xfrm>
            <a:custGeom>
              <a:avLst/>
              <a:gdLst/>
              <a:ahLst/>
              <a:cxnLst/>
              <a:rect l="l" t="t" r="r" b="b"/>
              <a:pathLst>
                <a:path w="301" h="438" extrusionOk="0">
                  <a:moveTo>
                    <a:pt x="296" y="436"/>
                  </a:moveTo>
                  <a:cubicBezTo>
                    <a:pt x="297" y="437"/>
                    <a:pt x="297" y="437"/>
                    <a:pt x="298" y="437"/>
                  </a:cubicBezTo>
                  <a:lnTo>
                    <a:pt x="299" y="436"/>
                  </a:lnTo>
                  <a:lnTo>
                    <a:pt x="300" y="436"/>
                  </a:lnTo>
                  <a:cubicBezTo>
                    <a:pt x="300" y="435"/>
                    <a:pt x="300" y="435"/>
                    <a:pt x="300" y="434"/>
                  </a:cubicBezTo>
                  <a:lnTo>
                    <a:pt x="300" y="433"/>
                  </a:lnTo>
                  <a:cubicBezTo>
                    <a:pt x="292" y="421"/>
                    <a:pt x="285" y="410"/>
                    <a:pt x="278" y="398"/>
                  </a:cubicBezTo>
                  <a:cubicBezTo>
                    <a:pt x="258" y="363"/>
                    <a:pt x="241" y="327"/>
                    <a:pt x="226" y="290"/>
                  </a:cubicBezTo>
                  <a:cubicBezTo>
                    <a:pt x="215" y="266"/>
                    <a:pt x="203" y="242"/>
                    <a:pt x="190" y="220"/>
                  </a:cubicBezTo>
                  <a:cubicBezTo>
                    <a:pt x="182" y="206"/>
                    <a:pt x="174" y="192"/>
                    <a:pt x="165" y="179"/>
                  </a:cubicBezTo>
                  <a:cubicBezTo>
                    <a:pt x="161" y="171"/>
                    <a:pt x="157" y="164"/>
                    <a:pt x="153" y="157"/>
                  </a:cubicBezTo>
                  <a:cubicBezTo>
                    <a:pt x="139" y="133"/>
                    <a:pt x="124" y="111"/>
                    <a:pt x="106" y="91"/>
                  </a:cubicBezTo>
                  <a:cubicBezTo>
                    <a:pt x="76" y="61"/>
                    <a:pt x="46" y="10"/>
                    <a:pt x="2" y="0"/>
                  </a:cubicBezTo>
                  <a:cubicBezTo>
                    <a:pt x="1" y="0"/>
                    <a:pt x="0" y="2"/>
                    <a:pt x="2" y="3"/>
                  </a:cubicBezTo>
                  <a:cubicBezTo>
                    <a:pt x="45" y="17"/>
                    <a:pt x="89" y="79"/>
                    <a:pt x="111" y="118"/>
                  </a:cubicBezTo>
                  <a:cubicBezTo>
                    <a:pt x="128" y="148"/>
                    <a:pt x="150" y="180"/>
                    <a:pt x="170" y="210"/>
                  </a:cubicBezTo>
                  <a:cubicBezTo>
                    <a:pt x="219" y="283"/>
                    <a:pt x="231" y="374"/>
                    <a:pt x="296" y="4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2"/>
            <p:cNvSpPr/>
            <p:nvPr/>
          </p:nvSpPr>
          <p:spPr>
            <a:xfrm>
              <a:off x="8268840" y="3064680"/>
              <a:ext cx="19800" cy="30960"/>
            </a:xfrm>
            <a:custGeom>
              <a:avLst/>
              <a:gdLst/>
              <a:ahLst/>
              <a:cxnLst/>
              <a:rect l="l" t="t" r="r" b="b"/>
              <a:pathLst>
                <a:path w="55" h="86" extrusionOk="0">
                  <a:moveTo>
                    <a:pt x="50" y="83"/>
                  </a:moveTo>
                  <a:cubicBezTo>
                    <a:pt x="52" y="85"/>
                    <a:pt x="54" y="83"/>
                    <a:pt x="54" y="80"/>
                  </a:cubicBezTo>
                  <a:cubicBezTo>
                    <a:pt x="52" y="72"/>
                    <a:pt x="49" y="64"/>
                    <a:pt x="44" y="57"/>
                  </a:cubicBezTo>
                  <a:cubicBezTo>
                    <a:pt x="41" y="52"/>
                    <a:pt x="38" y="47"/>
                    <a:pt x="34" y="43"/>
                  </a:cubicBezTo>
                  <a:cubicBezTo>
                    <a:pt x="34" y="42"/>
                    <a:pt x="34" y="41"/>
                    <a:pt x="33" y="41"/>
                  </a:cubicBezTo>
                  <a:cubicBezTo>
                    <a:pt x="25" y="26"/>
                    <a:pt x="15" y="13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1" y="15"/>
                    <a:pt x="13" y="31"/>
                    <a:pt x="21" y="43"/>
                  </a:cubicBezTo>
                  <a:cubicBezTo>
                    <a:pt x="29" y="57"/>
                    <a:pt x="39" y="71"/>
                    <a:pt x="50" y="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2"/>
            <p:cNvSpPr/>
            <p:nvPr/>
          </p:nvSpPr>
          <p:spPr>
            <a:xfrm>
              <a:off x="8294040" y="3114360"/>
              <a:ext cx="92880" cy="185040"/>
            </a:xfrm>
            <a:custGeom>
              <a:avLst/>
              <a:gdLst/>
              <a:ahLst/>
              <a:cxnLst/>
              <a:rect l="l" t="t" r="r" b="b"/>
              <a:pathLst>
                <a:path w="258" h="514" extrusionOk="0">
                  <a:moveTo>
                    <a:pt x="175" y="378"/>
                  </a:moveTo>
                  <a:cubicBezTo>
                    <a:pt x="174" y="378"/>
                    <a:pt x="174" y="377"/>
                    <a:pt x="174" y="377"/>
                  </a:cubicBezTo>
                  <a:cubicBezTo>
                    <a:pt x="160" y="353"/>
                    <a:pt x="149" y="329"/>
                    <a:pt x="139" y="303"/>
                  </a:cubicBezTo>
                  <a:cubicBezTo>
                    <a:pt x="127" y="278"/>
                    <a:pt x="113" y="254"/>
                    <a:pt x="103" y="227"/>
                  </a:cubicBezTo>
                  <a:cubicBezTo>
                    <a:pt x="89" y="188"/>
                    <a:pt x="75" y="149"/>
                    <a:pt x="59" y="112"/>
                  </a:cubicBezTo>
                  <a:cubicBezTo>
                    <a:pt x="43" y="74"/>
                    <a:pt x="31" y="29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lnTo>
                    <a:pt x="0" y="1"/>
                  </a:ln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5" y="43"/>
                    <a:pt x="55" y="119"/>
                    <a:pt x="66" y="169"/>
                  </a:cubicBezTo>
                  <a:cubicBezTo>
                    <a:pt x="76" y="203"/>
                    <a:pt x="89" y="235"/>
                    <a:pt x="106" y="265"/>
                  </a:cubicBezTo>
                  <a:cubicBezTo>
                    <a:pt x="128" y="310"/>
                    <a:pt x="145" y="358"/>
                    <a:pt x="173" y="399"/>
                  </a:cubicBezTo>
                  <a:cubicBezTo>
                    <a:pt x="190" y="423"/>
                    <a:pt x="207" y="447"/>
                    <a:pt x="224" y="471"/>
                  </a:cubicBezTo>
                  <a:cubicBezTo>
                    <a:pt x="235" y="488"/>
                    <a:pt x="236" y="501"/>
                    <a:pt x="252" y="511"/>
                  </a:cubicBezTo>
                  <a:cubicBezTo>
                    <a:pt x="255" y="513"/>
                    <a:pt x="257" y="508"/>
                    <a:pt x="255" y="506"/>
                  </a:cubicBezTo>
                  <a:cubicBezTo>
                    <a:pt x="239" y="490"/>
                    <a:pt x="227" y="456"/>
                    <a:pt x="215" y="436"/>
                  </a:cubicBezTo>
                  <a:cubicBezTo>
                    <a:pt x="202" y="416"/>
                    <a:pt x="188" y="397"/>
                    <a:pt x="175" y="3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2"/>
            <p:cNvSpPr/>
            <p:nvPr/>
          </p:nvSpPr>
          <p:spPr>
            <a:xfrm>
              <a:off x="8443800" y="3332880"/>
              <a:ext cx="12960" cy="48960"/>
            </a:xfrm>
            <a:custGeom>
              <a:avLst/>
              <a:gdLst/>
              <a:ahLst/>
              <a:cxnLst/>
              <a:rect l="l" t="t" r="r" b="b"/>
              <a:pathLst>
                <a:path w="36" h="136" extrusionOk="0">
                  <a:moveTo>
                    <a:pt x="32" y="132"/>
                  </a:moveTo>
                  <a:cubicBezTo>
                    <a:pt x="32" y="135"/>
                    <a:pt x="35" y="134"/>
                    <a:pt x="35" y="132"/>
                  </a:cubicBezTo>
                  <a:cubicBezTo>
                    <a:pt x="35" y="109"/>
                    <a:pt x="32" y="86"/>
                    <a:pt x="26" y="64"/>
                  </a:cubicBezTo>
                  <a:cubicBezTo>
                    <a:pt x="23" y="42"/>
                    <a:pt x="16" y="22"/>
                    <a:pt x="6" y="3"/>
                  </a:cubicBezTo>
                  <a:cubicBezTo>
                    <a:pt x="4" y="0"/>
                    <a:pt x="0" y="3"/>
                    <a:pt x="2" y="6"/>
                  </a:cubicBezTo>
                  <a:cubicBezTo>
                    <a:pt x="10" y="22"/>
                    <a:pt x="16" y="40"/>
                    <a:pt x="19" y="58"/>
                  </a:cubicBezTo>
                  <a:cubicBezTo>
                    <a:pt x="25" y="82"/>
                    <a:pt x="29" y="107"/>
                    <a:pt x="32" y="1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2"/>
            <p:cNvSpPr/>
            <p:nvPr/>
          </p:nvSpPr>
          <p:spPr>
            <a:xfrm>
              <a:off x="8378640" y="3258720"/>
              <a:ext cx="99720" cy="223920"/>
            </a:xfrm>
            <a:custGeom>
              <a:avLst/>
              <a:gdLst/>
              <a:ahLst/>
              <a:cxnLst/>
              <a:rect l="l" t="t" r="r" b="b"/>
              <a:pathLst>
                <a:path w="277" h="622" extrusionOk="0">
                  <a:moveTo>
                    <a:pt x="5" y="2"/>
                  </a:moveTo>
                  <a:cubicBezTo>
                    <a:pt x="3" y="0"/>
                    <a:pt x="0" y="3"/>
                    <a:pt x="2" y="6"/>
                  </a:cubicBezTo>
                  <a:cubicBezTo>
                    <a:pt x="73" y="89"/>
                    <a:pt x="118" y="198"/>
                    <a:pt x="157" y="299"/>
                  </a:cubicBezTo>
                  <a:cubicBezTo>
                    <a:pt x="179" y="356"/>
                    <a:pt x="204" y="411"/>
                    <a:pt x="221" y="470"/>
                  </a:cubicBezTo>
                  <a:cubicBezTo>
                    <a:pt x="231" y="505"/>
                    <a:pt x="248" y="538"/>
                    <a:pt x="257" y="573"/>
                  </a:cubicBezTo>
                  <a:cubicBezTo>
                    <a:pt x="258" y="579"/>
                    <a:pt x="260" y="584"/>
                    <a:pt x="261" y="589"/>
                  </a:cubicBezTo>
                  <a:cubicBezTo>
                    <a:pt x="261" y="599"/>
                    <a:pt x="261" y="608"/>
                    <a:pt x="261" y="618"/>
                  </a:cubicBezTo>
                  <a:cubicBezTo>
                    <a:pt x="261" y="621"/>
                    <a:pt x="265" y="621"/>
                    <a:pt x="266" y="618"/>
                  </a:cubicBezTo>
                  <a:cubicBezTo>
                    <a:pt x="266" y="615"/>
                    <a:pt x="266" y="610"/>
                    <a:pt x="266" y="605"/>
                  </a:cubicBezTo>
                  <a:cubicBezTo>
                    <a:pt x="266" y="606"/>
                    <a:pt x="266" y="607"/>
                    <a:pt x="267" y="608"/>
                  </a:cubicBezTo>
                  <a:cubicBezTo>
                    <a:pt x="267" y="610"/>
                    <a:pt x="270" y="612"/>
                    <a:pt x="271" y="614"/>
                  </a:cubicBezTo>
                  <a:cubicBezTo>
                    <a:pt x="273" y="616"/>
                    <a:pt x="276" y="614"/>
                    <a:pt x="274" y="612"/>
                  </a:cubicBezTo>
                  <a:cubicBezTo>
                    <a:pt x="270" y="604"/>
                    <a:pt x="267" y="596"/>
                    <a:pt x="265" y="588"/>
                  </a:cubicBezTo>
                  <a:cubicBezTo>
                    <a:pt x="264" y="573"/>
                    <a:pt x="262" y="558"/>
                    <a:pt x="262" y="542"/>
                  </a:cubicBezTo>
                  <a:cubicBezTo>
                    <a:pt x="262" y="539"/>
                    <a:pt x="262" y="535"/>
                    <a:pt x="262" y="532"/>
                  </a:cubicBezTo>
                  <a:cubicBezTo>
                    <a:pt x="262" y="517"/>
                    <a:pt x="261" y="503"/>
                    <a:pt x="258" y="489"/>
                  </a:cubicBezTo>
                  <a:cubicBezTo>
                    <a:pt x="251" y="458"/>
                    <a:pt x="253" y="417"/>
                    <a:pt x="235" y="390"/>
                  </a:cubicBezTo>
                  <a:cubicBezTo>
                    <a:pt x="234" y="388"/>
                    <a:pt x="230" y="390"/>
                    <a:pt x="232" y="392"/>
                  </a:cubicBezTo>
                  <a:cubicBezTo>
                    <a:pt x="245" y="414"/>
                    <a:pt x="246" y="457"/>
                    <a:pt x="250" y="479"/>
                  </a:cubicBezTo>
                  <a:cubicBezTo>
                    <a:pt x="254" y="506"/>
                    <a:pt x="257" y="533"/>
                    <a:pt x="259" y="560"/>
                  </a:cubicBezTo>
                  <a:cubicBezTo>
                    <a:pt x="256" y="548"/>
                    <a:pt x="254" y="537"/>
                    <a:pt x="251" y="526"/>
                  </a:cubicBezTo>
                  <a:cubicBezTo>
                    <a:pt x="244" y="502"/>
                    <a:pt x="233" y="478"/>
                    <a:pt x="227" y="453"/>
                  </a:cubicBezTo>
                  <a:cubicBezTo>
                    <a:pt x="211" y="399"/>
                    <a:pt x="191" y="345"/>
                    <a:pt x="168" y="293"/>
                  </a:cubicBezTo>
                  <a:cubicBezTo>
                    <a:pt x="128" y="191"/>
                    <a:pt x="80" y="86"/>
                    <a:pt x="5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8249400" y="3059280"/>
              <a:ext cx="57960" cy="204840"/>
            </a:xfrm>
            <a:custGeom>
              <a:avLst/>
              <a:gdLst/>
              <a:ahLst/>
              <a:cxnLst/>
              <a:rect l="l" t="t" r="r" b="b"/>
              <a:pathLst>
                <a:path w="161" h="569" extrusionOk="0">
                  <a:moveTo>
                    <a:pt x="2" y="6"/>
                  </a:moveTo>
                  <a:cubicBezTo>
                    <a:pt x="61" y="80"/>
                    <a:pt x="83" y="166"/>
                    <a:pt x="104" y="256"/>
                  </a:cubicBezTo>
                  <a:cubicBezTo>
                    <a:pt x="114" y="302"/>
                    <a:pt x="119" y="348"/>
                    <a:pt x="119" y="395"/>
                  </a:cubicBezTo>
                  <a:cubicBezTo>
                    <a:pt x="119" y="399"/>
                    <a:pt x="119" y="403"/>
                    <a:pt x="119" y="407"/>
                  </a:cubicBezTo>
                  <a:cubicBezTo>
                    <a:pt x="119" y="461"/>
                    <a:pt x="106" y="511"/>
                    <a:pt x="104" y="565"/>
                  </a:cubicBezTo>
                  <a:cubicBezTo>
                    <a:pt x="104" y="568"/>
                    <a:pt x="108" y="568"/>
                    <a:pt x="109" y="565"/>
                  </a:cubicBezTo>
                  <a:cubicBezTo>
                    <a:pt x="160" y="376"/>
                    <a:pt x="135" y="15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8253000" y="3273480"/>
              <a:ext cx="30600" cy="67680"/>
            </a:xfrm>
            <a:custGeom>
              <a:avLst/>
              <a:gdLst/>
              <a:ahLst/>
              <a:cxnLst/>
              <a:rect l="l" t="t" r="r" b="b"/>
              <a:pathLst>
                <a:path w="85" h="188" extrusionOk="0">
                  <a:moveTo>
                    <a:pt x="79" y="2"/>
                  </a:moveTo>
                  <a:cubicBezTo>
                    <a:pt x="76" y="36"/>
                    <a:pt x="66" y="69"/>
                    <a:pt x="51" y="99"/>
                  </a:cubicBezTo>
                  <a:cubicBezTo>
                    <a:pt x="40" y="124"/>
                    <a:pt x="24" y="167"/>
                    <a:pt x="1" y="183"/>
                  </a:cubicBezTo>
                  <a:cubicBezTo>
                    <a:pt x="0" y="184"/>
                    <a:pt x="1" y="187"/>
                    <a:pt x="3" y="186"/>
                  </a:cubicBezTo>
                  <a:cubicBezTo>
                    <a:pt x="30" y="174"/>
                    <a:pt x="40" y="140"/>
                    <a:pt x="53" y="116"/>
                  </a:cubicBezTo>
                  <a:cubicBezTo>
                    <a:pt x="72" y="81"/>
                    <a:pt x="82" y="42"/>
                    <a:pt x="83" y="2"/>
                  </a:cubicBezTo>
                  <a:cubicBezTo>
                    <a:pt x="83" y="2"/>
                    <a:pt x="84" y="2"/>
                    <a:pt x="83" y="1"/>
                  </a:cubicBezTo>
                  <a:cubicBezTo>
                    <a:pt x="83" y="0"/>
                    <a:pt x="82" y="1"/>
                    <a:pt x="82" y="0"/>
                  </a:cubicBezTo>
                  <a:lnTo>
                    <a:pt x="81" y="0"/>
                  </a:lnTo>
                  <a:cubicBezTo>
                    <a:pt x="80" y="0"/>
                    <a:pt x="80" y="0"/>
                    <a:pt x="80" y="0"/>
                  </a:cubicBezTo>
                  <a:cubicBezTo>
                    <a:pt x="79" y="1"/>
                    <a:pt x="79" y="1"/>
                    <a:pt x="79" y="1"/>
                  </a:cubicBezTo>
                  <a:cubicBezTo>
                    <a:pt x="79" y="2"/>
                    <a:pt x="79" y="2"/>
                    <a:pt x="79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8264520" y="3333240"/>
              <a:ext cx="12600" cy="81360"/>
            </a:xfrm>
            <a:custGeom>
              <a:avLst/>
              <a:gdLst/>
              <a:ahLst/>
              <a:cxnLst/>
              <a:rect l="l" t="t" r="r" b="b"/>
              <a:pathLst>
                <a:path w="35" h="226" extrusionOk="0">
                  <a:moveTo>
                    <a:pt x="27" y="4"/>
                  </a:moveTo>
                  <a:cubicBezTo>
                    <a:pt x="26" y="34"/>
                    <a:pt x="23" y="65"/>
                    <a:pt x="18" y="96"/>
                  </a:cubicBezTo>
                  <a:cubicBezTo>
                    <a:pt x="15" y="129"/>
                    <a:pt x="10" y="164"/>
                    <a:pt x="4" y="198"/>
                  </a:cubicBezTo>
                  <a:lnTo>
                    <a:pt x="3" y="198"/>
                  </a:lnTo>
                  <a:lnTo>
                    <a:pt x="3" y="199"/>
                  </a:lnTo>
                  <a:lnTo>
                    <a:pt x="2" y="199"/>
                  </a:lnTo>
                  <a:cubicBezTo>
                    <a:pt x="1" y="205"/>
                    <a:pt x="0" y="211"/>
                    <a:pt x="0" y="216"/>
                  </a:cubicBezTo>
                  <a:cubicBezTo>
                    <a:pt x="0" y="217"/>
                    <a:pt x="0" y="218"/>
                    <a:pt x="0" y="219"/>
                  </a:cubicBezTo>
                  <a:cubicBezTo>
                    <a:pt x="0" y="225"/>
                    <a:pt x="9" y="225"/>
                    <a:pt x="9" y="219"/>
                  </a:cubicBezTo>
                  <a:cubicBezTo>
                    <a:pt x="11" y="147"/>
                    <a:pt x="34" y="77"/>
                    <a:pt x="32" y="4"/>
                  </a:cubicBezTo>
                  <a:cubicBezTo>
                    <a:pt x="32" y="0"/>
                    <a:pt x="27" y="0"/>
                    <a:pt x="27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8269200" y="3194640"/>
              <a:ext cx="54720" cy="248760"/>
            </a:xfrm>
            <a:custGeom>
              <a:avLst/>
              <a:gdLst/>
              <a:ahLst/>
              <a:cxnLst/>
              <a:rect l="l" t="t" r="r" b="b"/>
              <a:pathLst>
                <a:path w="152" h="691" extrusionOk="0">
                  <a:moveTo>
                    <a:pt x="67" y="689"/>
                  </a:moveTo>
                  <a:cubicBezTo>
                    <a:pt x="92" y="630"/>
                    <a:pt x="102" y="568"/>
                    <a:pt x="122" y="507"/>
                  </a:cubicBezTo>
                  <a:cubicBezTo>
                    <a:pt x="137" y="451"/>
                    <a:pt x="147" y="393"/>
                    <a:pt x="151" y="336"/>
                  </a:cubicBezTo>
                  <a:cubicBezTo>
                    <a:pt x="151" y="334"/>
                    <a:pt x="148" y="333"/>
                    <a:pt x="147" y="336"/>
                  </a:cubicBezTo>
                  <a:cubicBezTo>
                    <a:pt x="137" y="380"/>
                    <a:pt x="134" y="425"/>
                    <a:pt x="122" y="469"/>
                  </a:cubicBezTo>
                  <a:cubicBezTo>
                    <a:pt x="114" y="500"/>
                    <a:pt x="106" y="532"/>
                    <a:pt x="99" y="564"/>
                  </a:cubicBezTo>
                  <a:cubicBezTo>
                    <a:pt x="91" y="595"/>
                    <a:pt x="85" y="627"/>
                    <a:pt x="75" y="658"/>
                  </a:cubicBezTo>
                  <a:lnTo>
                    <a:pt x="69" y="675"/>
                  </a:lnTo>
                  <a:cubicBezTo>
                    <a:pt x="69" y="674"/>
                    <a:pt x="70" y="673"/>
                    <a:pt x="70" y="672"/>
                  </a:cubicBezTo>
                  <a:cubicBezTo>
                    <a:pt x="71" y="649"/>
                    <a:pt x="70" y="627"/>
                    <a:pt x="70" y="605"/>
                  </a:cubicBezTo>
                  <a:cubicBezTo>
                    <a:pt x="70" y="602"/>
                    <a:pt x="70" y="599"/>
                    <a:pt x="70" y="596"/>
                  </a:cubicBezTo>
                  <a:cubicBezTo>
                    <a:pt x="70" y="513"/>
                    <a:pt x="76" y="430"/>
                    <a:pt x="87" y="348"/>
                  </a:cubicBezTo>
                  <a:cubicBezTo>
                    <a:pt x="90" y="337"/>
                    <a:pt x="93" y="325"/>
                    <a:pt x="95" y="314"/>
                  </a:cubicBezTo>
                  <a:cubicBezTo>
                    <a:pt x="105" y="258"/>
                    <a:pt x="115" y="202"/>
                    <a:pt x="126" y="147"/>
                  </a:cubicBezTo>
                  <a:cubicBezTo>
                    <a:pt x="128" y="133"/>
                    <a:pt x="128" y="120"/>
                    <a:pt x="128" y="107"/>
                  </a:cubicBezTo>
                  <a:cubicBezTo>
                    <a:pt x="128" y="80"/>
                    <a:pt x="126" y="53"/>
                    <a:pt x="120" y="26"/>
                  </a:cubicBezTo>
                  <a:cubicBezTo>
                    <a:pt x="115" y="0"/>
                    <a:pt x="119" y="26"/>
                    <a:pt x="119" y="26"/>
                  </a:cubicBezTo>
                  <a:cubicBezTo>
                    <a:pt x="117" y="74"/>
                    <a:pt x="123" y="120"/>
                    <a:pt x="116" y="168"/>
                  </a:cubicBezTo>
                  <a:cubicBezTo>
                    <a:pt x="112" y="193"/>
                    <a:pt x="107" y="218"/>
                    <a:pt x="101" y="243"/>
                  </a:cubicBezTo>
                  <a:cubicBezTo>
                    <a:pt x="101" y="242"/>
                    <a:pt x="99" y="241"/>
                    <a:pt x="98" y="243"/>
                  </a:cubicBezTo>
                  <a:cubicBezTo>
                    <a:pt x="97" y="253"/>
                    <a:pt x="94" y="262"/>
                    <a:pt x="93" y="273"/>
                  </a:cubicBezTo>
                  <a:cubicBezTo>
                    <a:pt x="91" y="283"/>
                    <a:pt x="88" y="299"/>
                    <a:pt x="85" y="312"/>
                  </a:cubicBezTo>
                  <a:cubicBezTo>
                    <a:pt x="77" y="366"/>
                    <a:pt x="62" y="418"/>
                    <a:pt x="41" y="468"/>
                  </a:cubicBezTo>
                  <a:cubicBezTo>
                    <a:pt x="31" y="489"/>
                    <a:pt x="28" y="514"/>
                    <a:pt x="20" y="536"/>
                  </a:cubicBezTo>
                  <a:cubicBezTo>
                    <a:pt x="12" y="553"/>
                    <a:pt x="6" y="570"/>
                    <a:pt x="0" y="587"/>
                  </a:cubicBezTo>
                  <a:cubicBezTo>
                    <a:pt x="0" y="588"/>
                    <a:pt x="1" y="588"/>
                    <a:pt x="1" y="588"/>
                  </a:cubicBezTo>
                  <a:lnTo>
                    <a:pt x="2" y="588"/>
                  </a:lnTo>
                  <a:cubicBezTo>
                    <a:pt x="3" y="588"/>
                    <a:pt x="3" y="588"/>
                    <a:pt x="3" y="587"/>
                  </a:cubicBezTo>
                  <a:cubicBezTo>
                    <a:pt x="27" y="519"/>
                    <a:pt x="56" y="456"/>
                    <a:pt x="77" y="388"/>
                  </a:cubicBezTo>
                  <a:cubicBezTo>
                    <a:pt x="74" y="408"/>
                    <a:pt x="70" y="429"/>
                    <a:pt x="67" y="449"/>
                  </a:cubicBezTo>
                  <a:cubicBezTo>
                    <a:pt x="54" y="528"/>
                    <a:pt x="61" y="610"/>
                    <a:pt x="63" y="688"/>
                  </a:cubicBezTo>
                  <a:cubicBezTo>
                    <a:pt x="63" y="689"/>
                    <a:pt x="63" y="689"/>
                    <a:pt x="63" y="689"/>
                  </a:cubicBezTo>
                  <a:cubicBezTo>
                    <a:pt x="63" y="689"/>
                    <a:pt x="64" y="689"/>
                    <a:pt x="64" y="690"/>
                  </a:cubicBezTo>
                  <a:lnTo>
                    <a:pt x="65" y="690"/>
                  </a:lnTo>
                  <a:cubicBezTo>
                    <a:pt x="66" y="690"/>
                    <a:pt x="66" y="690"/>
                    <a:pt x="67" y="690"/>
                  </a:cubicBezTo>
                  <a:cubicBezTo>
                    <a:pt x="68" y="689"/>
                    <a:pt x="67" y="689"/>
                    <a:pt x="67" y="68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8308440" y="3161520"/>
              <a:ext cx="24120" cy="122400"/>
            </a:xfrm>
            <a:custGeom>
              <a:avLst/>
              <a:gdLst/>
              <a:ahLst/>
              <a:cxnLst/>
              <a:rect l="l" t="t" r="r" b="b"/>
              <a:pathLst>
                <a:path w="67" h="340" extrusionOk="0">
                  <a:moveTo>
                    <a:pt x="8" y="3"/>
                  </a:moveTo>
                  <a:cubicBezTo>
                    <a:pt x="8" y="0"/>
                    <a:pt x="2" y="0"/>
                    <a:pt x="2" y="3"/>
                  </a:cubicBezTo>
                  <a:cubicBezTo>
                    <a:pt x="0" y="43"/>
                    <a:pt x="24" y="91"/>
                    <a:pt x="37" y="127"/>
                  </a:cubicBezTo>
                  <a:cubicBezTo>
                    <a:pt x="60" y="191"/>
                    <a:pt x="52" y="271"/>
                    <a:pt x="53" y="338"/>
                  </a:cubicBezTo>
                  <a:cubicBezTo>
                    <a:pt x="53" y="339"/>
                    <a:pt x="55" y="339"/>
                    <a:pt x="55" y="338"/>
                  </a:cubicBezTo>
                  <a:cubicBezTo>
                    <a:pt x="57" y="277"/>
                    <a:pt x="66" y="216"/>
                    <a:pt x="59" y="155"/>
                  </a:cubicBezTo>
                  <a:cubicBezTo>
                    <a:pt x="54" y="103"/>
                    <a:pt x="23" y="53"/>
                    <a:pt x="8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8341560" y="3285720"/>
              <a:ext cx="9000" cy="102960"/>
            </a:xfrm>
            <a:custGeom>
              <a:avLst/>
              <a:gdLst/>
              <a:ahLst/>
              <a:cxnLst/>
              <a:rect l="l" t="t" r="r" b="b"/>
              <a:pathLst>
                <a:path w="25" h="286" extrusionOk="0">
                  <a:moveTo>
                    <a:pt x="6" y="283"/>
                  </a:moveTo>
                  <a:lnTo>
                    <a:pt x="6" y="284"/>
                  </a:lnTo>
                  <a:cubicBezTo>
                    <a:pt x="7" y="284"/>
                    <a:pt x="7" y="284"/>
                    <a:pt x="7" y="284"/>
                  </a:cubicBezTo>
                  <a:cubicBezTo>
                    <a:pt x="7" y="285"/>
                    <a:pt x="8" y="285"/>
                    <a:pt x="8" y="285"/>
                  </a:cubicBezTo>
                  <a:lnTo>
                    <a:pt x="9" y="284"/>
                  </a:lnTo>
                  <a:lnTo>
                    <a:pt x="9" y="283"/>
                  </a:lnTo>
                  <a:cubicBezTo>
                    <a:pt x="13" y="239"/>
                    <a:pt x="24" y="197"/>
                    <a:pt x="23" y="153"/>
                  </a:cubicBezTo>
                  <a:cubicBezTo>
                    <a:pt x="23" y="102"/>
                    <a:pt x="17" y="5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lnTo>
                    <a:pt x="14" y="1"/>
                  </a:lnTo>
                  <a:cubicBezTo>
                    <a:pt x="14" y="0"/>
                    <a:pt x="13" y="0"/>
                    <a:pt x="13" y="0"/>
                  </a:cubicBezTo>
                  <a:cubicBezTo>
                    <a:pt x="12" y="0"/>
                    <a:pt x="12" y="0"/>
                    <a:pt x="12" y="1"/>
                  </a:cubicBezTo>
                  <a:cubicBezTo>
                    <a:pt x="11" y="2"/>
                    <a:pt x="11" y="1"/>
                    <a:pt x="11" y="1"/>
                  </a:cubicBezTo>
                  <a:cubicBezTo>
                    <a:pt x="11" y="2"/>
                    <a:pt x="10" y="2"/>
                    <a:pt x="10" y="3"/>
                  </a:cubicBezTo>
                  <a:cubicBezTo>
                    <a:pt x="12" y="49"/>
                    <a:pt x="13" y="94"/>
                    <a:pt x="13" y="140"/>
                  </a:cubicBezTo>
                  <a:cubicBezTo>
                    <a:pt x="12" y="186"/>
                    <a:pt x="0" y="236"/>
                    <a:pt x="6" y="28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8342640" y="3422880"/>
              <a:ext cx="8640" cy="113040"/>
            </a:xfrm>
            <a:custGeom>
              <a:avLst/>
              <a:gdLst/>
              <a:ahLst/>
              <a:cxnLst/>
              <a:rect l="l" t="t" r="r" b="b"/>
              <a:pathLst>
                <a:path w="24" h="314" extrusionOk="0">
                  <a:moveTo>
                    <a:pt x="16" y="310"/>
                  </a:moveTo>
                  <a:cubicBezTo>
                    <a:pt x="16" y="313"/>
                    <a:pt x="21" y="312"/>
                    <a:pt x="21" y="310"/>
                  </a:cubicBezTo>
                  <a:cubicBezTo>
                    <a:pt x="23" y="267"/>
                    <a:pt x="10" y="224"/>
                    <a:pt x="9" y="180"/>
                  </a:cubicBezTo>
                  <a:cubicBezTo>
                    <a:pt x="7" y="121"/>
                    <a:pt x="6" y="60"/>
                    <a:pt x="5" y="1"/>
                  </a:cubicBezTo>
                  <a:cubicBezTo>
                    <a:pt x="5" y="0"/>
                    <a:pt x="2" y="0"/>
                    <a:pt x="2" y="1"/>
                  </a:cubicBezTo>
                  <a:cubicBezTo>
                    <a:pt x="2" y="55"/>
                    <a:pt x="0" y="109"/>
                    <a:pt x="0" y="164"/>
                  </a:cubicBezTo>
                  <a:cubicBezTo>
                    <a:pt x="1" y="213"/>
                    <a:pt x="6" y="262"/>
                    <a:pt x="16" y="3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8349120" y="3307320"/>
              <a:ext cx="61560" cy="255240"/>
            </a:xfrm>
            <a:custGeom>
              <a:avLst/>
              <a:gdLst/>
              <a:ahLst/>
              <a:cxnLst/>
              <a:rect l="l" t="t" r="r" b="b"/>
              <a:pathLst>
                <a:path w="171" h="709" extrusionOk="0">
                  <a:moveTo>
                    <a:pt x="37" y="334"/>
                  </a:moveTo>
                  <a:cubicBezTo>
                    <a:pt x="31" y="357"/>
                    <a:pt x="33" y="382"/>
                    <a:pt x="28" y="406"/>
                  </a:cubicBezTo>
                  <a:cubicBezTo>
                    <a:pt x="23" y="429"/>
                    <a:pt x="23" y="462"/>
                    <a:pt x="13" y="481"/>
                  </a:cubicBezTo>
                  <a:cubicBezTo>
                    <a:pt x="0" y="507"/>
                    <a:pt x="3" y="558"/>
                    <a:pt x="5" y="588"/>
                  </a:cubicBezTo>
                  <a:cubicBezTo>
                    <a:pt x="5" y="589"/>
                    <a:pt x="8" y="589"/>
                    <a:pt x="8" y="588"/>
                  </a:cubicBezTo>
                  <a:cubicBezTo>
                    <a:pt x="8" y="551"/>
                    <a:pt x="22" y="516"/>
                    <a:pt x="28" y="481"/>
                  </a:cubicBezTo>
                  <a:cubicBezTo>
                    <a:pt x="33" y="446"/>
                    <a:pt x="40" y="408"/>
                    <a:pt x="50" y="373"/>
                  </a:cubicBezTo>
                  <a:cubicBezTo>
                    <a:pt x="57" y="421"/>
                    <a:pt x="68" y="468"/>
                    <a:pt x="82" y="515"/>
                  </a:cubicBezTo>
                  <a:cubicBezTo>
                    <a:pt x="90" y="543"/>
                    <a:pt x="102" y="570"/>
                    <a:pt x="110" y="598"/>
                  </a:cubicBezTo>
                  <a:cubicBezTo>
                    <a:pt x="121" y="637"/>
                    <a:pt x="154" y="667"/>
                    <a:pt x="166" y="706"/>
                  </a:cubicBezTo>
                  <a:lnTo>
                    <a:pt x="167" y="707"/>
                  </a:lnTo>
                  <a:cubicBezTo>
                    <a:pt x="168" y="708"/>
                    <a:pt x="168" y="708"/>
                    <a:pt x="168" y="708"/>
                  </a:cubicBezTo>
                  <a:cubicBezTo>
                    <a:pt x="169" y="708"/>
                    <a:pt x="169" y="708"/>
                    <a:pt x="170" y="707"/>
                  </a:cubicBezTo>
                  <a:cubicBezTo>
                    <a:pt x="170" y="706"/>
                    <a:pt x="170" y="706"/>
                    <a:pt x="170" y="706"/>
                  </a:cubicBezTo>
                  <a:cubicBezTo>
                    <a:pt x="165" y="685"/>
                    <a:pt x="157" y="666"/>
                    <a:pt x="146" y="647"/>
                  </a:cubicBezTo>
                  <a:cubicBezTo>
                    <a:pt x="143" y="642"/>
                    <a:pt x="140" y="638"/>
                    <a:pt x="137" y="633"/>
                  </a:cubicBezTo>
                  <a:cubicBezTo>
                    <a:pt x="120" y="599"/>
                    <a:pt x="105" y="564"/>
                    <a:pt x="93" y="528"/>
                  </a:cubicBezTo>
                  <a:cubicBezTo>
                    <a:pt x="72" y="476"/>
                    <a:pt x="59" y="420"/>
                    <a:pt x="53" y="364"/>
                  </a:cubicBezTo>
                  <a:cubicBezTo>
                    <a:pt x="53" y="361"/>
                    <a:pt x="55" y="358"/>
                    <a:pt x="56" y="356"/>
                  </a:cubicBezTo>
                  <a:cubicBezTo>
                    <a:pt x="66" y="323"/>
                    <a:pt x="57" y="287"/>
                    <a:pt x="68" y="253"/>
                  </a:cubicBezTo>
                  <a:cubicBezTo>
                    <a:pt x="73" y="238"/>
                    <a:pt x="75" y="223"/>
                    <a:pt x="76" y="207"/>
                  </a:cubicBezTo>
                  <a:cubicBezTo>
                    <a:pt x="76" y="176"/>
                    <a:pt x="77" y="145"/>
                    <a:pt x="78" y="114"/>
                  </a:cubicBezTo>
                  <a:cubicBezTo>
                    <a:pt x="80" y="76"/>
                    <a:pt x="66" y="40"/>
                    <a:pt x="59" y="3"/>
                  </a:cubicBezTo>
                  <a:cubicBezTo>
                    <a:pt x="59" y="0"/>
                    <a:pt x="54" y="1"/>
                    <a:pt x="54" y="4"/>
                  </a:cubicBezTo>
                  <a:cubicBezTo>
                    <a:pt x="55" y="25"/>
                    <a:pt x="57" y="47"/>
                    <a:pt x="62" y="67"/>
                  </a:cubicBezTo>
                  <a:cubicBezTo>
                    <a:pt x="65" y="96"/>
                    <a:pt x="67" y="126"/>
                    <a:pt x="67" y="155"/>
                  </a:cubicBezTo>
                  <a:cubicBezTo>
                    <a:pt x="67" y="163"/>
                    <a:pt x="67" y="171"/>
                    <a:pt x="67" y="179"/>
                  </a:cubicBezTo>
                  <a:cubicBezTo>
                    <a:pt x="66" y="233"/>
                    <a:pt x="50" y="280"/>
                    <a:pt x="37" y="3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2"/>
            <p:cNvSpPr/>
            <p:nvPr/>
          </p:nvSpPr>
          <p:spPr>
            <a:xfrm>
              <a:off x="8386560" y="3341160"/>
              <a:ext cx="76680" cy="242280"/>
            </a:xfrm>
            <a:custGeom>
              <a:avLst/>
              <a:gdLst/>
              <a:ahLst/>
              <a:cxnLst/>
              <a:rect l="l" t="t" r="r" b="b"/>
              <a:pathLst>
                <a:path w="213" h="673" extrusionOk="0">
                  <a:moveTo>
                    <a:pt x="129" y="434"/>
                  </a:moveTo>
                  <a:cubicBezTo>
                    <a:pt x="104" y="372"/>
                    <a:pt x="61" y="315"/>
                    <a:pt x="41" y="251"/>
                  </a:cubicBezTo>
                  <a:lnTo>
                    <a:pt x="40" y="250"/>
                  </a:lnTo>
                  <a:lnTo>
                    <a:pt x="39" y="250"/>
                  </a:lnTo>
                  <a:lnTo>
                    <a:pt x="38" y="250"/>
                  </a:lnTo>
                  <a:cubicBezTo>
                    <a:pt x="38" y="206"/>
                    <a:pt x="36" y="162"/>
                    <a:pt x="31" y="118"/>
                  </a:cubicBezTo>
                  <a:cubicBezTo>
                    <a:pt x="26" y="82"/>
                    <a:pt x="32" y="33"/>
                    <a:pt x="7" y="3"/>
                  </a:cubicBezTo>
                  <a:cubicBezTo>
                    <a:pt x="5" y="0"/>
                    <a:pt x="0" y="4"/>
                    <a:pt x="2" y="8"/>
                  </a:cubicBezTo>
                  <a:cubicBezTo>
                    <a:pt x="5" y="18"/>
                    <a:pt x="7" y="28"/>
                    <a:pt x="7" y="39"/>
                  </a:cubicBezTo>
                  <a:cubicBezTo>
                    <a:pt x="7" y="44"/>
                    <a:pt x="7" y="50"/>
                    <a:pt x="6" y="56"/>
                  </a:cubicBezTo>
                  <a:cubicBezTo>
                    <a:pt x="6" y="57"/>
                    <a:pt x="5" y="59"/>
                    <a:pt x="5" y="60"/>
                  </a:cubicBezTo>
                  <a:cubicBezTo>
                    <a:pt x="5" y="81"/>
                    <a:pt x="7" y="102"/>
                    <a:pt x="10" y="122"/>
                  </a:cubicBezTo>
                  <a:cubicBezTo>
                    <a:pt x="19" y="187"/>
                    <a:pt x="15" y="252"/>
                    <a:pt x="26" y="316"/>
                  </a:cubicBezTo>
                  <a:cubicBezTo>
                    <a:pt x="32" y="354"/>
                    <a:pt x="12" y="413"/>
                    <a:pt x="33" y="446"/>
                  </a:cubicBezTo>
                  <a:cubicBezTo>
                    <a:pt x="46" y="467"/>
                    <a:pt x="46" y="515"/>
                    <a:pt x="50" y="541"/>
                  </a:cubicBezTo>
                  <a:cubicBezTo>
                    <a:pt x="51" y="555"/>
                    <a:pt x="55" y="570"/>
                    <a:pt x="62" y="582"/>
                  </a:cubicBezTo>
                  <a:cubicBezTo>
                    <a:pt x="64" y="585"/>
                    <a:pt x="68" y="582"/>
                    <a:pt x="66" y="580"/>
                  </a:cubicBezTo>
                  <a:cubicBezTo>
                    <a:pt x="40" y="541"/>
                    <a:pt x="62" y="480"/>
                    <a:pt x="41" y="441"/>
                  </a:cubicBezTo>
                  <a:cubicBezTo>
                    <a:pt x="30" y="421"/>
                    <a:pt x="43" y="357"/>
                    <a:pt x="44" y="332"/>
                  </a:cubicBezTo>
                  <a:cubicBezTo>
                    <a:pt x="44" y="313"/>
                    <a:pt x="42" y="295"/>
                    <a:pt x="39" y="276"/>
                  </a:cubicBezTo>
                  <a:cubicBezTo>
                    <a:pt x="39" y="269"/>
                    <a:pt x="39" y="263"/>
                    <a:pt x="39" y="256"/>
                  </a:cubicBezTo>
                  <a:cubicBezTo>
                    <a:pt x="53" y="304"/>
                    <a:pt x="72" y="349"/>
                    <a:pt x="97" y="392"/>
                  </a:cubicBezTo>
                  <a:cubicBezTo>
                    <a:pt x="99" y="395"/>
                    <a:pt x="101" y="398"/>
                    <a:pt x="102" y="401"/>
                  </a:cubicBezTo>
                  <a:cubicBezTo>
                    <a:pt x="120" y="433"/>
                    <a:pt x="134" y="467"/>
                    <a:pt x="145" y="501"/>
                  </a:cubicBezTo>
                  <a:cubicBezTo>
                    <a:pt x="159" y="539"/>
                    <a:pt x="177" y="578"/>
                    <a:pt x="189" y="617"/>
                  </a:cubicBezTo>
                  <a:cubicBezTo>
                    <a:pt x="189" y="630"/>
                    <a:pt x="189" y="643"/>
                    <a:pt x="189" y="657"/>
                  </a:cubicBezTo>
                  <a:cubicBezTo>
                    <a:pt x="189" y="658"/>
                    <a:pt x="190" y="659"/>
                    <a:pt x="190" y="661"/>
                  </a:cubicBezTo>
                  <a:cubicBezTo>
                    <a:pt x="191" y="663"/>
                    <a:pt x="191" y="662"/>
                    <a:pt x="192" y="663"/>
                  </a:cubicBezTo>
                  <a:cubicBezTo>
                    <a:pt x="194" y="664"/>
                    <a:pt x="195" y="664"/>
                    <a:pt x="196" y="664"/>
                  </a:cubicBezTo>
                  <a:cubicBezTo>
                    <a:pt x="197" y="664"/>
                    <a:pt x="198" y="664"/>
                    <a:pt x="199" y="664"/>
                  </a:cubicBezTo>
                  <a:cubicBezTo>
                    <a:pt x="199" y="666"/>
                    <a:pt x="199" y="668"/>
                    <a:pt x="200" y="670"/>
                  </a:cubicBezTo>
                  <a:cubicBezTo>
                    <a:pt x="200" y="671"/>
                    <a:pt x="200" y="671"/>
                    <a:pt x="200" y="671"/>
                  </a:cubicBezTo>
                  <a:cubicBezTo>
                    <a:pt x="201" y="671"/>
                    <a:pt x="201" y="672"/>
                    <a:pt x="201" y="672"/>
                  </a:cubicBezTo>
                  <a:cubicBezTo>
                    <a:pt x="202" y="672"/>
                    <a:pt x="202" y="672"/>
                    <a:pt x="202" y="672"/>
                  </a:cubicBezTo>
                  <a:cubicBezTo>
                    <a:pt x="203" y="672"/>
                    <a:pt x="203" y="672"/>
                    <a:pt x="204" y="672"/>
                  </a:cubicBezTo>
                  <a:lnTo>
                    <a:pt x="204" y="671"/>
                  </a:lnTo>
                  <a:cubicBezTo>
                    <a:pt x="205" y="671"/>
                    <a:pt x="205" y="671"/>
                    <a:pt x="205" y="670"/>
                  </a:cubicBezTo>
                  <a:cubicBezTo>
                    <a:pt x="205" y="669"/>
                    <a:pt x="205" y="667"/>
                    <a:pt x="205" y="665"/>
                  </a:cubicBezTo>
                  <a:cubicBezTo>
                    <a:pt x="205" y="663"/>
                    <a:pt x="205" y="661"/>
                    <a:pt x="205" y="659"/>
                  </a:cubicBezTo>
                  <a:cubicBezTo>
                    <a:pt x="206" y="658"/>
                    <a:pt x="206" y="656"/>
                    <a:pt x="206" y="655"/>
                  </a:cubicBezTo>
                  <a:cubicBezTo>
                    <a:pt x="206" y="561"/>
                    <a:pt x="212" y="458"/>
                    <a:pt x="180" y="369"/>
                  </a:cubicBezTo>
                  <a:cubicBezTo>
                    <a:pt x="162" y="321"/>
                    <a:pt x="150" y="272"/>
                    <a:pt x="133" y="224"/>
                  </a:cubicBezTo>
                  <a:cubicBezTo>
                    <a:pt x="116" y="176"/>
                    <a:pt x="113" y="103"/>
                    <a:pt x="81" y="60"/>
                  </a:cubicBezTo>
                  <a:cubicBezTo>
                    <a:pt x="80" y="58"/>
                    <a:pt x="76" y="60"/>
                    <a:pt x="77" y="62"/>
                  </a:cubicBezTo>
                  <a:cubicBezTo>
                    <a:pt x="103" y="97"/>
                    <a:pt x="105" y="152"/>
                    <a:pt x="117" y="193"/>
                  </a:cubicBezTo>
                  <a:cubicBezTo>
                    <a:pt x="125" y="220"/>
                    <a:pt x="134" y="247"/>
                    <a:pt x="145" y="274"/>
                  </a:cubicBezTo>
                  <a:cubicBezTo>
                    <a:pt x="157" y="306"/>
                    <a:pt x="159" y="340"/>
                    <a:pt x="169" y="372"/>
                  </a:cubicBezTo>
                  <a:cubicBezTo>
                    <a:pt x="178" y="411"/>
                    <a:pt x="183" y="450"/>
                    <a:pt x="185" y="490"/>
                  </a:cubicBezTo>
                  <a:cubicBezTo>
                    <a:pt x="187" y="524"/>
                    <a:pt x="188" y="558"/>
                    <a:pt x="188" y="592"/>
                  </a:cubicBezTo>
                  <a:cubicBezTo>
                    <a:pt x="185" y="583"/>
                    <a:pt x="181" y="574"/>
                    <a:pt x="178" y="566"/>
                  </a:cubicBezTo>
                  <a:cubicBezTo>
                    <a:pt x="161" y="522"/>
                    <a:pt x="147" y="477"/>
                    <a:pt x="129" y="4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2"/>
            <p:cNvSpPr/>
            <p:nvPr/>
          </p:nvSpPr>
          <p:spPr>
            <a:xfrm>
              <a:off x="8218440" y="3034080"/>
              <a:ext cx="18000" cy="30960"/>
            </a:xfrm>
            <a:custGeom>
              <a:avLst/>
              <a:gdLst/>
              <a:ahLst/>
              <a:cxnLst/>
              <a:rect l="l" t="t" r="r" b="b"/>
              <a:pathLst>
                <a:path w="50" h="86" extrusionOk="0">
                  <a:moveTo>
                    <a:pt x="28" y="50"/>
                  </a:moveTo>
                  <a:cubicBezTo>
                    <a:pt x="29" y="52"/>
                    <a:pt x="31" y="55"/>
                    <a:pt x="32" y="57"/>
                  </a:cubicBezTo>
                  <a:cubicBezTo>
                    <a:pt x="37" y="65"/>
                    <a:pt x="40" y="74"/>
                    <a:pt x="42" y="83"/>
                  </a:cubicBezTo>
                  <a:lnTo>
                    <a:pt x="42" y="84"/>
                  </a:lnTo>
                  <a:lnTo>
                    <a:pt x="43" y="84"/>
                  </a:lnTo>
                  <a:cubicBezTo>
                    <a:pt x="43" y="85"/>
                    <a:pt x="44" y="85"/>
                    <a:pt x="44" y="85"/>
                  </a:cubicBezTo>
                  <a:cubicBezTo>
                    <a:pt x="45" y="85"/>
                    <a:pt x="45" y="85"/>
                    <a:pt x="45" y="84"/>
                  </a:cubicBezTo>
                  <a:cubicBezTo>
                    <a:pt x="46" y="84"/>
                    <a:pt x="46" y="84"/>
                    <a:pt x="46" y="84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8" y="79"/>
                    <a:pt x="49" y="74"/>
                    <a:pt x="49" y="70"/>
                  </a:cubicBezTo>
                  <a:cubicBezTo>
                    <a:pt x="49" y="64"/>
                    <a:pt x="49" y="58"/>
                    <a:pt x="45" y="53"/>
                  </a:cubicBezTo>
                  <a:cubicBezTo>
                    <a:pt x="44" y="51"/>
                    <a:pt x="42" y="48"/>
                    <a:pt x="40" y="47"/>
                  </a:cubicBezTo>
                  <a:cubicBezTo>
                    <a:pt x="35" y="40"/>
                    <a:pt x="29" y="33"/>
                    <a:pt x="23" y="27"/>
                  </a:cubicBezTo>
                  <a:cubicBezTo>
                    <a:pt x="17" y="21"/>
                    <a:pt x="7" y="13"/>
                    <a:pt x="8" y="3"/>
                  </a:cubicBezTo>
                  <a:cubicBezTo>
                    <a:pt x="8" y="0"/>
                    <a:pt x="3" y="0"/>
                    <a:pt x="2" y="3"/>
                  </a:cubicBezTo>
                  <a:cubicBezTo>
                    <a:pt x="0" y="15"/>
                    <a:pt x="10" y="25"/>
                    <a:pt x="16" y="34"/>
                  </a:cubicBezTo>
                  <a:cubicBezTo>
                    <a:pt x="20" y="39"/>
                    <a:pt x="23" y="45"/>
                    <a:pt x="28" y="5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2"/>
            <p:cNvSpPr/>
            <p:nvPr/>
          </p:nvSpPr>
          <p:spPr>
            <a:xfrm>
              <a:off x="8242560" y="3073320"/>
              <a:ext cx="41040" cy="196560"/>
            </a:xfrm>
            <a:custGeom>
              <a:avLst/>
              <a:gdLst/>
              <a:ahLst/>
              <a:cxnLst/>
              <a:rect l="l" t="t" r="r" b="b"/>
              <a:pathLst>
                <a:path w="114" h="546" extrusionOk="0">
                  <a:moveTo>
                    <a:pt x="41" y="108"/>
                  </a:moveTo>
                  <a:cubicBezTo>
                    <a:pt x="60" y="161"/>
                    <a:pt x="75" y="215"/>
                    <a:pt x="84" y="270"/>
                  </a:cubicBezTo>
                  <a:cubicBezTo>
                    <a:pt x="98" y="358"/>
                    <a:pt x="102" y="456"/>
                    <a:pt x="63" y="538"/>
                  </a:cubicBezTo>
                  <a:cubicBezTo>
                    <a:pt x="62" y="541"/>
                    <a:pt x="66" y="545"/>
                    <a:pt x="69" y="543"/>
                  </a:cubicBezTo>
                  <a:cubicBezTo>
                    <a:pt x="78" y="534"/>
                    <a:pt x="86" y="524"/>
                    <a:pt x="93" y="513"/>
                  </a:cubicBezTo>
                  <a:cubicBezTo>
                    <a:pt x="102" y="497"/>
                    <a:pt x="107" y="479"/>
                    <a:pt x="108" y="460"/>
                  </a:cubicBezTo>
                  <a:cubicBezTo>
                    <a:pt x="111" y="436"/>
                    <a:pt x="113" y="413"/>
                    <a:pt x="113" y="389"/>
                  </a:cubicBezTo>
                  <a:cubicBezTo>
                    <a:pt x="113" y="361"/>
                    <a:pt x="110" y="333"/>
                    <a:pt x="106" y="305"/>
                  </a:cubicBezTo>
                  <a:cubicBezTo>
                    <a:pt x="98" y="246"/>
                    <a:pt x="84" y="188"/>
                    <a:pt x="64" y="131"/>
                  </a:cubicBezTo>
                  <a:cubicBezTo>
                    <a:pt x="48" y="88"/>
                    <a:pt x="38" y="35"/>
                    <a:pt x="5" y="2"/>
                  </a:cubicBezTo>
                  <a:cubicBezTo>
                    <a:pt x="3" y="0"/>
                    <a:pt x="0" y="3"/>
                    <a:pt x="2" y="6"/>
                  </a:cubicBezTo>
                  <a:cubicBezTo>
                    <a:pt x="22" y="29"/>
                    <a:pt x="30" y="78"/>
                    <a:pt x="41" y="10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2"/>
            <p:cNvSpPr/>
            <p:nvPr/>
          </p:nvSpPr>
          <p:spPr>
            <a:xfrm>
              <a:off x="8222760" y="3282120"/>
              <a:ext cx="41040" cy="76680"/>
            </a:xfrm>
            <a:custGeom>
              <a:avLst/>
              <a:gdLst/>
              <a:ahLst/>
              <a:cxnLst/>
              <a:rect l="l" t="t" r="r" b="b"/>
              <a:pathLst>
                <a:path w="114" h="213" extrusionOk="0">
                  <a:moveTo>
                    <a:pt x="108" y="2"/>
                  </a:moveTo>
                  <a:cubicBezTo>
                    <a:pt x="102" y="12"/>
                    <a:pt x="96" y="22"/>
                    <a:pt x="90" y="32"/>
                  </a:cubicBezTo>
                  <a:cubicBezTo>
                    <a:pt x="78" y="52"/>
                    <a:pt x="67" y="73"/>
                    <a:pt x="57" y="95"/>
                  </a:cubicBezTo>
                  <a:cubicBezTo>
                    <a:pt x="50" y="114"/>
                    <a:pt x="38" y="130"/>
                    <a:pt x="30" y="149"/>
                  </a:cubicBezTo>
                  <a:cubicBezTo>
                    <a:pt x="22" y="168"/>
                    <a:pt x="7" y="188"/>
                    <a:pt x="0" y="208"/>
                  </a:cubicBezTo>
                  <a:lnTo>
                    <a:pt x="0" y="209"/>
                  </a:lnTo>
                  <a:lnTo>
                    <a:pt x="0" y="210"/>
                  </a:lnTo>
                  <a:cubicBezTo>
                    <a:pt x="0" y="211"/>
                    <a:pt x="1" y="211"/>
                    <a:pt x="1" y="211"/>
                  </a:cubicBezTo>
                  <a:lnTo>
                    <a:pt x="2" y="212"/>
                  </a:lnTo>
                  <a:cubicBezTo>
                    <a:pt x="3" y="212"/>
                    <a:pt x="3" y="211"/>
                    <a:pt x="4" y="211"/>
                  </a:cubicBezTo>
                  <a:cubicBezTo>
                    <a:pt x="19" y="195"/>
                    <a:pt x="33" y="178"/>
                    <a:pt x="44" y="159"/>
                  </a:cubicBezTo>
                  <a:cubicBezTo>
                    <a:pt x="50" y="147"/>
                    <a:pt x="56" y="135"/>
                    <a:pt x="61" y="122"/>
                  </a:cubicBezTo>
                  <a:cubicBezTo>
                    <a:pt x="76" y="82"/>
                    <a:pt x="93" y="42"/>
                    <a:pt x="112" y="4"/>
                  </a:cubicBezTo>
                  <a:cubicBezTo>
                    <a:pt x="113" y="4"/>
                    <a:pt x="113" y="3"/>
                    <a:pt x="113" y="3"/>
                  </a:cubicBezTo>
                  <a:cubicBezTo>
                    <a:pt x="113" y="2"/>
                    <a:pt x="113" y="3"/>
                    <a:pt x="112" y="2"/>
                  </a:cubicBezTo>
                  <a:cubicBezTo>
                    <a:pt x="111" y="1"/>
                    <a:pt x="112" y="1"/>
                    <a:pt x="111" y="1"/>
                  </a:cubicBezTo>
                  <a:cubicBezTo>
                    <a:pt x="111" y="1"/>
                    <a:pt x="111" y="0"/>
                    <a:pt x="110" y="0"/>
                  </a:cubicBezTo>
                  <a:lnTo>
                    <a:pt x="109" y="1"/>
                  </a:lnTo>
                  <a:cubicBezTo>
                    <a:pt x="109" y="1"/>
                    <a:pt x="108" y="1"/>
                    <a:pt x="108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2"/>
            <p:cNvSpPr/>
            <p:nvPr/>
          </p:nvSpPr>
          <p:spPr>
            <a:xfrm>
              <a:off x="8229600" y="3147840"/>
              <a:ext cx="30600" cy="163800"/>
            </a:xfrm>
            <a:custGeom>
              <a:avLst/>
              <a:gdLst/>
              <a:ahLst/>
              <a:cxnLst/>
              <a:rect l="l" t="t" r="r" b="b"/>
              <a:pathLst>
                <a:path w="85" h="455" extrusionOk="0">
                  <a:moveTo>
                    <a:pt x="0" y="449"/>
                  </a:moveTo>
                  <a:lnTo>
                    <a:pt x="0" y="450"/>
                  </a:lnTo>
                  <a:cubicBezTo>
                    <a:pt x="0" y="451"/>
                    <a:pt x="0" y="452"/>
                    <a:pt x="0" y="452"/>
                  </a:cubicBezTo>
                  <a:cubicBezTo>
                    <a:pt x="1" y="453"/>
                    <a:pt x="1" y="453"/>
                    <a:pt x="2" y="454"/>
                  </a:cubicBezTo>
                  <a:cubicBezTo>
                    <a:pt x="2" y="454"/>
                    <a:pt x="3" y="454"/>
                    <a:pt x="4" y="454"/>
                  </a:cubicBezTo>
                  <a:lnTo>
                    <a:pt x="5" y="454"/>
                  </a:lnTo>
                  <a:cubicBezTo>
                    <a:pt x="32" y="434"/>
                    <a:pt x="41" y="400"/>
                    <a:pt x="54" y="371"/>
                  </a:cubicBezTo>
                  <a:cubicBezTo>
                    <a:pt x="68" y="340"/>
                    <a:pt x="78" y="307"/>
                    <a:pt x="82" y="274"/>
                  </a:cubicBezTo>
                  <a:cubicBezTo>
                    <a:pt x="83" y="250"/>
                    <a:pt x="84" y="226"/>
                    <a:pt x="84" y="202"/>
                  </a:cubicBezTo>
                  <a:cubicBezTo>
                    <a:pt x="84" y="177"/>
                    <a:pt x="83" y="153"/>
                    <a:pt x="82" y="129"/>
                  </a:cubicBezTo>
                  <a:cubicBezTo>
                    <a:pt x="80" y="100"/>
                    <a:pt x="75" y="72"/>
                    <a:pt x="68" y="44"/>
                  </a:cubicBezTo>
                  <a:cubicBezTo>
                    <a:pt x="64" y="24"/>
                    <a:pt x="68" y="16"/>
                    <a:pt x="59" y="2"/>
                  </a:cubicBezTo>
                  <a:cubicBezTo>
                    <a:pt x="58" y="0"/>
                    <a:pt x="55" y="2"/>
                    <a:pt x="56" y="4"/>
                  </a:cubicBezTo>
                  <a:cubicBezTo>
                    <a:pt x="65" y="17"/>
                    <a:pt x="58" y="17"/>
                    <a:pt x="60" y="28"/>
                  </a:cubicBezTo>
                  <a:cubicBezTo>
                    <a:pt x="68" y="61"/>
                    <a:pt x="72" y="95"/>
                    <a:pt x="72" y="129"/>
                  </a:cubicBezTo>
                  <a:cubicBezTo>
                    <a:pt x="69" y="177"/>
                    <a:pt x="72" y="224"/>
                    <a:pt x="65" y="271"/>
                  </a:cubicBezTo>
                  <a:cubicBezTo>
                    <a:pt x="54" y="334"/>
                    <a:pt x="32" y="394"/>
                    <a:pt x="0" y="4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2"/>
            <p:cNvSpPr/>
            <p:nvPr/>
          </p:nvSpPr>
          <p:spPr>
            <a:xfrm>
              <a:off x="8211600" y="3126600"/>
              <a:ext cx="37800" cy="172800"/>
            </a:xfrm>
            <a:custGeom>
              <a:avLst/>
              <a:gdLst/>
              <a:ahLst/>
              <a:cxnLst/>
              <a:rect l="l" t="t" r="r" b="b"/>
              <a:pathLst>
                <a:path w="105" h="480" extrusionOk="0">
                  <a:moveTo>
                    <a:pt x="71" y="317"/>
                  </a:moveTo>
                  <a:cubicBezTo>
                    <a:pt x="65" y="336"/>
                    <a:pt x="58" y="355"/>
                    <a:pt x="49" y="374"/>
                  </a:cubicBezTo>
                  <a:cubicBezTo>
                    <a:pt x="35" y="407"/>
                    <a:pt x="15" y="439"/>
                    <a:pt x="1" y="472"/>
                  </a:cubicBezTo>
                  <a:cubicBezTo>
                    <a:pt x="0" y="475"/>
                    <a:pt x="4" y="479"/>
                    <a:pt x="7" y="476"/>
                  </a:cubicBezTo>
                  <a:cubicBezTo>
                    <a:pt x="22" y="461"/>
                    <a:pt x="28" y="461"/>
                    <a:pt x="39" y="443"/>
                  </a:cubicBezTo>
                  <a:cubicBezTo>
                    <a:pt x="52" y="418"/>
                    <a:pt x="63" y="392"/>
                    <a:pt x="71" y="365"/>
                  </a:cubicBezTo>
                  <a:cubicBezTo>
                    <a:pt x="83" y="338"/>
                    <a:pt x="91" y="310"/>
                    <a:pt x="95" y="282"/>
                  </a:cubicBezTo>
                  <a:cubicBezTo>
                    <a:pt x="104" y="189"/>
                    <a:pt x="87" y="94"/>
                    <a:pt x="80" y="1"/>
                  </a:cubicBezTo>
                  <a:cubicBezTo>
                    <a:pt x="80" y="0"/>
                    <a:pt x="76" y="0"/>
                    <a:pt x="76" y="1"/>
                  </a:cubicBezTo>
                  <a:cubicBezTo>
                    <a:pt x="76" y="7"/>
                    <a:pt x="76" y="12"/>
                    <a:pt x="76" y="18"/>
                  </a:cubicBezTo>
                  <a:cubicBezTo>
                    <a:pt x="76" y="58"/>
                    <a:pt x="78" y="99"/>
                    <a:pt x="83" y="139"/>
                  </a:cubicBezTo>
                  <a:cubicBezTo>
                    <a:pt x="83" y="147"/>
                    <a:pt x="84" y="155"/>
                    <a:pt x="84" y="163"/>
                  </a:cubicBezTo>
                  <a:cubicBezTo>
                    <a:pt x="84" y="175"/>
                    <a:pt x="83" y="186"/>
                    <a:pt x="82" y="198"/>
                  </a:cubicBezTo>
                  <a:cubicBezTo>
                    <a:pt x="82" y="216"/>
                    <a:pt x="87" y="268"/>
                    <a:pt x="76" y="282"/>
                  </a:cubicBezTo>
                  <a:cubicBezTo>
                    <a:pt x="73" y="293"/>
                    <a:pt x="71" y="305"/>
                    <a:pt x="71" y="31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2"/>
            <p:cNvSpPr/>
            <p:nvPr/>
          </p:nvSpPr>
          <p:spPr>
            <a:xfrm>
              <a:off x="8205120" y="3161880"/>
              <a:ext cx="31680" cy="88920"/>
            </a:xfrm>
            <a:custGeom>
              <a:avLst/>
              <a:gdLst/>
              <a:ahLst/>
              <a:cxnLst/>
              <a:rect l="l" t="t" r="r" b="b"/>
              <a:pathLst>
                <a:path w="88" h="247" extrusionOk="0">
                  <a:moveTo>
                    <a:pt x="75" y="3"/>
                  </a:moveTo>
                  <a:cubicBezTo>
                    <a:pt x="76" y="9"/>
                    <a:pt x="76" y="16"/>
                    <a:pt x="76" y="22"/>
                  </a:cubicBezTo>
                  <a:cubicBezTo>
                    <a:pt x="76" y="53"/>
                    <a:pt x="73" y="84"/>
                    <a:pt x="67" y="114"/>
                  </a:cubicBezTo>
                  <a:cubicBezTo>
                    <a:pt x="61" y="142"/>
                    <a:pt x="32" y="226"/>
                    <a:pt x="2" y="241"/>
                  </a:cubicBezTo>
                  <a:cubicBezTo>
                    <a:pt x="0" y="243"/>
                    <a:pt x="2" y="246"/>
                    <a:pt x="4" y="246"/>
                  </a:cubicBezTo>
                  <a:cubicBezTo>
                    <a:pt x="39" y="243"/>
                    <a:pt x="58" y="175"/>
                    <a:pt x="69" y="148"/>
                  </a:cubicBezTo>
                  <a:cubicBezTo>
                    <a:pt x="87" y="101"/>
                    <a:pt x="80" y="52"/>
                    <a:pt x="79" y="3"/>
                  </a:cubicBezTo>
                  <a:cubicBezTo>
                    <a:pt x="80" y="0"/>
                    <a:pt x="75" y="0"/>
                    <a:pt x="75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2"/>
            <p:cNvSpPr/>
            <p:nvPr/>
          </p:nvSpPr>
          <p:spPr>
            <a:xfrm>
              <a:off x="8192880" y="3159720"/>
              <a:ext cx="35640" cy="74880"/>
            </a:xfrm>
            <a:custGeom>
              <a:avLst/>
              <a:gdLst/>
              <a:ahLst/>
              <a:cxnLst/>
              <a:rect l="l" t="t" r="r" b="b"/>
              <a:pathLst>
                <a:path w="99" h="208" extrusionOk="0">
                  <a:moveTo>
                    <a:pt x="2" y="207"/>
                  </a:moveTo>
                  <a:cubicBezTo>
                    <a:pt x="27" y="206"/>
                    <a:pt x="46" y="161"/>
                    <a:pt x="57" y="143"/>
                  </a:cubicBezTo>
                  <a:cubicBezTo>
                    <a:pt x="59" y="140"/>
                    <a:pt x="61" y="137"/>
                    <a:pt x="63" y="134"/>
                  </a:cubicBezTo>
                  <a:cubicBezTo>
                    <a:pt x="86" y="94"/>
                    <a:pt x="98" y="4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88" y="45"/>
                    <a:pt x="75" y="84"/>
                    <a:pt x="54" y="120"/>
                  </a:cubicBezTo>
                  <a:cubicBezTo>
                    <a:pt x="51" y="126"/>
                    <a:pt x="48" y="132"/>
                    <a:pt x="44" y="137"/>
                  </a:cubicBezTo>
                  <a:cubicBezTo>
                    <a:pt x="32" y="157"/>
                    <a:pt x="24" y="192"/>
                    <a:pt x="1" y="203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204"/>
                    <a:pt x="0" y="205"/>
                    <a:pt x="0" y="205"/>
                  </a:cubicBezTo>
                  <a:cubicBezTo>
                    <a:pt x="0" y="206"/>
                    <a:pt x="0" y="206"/>
                    <a:pt x="1" y="206"/>
                  </a:cubicBezTo>
                  <a:cubicBezTo>
                    <a:pt x="2" y="207"/>
                    <a:pt x="1" y="207"/>
                    <a:pt x="1" y="207"/>
                  </a:cubicBezTo>
                  <a:cubicBezTo>
                    <a:pt x="2" y="207"/>
                    <a:pt x="2" y="207"/>
                    <a:pt x="2" y="20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2"/>
            <p:cNvSpPr/>
            <p:nvPr/>
          </p:nvSpPr>
          <p:spPr>
            <a:xfrm>
              <a:off x="8194320" y="3166560"/>
              <a:ext cx="29520" cy="42480"/>
            </a:xfrm>
            <a:custGeom>
              <a:avLst/>
              <a:gdLst/>
              <a:ahLst/>
              <a:cxnLst/>
              <a:rect l="l" t="t" r="r" b="b"/>
              <a:pathLst>
                <a:path w="82" h="118" extrusionOk="0">
                  <a:moveTo>
                    <a:pt x="5" y="114"/>
                  </a:moveTo>
                  <a:cubicBezTo>
                    <a:pt x="13" y="105"/>
                    <a:pt x="26" y="100"/>
                    <a:pt x="32" y="89"/>
                  </a:cubicBezTo>
                  <a:cubicBezTo>
                    <a:pt x="40" y="75"/>
                    <a:pt x="52" y="64"/>
                    <a:pt x="60" y="50"/>
                  </a:cubicBezTo>
                  <a:cubicBezTo>
                    <a:pt x="65" y="41"/>
                    <a:pt x="65" y="33"/>
                    <a:pt x="73" y="26"/>
                  </a:cubicBezTo>
                  <a:cubicBezTo>
                    <a:pt x="81" y="19"/>
                    <a:pt x="76" y="11"/>
                    <a:pt x="75" y="5"/>
                  </a:cubicBezTo>
                  <a:cubicBezTo>
                    <a:pt x="75" y="0"/>
                    <a:pt x="69" y="2"/>
                    <a:pt x="69" y="5"/>
                  </a:cubicBezTo>
                  <a:cubicBezTo>
                    <a:pt x="69" y="16"/>
                    <a:pt x="63" y="20"/>
                    <a:pt x="58" y="28"/>
                  </a:cubicBezTo>
                  <a:cubicBezTo>
                    <a:pt x="57" y="32"/>
                    <a:pt x="55" y="35"/>
                    <a:pt x="53" y="38"/>
                  </a:cubicBezTo>
                  <a:cubicBezTo>
                    <a:pt x="47" y="48"/>
                    <a:pt x="41" y="57"/>
                    <a:pt x="34" y="65"/>
                  </a:cubicBezTo>
                  <a:cubicBezTo>
                    <a:pt x="24" y="74"/>
                    <a:pt x="21" y="87"/>
                    <a:pt x="11" y="96"/>
                  </a:cubicBezTo>
                  <a:cubicBezTo>
                    <a:pt x="8" y="99"/>
                    <a:pt x="6" y="102"/>
                    <a:pt x="4" y="105"/>
                  </a:cubicBezTo>
                  <a:cubicBezTo>
                    <a:pt x="2" y="107"/>
                    <a:pt x="2" y="109"/>
                    <a:pt x="1" y="111"/>
                  </a:cubicBezTo>
                  <a:cubicBezTo>
                    <a:pt x="0" y="114"/>
                    <a:pt x="3" y="117"/>
                    <a:pt x="5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2"/>
            <p:cNvSpPr/>
            <p:nvPr/>
          </p:nvSpPr>
          <p:spPr>
            <a:xfrm>
              <a:off x="8304120" y="3423600"/>
              <a:ext cx="16920" cy="54000"/>
            </a:xfrm>
            <a:custGeom>
              <a:avLst/>
              <a:gdLst/>
              <a:ahLst/>
              <a:cxnLst/>
              <a:rect l="l" t="t" r="r" b="b"/>
              <a:pathLst>
                <a:path w="47" h="150" extrusionOk="0">
                  <a:moveTo>
                    <a:pt x="4" y="148"/>
                  </a:moveTo>
                  <a:cubicBezTo>
                    <a:pt x="38" y="115"/>
                    <a:pt x="46" y="48"/>
                    <a:pt x="45" y="4"/>
                  </a:cubicBezTo>
                  <a:cubicBezTo>
                    <a:pt x="45" y="0"/>
                    <a:pt x="39" y="1"/>
                    <a:pt x="39" y="4"/>
                  </a:cubicBezTo>
                  <a:cubicBezTo>
                    <a:pt x="38" y="17"/>
                    <a:pt x="34" y="30"/>
                    <a:pt x="28" y="41"/>
                  </a:cubicBezTo>
                  <a:cubicBezTo>
                    <a:pt x="23" y="53"/>
                    <a:pt x="20" y="66"/>
                    <a:pt x="18" y="79"/>
                  </a:cubicBezTo>
                  <a:cubicBezTo>
                    <a:pt x="12" y="102"/>
                    <a:pt x="14" y="124"/>
                    <a:pt x="1" y="145"/>
                  </a:cubicBezTo>
                  <a:cubicBezTo>
                    <a:pt x="0" y="147"/>
                    <a:pt x="3" y="149"/>
                    <a:pt x="4" y="14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2"/>
            <p:cNvSpPr/>
            <p:nvPr/>
          </p:nvSpPr>
          <p:spPr>
            <a:xfrm>
              <a:off x="8225640" y="3523320"/>
              <a:ext cx="67680" cy="150840"/>
            </a:xfrm>
            <a:custGeom>
              <a:avLst/>
              <a:gdLst/>
              <a:ahLst/>
              <a:cxnLst/>
              <a:rect l="l" t="t" r="r" b="b"/>
              <a:pathLst>
                <a:path w="188" h="419" extrusionOk="0">
                  <a:moveTo>
                    <a:pt x="186" y="1"/>
                  </a:moveTo>
                  <a:cubicBezTo>
                    <a:pt x="169" y="18"/>
                    <a:pt x="164" y="44"/>
                    <a:pt x="155" y="66"/>
                  </a:cubicBezTo>
                  <a:cubicBezTo>
                    <a:pt x="138" y="108"/>
                    <a:pt x="133" y="155"/>
                    <a:pt x="114" y="198"/>
                  </a:cubicBezTo>
                  <a:cubicBezTo>
                    <a:pt x="96" y="241"/>
                    <a:pt x="67" y="277"/>
                    <a:pt x="49" y="318"/>
                  </a:cubicBezTo>
                  <a:cubicBezTo>
                    <a:pt x="36" y="346"/>
                    <a:pt x="26" y="391"/>
                    <a:pt x="3" y="412"/>
                  </a:cubicBezTo>
                  <a:cubicBezTo>
                    <a:pt x="0" y="414"/>
                    <a:pt x="3" y="418"/>
                    <a:pt x="6" y="417"/>
                  </a:cubicBezTo>
                  <a:cubicBezTo>
                    <a:pt x="18" y="410"/>
                    <a:pt x="28" y="399"/>
                    <a:pt x="35" y="387"/>
                  </a:cubicBezTo>
                  <a:cubicBezTo>
                    <a:pt x="38" y="382"/>
                    <a:pt x="41" y="377"/>
                    <a:pt x="42" y="371"/>
                  </a:cubicBezTo>
                  <a:cubicBezTo>
                    <a:pt x="61" y="324"/>
                    <a:pt x="84" y="278"/>
                    <a:pt x="106" y="233"/>
                  </a:cubicBezTo>
                  <a:cubicBezTo>
                    <a:pt x="123" y="200"/>
                    <a:pt x="137" y="165"/>
                    <a:pt x="146" y="129"/>
                  </a:cubicBezTo>
                  <a:cubicBezTo>
                    <a:pt x="154" y="92"/>
                    <a:pt x="159" y="30"/>
                    <a:pt x="187" y="2"/>
                  </a:cubicBezTo>
                  <a:cubicBezTo>
                    <a:pt x="187" y="1"/>
                    <a:pt x="186" y="0"/>
                    <a:pt x="18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2"/>
            <p:cNvSpPr/>
            <p:nvPr/>
          </p:nvSpPr>
          <p:spPr>
            <a:xfrm>
              <a:off x="8987040" y="3583440"/>
              <a:ext cx="64440" cy="20160"/>
            </a:xfrm>
            <a:custGeom>
              <a:avLst/>
              <a:gdLst/>
              <a:ahLst/>
              <a:cxnLst/>
              <a:rect l="l" t="t" r="r" b="b"/>
              <a:pathLst>
                <a:path w="179" h="56" extrusionOk="0">
                  <a:moveTo>
                    <a:pt x="176" y="43"/>
                  </a:moveTo>
                  <a:cubicBezTo>
                    <a:pt x="125" y="23"/>
                    <a:pt x="47" y="0"/>
                    <a:pt x="1" y="43"/>
                  </a:cubicBezTo>
                  <a:cubicBezTo>
                    <a:pt x="1" y="43"/>
                    <a:pt x="0" y="43"/>
                    <a:pt x="0" y="44"/>
                  </a:cubicBezTo>
                  <a:lnTo>
                    <a:pt x="0" y="45"/>
                  </a:lnTo>
                  <a:cubicBezTo>
                    <a:pt x="0" y="46"/>
                    <a:pt x="0" y="47"/>
                    <a:pt x="0" y="47"/>
                  </a:cubicBezTo>
                  <a:cubicBezTo>
                    <a:pt x="1" y="48"/>
                    <a:pt x="1" y="48"/>
                    <a:pt x="1" y="48"/>
                  </a:cubicBezTo>
                  <a:cubicBezTo>
                    <a:pt x="2" y="48"/>
                    <a:pt x="2" y="48"/>
                    <a:pt x="3" y="48"/>
                  </a:cubicBezTo>
                  <a:cubicBezTo>
                    <a:pt x="4" y="48"/>
                    <a:pt x="4" y="48"/>
                    <a:pt x="5" y="48"/>
                  </a:cubicBezTo>
                  <a:cubicBezTo>
                    <a:pt x="28" y="30"/>
                    <a:pt x="72" y="31"/>
                    <a:pt x="98" y="35"/>
                  </a:cubicBezTo>
                  <a:cubicBezTo>
                    <a:pt x="125" y="40"/>
                    <a:pt x="148" y="55"/>
                    <a:pt x="176" y="49"/>
                  </a:cubicBezTo>
                  <a:lnTo>
                    <a:pt x="177" y="48"/>
                  </a:lnTo>
                  <a:cubicBezTo>
                    <a:pt x="177" y="47"/>
                    <a:pt x="178" y="46"/>
                    <a:pt x="178" y="46"/>
                  </a:cubicBezTo>
                  <a:cubicBezTo>
                    <a:pt x="178" y="45"/>
                    <a:pt x="177" y="44"/>
                    <a:pt x="177" y="44"/>
                  </a:cubicBezTo>
                  <a:cubicBezTo>
                    <a:pt x="177" y="43"/>
                    <a:pt x="177" y="43"/>
                    <a:pt x="176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2"/>
            <p:cNvSpPr/>
            <p:nvPr/>
          </p:nvSpPr>
          <p:spPr>
            <a:xfrm>
              <a:off x="8990280" y="3610080"/>
              <a:ext cx="144000" cy="85680"/>
            </a:xfrm>
            <a:custGeom>
              <a:avLst/>
              <a:gdLst/>
              <a:ahLst/>
              <a:cxnLst/>
              <a:rect l="l" t="t" r="r" b="b"/>
              <a:pathLst>
                <a:path w="400" h="238" extrusionOk="0">
                  <a:moveTo>
                    <a:pt x="4" y="3"/>
                  </a:moveTo>
                  <a:cubicBezTo>
                    <a:pt x="3" y="3"/>
                    <a:pt x="3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7"/>
                    <a:pt x="1" y="7"/>
                    <a:pt x="1" y="8"/>
                  </a:cubicBezTo>
                  <a:lnTo>
                    <a:pt x="2" y="9"/>
                  </a:lnTo>
                  <a:cubicBezTo>
                    <a:pt x="3" y="9"/>
                    <a:pt x="3" y="9"/>
                    <a:pt x="4" y="9"/>
                  </a:cubicBezTo>
                  <a:cubicBezTo>
                    <a:pt x="24" y="11"/>
                    <a:pt x="45" y="12"/>
                    <a:pt x="65" y="12"/>
                  </a:cubicBezTo>
                  <a:cubicBezTo>
                    <a:pt x="70" y="12"/>
                    <a:pt x="76" y="12"/>
                    <a:pt x="81" y="12"/>
                  </a:cubicBezTo>
                  <a:cubicBezTo>
                    <a:pt x="107" y="13"/>
                    <a:pt x="133" y="19"/>
                    <a:pt x="157" y="29"/>
                  </a:cubicBezTo>
                  <a:cubicBezTo>
                    <a:pt x="182" y="36"/>
                    <a:pt x="202" y="58"/>
                    <a:pt x="224" y="76"/>
                  </a:cubicBezTo>
                  <a:cubicBezTo>
                    <a:pt x="218" y="73"/>
                    <a:pt x="211" y="71"/>
                    <a:pt x="204" y="71"/>
                  </a:cubicBezTo>
                  <a:cubicBezTo>
                    <a:pt x="196" y="71"/>
                    <a:pt x="189" y="73"/>
                    <a:pt x="183" y="76"/>
                  </a:cubicBezTo>
                  <a:cubicBezTo>
                    <a:pt x="182" y="76"/>
                    <a:pt x="182" y="77"/>
                    <a:pt x="181" y="78"/>
                  </a:cubicBezTo>
                  <a:cubicBezTo>
                    <a:pt x="181" y="78"/>
                    <a:pt x="181" y="79"/>
                    <a:pt x="181" y="80"/>
                  </a:cubicBezTo>
                  <a:cubicBezTo>
                    <a:pt x="190" y="111"/>
                    <a:pt x="252" y="134"/>
                    <a:pt x="278" y="149"/>
                  </a:cubicBezTo>
                  <a:cubicBezTo>
                    <a:pt x="302" y="166"/>
                    <a:pt x="325" y="183"/>
                    <a:pt x="347" y="202"/>
                  </a:cubicBezTo>
                  <a:cubicBezTo>
                    <a:pt x="361" y="213"/>
                    <a:pt x="373" y="232"/>
                    <a:pt x="391" y="237"/>
                  </a:cubicBezTo>
                  <a:cubicBezTo>
                    <a:pt x="394" y="237"/>
                    <a:pt x="399" y="234"/>
                    <a:pt x="395" y="230"/>
                  </a:cubicBezTo>
                  <a:cubicBezTo>
                    <a:pt x="381" y="213"/>
                    <a:pt x="366" y="196"/>
                    <a:pt x="350" y="181"/>
                  </a:cubicBezTo>
                  <a:cubicBezTo>
                    <a:pt x="329" y="165"/>
                    <a:pt x="311" y="147"/>
                    <a:pt x="288" y="133"/>
                  </a:cubicBezTo>
                  <a:cubicBezTo>
                    <a:pt x="265" y="119"/>
                    <a:pt x="244" y="109"/>
                    <a:pt x="223" y="97"/>
                  </a:cubicBezTo>
                  <a:cubicBezTo>
                    <a:pt x="214" y="92"/>
                    <a:pt x="205" y="87"/>
                    <a:pt x="196" y="82"/>
                  </a:cubicBezTo>
                  <a:lnTo>
                    <a:pt x="223" y="80"/>
                  </a:lnTo>
                  <a:lnTo>
                    <a:pt x="233" y="83"/>
                  </a:lnTo>
                  <a:cubicBezTo>
                    <a:pt x="235" y="86"/>
                    <a:pt x="238" y="88"/>
                    <a:pt x="242" y="90"/>
                  </a:cubicBezTo>
                  <a:cubicBezTo>
                    <a:pt x="251" y="95"/>
                    <a:pt x="263" y="98"/>
                    <a:pt x="274" y="98"/>
                  </a:cubicBezTo>
                  <a:cubicBezTo>
                    <a:pt x="277" y="98"/>
                    <a:pt x="279" y="93"/>
                    <a:pt x="275" y="92"/>
                  </a:cubicBezTo>
                  <a:cubicBezTo>
                    <a:pt x="235" y="80"/>
                    <a:pt x="213" y="34"/>
                    <a:pt x="171" y="21"/>
                  </a:cubicBezTo>
                  <a:cubicBezTo>
                    <a:pt x="130" y="7"/>
                    <a:pt x="88" y="0"/>
                    <a:pt x="45" y="0"/>
                  </a:cubicBezTo>
                  <a:cubicBezTo>
                    <a:pt x="31" y="0"/>
                    <a:pt x="17" y="1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2"/>
            <p:cNvSpPr/>
            <p:nvPr/>
          </p:nvSpPr>
          <p:spPr>
            <a:xfrm>
              <a:off x="9049320" y="3657600"/>
              <a:ext cx="107280" cy="73440"/>
            </a:xfrm>
            <a:custGeom>
              <a:avLst/>
              <a:gdLst/>
              <a:ahLst/>
              <a:cxnLst/>
              <a:rect l="l" t="t" r="r" b="b"/>
              <a:pathLst>
                <a:path w="298" h="204" extrusionOk="0">
                  <a:moveTo>
                    <a:pt x="199" y="105"/>
                  </a:moveTo>
                  <a:cubicBezTo>
                    <a:pt x="208" y="116"/>
                    <a:pt x="217" y="128"/>
                    <a:pt x="225" y="139"/>
                  </a:cubicBezTo>
                  <a:cubicBezTo>
                    <a:pt x="244" y="162"/>
                    <a:pt x="266" y="183"/>
                    <a:pt x="289" y="201"/>
                  </a:cubicBezTo>
                  <a:cubicBezTo>
                    <a:pt x="292" y="203"/>
                    <a:pt x="297" y="201"/>
                    <a:pt x="295" y="196"/>
                  </a:cubicBezTo>
                  <a:cubicBezTo>
                    <a:pt x="273" y="162"/>
                    <a:pt x="242" y="140"/>
                    <a:pt x="216" y="109"/>
                  </a:cubicBezTo>
                  <a:cubicBezTo>
                    <a:pt x="204" y="94"/>
                    <a:pt x="189" y="81"/>
                    <a:pt x="173" y="71"/>
                  </a:cubicBezTo>
                  <a:cubicBezTo>
                    <a:pt x="167" y="68"/>
                    <a:pt x="161" y="65"/>
                    <a:pt x="155" y="62"/>
                  </a:cubicBezTo>
                  <a:cubicBezTo>
                    <a:pt x="109" y="43"/>
                    <a:pt x="41" y="31"/>
                    <a:pt x="2" y="0"/>
                  </a:cubicBezTo>
                  <a:lnTo>
                    <a:pt x="1" y="0"/>
                  </a:lnTo>
                  <a:cubicBezTo>
                    <a:pt x="0" y="0"/>
                    <a:pt x="0" y="1"/>
                    <a:pt x="0" y="1"/>
                  </a:cubicBezTo>
                  <a:lnTo>
                    <a:pt x="0" y="2"/>
                  </a:lnTo>
                  <a:lnTo>
                    <a:pt x="0" y="3"/>
                  </a:lnTo>
                  <a:cubicBezTo>
                    <a:pt x="30" y="30"/>
                    <a:pt x="81" y="46"/>
                    <a:pt x="118" y="60"/>
                  </a:cubicBezTo>
                  <a:cubicBezTo>
                    <a:pt x="151" y="73"/>
                    <a:pt x="175" y="77"/>
                    <a:pt x="199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2"/>
            <p:cNvSpPr/>
            <p:nvPr/>
          </p:nvSpPr>
          <p:spPr>
            <a:xfrm>
              <a:off x="9074160" y="3694680"/>
              <a:ext cx="93240" cy="62280"/>
            </a:xfrm>
            <a:custGeom>
              <a:avLst/>
              <a:gdLst/>
              <a:ahLst/>
              <a:cxnLst/>
              <a:rect l="l" t="t" r="r" b="b"/>
              <a:pathLst>
                <a:path w="259" h="173" extrusionOk="0">
                  <a:moveTo>
                    <a:pt x="1" y="4"/>
                  </a:moveTo>
                  <a:cubicBezTo>
                    <a:pt x="34" y="12"/>
                    <a:pt x="67" y="24"/>
                    <a:pt x="97" y="42"/>
                  </a:cubicBezTo>
                  <a:cubicBezTo>
                    <a:pt x="108" y="48"/>
                    <a:pt x="119" y="55"/>
                    <a:pt x="129" y="63"/>
                  </a:cubicBezTo>
                  <a:cubicBezTo>
                    <a:pt x="173" y="92"/>
                    <a:pt x="214" y="128"/>
                    <a:pt x="249" y="168"/>
                  </a:cubicBezTo>
                  <a:cubicBezTo>
                    <a:pt x="253" y="172"/>
                    <a:pt x="258" y="166"/>
                    <a:pt x="256" y="162"/>
                  </a:cubicBezTo>
                  <a:cubicBezTo>
                    <a:pt x="248" y="145"/>
                    <a:pt x="234" y="138"/>
                    <a:pt x="221" y="124"/>
                  </a:cubicBezTo>
                  <a:cubicBezTo>
                    <a:pt x="203" y="104"/>
                    <a:pt x="182" y="86"/>
                    <a:pt x="158" y="72"/>
                  </a:cubicBezTo>
                  <a:cubicBezTo>
                    <a:pt x="112" y="41"/>
                    <a:pt x="59" y="5"/>
                    <a:pt x="1" y="0"/>
                  </a:cubicBezTo>
                  <a:cubicBezTo>
                    <a:pt x="0" y="0"/>
                    <a:pt x="0" y="4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2"/>
            <p:cNvSpPr/>
            <p:nvPr/>
          </p:nvSpPr>
          <p:spPr>
            <a:xfrm>
              <a:off x="9066960" y="3605040"/>
              <a:ext cx="222840" cy="122040"/>
            </a:xfrm>
            <a:custGeom>
              <a:avLst/>
              <a:gdLst/>
              <a:ahLst/>
              <a:cxnLst/>
              <a:rect l="l" t="t" r="r" b="b"/>
              <a:pathLst>
                <a:path w="619" h="339" extrusionOk="0">
                  <a:moveTo>
                    <a:pt x="2" y="3"/>
                  </a:moveTo>
                  <a:cubicBezTo>
                    <a:pt x="1" y="3"/>
                    <a:pt x="1" y="3"/>
                    <a:pt x="1" y="3"/>
                  </a:cubicBezTo>
                  <a:lnTo>
                    <a:pt x="0" y="3"/>
                  </a:lnTo>
                  <a:cubicBezTo>
                    <a:pt x="0" y="4"/>
                    <a:pt x="0" y="4"/>
                    <a:pt x="0" y="4"/>
                  </a:cubicBezTo>
                  <a:lnTo>
                    <a:pt x="0" y="5"/>
                  </a:lnTo>
                  <a:cubicBezTo>
                    <a:pt x="0" y="5"/>
                    <a:pt x="1" y="5"/>
                    <a:pt x="1" y="6"/>
                  </a:cubicBezTo>
                  <a:lnTo>
                    <a:pt x="2" y="6"/>
                  </a:lnTo>
                  <a:cubicBezTo>
                    <a:pt x="50" y="10"/>
                    <a:pt x="105" y="8"/>
                    <a:pt x="152" y="24"/>
                  </a:cubicBezTo>
                  <a:cubicBezTo>
                    <a:pt x="182" y="37"/>
                    <a:pt x="211" y="50"/>
                    <a:pt x="239" y="66"/>
                  </a:cubicBezTo>
                  <a:cubicBezTo>
                    <a:pt x="271" y="81"/>
                    <a:pt x="305" y="89"/>
                    <a:pt x="336" y="108"/>
                  </a:cubicBezTo>
                  <a:cubicBezTo>
                    <a:pt x="385" y="139"/>
                    <a:pt x="432" y="173"/>
                    <a:pt x="483" y="203"/>
                  </a:cubicBezTo>
                  <a:cubicBezTo>
                    <a:pt x="533" y="232"/>
                    <a:pt x="569" y="298"/>
                    <a:pt x="614" y="337"/>
                  </a:cubicBezTo>
                  <a:lnTo>
                    <a:pt x="615" y="337"/>
                  </a:lnTo>
                  <a:cubicBezTo>
                    <a:pt x="615" y="337"/>
                    <a:pt x="615" y="338"/>
                    <a:pt x="616" y="338"/>
                  </a:cubicBezTo>
                  <a:cubicBezTo>
                    <a:pt x="616" y="338"/>
                    <a:pt x="616" y="337"/>
                    <a:pt x="617" y="337"/>
                  </a:cubicBezTo>
                  <a:lnTo>
                    <a:pt x="618" y="336"/>
                  </a:lnTo>
                  <a:lnTo>
                    <a:pt x="618" y="335"/>
                  </a:lnTo>
                  <a:lnTo>
                    <a:pt x="618" y="334"/>
                  </a:lnTo>
                  <a:lnTo>
                    <a:pt x="617" y="334"/>
                  </a:lnTo>
                  <a:cubicBezTo>
                    <a:pt x="582" y="289"/>
                    <a:pt x="545" y="235"/>
                    <a:pt x="498" y="201"/>
                  </a:cubicBezTo>
                  <a:cubicBezTo>
                    <a:pt x="454" y="170"/>
                    <a:pt x="411" y="139"/>
                    <a:pt x="366" y="111"/>
                  </a:cubicBezTo>
                  <a:cubicBezTo>
                    <a:pt x="312" y="81"/>
                    <a:pt x="257" y="56"/>
                    <a:pt x="199" y="34"/>
                  </a:cubicBezTo>
                  <a:cubicBezTo>
                    <a:pt x="151" y="12"/>
                    <a:pt x="98" y="0"/>
                    <a:pt x="44" y="0"/>
                  </a:cubicBezTo>
                  <a:cubicBezTo>
                    <a:pt x="30" y="0"/>
                    <a:pt x="16" y="1"/>
                    <a:pt x="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2"/>
            <p:cNvSpPr/>
            <p:nvPr/>
          </p:nvSpPr>
          <p:spPr>
            <a:xfrm>
              <a:off x="9063000" y="3611520"/>
              <a:ext cx="142560" cy="107280"/>
            </a:xfrm>
            <a:custGeom>
              <a:avLst/>
              <a:gdLst/>
              <a:ahLst/>
              <a:cxnLst/>
              <a:rect l="l" t="t" r="r" b="b"/>
              <a:pathLst>
                <a:path w="396" h="298" extrusionOk="0">
                  <a:moveTo>
                    <a:pt x="1" y="4"/>
                  </a:moveTo>
                  <a:cubicBezTo>
                    <a:pt x="27" y="58"/>
                    <a:pt x="93" y="72"/>
                    <a:pt x="131" y="115"/>
                  </a:cubicBezTo>
                  <a:cubicBezTo>
                    <a:pt x="148" y="133"/>
                    <a:pt x="193" y="160"/>
                    <a:pt x="218" y="152"/>
                  </a:cubicBezTo>
                  <a:cubicBezTo>
                    <a:pt x="219" y="152"/>
                    <a:pt x="219" y="152"/>
                    <a:pt x="219" y="152"/>
                  </a:cubicBezTo>
                  <a:cubicBezTo>
                    <a:pt x="220" y="152"/>
                    <a:pt x="221" y="151"/>
                    <a:pt x="221" y="150"/>
                  </a:cubicBezTo>
                  <a:cubicBezTo>
                    <a:pt x="221" y="149"/>
                    <a:pt x="222" y="148"/>
                    <a:pt x="222" y="148"/>
                  </a:cubicBezTo>
                  <a:cubicBezTo>
                    <a:pt x="222" y="147"/>
                    <a:pt x="222" y="147"/>
                    <a:pt x="222" y="147"/>
                  </a:cubicBezTo>
                  <a:cubicBezTo>
                    <a:pt x="222" y="134"/>
                    <a:pt x="209" y="127"/>
                    <a:pt x="209" y="113"/>
                  </a:cubicBezTo>
                  <a:cubicBezTo>
                    <a:pt x="209" y="112"/>
                    <a:pt x="210" y="111"/>
                    <a:pt x="210" y="110"/>
                  </a:cubicBezTo>
                  <a:cubicBezTo>
                    <a:pt x="210" y="108"/>
                    <a:pt x="209" y="106"/>
                    <a:pt x="208" y="103"/>
                  </a:cubicBezTo>
                  <a:cubicBezTo>
                    <a:pt x="215" y="115"/>
                    <a:pt x="225" y="124"/>
                    <a:pt x="235" y="132"/>
                  </a:cubicBezTo>
                  <a:cubicBezTo>
                    <a:pt x="266" y="158"/>
                    <a:pt x="295" y="186"/>
                    <a:pt x="322" y="215"/>
                  </a:cubicBezTo>
                  <a:cubicBezTo>
                    <a:pt x="343" y="238"/>
                    <a:pt x="377" y="264"/>
                    <a:pt x="388" y="294"/>
                  </a:cubicBezTo>
                  <a:cubicBezTo>
                    <a:pt x="390" y="297"/>
                    <a:pt x="395" y="297"/>
                    <a:pt x="395" y="294"/>
                  </a:cubicBezTo>
                  <a:cubicBezTo>
                    <a:pt x="392" y="264"/>
                    <a:pt x="365" y="243"/>
                    <a:pt x="346" y="220"/>
                  </a:cubicBezTo>
                  <a:cubicBezTo>
                    <a:pt x="306" y="169"/>
                    <a:pt x="257" y="125"/>
                    <a:pt x="202" y="90"/>
                  </a:cubicBezTo>
                  <a:cubicBezTo>
                    <a:pt x="198" y="88"/>
                    <a:pt x="193" y="93"/>
                    <a:pt x="195" y="97"/>
                  </a:cubicBezTo>
                  <a:cubicBezTo>
                    <a:pt x="201" y="108"/>
                    <a:pt x="198" y="119"/>
                    <a:pt x="203" y="131"/>
                  </a:cubicBezTo>
                  <a:cubicBezTo>
                    <a:pt x="216" y="160"/>
                    <a:pt x="133" y="102"/>
                    <a:pt x="130" y="99"/>
                  </a:cubicBezTo>
                  <a:cubicBezTo>
                    <a:pt x="94" y="58"/>
                    <a:pt x="39" y="45"/>
                    <a:pt x="5" y="3"/>
                  </a:cubicBezTo>
                  <a:cubicBezTo>
                    <a:pt x="3" y="0"/>
                    <a:pt x="0" y="2"/>
                    <a:pt x="1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2"/>
            <p:cNvSpPr/>
            <p:nvPr/>
          </p:nvSpPr>
          <p:spPr>
            <a:xfrm>
              <a:off x="9160920" y="3600720"/>
              <a:ext cx="140400" cy="96120"/>
            </a:xfrm>
            <a:custGeom>
              <a:avLst/>
              <a:gdLst/>
              <a:ahLst/>
              <a:cxnLst/>
              <a:rect l="l" t="t" r="r" b="b"/>
              <a:pathLst>
                <a:path w="390" h="267" extrusionOk="0">
                  <a:moveTo>
                    <a:pt x="259" y="138"/>
                  </a:moveTo>
                  <a:cubicBezTo>
                    <a:pt x="232" y="106"/>
                    <a:pt x="197" y="57"/>
                    <a:pt x="157" y="41"/>
                  </a:cubicBezTo>
                  <a:cubicBezTo>
                    <a:pt x="131" y="31"/>
                    <a:pt x="118" y="17"/>
                    <a:pt x="90" y="13"/>
                  </a:cubicBezTo>
                  <a:cubicBezTo>
                    <a:pt x="62" y="8"/>
                    <a:pt x="32" y="3"/>
                    <a:pt x="1" y="0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1" y="4"/>
                    <a:pt x="1" y="4"/>
                  </a:cubicBezTo>
                  <a:cubicBezTo>
                    <a:pt x="41" y="13"/>
                    <a:pt x="100" y="11"/>
                    <a:pt x="131" y="41"/>
                  </a:cubicBezTo>
                  <a:cubicBezTo>
                    <a:pt x="148" y="58"/>
                    <a:pt x="175" y="66"/>
                    <a:pt x="193" y="83"/>
                  </a:cubicBezTo>
                  <a:cubicBezTo>
                    <a:pt x="213" y="104"/>
                    <a:pt x="233" y="123"/>
                    <a:pt x="255" y="141"/>
                  </a:cubicBezTo>
                  <a:cubicBezTo>
                    <a:pt x="231" y="127"/>
                    <a:pt x="204" y="116"/>
                    <a:pt x="177" y="107"/>
                  </a:cubicBezTo>
                  <a:cubicBezTo>
                    <a:pt x="151" y="96"/>
                    <a:pt x="124" y="88"/>
                    <a:pt x="96" y="83"/>
                  </a:cubicBezTo>
                  <a:cubicBezTo>
                    <a:pt x="95" y="83"/>
                    <a:pt x="95" y="82"/>
                    <a:pt x="94" y="83"/>
                  </a:cubicBezTo>
                  <a:cubicBezTo>
                    <a:pt x="93" y="84"/>
                    <a:pt x="93" y="84"/>
                    <a:pt x="93" y="85"/>
                  </a:cubicBezTo>
                  <a:lnTo>
                    <a:pt x="93" y="86"/>
                  </a:lnTo>
                  <a:cubicBezTo>
                    <a:pt x="93" y="87"/>
                    <a:pt x="93" y="87"/>
                    <a:pt x="93" y="87"/>
                  </a:cubicBezTo>
                  <a:cubicBezTo>
                    <a:pt x="93" y="88"/>
                    <a:pt x="93" y="88"/>
                    <a:pt x="94" y="89"/>
                  </a:cubicBezTo>
                  <a:cubicBezTo>
                    <a:pt x="95" y="90"/>
                    <a:pt x="95" y="89"/>
                    <a:pt x="96" y="89"/>
                  </a:cubicBezTo>
                  <a:cubicBezTo>
                    <a:pt x="117" y="94"/>
                    <a:pt x="137" y="102"/>
                    <a:pt x="157" y="112"/>
                  </a:cubicBezTo>
                  <a:cubicBezTo>
                    <a:pt x="191" y="123"/>
                    <a:pt x="225" y="138"/>
                    <a:pt x="257" y="155"/>
                  </a:cubicBezTo>
                  <a:cubicBezTo>
                    <a:pt x="261" y="158"/>
                    <a:pt x="266" y="160"/>
                    <a:pt x="270" y="163"/>
                  </a:cubicBezTo>
                  <a:cubicBezTo>
                    <a:pt x="290" y="174"/>
                    <a:pt x="310" y="188"/>
                    <a:pt x="328" y="203"/>
                  </a:cubicBezTo>
                  <a:cubicBezTo>
                    <a:pt x="331" y="206"/>
                    <a:pt x="378" y="262"/>
                    <a:pt x="380" y="262"/>
                  </a:cubicBezTo>
                  <a:cubicBezTo>
                    <a:pt x="378" y="263"/>
                    <a:pt x="380" y="266"/>
                    <a:pt x="381" y="266"/>
                  </a:cubicBezTo>
                  <a:lnTo>
                    <a:pt x="385" y="266"/>
                  </a:lnTo>
                  <a:lnTo>
                    <a:pt x="386" y="266"/>
                  </a:lnTo>
                  <a:cubicBezTo>
                    <a:pt x="386" y="266"/>
                    <a:pt x="387" y="266"/>
                    <a:pt x="388" y="265"/>
                  </a:cubicBezTo>
                  <a:cubicBezTo>
                    <a:pt x="388" y="265"/>
                    <a:pt x="389" y="265"/>
                    <a:pt x="389" y="264"/>
                  </a:cubicBezTo>
                  <a:cubicBezTo>
                    <a:pt x="389" y="263"/>
                    <a:pt x="389" y="263"/>
                    <a:pt x="389" y="262"/>
                  </a:cubicBezTo>
                  <a:cubicBezTo>
                    <a:pt x="389" y="261"/>
                    <a:pt x="389" y="261"/>
                    <a:pt x="389" y="260"/>
                  </a:cubicBezTo>
                  <a:cubicBezTo>
                    <a:pt x="360" y="207"/>
                    <a:pt x="312" y="175"/>
                    <a:pt x="263" y="145"/>
                  </a:cubicBezTo>
                  <a:lnTo>
                    <a:pt x="258" y="142"/>
                  </a:lnTo>
                  <a:cubicBezTo>
                    <a:pt x="259" y="142"/>
                    <a:pt x="259" y="142"/>
                    <a:pt x="259" y="141"/>
                  </a:cubicBezTo>
                  <a:lnTo>
                    <a:pt x="259" y="140"/>
                  </a:lnTo>
                  <a:lnTo>
                    <a:pt x="259" y="139"/>
                  </a:lnTo>
                  <a:lnTo>
                    <a:pt x="259" y="13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2"/>
            <p:cNvSpPr/>
            <p:nvPr/>
          </p:nvSpPr>
          <p:spPr>
            <a:xfrm>
              <a:off x="9283320" y="3689640"/>
              <a:ext cx="62280" cy="129960"/>
            </a:xfrm>
            <a:custGeom>
              <a:avLst/>
              <a:gdLst/>
              <a:ahLst/>
              <a:cxnLst/>
              <a:rect l="l" t="t" r="r" b="b"/>
              <a:pathLst>
                <a:path w="173" h="361" extrusionOk="0">
                  <a:moveTo>
                    <a:pt x="46" y="36"/>
                  </a:moveTo>
                  <a:cubicBezTo>
                    <a:pt x="35" y="24"/>
                    <a:pt x="20" y="17"/>
                    <a:pt x="9" y="4"/>
                  </a:cubicBezTo>
                  <a:cubicBezTo>
                    <a:pt x="5" y="0"/>
                    <a:pt x="0" y="4"/>
                    <a:pt x="2" y="9"/>
                  </a:cubicBezTo>
                  <a:cubicBezTo>
                    <a:pt x="11" y="30"/>
                    <a:pt x="33" y="41"/>
                    <a:pt x="44" y="63"/>
                  </a:cubicBezTo>
                  <a:cubicBezTo>
                    <a:pt x="58" y="94"/>
                    <a:pt x="79" y="122"/>
                    <a:pt x="93" y="154"/>
                  </a:cubicBezTo>
                  <a:cubicBezTo>
                    <a:pt x="124" y="219"/>
                    <a:pt x="141" y="289"/>
                    <a:pt x="164" y="357"/>
                  </a:cubicBezTo>
                  <a:cubicBezTo>
                    <a:pt x="164" y="358"/>
                    <a:pt x="164" y="358"/>
                    <a:pt x="164" y="358"/>
                  </a:cubicBezTo>
                  <a:cubicBezTo>
                    <a:pt x="165" y="359"/>
                    <a:pt x="166" y="358"/>
                    <a:pt x="166" y="359"/>
                  </a:cubicBezTo>
                  <a:cubicBezTo>
                    <a:pt x="167" y="359"/>
                    <a:pt x="167" y="360"/>
                    <a:pt x="168" y="360"/>
                  </a:cubicBezTo>
                  <a:cubicBezTo>
                    <a:pt x="169" y="360"/>
                    <a:pt x="169" y="360"/>
                    <a:pt x="170" y="359"/>
                  </a:cubicBezTo>
                  <a:cubicBezTo>
                    <a:pt x="170" y="359"/>
                    <a:pt x="171" y="359"/>
                    <a:pt x="171" y="358"/>
                  </a:cubicBezTo>
                  <a:cubicBezTo>
                    <a:pt x="171" y="358"/>
                    <a:pt x="172" y="358"/>
                    <a:pt x="172" y="357"/>
                  </a:cubicBezTo>
                  <a:cubicBezTo>
                    <a:pt x="171" y="330"/>
                    <a:pt x="165" y="304"/>
                    <a:pt x="156" y="279"/>
                  </a:cubicBezTo>
                  <a:cubicBezTo>
                    <a:pt x="145" y="238"/>
                    <a:pt x="132" y="198"/>
                    <a:pt x="117" y="160"/>
                  </a:cubicBezTo>
                  <a:cubicBezTo>
                    <a:pt x="108" y="139"/>
                    <a:pt x="98" y="117"/>
                    <a:pt x="86" y="98"/>
                  </a:cubicBezTo>
                  <a:cubicBezTo>
                    <a:pt x="83" y="91"/>
                    <a:pt x="78" y="85"/>
                    <a:pt x="74" y="79"/>
                  </a:cubicBezTo>
                  <a:cubicBezTo>
                    <a:pt x="73" y="77"/>
                    <a:pt x="73" y="74"/>
                    <a:pt x="71" y="72"/>
                  </a:cubicBezTo>
                  <a:cubicBezTo>
                    <a:pt x="64" y="59"/>
                    <a:pt x="55" y="48"/>
                    <a:pt x="46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2"/>
            <p:cNvSpPr/>
            <p:nvPr/>
          </p:nvSpPr>
          <p:spPr>
            <a:xfrm>
              <a:off x="9109800" y="3479040"/>
              <a:ext cx="431640" cy="399600"/>
            </a:xfrm>
            <a:custGeom>
              <a:avLst/>
              <a:gdLst/>
              <a:ahLst/>
              <a:cxnLst/>
              <a:rect l="l" t="t" r="r" b="b"/>
              <a:pathLst>
                <a:path w="1199" h="1110" extrusionOk="0">
                  <a:moveTo>
                    <a:pt x="1044" y="670"/>
                  </a:moveTo>
                  <a:cubicBezTo>
                    <a:pt x="985" y="532"/>
                    <a:pt x="878" y="414"/>
                    <a:pt x="771" y="313"/>
                  </a:cubicBezTo>
                  <a:cubicBezTo>
                    <a:pt x="746" y="287"/>
                    <a:pt x="718" y="263"/>
                    <a:pt x="689" y="241"/>
                  </a:cubicBezTo>
                  <a:cubicBezTo>
                    <a:pt x="661" y="220"/>
                    <a:pt x="630" y="201"/>
                    <a:pt x="601" y="183"/>
                  </a:cubicBezTo>
                  <a:cubicBezTo>
                    <a:pt x="570" y="168"/>
                    <a:pt x="537" y="158"/>
                    <a:pt x="503" y="153"/>
                  </a:cubicBezTo>
                  <a:cubicBezTo>
                    <a:pt x="459" y="144"/>
                    <a:pt x="415" y="133"/>
                    <a:pt x="371" y="124"/>
                  </a:cubicBezTo>
                  <a:cubicBezTo>
                    <a:pt x="335" y="119"/>
                    <a:pt x="299" y="116"/>
                    <a:pt x="262" y="116"/>
                  </a:cubicBezTo>
                  <a:cubicBezTo>
                    <a:pt x="259" y="116"/>
                    <a:pt x="256" y="116"/>
                    <a:pt x="253" y="116"/>
                  </a:cubicBezTo>
                  <a:cubicBezTo>
                    <a:pt x="287" y="99"/>
                    <a:pt x="319" y="78"/>
                    <a:pt x="351" y="60"/>
                  </a:cubicBezTo>
                  <a:cubicBezTo>
                    <a:pt x="380" y="45"/>
                    <a:pt x="411" y="34"/>
                    <a:pt x="443" y="27"/>
                  </a:cubicBezTo>
                  <a:cubicBezTo>
                    <a:pt x="459" y="23"/>
                    <a:pt x="480" y="22"/>
                    <a:pt x="494" y="17"/>
                  </a:cubicBezTo>
                  <a:cubicBezTo>
                    <a:pt x="510" y="13"/>
                    <a:pt x="527" y="11"/>
                    <a:pt x="545" y="11"/>
                  </a:cubicBezTo>
                  <a:cubicBezTo>
                    <a:pt x="552" y="11"/>
                    <a:pt x="559" y="11"/>
                    <a:pt x="567" y="12"/>
                  </a:cubicBezTo>
                  <a:cubicBezTo>
                    <a:pt x="593" y="15"/>
                    <a:pt x="618" y="20"/>
                    <a:pt x="644" y="26"/>
                  </a:cubicBezTo>
                  <a:cubicBezTo>
                    <a:pt x="683" y="31"/>
                    <a:pt x="748" y="54"/>
                    <a:pt x="773" y="86"/>
                  </a:cubicBezTo>
                  <a:cubicBezTo>
                    <a:pt x="774" y="87"/>
                    <a:pt x="774" y="87"/>
                    <a:pt x="775" y="88"/>
                  </a:cubicBezTo>
                  <a:lnTo>
                    <a:pt x="776" y="88"/>
                  </a:lnTo>
                  <a:cubicBezTo>
                    <a:pt x="777" y="88"/>
                    <a:pt x="778" y="88"/>
                    <a:pt x="778" y="88"/>
                  </a:cubicBezTo>
                  <a:cubicBezTo>
                    <a:pt x="779" y="87"/>
                    <a:pt x="779" y="87"/>
                    <a:pt x="779" y="86"/>
                  </a:cubicBezTo>
                  <a:cubicBezTo>
                    <a:pt x="780" y="85"/>
                    <a:pt x="780" y="85"/>
                    <a:pt x="780" y="85"/>
                  </a:cubicBezTo>
                  <a:cubicBezTo>
                    <a:pt x="780" y="84"/>
                    <a:pt x="780" y="83"/>
                    <a:pt x="779" y="83"/>
                  </a:cubicBezTo>
                  <a:cubicBezTo>
                    <a:pt x="764" y="50"/>
                    <a:pt x="725" y="40"/>
                    <a:pt x="695" y="27"/>
                  </a:cubicBezTo>
                  <a:cubicBezTo>
                    <a:pt x="654" y="9"/>
                    <a:pt x="610" y="0"/>
                    <a:pt x="566" y="0"/>
                  </a:cubicBezTo>
                  <a:cubicBezTo>
                    <a:pt x="518" y="0"/>
                    <a:pt x="471" y="6"/>
                    <a:pt x="424" y="18"/>
                  </a:cubicBezTo>
                  <a:cubicBezTo>
                    <a:pt x="357" y="34"/>
                    <a:pt x="303" y="71"/>
                    <a:pt x="250" y="112"/>
                  </a:cubicBezTo>
                  <a:cubicBezTo>
                    <a:pt x="249" y="112"/>
                    <a:pt x="249" y="113"/>
                    <a:pt x="249" y="113"/>
                  </a:cubicBezTo>
                  <a:lnTo>
                    <a:pt x="248" y="114"/>
                  </a:lnTo>
                  <a:cubicBezTo>
                    <a:pt x="248" y="115"/>
                    <a:pt x="249" y="115"/>
                    <a:pt x="249" y="115"/>
                  </a:cubicBezTo>
                  <a:cubicBezTo>
                    <a:pt x="249" y="116"/>
                    <a:pt x="249" y="116"/>
                    <a:pt x="250" y="116"/>
                  </a:cubicBezTo>
                  <a:lnTo>
                    <a:pt x="244" y="116"/>
                  </a:lnTo>
                  <a:cubicBezTo>
                    <a:pt x="235" y="115"/>
                    <a:pt x="226" y="115"/>
                    <a:pt x="217" y="115"/>
                  </a:cubicBezTo>
                  <a:cubicBezTo>
                    <a:pt x="191" y="115"/>
                    <a:pt x="165" y="119"/>
                    <a:pt x="140" y="126"/>
                  </a:cubicBezTo>
                  <a:cubicBezTo>
                    <a:pt x="126" y="133"/>
                    <a:pt x="113" y="139"/>
                    <a:pt x="100" y="147"/>
                  </a:cubicBezTo>
                  <a:cubicBezTo>
                    <a:pt x="85" y="156"/>
                    <a:pt x="71" y="165"/>
                    <a:pt x="56" y="175"/>
                  </a:cubicBezTo>
                  <a:cubicBezTo>
                    <a:pt x="35" y="189"/>
                    <a:pt x="14" y="197"/>
                    <a:pt x="2" y="221"/>
                  </a:cubicBezTo>
                  <a:cubicBezTo>
                    <a:pt x="0" y="224"/>
                    <a:pt x="6" y="228"/>
                    <a:pt x="8" y="224"/>
                  </a:cubicBezTo>
                  <a:cubicBezTo>
                    <a:pt x="24" y="195"/>
                    <a:pt x="69" y="179"/>
                    <a:pt x="98" y="164"/>
                  </a:cubicBezTo>
                  <a:cubicBezTo>
                    <a:pt x="132" y="144"/>
                    <a:pt x="170" y="134"/>
                    <a:pt x="209" y="133"/>
                  </a:cubicBezTo>
                  <a:cubicBezTo>
                    <a:pt x="214" y="133"/>
                    <a:pt x="219" y="132"/>
                    <a:pt x="224" y="132"/>
                  </a:cubicBezTo>
                  <a:cubicBezTo>
                    <a:pt x="302" y="132"/>
                    <a:pt x="380" y="142"/>
                    <a:pt x="456" y="159"/>
                  </a:cubicBezTo>
                  <a:cubicBezTo>
                    <a:pt x="531" y="179"/>
                    <a:pt x="602" y="199"/>
                    <a:pt x="666" y="243"/>
                  </a:cubicBezTo>
                  <a:cubicBezTo>
                    <a:pt x="693" y="261"/>
                    <a:pt x="718" y="281"/>
                    <a:pt x="741" y="304"/>
                  </a:cubicBezTo>
                  <a:cubicBezTo>
                    <a:pt x="763" y="329"/>
                    <a:pt x="787" y="353"/>
                    <a:pt x="813" y="374"/>
                  </a:cubicBezTo>
                  <a:cubicBezTo>
                    <a:pt x="829" y="388"/>
                    <a:pt x="844" y="403"/>
                    <a:pt x="856" y="420"/>
                  </a:cubicBezTo>
                  <a:cubicBezTo>
                    <a:pt x="861" y="425"/>
                    <a:pt x="865" y="429"/>
                    <a:pt x="871" y="433"/>
                  </a:cubicBezTo>
                  <a:cubicBezTo>
                    <a:pt x="889" y="451"/>
                    <a:pt x="906" y="471"/>
                    <a:pt x="922" y="492"/>
                  </a:cubicBezTo>
                  <a:cubicBezTo>
                    <a:pt x="949" y="524"/>
                    <a:pt x="974" y="558"/>
                    <a:pt x="994" y="594"/>
                  </a:cubicBezTo>
                  <a:cubicBezTo>
                    <a:pt x="1012" y="624"/>
                    <a:pt x="1026" y="655"/>
                    <a:pt x="1039" y="686"/>
                  </a:cubicBezTo>
                  <a:cubicBezTo>
                    <a:pt x="1065" y="750"/>
                    <a:pt x="1093" y="811"/>
                    <a:pt x="1117" y="876"/>
                  </a:cubicBezTo>
                  <a:cubicBezTo>
                    <a:pt x="1144" y="950"/>
                    <a:pt x="1152" y="1034"/>
                    <a:pt x="1188" y="1104"/>
                  </a:cubicBezTo>
                  <a:cubicBezTo>
                    <a:pt x="1190" y="1109"/>
                    <a:pt x="1198" y="1106"/>
                    <a:pt x="1196" y="1101"/>
                  </a:cubicBezTo>
                  <a:cubicBezTo>
                    <a:pt x="1171" y="1032"/>
                    <a:pt x="1165" y="957"/>
                    <a:pt x="1138" y="888"/>
                  </a:cubicBezTo>
                  <a:cubicBezTo>
                    <a:pt x="1108" y="813"/>
                    <a:pt x="1076" y="743"/>
                    <a:pt x="1044" y="6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2"/>
            <p:cNvSpPr/>
            <p:nvPr/>
          </p:nvSpPr>
          <p:spPr>
            <a:xfrm>
              <a:off x="9045360" y="3341880"/>
              <a:ext cx="531000" cy="924840"/>
            </a:xfrm>
            <a:custGeom>
              <a:avLst/>
              <a:gdLst/>
              <a:ahLst/>
              <a:cxnLst/>
              <a:rect l="l" t="t" r="r" b="b"/>
              <a:pathLst>
                <a:path w="1475" h="2569" extrusionOk="0">
                  <a:moveTo>
                    <a:pt x="1441" y="1361"/>
                  </a:moveTo>
                  <a:cubicBezTo>
                    <a:pt x="1438" y="1340"/>
                    <a:pt x="1431" y="1319"/>
                    <a:pt x="1427" y="1298"/>
                  </a:cubicBezTo>
                  <a:cubicBezTo>
                    <a:pt x="1421" y="1266"/>
                    <a:pt x="1416" y="1235"/>
                    <a:pt x="1409" y="1204"/>
                  </a:cubicBezTo>
                  <a:cubicBezTo>
                    <a:pt x="1403" y="1178"/>
                    <a:pt x="1393" y="1153"/>
                    <a:pt x="1381" y="1130"/>
                  </a:cubicBezTo>
                  <a:cubicBezTo>
                    <a:pt x="1380" y="1126"/>
                    <a:pt x="1378" y="1123"/>
                    <a:pt x="1376" y="1120"/>
                  </a:cubicBezTo>
                  <a:cubicBezTo>
                    <a:pt x="1374" y="1116"/>
                    <a:pt x="1371" y="1111"/>
                    <a:pt x="1368" y="1107"/>
                  </a:cubicBezTo>
                  <a:cubicBezTo>
                    <a:pt x="1343" y="1068"/>
                    <a:pt x="1379" y="1104"/>
                    <a:pt x="1382" y="1092"/>
                  </a:cubicBezTo>
                  <a:lnTo>
                    <a:pt x="1382" y="1094"/>
                  </a:lnTo>
                  <a:cubicBezTo>
                    <a:pt x="1382" y="1094"/>
                    <a:pt x="1381" y="1095"/>
                    <a:pt x="1382" y="1095"/>
                  </a:cubicBezTo>
                  <a:cubicBezTo>
                    <a:pt x="1383" y="1096"/>
                    <a:pt x="1383" y="1097"/>
                    <a:pt x="1384" y="1097"/>
                  </a:cubicBezTo>
                  <a:cubicBezTo>
                    <a:pt x="1385" y="1098"/>
                    <a:pt x="1386" y="1097"/>
                    <a:pt x="1387" y="1097"/>
                  </a:cubicBezTo>
                  <a:cubicBezTo>
                    <a:pt x="1388" y="1097"/>
                    <a:pt x="1389" y="1098"/>
                    <a:pt x="1390" y="1097"/>
                  </a:cubicBezTo>
                  <a:cubicBezTo>
                    <a:pt x="1391" y="1097"/>
                    <a:pt x="1392" y="1095"/>
                    <a:pt x="1392" y="1095"/>
                  </a:cubicBezTo>
                  <a:cubicBezTo>
                    <a:pt x="1393" y="1094"/>
                    <a:pt x="1393" y="1093"/>
                    <a:pt x="1393" y="1092"/>
                  </a:cubicBezTo>
                  <a:lnTo>
                    <a:pt x="1393" y="1083"/>
                  </a:lnTo>
                  <a:cubicBezTo>
                    <a:pt x="1400" y="1112"/>
                    <a:pt x="1410" y="1141"/>
                    <a:pt x="1421" y="1168"/>
                  </a:cubicBezTo>
                  <a:cubicBezTo>
                    <a:pt x="1432" y="1195"/>
                    <a:pt x="1451" y="1217"/>
                    <a:pt x="1462" y="1243"/>
                  </a:cubicBezTo>
                  <a:lnTo>
                    <a:pt x="1462" y="1244"/>
                  </a:lnTo>
                  <a:lnTo>
                    <a:pt x="1463" y="1244"/>
                  </a:lnTo>
                  <a:cubicBezTo>
                    <a:pt x="1463" y="1244"/>
                    <a:pt x="1463" y="1245"/>
                    <a:pt x="1464" y="1244"/>
                  </a:cubicBezTo>
                  <a:cubicBezTo>
                    <a:pt x="1465" y="1244"/>
                    <a:pt x="1464" y="1243"/>
                    <a:pt x="1464" y="1243"/>
                  </a:cubicBezTo>
                  <a:cubicBezTo>
                    <a:pt x="1458" y="1227"/>
                    <a:pt x="1451" y="1212"/>
                    <a:pt x="1443" y="1198"/>
                  </a:cubicBezTo>
                  <a:cubicBezTo>
                    <a:pt x="1419" y="1147"/>
                    <a:pt x="1404" y="1093"/>
                    <a:pt x="1400" y="1037"/>
                  </a:cubicBezTo>
                  <a:cubicBezTo>
                    <a:pt x="1397" y="973"/>
                    <a:pt x="1411" y="914"/>
                    <a:pt x="1404" y="850"/>
                  </a:cubicBezTo>
                  <a:cubicBezTo>
                    <a:pt x="1404" y="849"/>
                    <a:pt x="1404" y="849"/>
                    <a:pt x="1403" y="847"/>
                  </a:cubicBezTo>
                  <a:cubicBezTo>
                    <a:pt x="1402" y="846"/>
                    <a:pt x="1403" y="846"/>
                    <a:pt x="1402" y="845"/>
                  </a:cubicBezTo>
                  <a:cubicBezTo>
                    <a:pt x="1401" y="845"/>
                    <a:pt x="1400" y="845"/>
                    <a:pt x="1399" y="845"/>
                  </a:cubicBezTo>
                  <a:cubicBezTo>
                    <a:pt x="1398" y="845"/>
                    <a:pt x="1397" y="845"/>
                    <a:pt x="1396" y="845"/>
                  </a:cubicBezTo>
                  <a:cubicBezTo>
                    <a:pt x="1395" y="846"/>
                    <a:pt x="1395" y="846"/>
                    <a:pt x="1395" y="847"/>
                  </a:cubicBezTo>
                  <a:cubicBezTo>
                    <a:pt x="1394" y="849"/>
                    <a:pt x="1394" y="849"/>
                    <a:pt x="1394" y="850"/>
                  </a:cubicBezTo>
                  <a:cubicBezTo>
                    <a:pt x="1390" y="884"/>
                    <a:pt x="1398" y="925"/>
                    <a:pt x="1389" y="958"/>
                  </a:cubicBezTo>
                  <a:cubicBezTo>
                    <a:pt x="1387" y="966"/>
                    <a:pt x="1385" y="974"/>
                    <a:pt x="1385" y="983"/>
                  </a:cubicBezTo>
                  <a:cubicBezTo>
                    <a:pt x="1375" y="961"/>
                    <a:pt x="1365" y="940"/>
                    <a:pt x="1353" y="919"/>
                  </a:cubicBezTo>
                  <a:cubicBezTo>
                    <a:pt x="1351" y="917"/>
                    <a:pt x="1350" y="914"/>
                    <a:pt x="1349" y="912"/>
                  </a:cubicBezTo>
                  <a:cubicBezTo>
                    <a:pt x="1349" y="911"/>
                    <a:pt x="1350" y="910"/>
                    <a:pt x="1350" y="909"/>
                  </a:cubicBezTo>
                  <a:cubicBezTo>
                    <a:pt x="1350" y="908"/>
                    <a:pt x="1349" y="907"/>
                    <a:pt x="1349" y="907"/>
                  </a:cubicBezTo>
                  <a:cubicBezTo>
                    <a:pt x="1349" y="906"/>
                    <a:pt x="1349" y="906"/>
                    <a:pt x="1349" y="906"/>
                  </a:cubicBezTo>
                  <a:cubicBezTo>
                    <a:pt x="1346" y="902"/>
                    <a:pt x="1343" y="899"/>
                    <a:pt x="1341" y="895"/>
                  </a:cubicBezTo>
                  <a:cubicBezTo>
                    <a:pt x="1338" y="889"/>
                    <a:pt x="1335" y="883"/>
                    <a:pt x="1333" y="877"/>
                  </a:cubicBezTo>
                  <a:cubicBezTo>
                    <a:pt x="1309" y="814"/>
                    <a:pt x="1311" y="745"/>
                    <a:pt x="1308" y="678"/>
                  </a:cubicBezTo>
                  <a:cubicBezTo>
                    <a:pt x="1307" y="678"/>
                    <a:pt x="1307" y="678"/>
                    <a:pt x="1307" y="678"/>
                  </a:cubicBezTo>
                  <a:cubicBezTo>
                    <a:pt x="1307" y="677"/>
                    <a:pt x="1306" y="677"/>
                    <a:pt x="1306" y="677"/>
                  </a:cubicBezTo>
                  <a:lnTo>
                    <a:pt x="1305" y="678"/>
                  </a:lnTo>
                  <a:cubicBezTo>
                    <a:pt x="1301" y="713"/>
                    <a:pt x="1299" y="749"/>
                    <a:pt x="1299" y="784"/>
                  </a:cubicBezTo>
                  <a:cubicBezTo>
                    <a:pt x="1299" y="786"/>
                    <a:pt x="1299" y="789"/>
                    <a:pt x="1299" y="791"/>
                  </a:cubicBezTo>
                  <a:cubicBezTo>
                    <a:pt x="1284" y="759"/>
                    <a:pt x="1265" y="729"/>
                    <a:pt x="1249" y="697"/>
                  </a:cubicBezTo>
                  <a:cubicBezTo>
                    <a:pt x="1248" y="696"/>
                    <a:pt x="1248" y="696"/>
                    <a:pt x="1248" y="695"/>
                  </a:cubicBezTo>
                  <a:cubicBezTo>
                    <a:pt x="1228" y="660"/>
                    <a:pt x="1214" y="622"/>
                    <a:pt x="1208" y="583"/>
                  </a:cubicBezTo>
                  <a:cubicBezTo>
                    <a:pt x="1208" y="583"/>
                    <a:pt x="1207" y="583"/>
                    <a:pt x="1208" y="582"/>
                  </a:cubicBezTo>
                  <a:cubicBezTo>
                    <a:pt x="1209" y="581"/>
                    <a:pt x="1209" y="580"/>
                    <a:pt x="1209" y="579"/>
                  </a:cubicBezTo>
                  <a:lnTo>
                    <a:pt x="1209" y="578"/>
                  </a:lnTo>
                  <a:cubicBezTo>
                    <a:pt x="1208" y="571"/>
                    <a:pt x="1207" y="564"/>
                    <a:pt x="1206" y="558"/>
                  </a:cubicBezTo>
                  <a:cubicBezTo>
                    <a:pt x="1204" y="523"/>
                    <a:pt x="1206" y="488"/>
                    <a:pt x="1204" y="454"/>
                  </a:cubicBezTo>
                  <a:cubicBezTo>
                    <a:pt x="1204" y="446"/>
                    <a:pt x="1192" y="446"/>
                    <a:pt x="1192" y="454"/>
                  </a:cubicBezTo>
                  <a:cubicBezTo>
                    <a:pt x="1190" y="477"/>
                    <a:pt x="1189" y="500"/>
                    <a:pt x="1189" y="523"/>
                  </a:cubicBezTo>
                  <a:cubicBezTo>
                    <a:pt x="1189" y="534"/>
                    <a:pt x="1189" y="545"/>
                    <a:pt x="1189" y="555"/>
                  </a:cubicBezTo>
                  <a:cubicBezTo>
                    <a:pt x="1177" y="540"/>
                    <a:pt x="1166" y="523"/>
                    <a:pt x="1156" y="506"/>
                  </a:cubicBezTo>
                  <a:cubicBezTo>
                    <a:pt x="1139" y="477"/>
                    <a:pt x="1126" y="446"/>
                    <a:pt x="1117" y="414"/>
                  </a:cubicBezTo>
                  <a:cubicBezTo>
                    <a:pt x="1097" y="362"/>
                    <a:pt x="1082" y="309"/>
                    <a:pt x="1071" y="255"/>
                  </a:cubicBezTo>
                  <a:cubicBezTo>
                    <a:pt x="1071" y="254"/>
                    <a:pt x="1071" y="254"/>
                    <a:pt x="1071" y="254"/>
                  </a:cubicBezTo>
                  <a:lnTo>
                    <a:pt x="1070" y="254"/>
                  </a:lnTo>
                  <a:lnTo>
                    <a:pt x="1069" y="254"/>
                  </a:lnTo>
                  <a:lnTo>
                    <a:pt x="1069" y="255"/>
                  </a:lnTo>
                  <a:cubicBezTo>
                    <a:pt x="1072" y="304"/>
                    <a:pt x="1080" y="352"/>
                    <a:pt x="1093" y="398"/>
                  </a:cubicBezTo>
                  <a:cubicBezTo>
                    <a:pt x="1075" y="383"/>
                    <a:pt x="1057" y="367"/>
                    <a:pt x="1040" y="351"/>
                  </a:cubicBezTo>
                  <a:cubicBezTo>
                    <a:pt x="1034" y="346"/>
                    <a:pt x="1028" y="339"/>
                    <a:pt x="1022" y="333"/>
                  </a:cubicBezTo>
                  <a:lnTo>
                    <a:pt x="1023" y="333"/>
                  </a:lnTo>
                  <a:cubicBezTo>
                    <a:pt x="1024" y="332"/>
                    <a:pt x="1024" y="332"/>
                    <a:pt x="1025" y="331"/>
                  </a:cubicBezTo>
                  <a:cubicBezTo>
                    <a:pt x="1025" y="330"/>
                    <a:pt x="1025" y="330"/>
                    <a:pt x="1025" y="329"/>
                  </a:cubicBezTo>
                  <a:cubicBezTo>
                    <a:pt x="1025" y="328"/>
                    <a:pt x="1026" y="327"/>
                    <a:pt x="1025" y="326"/>
                  </a:cubicBezTo>
                  <a:cubicBezTo>
                    <a:pt x="1024" y="326"/>
                    <a:pt x="1024" y="325"/>
                    <a:pt x="1023" y="325"/>
                  </a:cubicBezTo>
                  <a:cubicBezTo>
                    <a:pt x="1023" y="325"/>
                    <a:pt x="1022" y="325"/>
                    <a:pt x="1022" y="324"/>
                  </a:cubicBezTo>
                  <a:cubicBezTo>
                    <a:pt x="1019" y="323"/>
                    <a:pt x="1015" y="322"/>
                    <a:pt x="1011" y="321"/>
                  </a:cubicBezTo>
                  <a:cubicBezTo>
                    <a:pt x="1003" y="311"/>
                    <a:pt x="995" y="301"/>
                    <a:pt x="987" y="291"/>
                  </a:cubicBezTo>
                  <a:cubicBezTo>
                    <a:pt x="967" y="267"/>
                    <a:pt x="941" y="246"/>
                    <a:pt x="923" y="220"/>
                  </a:cubicBezTo>
                  <a:cubicBezTo>
                    <a:pt x="897" y="180"/>
                    <a:pt x="863" y="145"/>
                    <a:pt x="823" y="118"/>
                  </a:cubicBezTo>
                  <a:cubicBezTo>
                    <a:pt x="815" y="113"/>
                    <a:pt x="808" y="108"/>
                    <a:pt x="800" y="103"/>
                  </a:cubicBezTo>
                  <a:cubicBezTo>
                    <a:pt x="784" y="94"/>
                    <a:pt x="766" y="87"/>
                    <a:pt x="748" y="82"/>
                  </a:cubicBezTo>
                  <a:cubicBezTo>
                    <a:pt x="740" y="80"/>
                    <a:pt x="687" y="73"/>
                    <a:pt x="683" y="63"/>
                  </a:cubicBezTo>
                  <a:lnTo>
                    <a:pt x="683" y="62"/>
                  </a:lnTo>
                  <a:cubicBezTo>
                    <a:pt x="682" y="62"/>
                    <a:pt x="682" y="62"/>
                    <a:pt x="682" y="62"/>
                  </a:cubicBezTo>
                  <a:lnTo>
                    <a:pt x="681" y="62"/>
                  </a:lnTo>
                  <a:cubicBezTo>
                    <a:pt x="681" y="63"/>
                    <a:pt x="681" y="63"/>
                    <a:pt x="681" y="63"/>
                  </a:cubicBezTo>
                  <a:lnTo>
                    <a:pt x="681" y="67"/>
                  </a:lnTo>
                  <a:lnTo>
                    <a:pt x="681" y="68"/>
                  </a:lnTo>
                  <a:lnTo>
                    <a:pt x="682" y="69"/>
                  </a:lnTo>
                  <a:cubicBezTo>
                    <a:pt x="698" y="76"/>
                    <a:pt x="714" y="82"/>
                    <a:pt x="730" y="87"/>
                  </a:cubicBezTo>
                  <a:cubicBezTo>
                    <a:pt x="738" y="89"/>
                    <a:pt x="745" y="92"/>
                    <a:pt x="752" y="94"/>
                  </a:cubicBezTo>
                  <a:cubicBezTo>
                    <a:pt x="726" y="94"/>
                    <a:pt x="702" y="107"/>
                    <a:pt x="677" y="105"/>
                  </a:cubicBezTo>
                  <a:cubicBezTo>
                    <a:pt x="638" y="103"/>
                    <a:pt x="595" y="121"/>
                    <a:pt x="559" y="135"/>
                  </a:cubicBezTo>
                  <a:cubicBezTo>
                    <a:pt x="484" y="165"/>
                    <a:pt x="431" y="220"/>
                    <a:pt x="371" y="273"/>
                  </a:cubicBezTo>
                  <a:cubicBezTo>
                    <a:pt x="316" y="321"/>
                    <a:pt x="263" y="372"/>
                    <a:pt x="214" y="426"/>
                  </a:cubicBezTo>
                  <a:cubicBezTo>
                    <a:pt x="241" y="388"/>
                    <a:pt x="268" y="350"/>
                    <a:pt x="294" y="311"/>
                  </a:cubicBezTo>
                  <a:cubicBezTo>
                    <a:pt x="298" y="305"/>
                    <a:pt x="289" y="301"/>
                    <a:pt x="284" y="304"/>
                  </a:cubicBezTo>
                  <a:cubicBezTo>
                    <a:pt x="261" y="323"/>
                    <a:pt x="241" y="344"/>
                    <a:pt x="223" y="367"/>
                  </a:cubicBezTo>
                  <a:lnTo>
                    <a:pt x="225" y="364"/>
                  </a:lnTo>
                  <a:cubicBezTo>
                    <a:pt x="226" y="363"/>
                    <a:pt x="226" y="362"/>
                    <a:pt x="226" y="361"/>
                  </a:cubicBezTo>
                  <a:cubicBezTo>
                    <a:pt x="226" y="360"/>
                    <a:pt x="226" y="359"/>
                    <a:pt x="225" y="358"/>
                  </a:cubicBezTo>
                  <a:cubicBezTo>
                    <a:pt x="224" y="357"/>
                    <a:pt x="224" y="356"/>
                    <a:pt x="223" y="355"/>
                  </a:cubicBezTo>
                  <a:cubicBezTo>
                    <a:pt x="222" y="355"/>
                    <a:pt x="221" y="355"/>
                    <a:pt x="220" y="355"/>
                  </a:cubicBezTo>
                  <a:cubicBezTo>
                    <a:pt x="219" y="355"/>
                    <a:pt x="218" y="355"/>
                    <a:pt x="217" y="355"/>
                  </a:cubicBezTo>
                  <a:cubicBezTo>
                    <a:pt x="216" y="356"/>
                    <a:pt x="216" y="356"/>
                    <a:pt x="215" y="357"/>
                  </a:cubicBezTo>
                  <a:cubicBezTo>
                    <a:pt x="201" y="371"/>
                    <a:pt x="188" y="388"/>
                    <a:pt x="178" y="405"/>
                  </a:cubicBezTo>
                  <a:cubicBezTo>
                    <a:pt x="174" y="412"/>
                    <a:pt x="171" y="417"/>
                    <a:pt x="168" y="423"/>
                  </a:cubicBezTo>
                  <a:cubicBezTo>
                    <a:pt x="168" y="421"/>
                    <a:pt x="168" y="419"/>
                    <a:pt x="170" y="417"/>
                  </a:cubicBezTo>
                  <a:cubicBezTo>
                    <a:pt x="170" y="416"/>
                    <a:pt x="170" y="415"/>
                    <a:pt x="169" y="414"/>
                  </a:cubicBezTo>
                  <a:cubicBezTo>
                    <a:pt x="168" y="413"/>
                    <a:pt x="168" y="413"/>
                    <a:pt x="167" y="412"/>
                  </a:cubicBezTo>
                  <a:cubicBezTo>
                    <a:pt x="166" y="412"/>
                    <a:pt x="165" y="411"/>
                    <a:pt x="164" y="411"/>
                  </a:cubicBezTo>
                  <a:cubicBezTo>
                    <a:pt x="163" y="411"/>
                    <a:pt x="162" y="411"/>
                    <a:pt x="161" y="412"/>
                  </a:cubicBezTo>
                  <a:cubicBezTo>
                    <a:pt x="161" y="412"/>
                    <a:pt x="160" y="413"/>
                    <a:pt x="160" y="414"/>
                  </a:cubicBezTo>
                  <a:lnTo>
                    <a:pt x="155" y="422"/>
                  </a:lnTo>
                  <a:cubicBezTo>
                    <a:pt x="159" y="386"/>
                    <a:pt x="170" y="352"/>
                    <a:pt x="187" y="320"/>
                  </a:cubicBezTo>
                  <a:lnTo>
                    <a:pt x="189" y="318"/>
                  </a:lnTo>
                  <a:lnTo>
                    <a:pt x="190" y="317"/>
                  </a:lnTo>
                  <a:cubicBezTo>
                    <a:pt x="191" y="316"/>
                    <a:pt x="191" y="315"/>
                    <a:pt x="191" y="315"/>
                  </a:cubicBezTo>
                  <a:cubicBezTo>
                    <a:pt x="191" y="314"/>
                    <a:pt x="191" y="314"/>
                    <a:pt x="191" y="313"/>
                  </a:cubicBezTo>
                  <a:cubicBezTo>
                    <a:pt x="192" y="311"/>
                    <a:pt x="194" y="308"/>
                    <a:pt x="195" y="305"/>
                  </a:cubicBezTo>
                  <a:cubicBezTo>
                    <a:pt x="214" y="274"/>
                    <a:pt x="237" y="245"/>
                    <a:pt x="265" y="222"/>
                  </a:cubicBezTo>
                  <a:cubicBezTo>
                    <a:pt x="263" y="225"/>
                    <a:pt x="261" y="228"/>
                    <a:pt x="259" y="232"/>
                  </a:cubicBezTo>
                  <a:cubicBezTo>
                    <a:pt x="246" y="254"/>
                    <a:pt x="238" y="279"/>
                    <a:pt x="236" y="304"/>
                  </a:cubicBezTo>
                  <a:lnTo>
                    <a:pt x="236" y="305"/>
                  </a:lnTo>
                  <a:lnTo>
                    <a:pt x="237" y="306"/>
                  </a:lnTo>
                  <a:cubicBezTo>
                    <a:pt x="238" y="306"/>
                    <a:pt x="238" y="306"/>
                    <a:pt x="239" y="306"/>
                  </a:cubicBezTo>
                  <a:lnTo>
                    <a:pt x="240" y="306"/>
                  </a:lnTo>
                  <a:cubicBezTo>
                    <a:pt x="241" y="306"/>
                    <a:pt x="241" y="305"/>
                    <a:pt x="241" y="305"/>
                  </a:cubicBezTo>
                  <a:cubicBezTo>
                    <a:pt x="241" y="305"/>
                    <a:pt x="241" y="304"/>
                    <a:pt x="242" y="304"/>
                  </a:cubicBezTo>
                  <a:cubicBezTo>
                    <a:pt x="256" y="236"/>
                    <a:pt x="320" y="177"/>
                    <a:pt x="371" y="132"/>
                  </a:cubicBezTo>
                  <a:cubicBezTo>
                    <a:pt x="390" y="117"/>
                    <a:pt x="410" y="103"/>
                    <a:pt x="432" y="90"/>
                  </a:cubicBezTo>
                  <a:cubicBezTo>
                    <a:pt x="445" y="83"/>
                    <a:pt x="458" y="76"/>
                    <a:pt x="472" y="70"/>
                  </a:cubicBezTo>
                  <a:cubicBezTo>
                    <a:pt x="462" y="80"/>
                    <a:pt x="453" y="91"/>
                    <a:pt x="445" y="104"/>
                  </a:cubicBezTo>
                  <a:cubicBezTo>
                    <a:pt x="440" y="113"/>
                    <a:pt x="436" y="122"/>
                    <a:pt x="433" y="131"/>
                  </a:cubicBezTo>
                  <a:cubicBezTo>
                    <a:pt x="433" y="134"/>
                    <a:pt x="436" y="136"/>
                    <a:pt x="437" y="133"/>
                  </a:cubicBezTo>
                  <a:cubicBezTo>
                    <a:pt x="464" y="72"/>
                    <a:pt x="548" y="30"/>
                    <a:pt x="610" y="32"/>
                  </a:cubicBezTo>
                  <a:cubicBezTo>
                    <a:pt x="630" y="32"/>
                    <a:pt x="650" y="36"/>
                    <a:pt x="669" y="38"/>
                  </a:cubicBezTo>
                  <a:cubicBezTo>
                    <a:pt x="693" y="40"/>
                    <a:pt x="726" y="66"/>
                    <a:pt x="748" y="76"/>
                  </a:cubicBezTo>
                  <a:cubicBezTo>
                    <a:pt x="751" y="77"/>
                    <a:pt x="753" y="73"/>
                    <a:pt x="751" y="71"/>
                  </a:cubicBezTo>
                  <a:cubicBezTo>
                    <a:pt x="709" y="14"/>
                    <a:pt x="632" y="0"/>
                    <a:pt x="564" y="18"/>
                  </a:cubicBezTo>
                  <a:cubicBezTo>
                    <a:pt x="541" y="19"/>
                    <a:pt x="519" y="26"/>
                    <a:pt x="499" y="37"/>
                  </a:cubicBezTo>
                  <a:cubicBezTo>
                    <a:pt x="498" y="38"/>
                    <a:pt x="498" y="37"/>
                    <a:pt x="497" y="38"/>
                  </a:cubicBezTo>
                  <a:cubicBezTo>
                    <a:pt x="444" y="66"/>
                    <a:pt x="392" y="89"/>
                    <a:pt x="347" y="129"/>
                  </a:cubicBezTo>
                  <a:cubicBezTo>
                    <a:pt x="322" y="151"/>
                    <a:pt x="298" y="176"/>
                    <a:pt x="278" y="202"/>
                  </a:cubicBezTo>
                  <a:cubicBezTo>
                    <a:pt x="277" y="201"/>
                    <a:pt x="277" y="201"/>
                    <a:pt x="276" y="200"/>
                  </a:cubicBezTo>
                  <a:cubicBezTo>
                    <a:pt x="274" y="199"/>
                    <a:pt x="273" y="199"/>
                    <a:pt x="272" y="199"/>
                  </a:cubicBezTo>
                  <a:cubicBezTo>
                    <a:pt x="271" y="199"/>
                    <a:pt x="270" y="200"/>
                    <a:pt x="269" y="200"/>
                  </a:cubicBezTo>
                  <a:cubicBezTo>
                    <a:pt x="228" y="222"/>
                    <a:pt x="196" y="273"/>
                    <a:pt x="174" y="315"/>
                  </a:cubicBezTo>
                  <a:cubicBezTo>
                    <a:pt x="127" y="356"/>
                    <a:pt x="106" y="396"/>
                    <a:pt x="83" y="455"/>
                  </a:cubicBezTo>
                  <a:cubicBezTo>
                    <a:pt x="69" y="482"/>
                    <a:pt x="58" y="509"/>
                    <a:pt x="51" y="538"/>
                  </a:cubicBezTo>
                  <a:cubicBezTo>
                    <a:pt x="49" y="543"/>
                    <a:pt x="48" y="548"/>
                    <a:pt x="47" y="553"/>
                  </a:cubicBezTo>
                  <a:cubicBezTo>
                    <a:pt x="36" y="583"/>
                    <a:pt x="28" y="614"/>
                    <a:pt x="23" y="645"/>
                  </a:cubicBezTo>
                  <a:cubicBezTo>
                    <a:pt x="18" y="660"/>
                    <a:pt x="12" y="673"/>
                    <a:pt x="5" y="687"/>
                  </a:cubicBezTo>
                  <a:cubicBezTo>
                    <a:pt x="3" y="688"/>
                    <a:pt x="2" y="689"/>
                    <a:pt x="1" y="690"/>
                  </a:cubicBezTo>
                  <a:cubicBezTo>
                    <a:pt x="0" y="692"/>
                    <a:pt x="0" y="693"/>
                    <a:pt x="0" y="695"/>
                  </a:cubicBezTo>
                  <a:cubicBezTo>
                    <a:pt x="0" y="697"/>
                    <a:pt x="0" y="699"/>
                    <a:pt x="1" y="700"/>
                  </a:cubicBezTo>
                  <a:cubicBezTo>
                    <a:pt x="2" y="702"/>
                    <a:pt x="3" y="703"/>
                    <a:pt x="5" y="703"/>
                  </a:cubicBezTo>
                  <a:cubicBezTo>
                    <a:pt x="6" y="704"/>
                    <a:pt x="8" y="705"/>
                    <a:pt x="9" y="705"/>
                  </a:cubicBezTo>
                  <a:lnTo>
                    <a:pt x="11" y="705"/>
                  </a:lnTo>
                  <a:cubicBezTo>
                    <a:pt x="12" y="705"/>
                    <a:pt x="13" y="705"/>
                    <a:pt x="13" y="705"/>
                  </a:cubicBezTo>
                  <a:cubicBezTo>
                    <a:pt x="14" y="705"/>
                    <a:pt x="15" y="705"/>
                    <a:pt x="15" y="705"/>
                  </a:cubicBezTo>
                  <a:cubicBezTo>
                    <a:pt x="16" y="705"/>
                    <a:pt x="17" y="706"/>
                    <a:pt x="17" y="706"/>
                  </a:cubicBezTo>
                  <a:cubicBezTo>
                    <a:pt x="19" y="707"/>
                    <a:pt x="22" y="708"/>
                    <a:pt x="24" y="708"/>
                  </a:cubicBezTo>
                  <a:cubicBezTo>
                    <a:pt x="26" y="708"/>
                    <a:pt x="29" y="707"/>
                    <a:pt x="31" y="706"/>
                  </a:cubicBezTo>
                  <a:cubicBezTo>
                    <a:pt x="48" y="695"/>
                    <a:pt x="83" y="674"/>
                    <a:pt x="90" y="650"/>
                  </a:cubicBezTo>
                  <a:cubicBezTo>
                    <a:pt x="115" y="637"/>
                    <a:pt x="142" y="629"/>
                    <a:pt x="171" y="628"/>
                  </a:cubicBezTo>
                  <a:cubicBezTo>
                    <a:pt x="193" y="626"/>
                    <a:pt x="215" y="625"/>
                    <a:pt x="237" y="624"/>
                  </a:cubicBezTo>
                  <a:cubicBezTo>
                    <a:pt x="259" y="623"/>
                    <a:pt x="307" y="648"/>
                    <a:pt x="325" y="658"/>
                  </a:cubicBezTo>
                  <a:cubicBezTo>
                    <a:pt x="343" y="669"/>
                    <a:pt x="353" y="676"/>
                    <a:pt x="367" y="686"/>
                  </a:cubicBezTo>
                  <a:cubicBezTo>
                    <a:pt x="374" y="691"/>
                    <a:pt x="386" y="698"/>
                    <a:pt x="397" y="705"/>
                  </a:cubicBezTo>
                  <a:cubicBezTo>
                    <a:pt x="407" y="714"/>
                    <a:pt x="417" y="723"/>
                    <a:pt x="428" y="729"/>
                  </a:cubicBezTo>
                  <a:cubicBezTo>
                    <a:pt x="429" y="730"/>
                    <a:pt x="430" y="730"/>
                    <a:pt x="431" y="730"/>
                  </a:cubicBezTo>
                  <a:cubicBezTo>
                    <a:pt x="434" y="733"/>
                    <a:pt x="436" y="735"/>
                    <a:pt x="438" y="738"/>
                  </a:cubicBezTo>
                  <a:cubicBezTo>
                    <a:pt x="439" y="738"/>
                    <a:pt x="439" y="738"/>
                    <a:pt x="439" y="739"/>
                  </a:cubicBezTo>
                  <a:lnTo>
                    <a:pt x="440" y="739"/>
                  </a:lnTo>
                  <a:cubicBezTo>
                    <a:pt x="441" y="739"/>
                    <a:pt x="441" y="739"/>
                    <a:pt x="441" y="739"/>
                  </a:cubicBezTo>
                  <a:cubicBezTo>
                    <a:pt x="442" y="738"/>
                    <a:pt x="442" y="738"/>
                    <a:pt x="442" y="738"/>
                  </a:cubicBezTo>
                  <a:lnTo>
                    <a:pt x="442" y="737"/>
                  </a:lnTo>
                  <a:lnTo>
                    <a:pt x="442" y="736"/>
                  </a:lnTo>
                  <a:cubicBezTo>
                    <a:pt x="456" y="744"/>
                    <a:pt x="470" y="750"/>
                    <a:pt x="482" y="756"/>
                  </a:cubicBezTo>
                  <a:cubicBezTo>
                    <a:pt x="483" y="757"/>
                    <a:pt x="484" y="757"/>
                    <a:pt x="485" y="757"/>
                  </a:cubicBezTo>
                  <a:cubicBezTo>
                    <a:pt x="486" y="757"/>
                    <a:pt x="487" y="757"/>
                    <a:pt x="488" y="756"/>
                  </a:cubicBezTo>
                  <a:cubicBezTo>
                    <a:pt x="488" y="756"/>
                    <a:pt x="489" y="755"/>
                    <a:pt x="490" y="754"/>
                  </a:cubicBezTo>
                  <a:cubicBezTo>
                    <a:pt x="491" y="753"/>
                    <a:pt x="490" y="752"/>
                    <a:pt x="490" y="751"/>
                  </a:cubicBezTo>
                  <a:cubicBezTo>
                    <a:pt x="490" y="750"/>
                    <a:pt x="490" y="749"/>
                    <a:pt x="490" y="748"/>
                  </a:cubicBezTo>
                  <a:cubicBezTo>
                    <a:pt x="483" y="738"/>
                    <a:pt x="475" y="730"/>
                    <a:pt x="465" y="724"/>
                  </a:cubicBezTo>
                  <a:cubicBezTo>
                    <a:pt x="463" y="723"/>
                    <a:pt x="462" y="722"/>
                    <a:pt x="461" y="722"/>
                  </a:cubicBezTo>
                  <a:cubicBezTo>
                    <a:pt x="461" y="721"/>
                    <a:pt x="461" y="720"/>
                    <a:pt x="461" y="719"/>
                  </a:cubicBezTo>
                  <a:cubicBezTo>
                    <a:pt x="461" y="717"/>
                    <a:pt x="461" y="715"/>
                    <a:pt x="459" y="713"/>
                  </a:cubicBezTo>
                  <a:lnTo>
                    <a:pt x="461" y="713"/>
                  </a:lnTo>
                  <a:cubicBezTo>
                    <a:pt x="481" y="725"/>
                    <a:pt x="501" y="740"/>
                    <a:pt x="520" y="755"/>
                  </a:cubicBezTo>
                  <a:cubicBezTo>
                    <a:pt x="520" y="755"/>
                    <a:pt x="520" y="756"/>
                    <a:pt x="521" y="756"/>
                  </a:cubicBezTo>
                  <a:cubicBezTo>
                    <a:pt x="522" y="757"/>
                    <a:pt x="523" y="757"/>
                    <a:pt x="524" y="757"/>
                  </a:cubicBezTo>
                  <a:cubicBezTo>
                    <a:pt x="525" y="757"/>
                    <a:pt x="526" y="757"/>
                    <a:pt x="527" y="756"/>
                  </a:cubicBezTo>
                  <a:cubicBezTo>
                    <a:pt x="528" y="755"/>
                    <a:pt x="529" y="755"/>
                    <a:pt x="530" y="754"/>
                  </a:cubicBezTo>
                  <a:cubicBezTo>
                    <a:pt x="531" y="753"/>
                    <a:pt x="531" y="753"/>
                    <a:pt x="531" y="751"/>
                  </a:cubicBezTo>
                  <a:cubicBezTo>
                    <a:pt x="531" y="750"/>
                    <a:pt x="531" y="748"/>
                    <a:pt x="530" y="747"/>
                  </a:cubicBezTo>
                  <a:cubicBezTo>
                    <a:pt x="529" y="747"/>
                    <a:pt x="529" y="747"/>
                    <a:pt x="529" y="746"/>
                  </a:cubicBezTo>
                  <a:cubicBezTo>
                    <a:pt x="516" y="725"/>
                    <a:pt x="498" y="708"/>
                    <a:pt x="478" y="694"/>
                  </a:cubicBezTo>
                  <a:lnTo>
                    <a:pt x="473" y="692"/>
                  </a:lnTo>
                  <a:lnTo>
                    <a:pt x="481" y="692"/>
                  </a:lnTo>
                  <a:cubicBezTo>
                    <a:pt x="482" y="692"/>
                    <a:pt x="483" y="692"/>
                    <a:pt x="483" y="692"/>
                  </a:cubicBezTo>
                  <a:cubicBezTo>
                    <a:pt x="484" y="692"/>
                    <a:pt x="485" y="692"/>
                    <a:pt x="486" y="692"/>
                  </a:cubicBezTo>
                  <a:cubicBezTo>
                    <a:pt x="509" y="708"/>
                    <a:pt x="531" y="729"/>
                    <a:pt x="555" y="743"/>
                  </a:cubicBezTo>
                  <a:cubicBezTo>
                    <a:pt x="559" y="746"/>
                    <a:pt x="566" y="741"/>
                    <a:pt x="563" y="736"/>
                  </a:cubicBezTo>
                  <a:cubicBezTo>
                    <a:pt x="549" y="715"/>
                    <a:pt x="530" y="697"/>
                    <a:pt x="508" y="684"/>
                  </a:cubicBezTo>
                  <a:lnTo>
                    <a:pt x="515" y="682"/>
                  </a:lnTo>
                  <a:cubicBezTo>
                    <a:pt x="519" y="686"/>
                    <a:pt x="522" y="690"/>
                    <a:pt x="526" y="693"/>
                  </a:cubicBezTo>
                  <a:cubicBezTo>
                    <a:pt x="537" y="704"/>
                    <a:pt x="548" y="715"/>
                    <a:pt x="559" y="726"/>
                  </a:cubicBezTo>
                  <a:cubicBezTo>
                    <a:pt x="578" y="748"/>
                    <a:pt x="599" y="767"/>
                    <a:pt x="623" y="784"/>
                  </a:cubicBezTo>
                  <a:cubicBezTo>
                    <a:pt x="628" y="787"/>
                    <a:pt x="636" y="781"/>
                    <a:pt x="633" y="775"/>
                  </a:cubicBezTo>
                  <a:cubicBezTo>
                    <a:pt x="611" y="743"/>
                    <a:pt x="585" y="714"/>
                    <a:pt x="556" y="689"/>
                  </a:cubicBezTo>
                  <a:cubicBezTo>
                    <a:pt x="551" y="684"/>
                    <a:pt x="545" y="678"/>
                    <a:pt x="538" y="672"/>
                  </a:cubicBezTo>
                  <a:lnTo>
                    <a:pt x="541" y="670"/>
                  </a:lnTo>
                  <a:cubicBezTo>
                    <a:pt x="541" y="669"/>
                    <a:pt x="542" y="668"/>
                    <a:pt x="543" y="667"/>
                  </a:cubicBezTo>
                  <a:cubicBezTo>
                    <a:pt x="553" y="676"/>
                    <a:pt x="563" y="687"/>
                    <a:pt x="574" y="694"/>
                  </a:cubicBezTo>
                  <a:cubicBezTo>
                    <a:pt x="599" y="718"/>
                    <a:pt x="626" y="740"/>
                    <a:pt x="655" y="760"/>
                  </a:cubicBezTo>
                  <a:cubicBezTo>
                    <a:pt x="656" y="761"/>
                    <a:pt x="658" y="761"/>
                    <a:pt x="659" y="761"/>
                  </a:cubicBezTo>
                  <a:cubicBezTo>
                    <a:pt x="660" y="761"/>
                    <a:pt x="661" y="761"/>
                    <a:pt x="662" y="760"/>
                  </a:cubicBezTo>
                  <a:cubicBezTo>
                    <a:pt x="663" y="760"/>
                    <a:pt x="664" y="759"/>
                    <a:pt x="665" y="758"/>
                  </a:cubicBezTo>
                  <a:cubicBezTo>
                    <a:pt x="666" y="757"/>
                    <a:pt x="665" y="757"/>
                    <a:pt x="665" y="755"/>
                  </a:cubicBezTo>
                  <a:cubicBezTo>
                    <a:pt x="665" y="754"/>
                    <a:pt x="666" y="752"/>
                    <a:pt x="665" y="751"/>
                  </a:cubicBezTo>
                  <a:cubicBezTo>
                    <a:pt x="664" y="751"/>
                    <a:pt x="664" y="751"/>
                    <a:pt x="664" y="751"/>
                  </a:cubicBezTo>
                  <a:cubicBezTo>
                    <a:pt x="651" y="731"/>
                    <a:pt x="634" y="713"/>
                    <a:pt x="614" y="698"/>
                  </a:cubicBezTo>
                  <a:cubicBezTo>
                    <a:pt x="629" y="708"/>
                    <a:pt x="642" y="720"/>
                    <a:pt x="657" y="730"/>
                  </a:cubicBezTo>
                  <a:cubicBezTo>
                    <a:pt x="707" y="767"/>
                    <a:pt x="740" y="823"/>
                    <a:pt x="791" y="859"/>
                  </a:cubicBezTo>
                  <a:cubicBezTo>
                    <a:pt x="796" y="862"/>
                    <a:pt x="802" y="855"/>
                    <a:pt x="799" y="850"/>
                  </a:cubicBezTo>
                  <a:cubicBezTo>
                    <a:pt x="788" y="834"/>
                    <a:pt x="777" y="818"/>
                    <a:pt x="765" y="802"/>
                  </a:cubicBezTo>
                  <a:cubicBezTo>
                    <a:pt x="791" y="822"/>
                    <a:pt x="814" y="848"/>
                    <a:pt x="830" y="876"/>
                  </a:cubicBezTo>
                  <a:cubicBezTo>
                    <a:pt x="833" y="882"/>
                    <a:pt x="836" y="887"/>
                    <a:pt x="839" y="893"/>
                  </a:cubicBezTo>
                  <a:cubicBezTo>
                    <a:pt x="856" y="930"/>
                    <a:pt x="880" y="965"/>
                    <a:pt x="899" y="1001"/>
                  </a:cubicBezTo>
                  <a:cubicBezTo>
                    <a:pt x="899" y="1002"/>
                    <a:pt x="900" y="1004"/>
                    <a:pt x="901" y="1004"/>
                  </a:cubicBezTo>
                  <a:cubicBezTo>
                    <a:pt x="902" y="1005"/>
                    <a:pt x="904" y="1005"/>
                    <a:pt x="905" y="1005"/>
                  </a:cubicBezTo>
                  <a:cubicBezTo>
                    <a:pt x="906" y="1005"/>
                    <a:pt x="907" y="1005"/>
                    <a:pt x="909" y="1004"/>
                  </a:cubicBezTo>
                  <a:cubicBezTo>
                    <a:pt x="911" y="1004"/>
                    <a:pt x="911" y="1002"/>
                    <a:pt x="911" y="1001"/>
                  </a:cubicBezTo>
                  <a:cubicBezTo>
                    <a:pt x="912" y="1000"/>
                    <a:pt x="912" y="999"/>
                    <a:pt x="912" y="997"/>
                  </a:cubicBezTo>
                  <a:cubicBezTo>
                    <a:pt x="912" y="995"/>
                    <a:pt x="912" y="993"/>
                    <a:pt x="912" y="991"/>
                  </a:cubicBezTo>
                  <a:lnTo>
                    <a:pt x="923" y="1014"/>
                  </a:lnTo>
                  <a:cubicBezTo>
                    <a:pt x="934" y="1039"/>
                    <a:pt x="937" y="1066"/>
                    <a:pt x="951" y="1091"/>
                  </a:cubicBezTo>
                  <a:cubicBezTo>
                    <a:pt x="955" y="1100"/>
                    <a:pt x="966" y="1093"/>
                    <a:pt x="966" y="1085"/>
                  </a:cubicBezTo>
                  <a:cubicBezTo>
                    <a:pt x="966" y="1082"/>
                    <a:pt x="966" y="1080"/>
                    <a:pt x="966" y="1077"/>
                  </a:cubicBezTo>
                  <a:cubicBezTo>
                    <a:pt x="985" y="1119"/>
                    <a:pt x="995" y="1164"/>
                    <a:pt x="1018" y="1205"/>
                  </a:cubicBezTo>
                  <a:cubicBezTo>
                    <a:pt x="1021" y="1212"/>
                    <a:pt x="1031" y="1207"/>
                    <a:pt x="1031" y="1200"/>
                  </a:cubicBezTo>
                  <a:cubicBezTo>
                    <a:pt x="1031" y="1192"/>
                    <a:pt x="1030" y="1183"/>
                    <a:pt x="1028" y="1174"/>
                  </a:cubicBezTo>
                  <a:cubicBezTo>
                    <a:pt x="1048" y="1206"/>
                    <a:pt x="1069" y="1236"/>
                    <a:pt x="1093" y="1265"/>
                  </a:cubicBezTo>
                  <a:cubicBezTo>
                    <a:pt x="1094" y="1266"/>
                    <a:pt x="1094" y="1266"/>
                    <a:pt x="1095" y="1266"/>
                  </a:cubicBezTo>
                  <a:cubicBezTo>
                    <a:pt x="1096" y="1267"/>
                    <a:pt x="1098" y="1268"/>
                    <a:pt x="1099" y="1268"/>
                  </a:cubicBezTo>
                  <a:cubicBezTo>
                    <a:pt x="1100" y="1268"/>
                    <a:pt x="1102" y="1267"/>
                    <a:pt x="1103" y="1266"/>
                  </a:cubicBezTo>
                  <a:cubicBezTo>
                    <a:pt x="1104" y="1266"/>
                    <a:pt x="1104" y="1265"/>
                    <a:pt x="1106" y="1263"/>
                  </a:cubicBezTo>
                  <a:cubicBezTo>
                    <a:pt x="1107" y="1263"/>
                    <a:pt x="1107" y="1262"/>
                    <a:pt x="1107" y="1261"/>
                  </a:cubicBezTo>
                  <a:cubicBezTo>
                    <a:pt x="1123" y="1296"/>
                    <a:pt x="1136" y="1333"/>
                    <a:pt x="1148" y="1370"/>
                  </a:cubicBezTo>
                  <a:cubicBezTo>
                    <a:pt x="1155" y="1404"/>
                    <a:pt x="1167" y="1437"/>
                    <a:pt x="1182" y="1468"/>
                  </a:cubicBezTo>
                  <a:cubicBezTo>
                    <a:pt x="1194" y="1489"/>
                    <a:pt x="1221" y="1514"/>
                    <a:pt x="1187" y="1516"/>
                  </a:cubicBezTo>
                  <a:cubicBezTo>
                    <a:pt x="1186" y="1517"/>
                    <a:pt x="1185" y="1517"/>
                    <a:pt x="1184" y="1518"/>
                  </a:cubicBezTo>
                  <a:cubicBezTo>
                    <a:pt x="1182" y="1520"/>
                    <a:pt x="1180" y="1520"/>
                    <a:pt x="1179" y="1522"/>
                  </a:cubicBezTo>
                  <a:cubicBezTo>
                    <a:pt x="1175" y="1529"/>
                    <a:pt x="1184" y="1541"/>
                    <a:pt x="1187" y="1546"/>
                  </a:cubicBezTo>
                  <a:cubicBezTo>
                    <a:pt x="1207" y="1584"/>
                    <a:pt x="1223" y="1625"/>
                    <a:pt x="1232" y="1667"/>
                  </a:cubicBezTo>
                  <a:cubicBezTo>
                    <a:pt x="1243" y="1711"/>
                    <a:pt x="1256" y="1755"/>
                    <a:pt x="1270" y="1798"/>
                  </a:cubicBezTo>
                  <a:cubicBezTo>
                    <a:pt x="1275" y="1813"/>
                    <a:pt x="1278" y="1829"/>
                    <a:pt x="1283" y="1844"/>
                  </a:cubicBezTo>
                  <a:cubicBezTo>
                    <a:pt x="1285" y="1848"/>
                    <a:pt x="1299" y="1881"/>
                    <a:pt x="1292" y="1873"/>
                  </a:cubicBezTo>
                  <a:cubicBezTo>
                    <a:pt x="1292" y="1873"/>
                    <a:pt x="1290" y="1873"/>
                    <a:pt x="1291" y="1875"/>
                  </a:cubicBezTo>
                  <a:cubicBezTo>
                    <a:pt x="1291" y="1880"/>
                    <a:pt x="1293" y="1885"/>
                    <a:pt x="1296" y="1890"/>
                  </a:cubicBezTo>
                  <a:cubicBezTo>
                    <a:pt x="1297" y="1892"/>
                    <a:pt x="1299" y="1895"/>
                    <a:pt x="1300" y="1897"/>
                  </a:cubicBezTo>
                  <a:cubicBezTo>
                    <a:pt x="1304" y="1902"/>
                    <a:pt x="1311" y="1898"/>
                    <a:pt x="1312" y="1893"/>
                  </a:cubicBezTo>
                  <a:cubicBezTo>
                    <a:pt x="1312" y="1891"/>
                    <a:pt x="1312" y="1888"/>
                    <a:pt x="1312" y="1885"/>
                  </a:cubicBezTo>
                  <a:cubicBezTo>
                    <a:pt x="1312" y="1872"/>
                    <a:pt x="1309" y="1859"/>
                    <a:pt x="1302" y="1847"/>
                  </a:cubicBezTo>
                  <a:cubicBezTo>
                    <a:pt x="1302" y="1847"/>
                    <a:pt x="1301" y="1846"/>
                    <a:pt x="1301" y="1845"/>
                  </a:cubicBezTo>
                  <a:cubicBezTo>
                    <a:pt x="1286" y="1804"/>
                    <a:pt x="1273" y="1762"/>
                    <a:pt x="1264" y="1719"/>
                  </a:cubicBezTo>
                  <a:cubicBezTo>
                    <a:pt x="1256" y="1689"/>
                    <a:pt x="1246" y="1659"/>
                    <a:pt x="1236" y="1629"/>
                  </a:cubicBezTo>
                  <a:cubicBezTo>
                    <a:pt x="1229" y="1607"/>
                    <a:pt x="1220" y="1585"/>
                    <a:pt x="1210" y="1564"/>
                  </a:cubicBezTo>
                  <a:cubicBezTo>
                    <a:pt x="1206" y="1554"/>
                    <a:pt x="1182" y="1523"/>
                    <a:pt x="1211" y="1526"/>
                  </a:cubicBezTo>
                  <a:cubicBezTo>
                    <a:pt x="1215" y="1526"/>
                    <a:pt x="1220" y="1523"/>
                    <a:pt x="1219" y="1519"/>
                  </a:cubicBezTo>
                  <a:cubicBezTo>
                    <a:pt x="1212" y="1497"/>
                    <a:pt x="1203" y="1475"/>
                    <a:pt x="1192" y="1456"/>
                  </a:cubicBezTo>
                  <a:cubicBezTo>
                    <a:pt x="1190" y="1453"/>
                    <a:pt x="1188" y="1450"/>
                    <a:pt x="1187" y="1447"/>
                  </a:cubicBezTo>
                  <a:cubicBezTo>
                    <a:pt x="1167" y="1412"/>
                    <a:pt x="1164" y="1370"/>
                    <a:pt x="1151" y="1333"/>
                  </a:cubicBezTo>
                  <a:cubicBezTo>
                    <a:pt x="1144" y="1313"/>
                    <a:pt x="1135" y="1294"/>
                    <a:pt x="1127" y="1274"/>
                  </a:cubicBezTo>
                  <a:cubicBezTo>
                    <a:pt x="1136" y="1286"/>
                    <a:pt x="1148" y="1296"/>
                    <a:pt x="1158" y="1306"/>
                  </a:cubicBezTo>
                  <a:cubicBezTo>
                    <a:pt x="1171" y="1324"/>
                    <a:pt x="1187" y="1342"/>
                    <a:pt x="1203" y="1358"/>
                  </a:cubicBezTo>
                  <a:lnTo>
                    <a:pt x="1204" y="1358"/>
                  </a:lnTo>
                  <a:cubicBezTo>
                    <a:pt x="1205" y="1359"/>
                    <a:pt x="1206" y="1359"/>
                    <a:pt x="1207" y="1359"/>
                  </a:cubicBezTo>
                  <a:cubicBezTo>
                    <a:pt x="1208" y="1359"/>
                    <a:pt x="1209" y="1359"/>
                    <a:pt x="1210" y="1358"/>
                  </a:cubicBezTo>
                  <a:cubicBezTo>
                    <a:pt x="1221" y="1389"/>
                    <a:pt x="1234" y="1420"/>
                    <a:pt x="1248" y="1449"/>
                  </a:cubicBezTo>
                  <a:cubicBezTo>
                    <a:pt x="1281" y="1514"/>
                    <a:pt x="1288" y="1585"/>
                    <a:pt x="1301" y="1655"/>
                  </a:cubicBezTo>
                  <a:lnTo>
                    <a:pt x="1301" y="1656"/>
                  </a:lnTo>
                  <a:cubicBezTo>
                    <a:pt x="1302" y="1657"/>
                    <a:pt x="1302" y="1658"/>
                    <a:pt x="1303" y="1658"/>
                  </a:cubicBezTo>
                  <a:cubicBezTo>
                    <a:pt x="1304" y="1659"/>
                    <a:pt x="1305" y="1659"/>
                    <a:pt x="1306" y="1659"/>
                  </a:cubicBezTo>
                  <a:cubicBezTo>
                    <a:pt x="1310" y="1684"/>
                    <a:pt x="1316" y="1710"/>
                    <a:pt x="1324" y="1734"/>
                  </a:cubicBezTo>
                  <a:cubicBezTo>
                    <a:pt x="1328" y="1748"/>
                    <a:pt x="1324" y="1763"/>
                    <a:pt x="1335" y="1773"/>
                  </a:cubicBezTo>
                  <a:cubicBezTo>
                    <a:pt x="1336" y="1774"/>
                    <a:pt x="1336" y="1775"/>
                    <a:pt x="1337" y="1775"/>
                  </a:cubicBezTo>
                  <a:cubicBezTo>
                    <a:pt x="1338" y="1776"/>
                    <a:pt x="1339" y="1776"/>
                    <a:pt x="1340" y="1776"/>
                  </a:cubicBezTo>
                  <a:cubicBezTo>
                    <a:pt x="1341" y="1776"/>
                    <a:pt x="1343" y="1776"/>
                    <a:pt x="1344" y="1775"/>
                  </a:cubicBezTo>
                  <a:cubicBezTo>
                    <a:pt x="1345" y="1775"/>
                    <a:pt x="1345" y="1774"/>
                    <a:pt x="1345" y="1773"/>
                  </a:cubicBezTo>
                  <a:cubicBezTo>
                    <a:pt x="1346" y="1772"/>
                    <a:pt x="1347" y="1770"/>
                    <a:pt x="1348" y="1768"/>
                  </a:cubicBezTo>
                  <a:cubicBezTo>
                    <a:pt x="1354" y="1759"/>
                    <a:pt x="1357" y="1748"/>
                    <a:pt x="1358" y="1737"/>
                  </a:cubicBezTo>
                  <a:cubicBezTo>
                    <a:pt x="1362" y="1712"/>
                    <a:pt x="1374" y="1690"/>
                    <a:pt x="1379" y="1666"/>
                  </a:cubicBezTo>
                  <a:cubicBezTo>
                    <a:pt x="1373" y="1702"/>
                    <a:pt x="1370" y="1737"/>
                    <a:pt x="1370" y="1773"/>
                  </a:cubicBezTo>
                  <a:cubicBezTo>
                    <a:pt x="1370" y="1777"/>
                    <a:pt x="1370" y="1780"/>
                    <a:pt x="1370" y="1784"/>
                  </a:cubicBezTo>
                  <a:cubicBezTo>
                    <a:pt x="1371" y="1808"/>
                    <a:pt x="1372" y="1832"/>
                    <a:pt x="1376" y="1855"/>
                  </a:cubicBezTo>
                  <a:cubicBezTo>
                    <a:pt x="1379" y="1883"/>
                    <a:pt x="1374" y="1911"/>
                    <a:pt x="1378" y="1940"/>
                  </a:cubicBezTo>
                  <a:cubicBezTo>
                    <a:pt x="1384" y="1986"/>
                    <a:pt x="1392" y="2032"/>
                    <a:pt x="1404" y="2077"/>
                  </a:cubicBezTo>
                  <a:cubicBezTo>
                    <a:pt x="1385" y="2153"/>
                    <a:pt x="1361" y="2227"/>
                    <a:pt x="1331" y="2298"/>
                  </a:cubicBezTo>
                  <a:cubicBezTo>
                    <a:pt x="1316" y="2337"/>
                    <a:pt x="1313" y="2380"/>
                    <a:pt x="1303" y="2420"/>
                  </a:cubicBezTo>
                  <a:cubicBezTo>
                    <a:pt x="1294" y="2459"/>
                    <a:pt x="1290" y="2499"/>
                    <a:pt x="1290" y="2538"/>
                  </a:cubicBezTo>
                  <a:cubicBezTo>
                    <a:pt x="1290" y="2545"/>
                    <a:pt x="1290" y="2551"/>
                    <a:pt x="1291" y="2558"/>
                  </a:cubicBezTo>
                  <a:cubicBezTo>
                    <a:pt x="1291" y="2560"/>
                    <a:pt x="1291" y="2561"/>
                    <a:pt x="1292" y="2563"/>
                  </a:cubicBezTo>
                  <a:cubicBezTo>
                    <a:pt x="1293" y="2565"/>
                    <a:pt x="1294" y="2566"/>
                    <a:pt x="1296" y="2567"/>
                  </a:cubicBezTo>
                  <a:cubicBezTo>
                    <a:pt x="1298" y="2568"/>
                    <a:pt x="1299" y="2568"/>
                    <a:pt x="1301" y="2568"/>
                  </a:cubicBezTo>
                  <a:cubicBezTo>
                    <a:pt x="1303" y="2568"/>
                    <a:pt x="1304" y="2568"/>
                    <a:pt x="1306" y="2567"/>
                  </a:cubicBezTo>
                  <a:cubicBezTo>
                    <a:pt x="1307" y="2566"/>
                    <a:pt x="1309" y="2565"/>
                    <a:pt x="1310" y="2563"/>
                  </a:cubicBezTo>
                  <a:cubicBezTo>
                    <a:pt x="1346" y="2477"/>
                    <a:pt x="1357" y="2386"/>
                    <a:pt x="1379" y="2297"/>
                  </a:cubicBezTo>
                  <a:cubicBezTo>
                    <a:pt x="1390" y="2254"/>
                    <a:pt x="1414" y="2218"/>
                    <a:pt x="1427" y="2176"/>
                  </a:cubicBezTo>
                  <a:cubicBezTo>
                    <a:pt x="1440" y="2135"/>
                    <a:pt x="1436" y="2085"/>
                    <a:pt x="1447" y="2041"/>
                  </a:cubicBezTo>
                  <a:cubicBezTo>
                    <a:pt x="1460" y="1970"/>
                    <a:pt x="1467" y="1898"/>
                    <a:pt x="1467" y="1826"/>
                  </a:cubicBezTo>
                  <a:cubicBezTo>
                    <a:pt x="1467" y="1810"/>
                    <a:pt x="1467" y="1795"/>
                    <a:pt x="1466" y="1780"/>
                  </a:cubicBezTo>
                  <a:cubicBezTo>
                    <a:pt x="1466" y="1779"/>
                    <a:pt x="1466" y="1778"/>
                    <a:pt x="1466" y="1778"/>
                  </a:cubicBezTo>
                  <a:cubicBezTo>
                    <a:pt x="1466" y="1747"/>
                    <a:pt x="1465" y="1717"/>
                    <a:pt x="1461" y="1687"/>
                  </a:cubicBezTo>
                  <a:cubicBezTo>
                    <a:pt x="1461" y="1687"/>
                    <a:pt x="1461" y="1688"/>
                    <a:pt x="1462" y="1688"/>
                  </a:cubicBezTo>
                  <a:lnTo>
                    <a:pt x="1463" y="1688"/>
                  </a:lnTo>
                  <a:cubicBezTo>
                    <a:pt x="1464" y="1688"/>
                    <a:pt x="1465" y="1688"/>
                    <a:pt x="1465" y="1688"/>
                  </a:cubicBezTo>
                  <a:cubicBezTo>
                    <a:pt x="1466" y="1687"/>
                    <a:pt x="1466" y="1687"/>
                    <a:pt x="1466" y="1687"/>
                  </a:cubicBezTo>
                  <a:cubicBezTo>
                    <a:pt x="1466" y="1686"/>
                    <a:pt x="1467" y="1686"/>
                    <a:pt x="1467" y="1685"/>
                  </a:cubicBezTo>
                  <a:cubicBezTo>
                    <a:pt x="1474" y="1610"/>
                    <a:pt x="1458" y="1536"/>
                    <a:pt x="1459" y="1461"/>
                  </a:cubicBezTo>
                  <a:lnTo>
                    <a:pt x="1459" y="1460"/>
                  </a:lnTo>
                  <a:cubicBezTo>
                    <a:pt x="1459" y="1426"/>
                    <a:pt x="1453" y="1393"/>
                    <a:pt x="1441" y="1361"/>
                  </a:cubicBezTo>
                  <a:moveTo>
                    <a:pt x="918" y="234"/>
                  </a:moveTo>
                  <a:cubicBezTo>
                    <a:pt x="939" y="263"/>
                    <a:pt x="962" y="290"/>
                    <a:pt x="987" y="315"/>
                  </a:cubicBezTo>
                  <a:cubicBezTo>
                    <a:pt x="981" y="314"/>
                    <a:pt x="974" y="313"/>
                    <a:pt x="968" y="312"/>
                  </a:cubicBezTo>
                  <a:cubicBezTo>
                    <a:pt x="936" y="304"/>
                    <a:pt x="903" y="311"/>
                    <a:pt x="875" y="292"/>
                  </a:cubicBezTo>
                  <a:cubicBezTo>
                    <a:pt x="874" y="292"/>
                    <a:pt x="874" y="292"/>
                    <a:pt x="874" y="292"/>
                  </a:cubicBezTo>
                  <a:cubicBezTo>
                    <a:pt x="873" y="292"/>
                    <a:pt x="873" y="292"/>
                    <a:pt x="872" y="292"/>
                  </a:cubicBezTo>
                  <a:cubicBezTo>
                    <a:pt x="871" y="293"/>
                    <a:pt x="871" y="293"/>
                    <a:pt x="871" y="293"/>
                  </a:cubicBezTo>
                  <a:cubicBezTo>
                    <a:pt x="871" y="294"/>
                    <a:pt x="871" y="294"/>
                    <a:pt x="871" y="295"/>
                  </a:cubicBezTo>
                  <a:lnTo>
                    <a:pt x="871" y="296"/>
                  </a:lnTo>
                  <a:lnTo>
                    <a:pt x="871" y="297"/>
                  </a:lnTo>
                  <a:cubicBezTo>
                    <a:pt x="878" y="303"/>
                    <a:pt x="885" y="309"/>
                    <a:pt x="892" y="313"/>
                  </a:cubicBezTo>
                  <a:cubicBezTo>
                    <a:pt x="894" y="314"/>
                    <a:pt x="895" y="314"/>
                    <a:pt x="896" y="315"/>
                  </a:cubicBezTo>
                  <a:cubicBezTo>
                    <a:pt x="916" y="322"/>
                    <a:pt x="934" y="317"/>
                    <a:pt x="955" y="321"/>
                  </a:cubicBezTo>
                  <a:cubicBezTo>
                    <a:pt x="970" y="325"/>
                    <a:pt x="986" y="328"/>
                    <a:pt x="1001" y="331"/>
                  </a:cubicBezTo>
                  <a:lnTo>
                    <a:pt x="1008" y="338"/>
                  </a:lnTo>
                  <a:cubicBezTo>
                    <a:pt x="1011" y="342"/>
                    <a:pt x="1015" y="346"/>
                    <a:pt x="1018" y="349"/>
                  </a:cubicBezTo>
                  <a:lnTo>
                    <a:pt x="1017" y="349"/>
                  </a:lnTo>
                  <a:lnTo>
                    <a:pt x="1016" y="349"/>
                  </a:lnTo>
                  <a:cubicBezTo>
                    <a:pt x="966" y="349"/>
                    <a:pt x="918" y="344"/>
                    <a:pt x="869" y="345"/>
                  </a:cubicBezTo>
                  <a:cubicBezTo>
                    <a:pt x="823" y="345"/>
                    <a:pt x="777" y="330"/>
                    <a:pt x="731" y="327"/>
                  </a:cubicBezTo>
                  <a:cubicBezTo>
                    <a:pt x="728" y="327"/>
                    <a:pt x="727" y="332"/>
                    <a:pt x="731" y="332"/>
                  </a:cubicBezTo>
                  <a:cubicBezTo>
                    <a:pt x="800" y="341"/>
                    <a:pt x="868" y="355"/>
                    <a:pt x="937" y="359"/>
                  </a:cubicBezTo>
                  <a:cubicBezTo>
                    <a:pt x="931" y="361"/>
                    <a:pt x="925" y="362"/>
                    <a:pt x="919" y="363"/>
                  </a:cubicBezTo>
                  <a:cubicBezTo>
                    <a:pt x="885" y="366"/>
                    <a:pt x="850" y="360"/>
                    <a:pt x="817" y="360"/>
                  </a:cubicBezTo>
                  <a:cubicBezTo>
                    <a:pt x="783" y="361"/>
                    <a:pt x="755" y="356"/>
                    <a:pt x="726" y="369"/>
                  </a:cubicBezTo>
                  <a:cubicBezTo>
                    <a:pt x="688" y="362"/>
                    <a:pt x="650" y="358"/>
                    <a:pt x="611" y="358"/>
                  </a:cubicBezTo>
                  <a:cubicBezTo>
                    <a:pt x="598" y="358"/>
                    <a:pt x="585" y="359"/>
                    <a:pt x="572" y="360"/>
                  </a:cubicBezTo>
                  <a:cubicBezTo>
                    <a:pt x="598" y="332"/>
                    <a:pt x="628" y="308"/>
                    <a:pt x="662" y="289"/>
                  </a:cubicBezTo>
                  <a:cubicBezTo>
                    <a:pt x="669" y="285"/>
                    <a:pt x="677" y="281"/>
                    <a:pt x="685" y="277"/>
                  </a:cubicBezTo>
                  <a:cubicBezTo>
                    <a:pt x="745" y="247"/>
                    <a:pt x="806" y="207"/>
                    <a:pt x="875" y="197"/>
                  </a:cubicBezTo>
                  <a:lnTo>
                    <a:pt x="876" y="197"/>
                  </a:lnTo>
                  <a:lnTo>
                    <a:pt x="896" y="202"/>
                  </a:lnTo>
                  <a:cubicBezTo>
                    <a:pt x="902" y="212"/>
                    <a:pt x="910" y="224"/>
                    <a:pt x="918" y="234"/>
                  </a:cubicBezTo>
                  <a:moveTo>
                    <a:pt x="323" y="335"/>
                  </a:moveTo>
                  <a:cubicBezTo>
                    <a:pt x="387" y="278"/>
                    <a:pt x="449" y="217"/>
                    <a:pt x="524" y="175"/>
                  </a:cubicBezTo>
                  <a:cubicBezTo>
                    <a:pt x="598" y="137"/>
                    <a:pt x="678" y="111"/>
                    <a:pt x="760" y="100"/>
                  </a:cubicBezTo>
                  <a:lnTo>
                    <a:pt x="761" y="100"/>
                  </a:lnTo>
                  <a:cubicBezTo>
                    <a:pt x="761" y="99"/>
                    <a:pt x="762" y="99"/>
                    <a:pt x="762" y="99"/>
                  </a:cubicBezTo>
                  <a:cubicBezTo>
                    <a:pt x="777" y="105"/>
                    <a:pt x="792" y="112"/>
                    <a:pt x="807" y="121"/>
                  </a:cubicBezTo>
                  <a:cubicBezTo>
                    <a:pt x="813" y="124"/>
                    <a:pt x="819" y="128"/>
                    <a:pt x="826" y="132"/>
                  </a:cubicBezTo>
                  <a:cubicBezTo>
                    <a:pt x="848" y="148"/>
                    <a:pt x="868" y="167"/>
                    <a:pt x="885" y="188"/>
                  </a:cubicBezTo>
                  <a:lnTo>
                    <a:pt x="877" y="186"/>
                  </a:lnTo>
                  <a:lnTo>
                    <a:pt x="877" y="184"/>
                  </a:lnTo>
                  <a:cubicBezTo>
                    <a:pt x="877" y="183"/>
                    <a:pt x="876" y="183"/>
                    <a:pt x="875" y="182"/>
                  </a:cubicBezTo>
                  <a:lnTo>
                    <a:pt x="874" y="182"/>
                  </a:lnTo>
                  <a:cubicBezTo>
                    <a:pt x="873" y="182"/>
                    <a:pt x="872" y="182"/>
                    <a:pt x="872" y="182"/>
                  </a:cubicBezTo>
                  <a:cubicBezTo>
                    <a:pt x="871" y="182"/>
                    <a:pt x="871" y="183"/>
                    <a:pt x="871" y="183"/>
                  </a:cubicBezTo>
                  <a:cubicBezTo>
                    <a:pt x="822" y="167"/>
                    <a:pt x="762" y="170"/>
                    <a:pt x="716" y="173"/>
                  </a:cubicBezTo>
                  <a:cubicBezTo>
                    <a:pt x="685" y="176"/>
                    <a:pt x="654" y="187"/>
                    <a:pt x="627" y="202"/>
                  </a:cubicBezTo>
                  <a:cubicBezTo>
                    <a:pt x="616" y="209"/>
                    <a:pt x="605" y="216"/>
                    <a:pt x="594" y="225"/>
                  </a:cubicBezTo>
                  <a:cubicBezTo>
                    <a:pt x="594" y="225"/>
                    <a:pt x="594" y="226"/>
                    <a:pt x="593" y="226"/>
                  </a:cubicBezTo>
                  <a:cubicBezTo>
                    <a:pt x="592" y="227"/>
                    <a:pt x="592" y="229"/>
                    <a:pt x="592" y="230"/>
                  </a:cubicBezTo>
                  <a:cubicBezTo>
                    <a:pt x="592" y="231"/>
                    <a:pt x="592" y="234"/>
                    <a:pt x="593" y="234"/>
                  </a:cubicBezTo>
                  <a:cubicBezTo>
                    <a:pt x="594" y="235"/>
                    <a:pt x="594" y="235"/>
                    <a:pt x="594" y="235"/>
                  </a:cubicBezTo>
                  <a:cubicBezTo>
                    <a:pt x="597" y="238"/>
                    <a:pt x="599" y="241"/>
                    <a:pt x="602" y="242"/>
                  </a:cubicBezTo>
                  <a:cubicBezTo>
                    <a:pt x="606" y="245"/>
                    <a:pt x="611" y="245"/>
                    <a:pt x="615" y="245"/>
                  </a:cubicBezTo>
                  <a:cubicBezTo>
                    <a:pt x="578" y="263"/>
                    <a:pt x="539" y="279"/>
                    <a:pt x="503" y="299"/>
                  </a:cubicBezTo>
                  <a:cubicBezTo>
                    <a:pt x="496" y="302"/>
                    <a:pt x="490" y="306"/>
                    <a:pt x="483" y="310"/>
                  </a:cubicBezTo>
                  <a:cubicBezTo>
                    <a:pt x="473" y="316"/>
                    <a:pt x="463" y="322"/>
                    <a:pt x="453" y="329"/>
                  </a:cubicBezTo>
                  <a:cubicBezTo>
                    <a:pt x="438" y="340"/>
                    <a:pt x="421" y="363"/>
                    <a:pt x="405" y="370"/>
                  </a:cubicBezTo>
                  <a:cubicBezTo>
                    <a:pt x="402" y="371"/>
                    <a:pt x="405" y="375"/>
                    <a:pt x="407" y="375"/>
                  </a:cubicBezTo>
                  <a:cubicBezTo>
                    <a:pt x="438" y="368"/>
                    <a:pt x="467" y="330"/>
                    <a:pt x="496" y="316"/>
                  </a:cubicBezTo>
                  <a:cubicBezTo>
                    <a:pt x="545" y="290"/>
                    <a:pt x="595" y="271"/>
                    <a:pt x="644" y="247"/>
                  </a:cubicBezTo>
                  <a:lnTo>
                    <a:pt x="645" y="247"/>
                  </a:lnTo>
                  <a:cubicBezTo>
                    <a:pt x="646" y="246"/>
                    <a:pt x="646" y="245"/>
                    <a:pt x="647" y="244"/>
                  </a:cubicBezTo>
                  <a:cubicBezTo>
                    <a:pt x="648" y="243"/>
                    <a:pt x="648" y="243"/>
                    <a:pt x="648" y="241"/>
                  </a:cubicBezTo>
                  <a:cubicBezTo>
                    <a:pt x="648" y="240"/>
                    <a:pt x="648" y="238"/>
                    <a:pt x="647" y="237"/>
                  </a:cubicBezTo>
                  <a:cubicBezTo>
                    <a:pt x="646" y="236"/>
                    <a:pt x="646" y="235"/>
                    <a:pt x="645" y="234"/>
                  </a:cubicBezTo>
                  <a:cubicBezTo>
                    <a:pt x="644" y="234"/>
                    <a:pt x="644" y="234"/>
                    <a:pt x="643" y="234"/>
                  </a:cubicBezTo>
                  <a:cubicBezTo>
                    <a:pt x="628" y="230"/>
                    <a:pt x="612" y="228"/>
                    <a:pt x="638" y="217"/>
                  </a:cubicBezTo>
                  <a:cubicBezTo>
                    <a:pt x="663" y="207"/>
                    <a:pt x="682" y="198"/>
                    <a:pt x="705" y="191"/>
                  </a:cubicBezTo>
                  <a:cubicBezTo>
                    <a:pt x="731" y="185"/>
                    <a:pt x="757" y="182"/>
                    <a:pt x="782" y="182"/>
                  </a:cubicBezTo>
                  <a:cubicBezTo>
                    <a:pt x="802" y="182"/>
                    <a:pt x="821" y="184"/>
                    <a:pt x="840" y="187"/>
                  </a:cubicBezTo>
                  <a:cubicBezTo>
                    <a:pt x="830" y="190"/>
                    <a:pt x="820" y="195"/>
                    <a:pt x="810" y="199"/>
                  </a:cubicBezTo>
                  <a:cubicBezTo>
                    <a:pt x="780" y="210"/>
                    <a:pt x="751" y="225"/>
                    <a:pt x="723" y="241"/>
                  </a:cubicBezTo>
                  <a:cubicBezTo>
                    <a:pt x="709" y="246"/>
                    <a:pt x="696" y="253"/>
                    <a:pt x="683" y="260"/>
                  </a:cubicBezTo>
                  <a:cubicBezTo>
                    <a:pt x="673" y="266"/>
                    <a:pt x="663" y="273"/>
                    <a:pt x="653" y="280"/>
                  </a:cubicBezTo>
                  <a:cubicBezTo>
                    <a:pt x="629" y="303"/>
                    <a:pt x="577" y="322"/>
                    <a:pt x="567" y="357"/>
                  </a:cubicBezTo>
                  <a:cubicBezTo>
                    <a:pt x="567" y="358"/>
                    <a:pt x="567" y="358"/>
                    <a:pt x="567" y="358"/>
                  </a:cubicBezTo>
                  <a:cubicBezTo>
                    <a:pt x="527" y="361"/>
                    <a:pt x="487" y="368"/>
                    <a:pt x="449" y="378"/>
                  </a:cubicBezTo>
                  <a:cubicBezTo>
                    <a:pt x="442" y="380"/>
                    <a:pt x="435" y="382"/>
                    <a:pt x="429" y="386"/>
                  </a:cubicBezTo>
                  <a:cubicBezTo>
                    <a:pt x="419" y="386"/>
                    <a:pt x="409" y="388"/>
                    <a:pt x="400" y="389"/>
                  </a:cubicBezTo>
                  <a:cubicBezTo>
                    <a:pt x="398" y="389"/>
                    <a:pt x="396" y="390"/>
                    <a:pt x="394" y="391"/>
                  </a:cubicBezTo>
                  <a:cubicBezTo>
                    <a:pt x="394" y="389"/>
                    <a:pt x="394" y="388"/>
                    <a:pt x="394" y="387"/>
                  </a:cubicBezTo>
                  <a:cubicBezTo>
                    <a:pt x="394" y="385"/>
                    <a:pt x="394" y="384"/>
                    <a:pt x="393" y="382"/>
                  </a:cubicBezTo>
                  <a:cubicBezTo>
                    <a:pt x="392" y="381"/>
                    <a:pt x="391" y="379"/>
                    <a:pt x="389" y="378"/>
                  </a:cubicBezTo>
                  <a:cubicBezTo>
                    <a:pt x="387" y="377"/>
                    <a:pt x="386" y="377"/>
                    <a:pt x="384" y="377"/>
                  </a:cubicBezTo>
                  <a:cubicBezTo>
                    <a:pt x="377" y="377"/>
                    <a:pt x="370" y="379"/>
                    <a:pt x="364" y="381"/>
                  </a:cubicBezTo>
                  <a:cubicBezTo>
                    <a:pt x="364" y="380"/>
                    <a:pt x="364" y="380"/>
                    <a:pt x="364" y="380"/>
                  </a:cubicBezTo>
                  <a:cubicBezTo>
                    <a:pt x="364" y="379"/>
                    <a:pt x="364" y="378"/>
                    <a:pt x="363" y="377"/>
                  </a:cubicBezTo>
                  <a:cubicBezTo>
                    <a:pt x="362" y="376"/>
                    <a:pt x="362" y="376"/>
                    <a:pt x="361" y="375"/>
                  </a:cubicBezTo>
                  <a:cubicBezTo>
                    <a:pt x="361" y="375"/>
                    <a:pt x="360" y="375"/>
                    <a:pt x="359" y="375"/>
                  </a:cubicBezTo>
                  <a:cubicBezTo>
                    <a:pt x="358" y="375"/>
                    <a:pt x="358" y="375"/>
                    <a:pt x="358" y="375"/>
                  </a:cubicBezTo>
                  <a:cubicBezTo>
                    <a:pt x="339" y="379"/>
                    <a:pt x="320" y="387"/>
                    <a:pt x="304" y="396"/>
                  </a:cubicBezTo>
                  <a:cubicBezTo>
                    <a:pt x="296" y="401"/>
                    <a:pt x="289" y="405"/>
                    <a:pt x="283" y="410"/>
                  </a:cubicBezTo>
                  <a:cubicBezTo>
                    <a:pt x="301" y="396"/>
                    <a:pt x="316" y="380"/>
                    <a:pt x="329" y="361"/>
                  </a:cubicBezTo>
                  <a:cubicBezTo>
                    <a:pt x="330" y="360"/>
                    <a:pt x="330" y="359"/>
                    <a:pt x="330" y="358"/>
                  </a:cubicBezTo>
                  <a:cubicBezTo>
                    <a:pt x="330" y="356"/>
                    <a:pt x="330" y="355"/>
                    <a:pt x="329" y="354"/>
                  </a:cubicBezTo>
                  <a:cubicBezTo>
                    <a:pt x="328" y="353"/>
                    <a:pt x="327" y="352"/>
                    <a:pt x="326" y="351"/>
                  </a:cubicBezTo>
                  <a:cubicBezTo>
                    <a:pt x="325" y="351"/>
                    <a:pt x="324" y="350"/>
                    <a:pt x="322" y="350"/>
                  </a:cubicBezTo>
                  <a:cubicBezTo>
                    <a:pt x="321" y="350"/>
                    <a:pt x="320" y="351"/>
                    <a:pt x="319" y="351"/>
                  </a:cubicBezTo>
                  <a:cubicBezTo>
                    <a:pt x="287" y="372"/>
                    <a:pt x="257" y="398"/>
                    <a:pt x="231" y="426"/>
                  </a:cubicBezTo>
                  <a:cubicBezTo>
                    <a:pt x="260" y="394"/>
                    <a:pt x="290" y="364"/>
                    <a:pt x="322" y="335"/>
                  </a:cubicBezTo>
                  <a:lnTo>
                    <a:pt x="323" y="335"/>
                  </a:lnTo>
                  <a:moveTo>
                    <a:pt x="74" y="597"/>
                  </a:moveTo>
                  <a:cubicBezTo>
                    <a:pt x="75" y="593"/>
                    <a:pt x="75" y="589"/>
                    <a:pt x="75" y="585"/>
                  </a:cubicBezTo>
                  <a:cubicBezTo>
                    <a:pt x="76" y="534"/>
                    <a:pt x="120" y="489"/>
                    <a:pt x="115" y="439"/>
                  </a:cubicBezTo>
                  <a:cubicBezTo>
                    <a:pt x="114" y="437"/>
                    <a:pt x="114" y="437"/>
                    <a:pt x="113" y="435"/>
                  </a:cubicBezTo>
                  <a:cubicBezTo>
                    <a:pt x="113" y="434"/>
                    <a:pt x="111" y="433"/>
                    <a:pt x="110" y="432"/>
                  </a:cubicBezTo>
                  <a:cubicBezTo>
                    <a:pt x="109" y="431"/>
                    <a:pt x="108" y="431"/>
                    <a:pt x="107" y="431"/>
                  </a:cubicBezTo>
                  <a:lnTo>
                    <a:pt x="115" y="411"/>
                  </a:lnTo>
                  <a:cubicBezTo>
                    <a:pt x="118" y="404"/>
                    <a:pt x="122" y="396"/>
                    <a:pt x="126" y="389"/>
                  </a:cubicBezTo>
                  <a:cubicBezTo>
                    <a:pt x="136" y="372"/>
                    <a:pt x="148" y="357"/>
                    <a:pt x="163" y="343"/>
                  </a:cubicBezTo>
                  <a:cubicBezTo>
                    <a:pt x="152" y="369"/>
                    <a:pt x="147" y="396"/>
                    <a:pt x="147" y="424"/>
                  </a:cubicBezTo>
                  <a:cubicBezTo>
                    <a:pt x="147" y="428"/>
                    <a:pt x="147" y="432"/>
                    <a:pt x="148" y="436"/>
                  </a:cubicBezTo>
                  <a:cubicBezTo>
                    <a:pt x="133" y="463"/>
                    <a:pt x="120" y="490"/>
                    <a:pt x="108" y="519"/>
                  </a:cubicBezTo>
                  <a:cubicBezTo>
                    <a:pt x="100" y="537"/>
                    <a:pt x="91" y="556"/>
                    <a:pt x="83" y="575"/>
                  </a:cubicBezTo>
                  <a:cubicBezTo>
                    <a:pt x="80" y="578"/>
                    <a:pt x="77" y="587"/>
                    <a:pt x="74" y="597"/>
                  </a:cubicBezTo>
                  <a:moveTo>
                    <a:pt x="150" y="527"/>
                  </a:moveTo>
                  <a:lnTo>
                    <a:pt x="147" y="530"/>
                  </a:lnTo>
                  <a:lnTo>
                    <a:pt x="150" y="526"/>
                  </a:lnTo>
                  <a:lnTo>
                    <a:pt x="150" y="527"/>
                  </a:lnTo>
                  <a:moveTo>
                    <a:pt x="313" y="638"/>
                  </a:moveTo>
                  <a:lnTo>
                    <a:pt x="316" y="638"/>
                  </a:lnTo>
                  <a:lnTo>
                    <a:pt x="316" y="639"/>
                  </a:lnTo>
                  <a:lnTo>
                    <a:pt x="313" y="638"/>
                  </a:lnTo>
                  <a:moveTo>
                    <a:pt x="352" y="645"/>
                  </a:moveTo>
                  <a:lnTo>
                    <a:pt x="351" y="645"/>
                  </a:lnTo>
                  <a:lnTo>
                    <a:pt x="359" y="647"/>
                  </a:lnTo>
                  <a:lnTo>
                    <a:pt x="352" y="645"/>
                  </a:lnTo>
                  <a:moveTo>
                    <a:pt x="381" y="653"/>
                  </a:moveTo>
                  <a:cubicBezTo>
                    <a:pt x="377" y="651"/>
                    <a:pt x="373" y="650"/>
                    <a:pt x="370" y="649"/>
                  </a:cubicBezTo>
                  <a:lnTo>
                    <a:pt x="382" y="652"/>
                  </a:lnTo>
                  <a:lnTo>
                    <a:pt x="381" y="653"/>
                  </a:lnTo>
                  <a:moveTo>
                    <a:pt x="429" y="658"/>
                  </a:moveTo>
                  <a:lnTo>
                    <a:pt x="435" y="658"/>
                  </a:lnTo>
                  <a:cubicBezTo>
                    <a:pt x="435" y="658"/>
                    <a:pt x="435" y="659"/>
                    <a:pt x="435" y="660"/>
                  </a:cubicBezTo>
                  <a:cubicBezTo>
                    <a:pt x="435" y="660"/>
                    <a:pt x="435" y="661"/>
                    <a:pt x="435" y="662"/>
                  </a:cubicBezTo>
                  <a:lnTo>
                    <a:pt x="434" y="662"/>
                  </a:lnTo>
                  <a:lnTo>
                    <a:pt x="433" y="662"/>
                  </a:lnTo>
                  <a:cubicBezTo>
                    <a:pt x="432" y="660"/>
                    <a:pt x="430" y="658"/>
                    <a:pt x="429" y="657"/>
                  </a:cubicBezTo>
                  <a:lnTo>
                    <a:pt x="429" y="658"/>
                  </a:lnTo>
                  <a:moveTo>
                    <a:pt x="434" y="697"/>
                  </a:moveTo>
                  <a:lnTo>
                    <a:pt x="438" y="697"/>
                  </a:lnTo>
                  <a:lnTo>
                    <a:pt x="446" y="703"/>
                  </a:lnTo>
                  <a:lnTo>
                    <a:pt x="434" y="697"/>
                  </a:lnTo>
                  <a:moveTo>
                    <a:pt x="745" y="776"/>
                  </a:moveTo>
                  <a:lnTo>
                    <a:pt x="742" y="771"/>
                  </a:lnTo>
                  <a:lnTo>
                    <a:pt x="748" y="774"/>
                  </a:lnTo>
                  <a:lnTo>
                    <a:pt x="747" y="774"/>
                  </a:lnTo>
                  <a:cubicBezTo>
                    <a:pt x="746" y="775"/>
                    <a:pt x="745" y="776"/>
                    <a:pt x="745" y="777"/>
                  </a:cubicBezTo>
                  <a:lnTo>
                    <a:pt x="745" y="776"/>
                  </a:lnTo>
                  <a:moveTo>
                    <a:pt x="922" y="933"/>
                  </a:moveTo>
                  <a:lnTo>
                    <a:pt x="922" y="931"/>
                  </a:lnTo>
                  <a:lnTo>
                    <a:pt x="923" y="932"/>
                  </a:lnTo>
                  <a:cubicBezTo>
                    <a:pt x="923" y="933"/>
                    <a:pt x="922" y="934"/>
                    <a:pt x="922" y="935"/>
                  </a:cubicBezTo>
                  <a:lnTo>
                    <a:pt x="922" y="933"/>
                  </a:lnTo>
                  <a:moveTo>
                    <a:pt x="1064" y="1177"/>
                  </a:moveTo>
                  <a:cubicBezTo>
                    <a:pt x="1060" y="1171"/>
                    <a:pt x="1057" y="1166"/>
                    <a:pt x="1054" y="1161"/>
                  </a:cubicBezTo>
                  <a:lnTo>
                    <a:pt x="1046" y="1148"/>
                  </a:lnTo>
                  <a:cubicBezTo>
                    <a:pt x="1052" y="1157"/>
                    <a:pt x="1058" y="1167"/>
                    <a:pt x="1064" y="1176"/>
                  </a:cubicBezTo>
                  <a:lnTo>
                    <a:pt x="1064" y="1177"/>
                  </a:lnTo>
                  <a:moveTo>
                    <a:pt x="1095" y="1209"/>
                  </a:moveTo>
                  <a:lnTo>
                    <a:pt x="1096" y="1212"/>
                  </a:lnTo>
                  <a:lnTo>
                    <a:pt x="1095" y="1209"/>
                  </a:lnTo>
                  <a:moveTo>
                    <a:pt x="1414" y="2103"/>
                  </a:moveTo>
                  <a:cubicBezTo>
                    <a:pt x="1412" y="2119"/>
                    <a:pt x="1412" y="2135"/>
                    <a:pt x="1410" y="2152"/>
                  </a:cubicBezTo>
                  <a:cubicBezTo>
                    <a:pt x="1405" y="2190"/>
                    <a:pt x="1388" y="2190"/>
                    <a:pt x="1380" y="2219"/>
                  </a:cubicBezTo>
                  <a:cubicBezTo>
                    <a:pt x="1367" y="2256"/>
                    <a:pt x="1358" y="2294"/>
                    <a:pt x="1353" y="2333"/>
                  </a:cubicBezTo>
                  <a:cubicBezTo>
                    <a:pt x="1351" y="2363"/>
                    <a:pt x="1334" y="2392"/>
                    <a:pt x="1327" y="2422"/>
                  </a:cubicBezTo>
                  <a:cubicBezTo>
                    <a:pt x="1323" y="2442"/>
                    <a:pt x="1318" y="2462"/>
                    <a:pt x="1313" y="2482"/>
                  </a:cubicBezTo>
                  <a:cubicBezTo>
                    <a:pt x="1315" y="2416"/>
                    <a:pt x="1327" y="2350"/>
                    <a:pt x="1351" y="2287"/>
                  </a:cubicBezTo>
                  <a:cubicBezTo>
                    <a:pt x="1367" y="2252"/>
                    <a:pt x="1381" y="2215"/>
                    <a:pt x="1392" y="2177"/>
                  </a:cubicBezTo>
                  <a:cubicBezTo>
                    <a:pt x="1398" y="2153"/>
                    <a:pt x="1408" y="2126"/>
                    <a:pt x="1414" y="2101"/>
                  </a:cubicBezTo>
                  <a:lnTo>
                    <a:pt x="1414" y="2103"/>
                  </a:lnTo>
                  <a:moveTo>
                    <a:pt x="1452" y="1642"/>
                  </a:moveTo>
                  <a:cubicBezTo>
                    <a:pt x="1444" y="1609"/>
                    <a:pt x="1437" y="1570"/>
                    <a:pt x="1416" y="1543"/>
                  </a:cubicBezTo>
                  <a:cubicBezTo>
                    <a:pt x="1413" y="1540"/>
                    <a:pt x="1408" y="1543"/>
                    <a:pt x="1410" y="1547"/>
                  </a:cubicBezTo>
                  <a:cubicBezTo>
                    <a:pt x="1434" y="1585"/>
                    <a:pt x="1444" y="1649"/>
                    <a:pt x="1449" y="1693"/>
                  </a:cubicBezTo>
                  <a:cubicBezTo>
                    <a:pt x="1451" y="1719"/>
                    <a:pt x="1452" y="1745"/>
                    <a:pt x="1452" y="1771"/>
                  </a:cubicBezTo>
                  <a:cubicBezTo>
                    <a:pt x="1452" y="1797"/>
                    <a:pt x="1451" y="1823"/>
                    <a:pt x="1449" y="1849"/>
                  </a:cubicBezTo>
                  <a:cubicBezTo>
                    <a:pt x="1449" y="1919"/>
                    <a:pt x="1431" y="1989"/>
                    <a:pt x="1420" y="2059"/>
                  </a:cubicBezTo>
                  <a:lnTo>
                    <a:pt x="1420" y="2058"/>
                  </a:lnTo>
                  <a:cubicBezTo>
                    <a:pt x="1420" y="2057"/>
                    <a:pt x="1419" y="2057"/>
                    <a:pt x="1418" y="2056"/>
                  </a:cubicBezTo>
                  <a:cubicBezTo>
                    <a:pt x="1415" y="2027"/>
                    <a:pt x="1407" y="1997"/>
                    <a:pt x="1403" y="1968"/>
                  </a:cubicBezTo>
                  <a:cubicBezTo>
                    <a:pt x="1397" y="1924"/>
                    <a:pt x="1398" y="1879"/>
                    <a:pt x="1393" y="1834"/>
                  </a:cubicBezTo>
                  <a:cubicBezTo>
                    <a:pt x="1389" y="1792"/>
                    <a:pt x="1387" y="1749"/>
                    <a:pt x="1387" y="1706"/>
                  </a:cubicBezTo>
                  <a:cubicBezTo>
                    <a:pt x="1387" y="1700"/>
                    <a:pt x="1387" y="1694"/>
                    <a:pt x="1387" y="1689"/>
                  </a:cubicBezTo>
                  <a:cubicBezTo>
                    <a:pt x="1388" y="1685"/>
                    <a:pt x="1388" y="1682"/>
                    <a:pt x="1388" y="1679"/>
                  </a:cubicBezTo>
                  <a:cubicBezTo>
                    <a:pt x="1388" y="1667"/>
                    <a:pt x="1385" y="1656"/>
                    <a:pt x="1380" y="1645"/>
                  </a:cubicBezTo>
                  <a:cubicBezTo>
                    <a:pt x="1379" y="1645"/>
                    <a:pt x="1379" y="1644"/>
                    <a:pt x="1378" y="1644"/>
                  </a:cubicBezTo>
                  <a:cubicBezTo>
                    <a:pt x="1378" y="1644"/>
                    <a:pt x="1377" y="1643"/>
                    <a:pt x="1376" y="1643"/>
                  </a:cubicBezTo>
                  <a:cubicBezTo>
                    <a:pt x="1375" y="1643"/>
                    <a:pt x="1374" y="1644"/>
                    <a:pt x="1373" y="1644"/>
                  </a:cubicBezTo>
                  <a:cubicBezTo>
                    <a:pt x="1372" y="1644"/>
                    <a:pt x="1371" y="1645"/>
                    <a:pt x="1371" y="1646"/>
                  </a:cubicBezTo>
                  <a:lnTo>
                    <a:pt x="1371" y="1647"/>
                  </a:lnTo>
                  <a:cubicBezTo>
                    <a:pt x="1358" y="1678"/>
                    <a:pt x="1349" y="1710"/>
                    <a:pt x="1343" y="1742"/>
                  </a:cubicBezTo>
                  <a:cubicBezTo>
                    <a:pt x="1343" y="1747"/>
                    <a:pt x="1338" y="1730"/>
                    <a:pt x="1338" y="1727"/>
                  </a:cubicBezTo>
                  <a:cubicBezTo>
                    <a:pt x="1334" y="1710"/>
                    <a:pt x="1329" y="1693"/>
                    <a:pt x="1321" y="1677"/>
                  </a:cubicBezTo>
                  <a:cubicBezTo>
                    <a:pt x="1307" y="1638"/>
                    <a:pt x="1325" y="1592"/>
                    <a:pt x="1324" y="1551"/>
                  </a:cubicBezTo>
                  <a:cubicBezTo>
                    <a:pt x="1322" y="1511"/>
                    <a:pt x="1322" y="1472"/>
                    <a:pt x="1319" y="1433"/>
                  </a:cubicBezTo>
                  <a:cubicBezTo>
                    <a:pt x="1319" y="1428"/>
                    <a:pt x="1312" y="1429"/>
                    <a:pt x="1312" y="1433"/>
                  </a:cubicBezTo>
                  <a:cubicBezTo>
                    <a:pt x="1310" y="1455"/>
                    <a:pt x="1309" y="1478"/>
                    <a:pt x="1309" y="1501"/>
                  </a:cubicBezTo>
                  <a:cubicBezTo>
                    <a:pt x="1309" y="1508"/>
                    <a:pt x="1309" y="1515"/>
                    <a:pt x="1309" y="1522"/>
                  </a:cubicBezTo>
                  <a:cubicBezTo>
                    <a:pt x="1309" y="1525"/>
                    <a:pt x="1310" y="1528"/>
                    <a:pt x="1310" y="1531"/>
                  </a:cubicBezTo>
                  <a:cubicBezTo>
                    <a:pt x="1310" y="1540"/>
                    <a:pt x="1309" y="1550"/>
                    <a:pt x="1308" y="1560"/>
                  </a:cubicBezTo>
                  <a:cubicBezTo>
                    <a:pt x="1299" y="1517"/>
                    <a:pt x="1286" y="1476"/>
                    <a:pt x="1267" y="1438"/>
                  </a:cubicBezTo>
                  <a:cubicBezTo>
                    <a:pt x="1229" y="1362"/>
                    <a:pt x="1203" y="1281"/>
                    <a:pt x="1192" y="1197"/>
                  </a:cubicBezTo>
                  <a:cubicBezTo>
                    <a:pt x="1192" y="1193"/>
                    <a:pt x="1184" y="1193"/>
                    <a:pt x="1184" y="1197"/>
                  </a:cubicBezTo>
                  <a:cubicBezTo>
                    <a:pt x="1184" y="1200"/>
                    <a:pt x="1183" y="1203"/>
                    <a:pt x="1183" y="1206"/>
                  </a:cubicBezTo>
                  <a:cubicBezTo>
                    <a:pt x="1183" y="1209"/>
                    <a:pt x="1184" y="1211"/>
                    <a:pt x="1184" y="1214"/>
                  </a:cubicBezTo>
                  <a:lnTo>
                    <a:pt x="1182" y="1214"/>
                  </a:lnTo>
                  <a:cubicBezTo>
                    <a:pt x="1181" y="1220"/>
                    <a:pt x="1181" y="1226"/>
                    <a:pt x="1181" y="1232"/>
                  </a:cubicBezTo>
                  <a:cubicBezTo>
                    <a:pt x="1181" y="1237"/>
                    <a:pt x="1181" y="1243"/>
                    <a:pt x="1182" y="1249"/>
                  </a:cubicBezTo>
                  <a:cubicBezTo>
                    <a:pt x="1184" y="1268"/>
                    <a:pt x="1188" y="1286"/>
                    <a:pt x="1195" y="1303"/>
                  </a:cubicBezTo>
                  <a:cubicBezTo>
                    <a:pt x="1195" y="1304"/>
                    <a:pt x="1195" y="1304"/>
                    <a:pt x="1195" y="1304"/>
                  </a:cubicBezTo>
                  <a:cubicBezTo>
                    <a:pt x="1195" y="1312"/>
                    <a:pt x="1197" y="1321"/>
                    <a:pt x="1201" y="1329"/>
                  </a:cubicBezTo>
                  <a:cubicBezTo>
                    <a:pt x="1178" y="1292"/>
                    <a:pt x="1141" y="1267"/>
                    <a:pt x="1121" y="1228"/>
                  </a:cubicBezTo>
                  <a:cubicBezTo>
                    <a:pt x="1068" y="1121"/>
                    <a:pt x="1023" y="1013"/>
                    <a:pt x="1019" y="892"/>
                  </a:cubicBezTo>
                  <a:lnTo>
                    <a:pt x="1019" y="891"/>
                  </a:lnTo>
                  <a:cubicBezTo>
                    <a:pt x="1019" y="891"/>
                    <a:pt x="1018" y="891"/>
                    <a:pt x="1018" y="890"/>
                  </a:cubicBezTo>
                  <a:lnTo>
                    <a:pt x="1017" y="890"/>
                  </a:lnTo>
                  <a:cubicBezTo>
                    <a:pt x="1016" y="890"/>
                    <a:pt x="1016" y="890"/>
                    <a:pt x="1016" y="890"/>
                  </a:cubicBezTo>
                  <a:cubicBezTo>
                    <a:pt x="1015" y="891"/>
                    <a:pt x="1015" y="891"/>
                    <a:pt x="1015" y="891"/>
                  </a:cubicBezTo>
                  <a:cubicBezTo>
                    <a:pt x="1015" y="891"/>
                    <a:pt x="1015" y="892"/>
                    <a:pt x="1014" y="892"/>
                  </a:cubicBezTo>
                  <a:cubicBezTo>
                    <a:pt x="1013" y="905"/>
                    <a:pt x="1013" y="918"/>
                    <a:pt x="1013" y="931"/>
                  </a:cubicBezTo>
                  <a:cubicBezTo>
                    <a:pt x="1013" y="1004"/>
                    <a:pt x="1031" y="1076"/>
                    <a:pt x="1066" y="1140"/>
                  </a:cubicBezTo>
                  <a:cubicBezTo>
                    <a:pt x="1073" y="1153"/>
                    <a:pt x="1080" y="1167"/>
                    <a:pt x="1086" y="1181"/>
                  </a:cubicBezTo>
                  <a:lnTo>
                    <a:pt x="1081" y="1175"/>
                  </a:lnTo>
                  <a:cubicBezTo>
                    <a:pt x="1080" y="1173"/>
                    <a:pt x="1079" y="1170"/>
                    <a:pt x="1078" y="1167"/>
                  </a:cubicBezTo>
                  <a:lnTo>
                    <a:pt x="1078" y="1166"/>
                  </a:lnTo>
                  <a:cubicBezTo>
                    <a:pt x="1077" y="1166"/>
                    <a:pt x="1077" y="1166"/>
                    <a:pt x="1077" y="1166"/>
                  </a:cubicBezTo>
                  <a:cubicBezTo>
                    <a:pt x="1076" y="1166"/>
                    <a:pt x="1076" y="1166"/>
                    <a:pt x="1076" y="1166"/>
                  </a:cubicBezTo>
                  <a:lnTo>
                    <a:pt x="1075" y="1167"/>
                  </a:lnTo>
                  <a:cubicBezTo>
                    <a:pt x="1075" y="1167"/>
                    <a:pt x="1074" y="1166"/>
                    <a:pt x="1074" y="1165"/>
                  </a:cubicBezTo>
                  <a:cubicBezTo>
                    <a:pt x="1061" y="1144"/>
                    <a:pt x="1048" y="1122"/>
                    <a:pt x="1033" y="1102"/>
                  </a:cubicBezTo>
                  <a:cubicBezTo>
                    <a:pt x="1010" y="1066"/>
                    <a:pt x="992" y="1027"/>
                    <a:pt x="972" y="990"/>
                  </a:cubicBezTo>
                  <a:cubicBezTo>
                    <a:pt x="965" y="975"/>
                    <a:pt x="959" y="961"/>
                    <a:pt x="954" y="945"/>
                  </a:cubicBezTo>
                  <a:cubicBezTo>
                    <a:pt x="955" y="945"/>
                    <a:pt x="955" y="944"/>
                    <a:pt x="955" y="944"/>
                  </a:cubicBezTo>
                  <a:cubicBezTo>
                    <a:pt x="956" y="942"/>
                    <a:pt x="956" y="941"/>
                    <a:pt x="956" y="940"/>
                  </a:cubicBezTo>
                  <a:cubicBezTo>
                    <a:pt x="956" y="939"/>
                    <a:pt x="956" y="939"/>
                    <a:pt x="955" y="937"/>
                  </a:cubicBezTo>
                  <a:cubicBezTo>
                    <a:pt x="955" y="936"/>
                    <a:pt x="955" y="935"/>
                    <a:pt x="954" y="935"/>
                  </a:cubicBezTo>
                  <a:lnTo>
                    <a:pt x="951" y="932"/>
                  </a:lnTo>
                  <a:cubicBezTo>
                    <a:pt x="944" y="910"/>
                    <a:pt x="939" y="887"/>
                    <a:pt x="934" y="867"/>
                  </a:cubicBezTo>
                  <a:cubicBezTo>
                    <a:pt x="926" y="836"/>
                    <a:pt x="921" y="805"/>
                    <a:pt x="918" y="773"/>
                  </a:cubicBezTo>
                  <a:lnTo>
                    <a:pt x="918" y="772"/>
                  </a:lnTo>
                  <a:cubicBezTo>
                    <a:pt x="917" y="771"/>
                    <a:pt x="917" y="771"/>
                    <a:pt x="917" y="771"/>
                  </a:cubicBezTo>
                  <a:cubicBezTo>
                    <a:pt x="916" y="770"/>
                    <a:pt x="915" y="770"/>
                    <a:pt x="915" y="770"/>
                  </a:cubicBezTo>
                  <a:cubicBezTo>
                    <a:pt x="914" y="770"/>
                    <a:pt x="914" y="770"/>
                    <a:pt x="913" y="771"/>
                  </a:cubicBezTo>
                  <a:cubicBezTo>
                    <a:pt x="913" y="771"/>
                    <a:pt x="912" y="771"/>
                    <a:pt x="912" y="772"/>
                  </a:cubicBezTo>
                  <a:lnTo>
                    <a:pt x="912" y="773"/>
                  </a:lnTo>
                  <a:cubicBezTo>
                    <a:pt x="913" y="822"/>
                    <a:pt x="921" y="871"/>
                    <a:pt x="936" y="918"/>
                  </a:cubicBezTo>
                  <a:cubicBezTo>
                    <a:pt x="917" y="898"/>
                    <a:pt x="901" y="876"/>
                    <a:pt x="887" y="853"/>
                  </a:cubicBezTo>
                  <a:cubicBezTo>
                    <a:pt x="884" y="848"/>
                    <a:pt x="882" y="843"/>
                    <a:pt x="879" y="838"/>
                  </a:cubicBezTo>
                  <a:cubicBezTo>
                    <a:pt x="881" y="838"/>
                    <a:pt x="883" y="838"/>
                    <a:pt x="885" y="838"/>
                  </a:cubicBezTo>
                  <a:cubicBezTo>
                    <a:pt x="887" y="838"/>
                    <a:pt x="889" y="838"/>
                    <a:pt x="891" y="838"/>
                  </a:cubicBezTo>
                  <a:cubicBezTo>
                    <a:pt x="892" y="838"/>
                    <a:pt x="892" y="837"/>
                    <a:pt x="892" y="837"/>
                  </a:cubicBezTo>
                  <a:cubicBezTo>
                    <a:pt x="893" y="837"/>
                    <a:pt x="894" y="836"/>
                    <a:pt x="894" y="836"/>
                  </a:cubicBezTo>
                  <a:cubicBezTo>
                    <a:pt x="894" y="835"/>
                    <a:pt x="895" y="834"/>
                    <a:pt x="895" y="833"/>
                  </a:cubicBezTo>
                  <a:cubicBezTo>
                    <a:pt x="895" y="833"/>
                    <a:pt x="894" y="832"/>
                    <a:pt x="894" y="831"/>
                  </a:cubicBezTo>
                  <a:cubicBezTo>
                    <a:pt x="894" y="830"/>
                    <a:pt x="893" y="830"/>
                    <a:pt x="892" y="829"/>
                  </a:cubicBezTo>
                  <a:lnTo>
                    <a:pt x="891" y="829"/>
                  </a:lnTo>
                  <a:cubicBezTo>
                    <a:pt x="883" y="826"/>
                    <a:pt x="875" y="822"/>
                    <a:pt x="868" y="817"/>
                  </a:cubicBezTo>
                  <a:cubicBezTo>
                    <a:pt x="854" y="787"/>
                    <a:pt x="839" y="758"/>
                    <a:pt x="823" y="730"/>
                  </a:cubicBezTo>
                  <a:cubicBezTo>
                    <a:pt x="815" y="716"/>
                    <a:pt x="807" y="703"/>
                    <a:pt x="798" y="690"/>
                  </a:cubicBezTo>
                  <a:cubicBezTo>
                    <a:pt x="797" y="688"/>
                    <a:pt x="794" y="690"/>
                    <a:pt x="795" y="692"/>
                  </a:cubicBezTo>
                  <a:cubicBezTo>
                    <a:pt x="815" y="727"/>
                    <a:pt x="828" y="766"/>
                    <a:pt x="845" y="803"/>
                  </a:cubicBezTo>
                  <a:cubicBezTo>
                    <a:pt x="840" y="797"/>
                    <a:pt x="835" y="793"/>
                    <a:pt x="829" y="789"/>
                  </a:cubicBezTo>
                  <a:cubicBezTo>
                    <a:pt x="825" y="787"/>
                    <a:pt x="821" y="786"/>
                    <a:pt x="817" y="784"/>
                  </a:cubicBezTo>
                  <a:cubicBezTo>
                    <a:pt x="802" y="773"/>
                    <a:pt x="787" y="762"/>
                    <a:pt x="773" y="751"/>
                  </a:cubicBezTo>
                  <a:cubicBezTo>
                    <a:pt x="735" y="724"/>
                    <a:pt x="710" y="686"/>
                    <a:pt x="681" y="650"/>
                  </a:cubicBezTo>
                  <a:lnTo>
                    <a:pt x="680" y="649"/>
                  </a:lnTo>
                  <a:lnTo>
                    <a:pt x="679" y="649"/>
                  </a:lnTo>
                  <a:cubicBezTo>
                    <a:pt x="678" y="649"/>
                    <a:pt x="678" y="649"/>
                    <a:pt x="678" y="649"/>
                  </a:cubicBezTo>
                  <a:cubicBezTo>
                    <a:pt x="677" y="649"/>
                    <a:pt x="677" y="650"/>
                    <a:pt x="677" y="650"/>
                  </a:cubicBezTo>
                  <a:cubicBezTo>
                    <a:pt x="676" y="650"/>
                    <a:pt x="676" y="651"/>
                    <a:pt x="676" y="651"/>
                  </a:cubicBezTo>
                  <a:cubicBezTo>
                    <a:pt x="676" y="652"/>
                    <a:pt x="676" y="652"/>
                    <a:pt x="677" y="653"/>
                  </a:cubicBezTo>
                  <a:cubicBezTo>
                    <a:pt x="699" y="690"/>
                    <a:pt x="725" y="724"/>
                    <a:pt x="755" y="754"/>
                  </a:cubicBezTo>
                  <a:cubicBezTo>
                    <a:pt x="746" y="750"/>
                    <a:pt x="736" y="745"/>
                    <a:pt x="727" y="740"/>
                  </a:cubicBezTo>
                  <a:cubicBezTo>
                    <a:pt x="716" y="734"/>
                    <a:pt x="705" y="726"/>
                    <a:pt x="695" y="718"/>
                  </a:cubicBezTo>
                  <a:cubicBezTo>
                    <a:pt x="671" y="696"/>
                    <a:pt x="645" y="675"/>
                    <a:pt x="618" y="657"/>
                  </a:cubicBezTo>
                  <a:cubicBezTo>
                    <a:pt x="613" y="654"/>
                    <a:pt x="607" y="651"/>
                    <a:pt x="602" y="648"/>
                  </a:cubicBezTo>
                  <a:cubicBezTo>
                    <a:pt x="594" y="642"/>
                    <a:pt x="585" y="636"/>
                    <a:pt x="577" y="631"/>
                  </a:cubicBezTo>
                  <a:cubicBezTo>
                    <a:pt x="559" y="621"/>
                    <a:pt x="541" y="613"/>
                    <a:pt x="521" y="609"/>
                  </a:cubicBezTo>
                  <a:lnTo>
                    <a:pt x="519" y="609"/>
                  </a:lnTo>
                  <a:cubicBezTo>
                    <a:pt x="519" y="608"/>
                    <a:pt x="519" y="608"/>
                    <a:pt x="519" y="608"/>
                  </a:cubicBezTo>
                  <a:cubicBezTo>
                    <a:pt x="494" y="594"/>
                    <a:pt x="469" y="582"/>
                    <a:pt x="443" y="572"/>
                  </a:cubicBezTo>
                  <a:cubicBezTo>
                    <a:pt x="437" y="569"/>
                    <a:pt x="433" y="578"/>
                    <a:pt x="438" y="582"/>
                  </a:cubicBezTo>
                  <a:cubicBezTo>
                    <a:pt x="447" y="592"/>
                    <a:pt x="458" y="601"/>
                    <a:pt x="470" y="607"/>
                  </a:cubicBezTo>
                  <a:cubicBezTo>
                    <a:pt x="473" y="609"/>
                    <a:pt x="476" y="610"/>
                    <a:pt x="479" y="612"/>
                  </a:cubicBezTo>
                  <a:cubicBezTo>
                    <a:pt x="497" y="620"/>
                    <a:pt x="499" y="653"/>
                    <a:pt x="475" y="649"/>
                  </a:cubicBezTo>
                  <a:cubicBezTo>
                    <a:pt x="455" y="646"/>
                    <a:pt x="436" y="645"/>
                    <a:pt x="416" y="640"/>
                  </a:cubicBezTo>
                  <a:cubicBezTo>
                    <a:pt x="396" y="635"/>
                    <a:pt x="377" y="637"/>
                    <a:pt x="357" y="633"/>
                  </a:cubicBezTo>
                  <a:cubicBezTo>
                    <a:pt x="343" y="630"/>
                    <a:pt x="294" y="625"/>
                    <a:pt x="284" y="615"/>
                  </a:cubicBezTo>
                  <a:cubicBezTo>
                    <a:pt x="283" y="615"/>
                    <a:pt x="283" y="615"/>
                    <a:pt x="283" y="614"/>
                  </a:cubicBezTo>
                  <a:lnTo>
                    <a:pt x="282" y="614"/>
                  </a:lnTo>
                  <a:lnTo>
                    <a:pt x="281" y="614"/>
                  </a:lnTo>
                  <a:cubicBezTo>
                    <a:pt x="281" y="615"/>
                    <a:pt x="281" y="615"/>
                    <a:pt x="280" y="615"/>
                  </a:cubicBezTo>
                  <a:lnTo>
                    <a:pt x="280" y="616"/>
                  </a:lnTo>
                  <a:lnTo>
                    <a:pt x="280" y="617"/>
                  </a:lnTo>
                  <a:cubicBezTo>
                    <a:pt x="281" y="617"/>
                    <a:pt x="281" y="618"/>
                    <a:pt x="281" y="618"/>
                  </a:cubicBezTo>
                  <a:cubicBezTo>
                    <a:pt x="281" y="618"/>
                    <a:pt x="282" y="619"/>
                    <a:pt x="282" y="620"/>
                  </a:cubicBezTo>
                  <a:cubicBezTo>
                    <a:pt x="269" y="615"/>
                    <a:pt x="255" y="612"/>
                    <a:pt x="241" y="611"/>
                  </a:cubicBezTo>
                  <a:cubicBezTo>
                    <a:pt x="209" y="611"/>
                    <a:pt x="160" y="608"/>
                    <a:pt x="130" y="621"/>
                  </a:cubicBezTo>
                  <a:cubicBezTo>
                    <a:pt x="119" y="625"/>
                    <a:pt x="108" y="631"/>
                    <a:pt x="97" y="637"/>
                  </a:cubicBezTo>
                  <a:cubicBezTo>
                    <a:pt x="96" y="638"/>
                    <a:pt x="95" y="638"/>
                    <a:pt x="94" y="639"/>
                  </a:cubicBezTo>
                  <a:cubicBezTo>
                    <a:pt x="94" y="636"/>
                    <a:pt x="94" y="633"/>
                    <a:pt x="93" y="630"/>
                  </a:cubicBezTo>
                  <a:cubicBezTo>
                    <a:pt x="93" y="629"/>
                    <a:pt x="92" y="629"/>
                    <a:pt x="92" y="629"/>
                  </a:cubicBezTo>
                  <a:cubicBezTo>
                    <a:pt x="91" y="627"/>
                    <a:pt x="90" y="626"/>
                    <a:pt x="88" y="625"/>
                  </a:cubicBezTo>
                  <a:lnTo>
                    <a:pt x="94" y="616"/>
                  </a:lnTo>
                  <a:cubicBezTo>
                    <a:pt x="100" y="607"/>
                    <a:pt x="106" y="599"/>
                    <a:pt x="112" y="590"/>
                  </a:cubicBezTo>
                  <a:cubicBezTo>
                    <a:pt x="115" y="586"/>
                    <a:pt x="117" y="582"/>
                    <a:pt x="119" y="577"/>
                  </a:cubicBezTo>
                  <a:cubicBezTo>
                    <a:pt x="149" y="544"/>
                    <a:pt x="184" y="515"/>
                    <a:pt x="222" y="490"/>
                  </a:cubicBezTo>
                  <a:cubicBezTo>
                    <a:pt x="270" y="463"/>
                    <a:pt x="321" y="438"/>
                    <a:pt x="373" y="416"/>
                  </a:cubicBezTo>
                  <a:cubicBezTo>
                    <a:pt x="380" y="413"/>
                    <a:pt x="387" y="411"/>
                    <a:pt x="394" y="410"/>
                  </a:cubicBezTo>
                  <a:cubicBezTo>
                    <a:pt x="386" y="416"/>
                    <a:pt x="378" y="423"/>
                    <a:pt x="370" y="427"/>
                  </a:cubicBezTo>
                  <a:cubicBezTo>
                    <a:pt x="366" y="430"/>
                    <a:pt x="362" y="431"/>
                    <a:pt x="358" y="433"/>
                  </a:cubicBezTo>
                  <a:cubicBezTo>
                    <a:pt x="331" y="444"/>
                    <a:pt x="326" y="481"/>
                    <a:pt x="307" y="498"/>
                  </a:cubicBezTo>
                  <a:cubicBezTo>
                    <a:pt x="307" y="498"/>
                    <a:pt x="307" y="499"/>
                    <a:pt x="307" y="498"/>
                  </a:cubicBezTo>
                  <a:cubicBezTo>
                    <a:pt x="321" y="489"/>
                    <a:pt x="329" y="475"/>
                    <a:pt x="343" y="466"/>
                  </a:cubicBezTo>
                  <a:cubicBezTo>
                    <a:pt x="370" y="447"/>
                    <a:pt x="398" y="428"/>
                    <a:pt x="425" y="408"/>
                  </a:cubicBezTo>
                  <a:cubicBezTo>
                    <a:pt x="430" y="405"/>
                    <a:pt x="435" y="402"/>
                    <a:pt x="440" y="399"/>
                  </a:cubicBezTo>
                  <a:cubicBezTo>
                    <a:pt x="447" y="398"/>
                    <a:pt x="453" y="395"/>
                    <a:pt x="459" y="391"/>
                  </a:cubicBezTo>
                  <a:cubicBezTo>
                    <a:pt x="462" y="390"/>
                    <a:pt x="464" y="389"/>
                    <a:pt x="466" y="387"/>
                  </a:cubicBezTo>
                  <a:cubicBezTo>
                    <a:pt x="548" y="357"/>
                    <a:pt x="646" y="385"/>
                    <a:pt x="729" y="374"/>
                  </a:cubicBezTo>
                  <a:lnTo>
                    <a:pt x="730" y="374"/>
                  </a:lnTo>
                  <a:lnTo>
                    <a:pt x="731" y="374"/>
                  </a:lnTo>
                  <a:cubicBezTo>
                    <a:pt x="749" y="376"/>
                    <a:pt x="767" y="377"/>
                    <a:pt x="785" y="377"/>
                  </a:cubicBezTo>
                  <a:cubicBezTo>
                    <a:pt x="803" y="377"/>
                    <a:pt x="821" y="376"/>
                    <a:pt x="838" y="374"/>
                  </a:cubicBezTo>
                  <a:cubicBezTo>
                    <a:pt x="866" y="374"/>
                    <a:pt x="894" y="372"/>
                    <a:pt x="922" y="372"/>
                  </a:cubicBezTo>
                  <a:cubicBezTo>
                    <a:pt x="939" y="372"/>
                    <a:pt x="945" y="364"/>
                    <a:pt x="961" y="359"/>
                  </a:cubicBezTo>
                  <a:cubicBezTo>
                    <a:pt x="962" y="358"/>
                    <a:pt x="962" y="358"/>
                    <a:pt x="962" y="358"/>
                  </a:cubicBezTo>
                  <a:cubicBezTo>
                    <a:pt x="962" y="357"/>
                    <a:pt x="963" y="357"/>
                    <a:pt x="963" y="357"/>
                  </a:cubicBezTo>
                  <a:cubicBezTo>
                    <a:pt x="972" y="358"/>
                    <a:pt x="981" y="358"/>
                    <a:pt x="991" y="358"/>
                  </a:cubicBezTo>
                  <a:cubicBezTo>
                    <a:pt x="1000" y="358"/>
                    <a:pt x="1010" y="358"/>
                    <a:pt x="1019" y="357"/>
                  </a:cubicBezTo>
                  <a:cubicBezTo>
                    <a:pt x="1020" y="357"/>
                    <a:pt x="1021" y="357"/>
                    <a:pt x="1021" y="357"/>
                  </a:cubicBezTo>
                  <a:cubicBezTo>
                    <a:pt x="1022" y="356"/>
                    <a:pt x="1023" y="356"/>
                    <a:pt x="1023" y="355"/>
                  </a:cubicBezTo>
                  <a:cubicBezTo>
                    <a:pt x="1023" y="354"/>
                    <a:pt x="1024" y="353"/>
                    <a:pt x="1024" y="353"/>
                  </a:cubicBezTo>
                  <a:cubicBezTo>
                    <a:pt x="1024" y="352"/>
                    <a:pt x="1023" y="351"/>
                    <a:pt x="1023" y="350"/>
                  </a:cubicBezTo>
                  <a:cubicBezTo>
                    <a:pt x="1037" y="365"/>
                    <a:pt x="1053" y="378"/>
                    <a:pt x="1067" y="392"/>
                  </a:cubicBezTo>
                  <a:cubicBezTo>
                    <a:pt x="1076" y="400"/>
                    <a:pt x="1093" y="412"/>
                    <a:pt x="1103" y="421"/>
                  </a:cubicBezTo>
                  <a:cubicBezTo>
                    <a:pt x="1111" y="450"/>
                    <a:pt x="1122" y="477"/>
                    <a:pt x="1137" y="502"/>
                  </a:cubicBezTo>
                  <a:cubicBezTo>
                    <a:pt x="1153" y="529"/>
                    <a:pt x="1172" y="554"/>
                    <a:pt x="1194" y="576"/>
                  </a:cubicBezTo>
                  <a:cubicBezTo>
                    <a:pt x="1197" y="610"/>
                    <a:pt x="1207" y="644"/>
                    <a:pt x="1222" y="675"/>
                  </a:cubicBezTo>
                  <a:cubicBezTo>
                    <a:pt x="1247" y="726"/>
                    <a:pt x="1275" y="775"/>
                    <a:pt x="1302" y="824"/>
                  </a:cubicBezTo>
                  <a:cubicBezTo>
                    <a:pt x="1300" y="823"/>
                    <a:pt x="1299" y="822"/>
                    <a:pt x="1297" y="821"/>
                  </a:cubicBezTo>
                  <a:cubicBezTo>
                    <a:pt x="1293" y="819"/>
                    <a:pt x="1289" y="817"/>
                    <a:pt x="1285" y="817"/>
                  </a:cubicBezTo>
                  <a:lnTo>
                    <a:pt x="1284" y="817"/>
                  </a:lnTo>
                  <a:cubicBezTo>
                    <a:pt x="1283" y="817"/>
                    <a:pt x="1282" y="818"/>
                    <a:pt x="1281" y="818"/>
                  </a:cubicBezTo>
                  <a:cubicBezTo>
                    <a:pt x="1280" y="819"/>
                    <a:pt x="1279" y="819"/>
                    <a:pt x="1279" y="820"/>
                  </a:cubicBezTo>
                  <a:cubicBezTo>
                    <a:pt x="1278" y="821"/>
                    <a:pt x="1278" y="822"/>
                    <a:pt x="1278" y="823"/>
                  </a:cubicBezTo>
                  <a:cubicBezTo>
                    <a:pt x="1278" y="824"/>
                    <a:pt x="1278" y="825"/>
                    <a:pt x="1279" y="826"/>
                  </a:cubicBezTo>
                  <a:cubicBezTo>
                    <a:pt x="1279" y="827"/>
                    <a:pt x="1280" y="828"/>
                    <a:pt x="1280" y="828"/>
                  </a:cubicBezTo>
                  <a:cubicBezTo>
                    <a:pt x="1290" y="835"/>
                    <a:pt x="1288" y="843"/>
                    <a:pt x="1294" y="852"/>
                  </a:cubicBezTo>
                  <a:cubicBezTo>
                    <a:pt x="1299" y="861"/>
                    <a:pt x="1310" y="870"/>
                    <a:pt x="1317" y="880"/>
                  </a:cubicBezTo>
                  <a:cubicBezTo>
                    <a:pt x="1318" y="882"/>
                    <a:pt x="1319" y="884"/>
                    <a:pt x="1320" y="886"/>
                  </a:cubicBezTo>
                  <a:cubicBezTo>
                    <a:pt x="1324" y="892"/>
                    <a:pt x="1328" y="899"/>
                    <a:pt x="1334" y="905"/>
                  </a:cubicBezTo>
                  <a:cubicBezTo>
                    <a:pt x="1338" y="918"/>
                    <a:pt x="1344" y="930"/>
                    <a:pt x="1350" y="942"/>
                  </a:cubicBezTo>
                  <a:cubicBezTo>
                    <a:pt x="1369" y="976"/>
                    <a:pt x="1383" y="1012"/>
                    <a:pt x="1392" y="1050"/>
                  </a:cubicBezTo>
                  <a:lnTo>
                    <a:pt x="1392" y="1052"/>
                  </a:lnTo>
                  <a:cubicBezTo>
                    <a:pt x="1393" y="1060"/>
                    <a:pt x="1395" y="1068"/>
                    <a:pt x="1396" y="1076"/>
                  </a:cubicBezTo>
                  <a:cubicBezTo>
                    <a:pt x="1396" y="1076"/>
                    <a:pt x="1395" y="1076"/>
                    <a:pt x="1394" y="1075"/>
                  </a:cubicBezTo>
                  <a:cubicBezTo>
                    <a:pt x="1393" y="1075"/>
                    <a:pt x="1394" y="1074"/>
                    <a:pt x="1393" y="1074"/>
                  </a:cubicBezTo>
                  <a:lnTo>
                    <a:pt x="1389" y="1074"/>
                  </a:lnTo>
                  <a:cubicBezTo>
                    <a:pt x="1377" y="1046"/>
                    <a:pt x="1371" y="1012"/>
                    <a:pt x="1358" y="984"/>
                  </a:cubicBezTo>
                  <a:cubicBezTo>
                    <a:pt x="1354" y="976"/>
                    <a:pt x="1351" y="969"/>
                    <a:pt x="1347" y="962"/>
                  </a:cubicBezTo>
                  <a:cubicBezTo>
                    <a:pt x="1331" y="935"/>
                    <a:pt x="1311" y="910"/>
                    <a:pt x="1288" y="889"/>
                  </a:cubicBezTo>
                  <a:cubicBezTo>
                    <a:pt x="1258" y="860"/>
                    <a:pt x="1221" y="839"/>
                    <a:pt x="1191" y="810"/>
                  </a:cubicBezTo>
                  <a:cubicBezTo>
                    <a:pt x="1160" y="782"/>
                    <a:pt x="1122" y="767"/>
                    <a:pt x="1088" y="743"/>
                  </a:cubicBezTo>
                  <a:cubicBezTo>
                    <a:pt x="1086" y="742"/>
                    <a:pt x="1084" y="745"/>
                    <a:pt x="1086" y="747"/>
                  </a:cubicBezTo>
                  <a:cubicBezTo>
                    <a:pt x="1103" y="761"/>
                    <a:pt x="1121" y="775"/>
                    <a:pt x="1140" y="785"/>
                  </a:cubicBezTo>
                  <a:cubicBezTo>
                    <a:pt x="1144" y="788"/>
                    <a:pt x="1147" y="788"/>
                    <a:pt x="1150" y="790"/>
                  </a:cubicBezTo>
                  <a:cubicBezTo>
                    <a:pt x="1184" y="812"/>
                    <a:pt x="1216" y="838"/>
                    <a:pt x="1245" y="867"/>
                  </a:cubicBezTo>
                  <a:cubicBezTo>
                    <a:pt x="1284" y="897"/>
                    <a:pt x="1316" y="934"/>
                    <a:pt x="1341" y="975"/>
                  </a:cubicBezTo>
                  <a:cubicBezTo>
                    <a:pt x="1358" y="1006"/>
                    <a:pt x="1363" y="1041"/>
                    <a:pt x="1376" y="1072"/>
                  </a:cubicBezTo>
                  <a:cubicBezTo>
                    <a:pt x="1356" y="1071"/>
                    <a:pt x="1339" y="1076"/>
                    <a:pt x="1348" y="1102"/>
                  </a:cubicBezTo>
                  <a:cubicBezTo>
                    <a:pt x="1360" y="1139"/>
                    <a:pt x="1384" y="1170"/>
                    <a:pt x="1393" y="1209"/>
                  </a:cubicBezTo>
                  <a:cubicBezTo>
                    <a:pt x="1399" y="1233"/>
                    <a:pt x="1404" y="1257"/>
                    <a:pt x="1408" y="1281"/>
                  </a:cubicBezTo>
                  <a:cubicBezTo>
                    <a:pt x="1409" y="1287"/>
                    <a:pt x="1411" y="1291"/>
                    <a:pt x="1412" y="1296"/>
                  </a:cubicBezTo>
                  <a:cubicBezTo>
                    <a:pt x="1409" y="1291"/>
                    <a:pt x="1406" y="1286"/>
                    <a:pt x="1403" y="1280"/>
                  </a:cubicBezTo>
                  <a:cubicBezTo>
                    <a:pt x="1402" y="1280"/>
                    <a:pt x="1402" y="1280"/>
                    <a:pt x="1402" y="1280"/>
                  </a:cubicBezTo>
                  <a:lnTo>
                    <a:pt x="1401" y="1280"/>
                  </a:lnTo>
                  <a:cubicBezTo>
                    <a:pt x="1401" y="1281"/>
                    <a:pt x="1401" y="1281"/>
                    <a:pt x="1401" y="1281"/>
                  </a:cubicBezTo>
                  <a:cubicBezTo>
                    <a:pt x="1408" y="1295"/>
                    <a:pt x="1415" y="1309"/>
                    <a:pt x="1420" y="1323"/>
                  </a:cubicBezTo>
                  <a:cubicBezTo>
                    <a:pt x="1428" y="1342"/>
                    <a:pt x="1433" y="1361"/>
                    <a:pt x="1437" y="1380"/>
                  </a:cubicBezTo>
                  <a:cubicBezTo>
                    <a:pt x="1437" y="1380"/>
                    <a:pt x="1437" y="1381"/>
                    <a:pt x="1438" y="1381"/>
                  </a:cubicBezTo>
                  <a:cubicBezTo>
                    <a:pt x="1439" y="1382"/>
                    <a:pt x="1438" y="1382"/>
                    <a:pt x="1439" y="1382"/>
                  </a:cubicBezTo>
                  <a:cubicBezTo>
                    <a:pt x="1460" y="1476"/>
                    <a:pt x="1453" y="1579"/>
                    <a:pt x="1461" y="1674"/>
                  </a:cubicBezTo>
                  <a:cubicBezTo>
                    <a:pt x="1457" y="1664"/>
                    <a:pt x="1455" y="1654"/>
                    <a:pt x="1452" y="1644"/>
                  </a:cubicBezTo>
                  <a:lnTo>
                    <a:pt x="1452" y="164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2"/>
            <p:cNvSpPr/>
            <p:nvPr/>
          </p:nvSpPr>
          <p:spPr>
            <a:xfrm>
              <a:off x="9388800" y="3383280"/>
              <a:ext cx="192240" cy="312120"/>
            </a:xfrm>
            <a:custGeom>
              <a:avLst/>
              <a:gdLst/>
              <a:ahLst/>
              <a:cxnLst/>
              <a:rect l="l" t="t" r="r" b="b"/>
              <a:pathLst>
                <a:path w="534" h="867" extrusionOk="0">
                  <a:moveTo>
                    <a:pt x="531" y="861"/>
                  </a:moveTo>
                  <a:cubicBezTo>
                    <a:pt x="516" y="833"/>
                    <a:pt x="504" y="804"/>
                    <a:pt x="494" y="774"/>
                  </a:cubicBezTo>
                  <a:cubicBezTo>
                    <a:pt x="480" y="722"/>
                    <a:pt x="463" y="671"/>
                    <a:pt x="443" y="621"/>
                  </a:cubicBezTo>
                  <a:cubicBezTo>
                    <a:pt x="410" y="532"/>
                    <a:pt x="359" y="450"/>
                    <a:pt x="318" y="363"/>
                  </a:cubicBezTo>
                  <a:cubicBezTo>
                    <a:pt x="311" y="348"/>
                    <a:pt x="304" y="333"/>
                    <a:pt x="295" y="318"/>
                  </a:cubicBezTo>
                  <a:cubicBezTo>
                    <a:pt x="280" y="292"/>
                    <a:pt x="262" y="267"/>
                    <a:pt x="242" y="244"/>
                  </a:cubicBezTo>
                  <a:cubicBezTo>
                    <a:pt x="230" y="228"/>
                    <a:pt x="219" y="212"/>
                    <a:pt x="209" y="195"/>
                  </a:cubicBezTo>
                  <a:cubicBezTo>
                    <a:pt x="207" y="192"/>
                    <a:pt x="207" y="190"/>
                    <a:pt x="205" y="187"/>
                  </a:cubicBezTo>
                  <a:cubicBezTo>
                    <a:pt x="198" y="174"/>
                    <a:pt x="188" y="162"/>
                    <a:pt x="178" y="150"/>
                  </a:cubicBezTo>
                  <a:cubicBezTo>
                    <a:pt x="151" y="130"/>
                    <a:pt x="127" y="107"/>
                    <a:pt x="104" y="82"/>
                  </a:cubicBezTo>
                  <a:cubicBezTo>
                    <a:pt x="74" y="52"/>
                    <a:pt x="35" y="30"/>
                    <a:pt x="3" y="1"/>
                  </a:cubicBezTo>
                  <a:cubicBezTo>
                    <a:pt x="2" y="0"/>
                    <a:pt x="0" y="1"/>
                    <a:pt x="1" y="3"/>
                  </a:cubicBezTo>
                  <a:cubicBezTo>
                    <a:pt x="34" y="39"/>
                    <a:pt x="76" y="67"/>
                    <a:pt x="110" y="101"/>
                  </a:cubicBezTo>
                  <a:cubicBezTo>
                    <a:pt x="133" y="125"/>
                    <a:pt x="169" y="151"/>
                    <a:pt x="183" y="182"/>
                  </a:cubicBezTo>
                  <a:cubicBezTo>
                    <a:pt x="185" y="184"/>
                    <a:pt x="186" y="186"/>
                    <a:pt x="187" y="189"/>
                  </a:cubicBezTo>
                  <a:cubicBezTo>
                    <a:pt x="204" y="219"/>
                    <a:pt x="225" y="247"/>
                    <a:pt x="247" y="272"/>
                  </a:cubicBezTo>
                  <a:cubicBezTo>
                    <a:pt x="258" y="288"/>
                    <a:pt x="269" y="304"/>
                    <a:pt x="278" y="321"/>
                  </a:cubicBezTo>
                  <a:cubicBezTo>
                    <a:pt x="293" y="346"/>
                    <a:pt x="305" y="371"/>
                    <a:pt x="316" y="397"/>
                  </a:cubicBezTo>
                  <a:cubicBezTo>
                    <a:pt x="355" y="485"/>
                    <a:pt x="405" y="566"/>
                    <a:pt x="439" y="657"/>
                  </a:cubicBezTo>
                  <a:cubicBezTo>
                    <a:pt x="456" y="695"/>
                    <a:pt x="470" y="735"/>
                    <a:pt x="481" y="775"/>
                  </a:cubicBezTo>
                  <a:cubicBezTo>
                    <a:pt x="486" y="795"/>
                    <a:pt x="494" y="814"/>
                    <a:pt x="504" y="831"/>
                  </a:cubicBezTo>
                  <a:cubicBezTo>
                    <a:pt x="510" y="842"/>
                    <a:pt x="518" y="853"/>
                    <a:pt x="526" y="863"/>
                  </a:cubicBezTo>
                  <a:cubicBezTo>
                    <a:pt x="528" y="866"/>
                    <a:pt x="533" y="864"/>
                    <a:pt x="531" y="86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2"/>
            <p:cNvSpPr/>
            <p:nvPr/>
          </p:nvSpPr>
          <p:spPr>
            <a:xfrm>
              <a:off x="9578520" y="3800880"/>
              <a:ext cx="10440" cy="19800"/>
            </a:xfrm>
            <a:custGeom>
              <a:avLst/>
              <a:gdLst/>
              <a:ahLst/>
              <a:cxnLst/>
              <a:rect l="l" t="t" r="r" b="b"/>
              <a:pathLst>
                <a:path w="29" h="55" extrusionOk="0">
                  <a:moveTo>
                    <a:pt x="25" y="1"/>
                  </a:moveTo>
                  <a:cubicBezTo>
                    <a:pt x="15" y="9"/>
                    <a:pt x="18" y="24"/>
                    <a:pt x="18" y="36"/>
                  </a:cubicBezTo>
                  <a:cubicBezTo>
                    <a:pt x="18" y="37"/>
                    <a:pt x="18" y="49"/>
                    <a:pt x="15" y="47"/>
                  </a:cubicBezTo>
                  <a:cubicBezTo>
                    <a:pt x="13" y="45"/>
                    <a:pt x="11" y="44"/>
                    <a:pt x="9" y="40"/>
                  </a:cubicBezTo>
                  <a:cubicBezTo>
                    <a:pt x="9" y="40"/>
                    <a:pt x="9" y="39"/>
                    <a:pt x="8" y="38"/>
                  </a:cubicBezTo>
                  <a:cubicBezTo>
                    <a:pt x="5" y="33"/>
                    <a:pt x="3" y="27"/>
                    <a:pt x="2" y="21"/>
                  </a:cubicBezTo>
                  <a:lnTo>
                    <a:pt x="0" y="21"/>
                  </a:lnTo>
                  <a:cubicBezTo>
                    <a:pt x="2" y="31"/>
                    <a:pt x="6" y="53"/>
                    <a:pt x="18" y="54"/>
                  </a:cubicBezTo>
                  <a:cubicBezTo>
                    <a:pt x="26" y="54"/>
                    <a:pt x="25" y="45"/>
                    <a:pt x="25" y="40"/>
                  </a:cubicBezTo>
                  <a:cubicBezTo>
                    <a:pt x="25" y="29"/>
                    <a:pt x="18" y="11"/>
                    <a:pt x="27" y="2"/>
                  </a:cubicBezTo>
                  <a:cubicBezTo>
                    <a:pt x="28" y="1"/>
                    <a:pt x="26" y="0"/>
                    <a:pt x="25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2"/>
            <p:cNvSpPr/>
            <p:nvPr/>
          </p:nvSpPr>
          <p:spPr>
            <a:xfrm>
              <a:off x="9569520" y="3641040"/>
              <a:ext cx="79920" cy="283320"/>
            </a:xfrm>
            <a:custGeom>
              <a:avLst/>
              <a:gdLst/>
              <a:ahLst/>
              <a:cxnLst/>
              <a:rect l="l" t="t" r="r" b="b"/>
              <a:pathLst>
                <a:path w="222" h="787" extrusionOk="0">
                  <a:moveTo>
                    <a:pt x="195" y="725"/>
                  </a:moveTo>
                  <a:cubicBezTo>
                    <a:pt x="193" y="701"/>
                    <a:pt x="196" y="676"/>
                    <a:pt x="195" y="654"/>
                  </a:cubicBezTo>
                  <a:cubicBezTo>
                    <a:pt x="191" y="608"/>
                    <a:pt x="187" y="562"/>
                    <a:pt x="179" y="516"/>
                  </a:cubicBezTo>
                  <a:cubicBezTo>
                    <a:pt x="171" y="470"/>
                    <a:pt x="148" y="429"/>
                    <a:pt x="134" y="388"/>
                  </a:cubicBezTo>
                  <a:cubicBezTo>
                    <a:pt x="130" y="377"/>
                    <a:pt x="125" y="366"/>
                    <a:pt x="119" y="355"/>
                  </a:cubicBezTo>
                  <a:lnTo>
                    <a:pt x="112" y="339"/>
                  </a:lnTo>
                  <a:cubicBezTo>
                    <a:pt x="104" y="332"/>
                    <a:pt x="104" y="325"/>
                    <a:pt x="112" y="320"/>
                  </a:cubicBezTo>
                  <a:cubicBezTo>
                    <a:pt x="116" y="326"/>
                    <a:pt x="120" y="333"/>
                    <a:pt x="124" y="340"/>
                  </a:cubicBezTo>
                  <a:cubicBezTo>
                    <a:pt x="127" y="344"/>
                    <a:pt x="129" y="348"/>
                    <a:pt x="131" y="353"/>
                  </a:cubicBezTo>
                  <a:lnTo>
                    <a:pt x="134" y="358"/>
                  </a:lnTo>
                  <a:cubicBezTo>
                    <a:pt x="137" y="367"/>
                    <a:pt x="151" y="361"/>
                    <a:pt x="148" y="351"/>
                  </a:cubicBezTo>
                  <a:cubicBezTo>
                    <a:pt x="125" y="285"/>
                    <a:pt x="118" y="215"/>
                    <a:pt x="91" y="151"/>
                  </a:cubicBezTo>
                  <a:cubicBezTo>
                    <a:pt x="80" y="125"/>
                    <a:pt x="68" y="99"/>
                    <a:pt x="53" y="74"/>
                  </a:cubicBezTo>
                  <a:cubicBezTo>
                    <a:pt x="39" y="49"/>
                    <a:pt x="22" y="25"/>
                    <a:pt x="4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9" y="16"/>
                    <a:pt x="17" y="28"/>
                    <a:pt x="24" y="40"/>
                  </a:cubicBezTo>
                  <a:cubicBezTo>
                    <a:pt x="45" y="77"/>
                    <a:pt x="62" y="116"/>
                    <a:pt x="74" y="156"/>
                  </a:cubicBezTo>
                  <a:cubicBezTo>
                    <a:pt x="90" y="208"/>
                    <a:pt x="100" y="261"/>
                    <a:pt x="117" y="314"/>
                  </a:cubicBezTo>
                  <a:cubicBezTo>
                    <a:pt x="110" y="308"/>
                    <a:pt x="104" y="303"/>
                    <a:pt x="98" y="298"/>
                  </a:cubicBezTo>
                  <a:lnTo>
                    <a:pt x="97" y="298"/>
                  </a:lnTo>
                  <a:lnTo>
                    <a:pt x="96" y="298"/>
                  </a:lnTo>
                  <a:lnTo>
                    <a:pt x="96" y="299"/>
                  </a:lnTo>
                  <a:lnTo>
                    <a:pt x="95" y="299"/>
                  </a:lnTo>
                  <a:cubicBezTo>
                    <a:pt x="84" y="334"/>
                    <a:pt x="106" y="363"/>
                    <a:pt x="117" y="396"/>
                  </a:cubicBezTo>
                  <a:cubicBezTo>
                    <a:pt x="136" y="441"/>
                    <a:pt x="150" y="489"/>
                    <a:pt x="161" y="537"/>
                  </a:cubicBezTo>
                  <a:cubicBezTo>
                    <a:pt x="170" y="584"/>
                    <a:pt x="175" y="632"/>
                    <a:pt x="175" y="679"/>
                  </a:cubicBezTo>
                  <a:cubicBezTo>
                    <a:pt x="175" y="686"/>
                    <a:pt x="175" y="692"/>
                    <a:pt x="175" y="699"/>
                  </a:cubicBezTo>
                  <a:cubicBezTo>
                    <a:pt x="159" y="679"/>
                    <a:pt x="144" y="656"/>
                    <a:pt x="130" y="633"/>
                  </a:cubicBezTo>
                  <a:cubicBezTo>
                    <a:pt x="128" y="628"/>
                    <a:pt x="125" y="624"/>
                    <a:pt x="122" y="619"/>
                  </a:cubicBezTo>
                  <a:cubicBezTo>
                    <a:pt x="87" y="556"/>
                    <a:pt x="65" y="485"/>
                    <a:pt x="60" y="412"/>
                  </a:cubicBezTo>
                  <a:cubicBezTo>
                    <a:pt x="60" y="412"/>
                    <a:pt x="60" y="411"/>
                    <a:pt x="59" y="411"/>
                  </a:cubicBezTo>
                  <a:cubicBezTo>
                    <a:pt x="58" y="410"/>
                    <a:pt x="59" y="410"/>
                    <a:pt x="58" y="410"/>
                  </a:cubicBezTo>
                  <a:lnTo>
                    <a:pt x="57" y="410"/>
                  </a:lnTo>
                  <a:lnTo>
                    <a:pt x="56" y="410"/>
                  </a:lnTo>
                  <a:cubicBezTo>
                    <a:pt x="56" y="410"/>
                    <a:pt x="55" y="410"/>
                    <a:pt x="55" y="411"/>
                  </a:cubicBezTo>
                  <a:lnTo>
                    <a:pt x="55" y="412"/>
                  </a:lnTo>
                  <a:cubicBezTo>
                    <a:pt x="49" y="526"/>
                    <a:pt x="102" y="643"/>
                    <a:pt x="177" y="731"/>
                  </a:cubicBezTo>
                  <a:cubicBezTo>
                    <a:pt x="177" y="745"/>
                    <a:pt x="181" y="758"/>
                    <a:pt x="188" y="770"/>
                  </a:cubicBezTo>
                  <a:cubicBezTo>
                    <a:pt x="190" y="773"/>
                    <a:pt x="191" y="775"/>
                    <a:pt x="193" y="777"/>
                  </a:cubicBezTo>
                  <a:cubicBezTo>
                    <a:pt x="200" y="786"/>
                    <a:pt x="212" y="775"/>
                    <a:pt x="208" y="766"/>
                  </a:cubicBezTo>
                  <a:lnTo>
                    <a:pt x="211" y="770"/>
                  </a:lnTo>
                  <a:lnTo>
                    <a:pt x="212" y="770"/>
                  </a:lnTo>
                  <a:cubicBezTo>
                    <a:pt x="213" y="771"/>
                    <a:pt x="214" y="771"/>
                    <a:pt x="214" y="771"/>
                  </a:cubicBezTo>
                  <a:cubicBezTo>
                    <a:pt x="215" y="771"/>
                    <a:pt x="216" y="771"/>
                    <a:pt x="217" y="770"/>
                  </a:cubicBezTo>
                  <a:cubicBezTo>
                    <a:pt x="217" y="770"/>
                    <a:pt x="217" y="768"/>
                    <a:pt x="218" y="768"/>
                  </a:cubicBezTo>
                  <a:cubicBezTo>
                    <a:pt x="219" y="767"/>
                    <a:pt x="219" y="767"/>
                    <a:pt x="219" y="766"/>
                  </a:cubicBezTo>
                  <a:cubicBezTo>
                    <a:pt x="221" y="753"/>
                    <a:pt x="216" y="748"/>
                    <a:pt x="207" y="737"/>
                  </a:cubicBezTo>
                  <a:lnTo>
                    <a:pt x="195" y="725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2"/>
            <p:cNvSpPr/>
            <p:nvPr/>
          </p:nvSpPr>
          <p:spPr>
            <a:xfrm>
              <a:off x="9282960" y="3504960"/>
              <a:ext cx="190080" cy="88560"/>
            </a:xfrm>
            <a:custGeom>
              <a:avLst/>
              <a:gdLst/>
              <a:ahLst/>
              <a:cxnLst/>
              <a:rect l="l" t="t" r="r" b="b"/>
              <a:pathLst>
                <a:path w="528" h="246" extrusionOk="0">
                  <a:moveTo>
                    <a:pt x="239" y="7"/>
                  </a:moveTo>
                  <a:cubicBezTo>
                    <a:pt x="213" y="2"/>
                    <a:pt x="188" y="0"/>
                    <a:pt x="162" y="0"/>
                  </a:cubicBezTo>
                  <a:cubicBezTo>
                    <a:pt x="151" y="0"/>
                    <a:pt x="141" y="0"/>
                    <a:pt x="131" y="1"/>
                  </a:cubicBezTo>
                  <a:cubicBezTo>
                    <a:pt x="84" y="1"/>
                    <a:pt x="46" y="19"/>
                    <a:pt x="2" y="26"/>
                  </a:cubicBezTo>
                  <a:cubicBezTo>
                    <a:pt x="1" y="26"/>
                    <a:pt x="1" y="26"/>
                    <a:pt x="1" y="26"/>
                  </a:cubicBezTo>
                  <a:cubicBezTo>
                    <a:pt x="1" y="26"/>
                    <a:pt x="1" y="27"/>
                    <a:pt x="0" y="27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8"/>
                    <a:pt x="1" y="28"/>
                    <a:pt x="1" y="29"/>
                  </a:cubicBezTo>
                  <a:lnTo>
                    <a:pt x="2" y="29"/>
                  </a:lnTo>
                  <a:cubicBezTo>
                    <a:pt x="46" y="27"/>
                    <a:pt x="86" y="10"/>
                    <a:pt x="131" y="11"/>
                  </a:cubicBezTo>
                  <a:cubicBezTo>
                    <a:pt x="142" y="11"/>
                    <a:pt x="154" y="10"/>
                    <a:pt x="166" y="10"/>
                  </a:cubicBezTo>
                  <a:cubicBezTo>
                    <a:pt x="189" y="10"/>
                    <a:pt x="213" y="12"/>
                    <a:pt x="237" y="15"/>
                  </a:cubicBezTo>
                  <a:cubicBezTo>
                    <a:pt x="284" y="24"/>
                    <a:pt x="312" y="34"/>
                    <a:pt x="344" y="66"/>
                  </a:cubicBezTo>
                  <a:lnTo>
                    <a:pt x="341" y="66"/>
                  </a:lnTo>
                  <a:cubicBezTo>
                    <a:pt x="335" y="65"/>
                    <a:pt x="328" y="65"/>
                    <a:pt x="321" y="65"/>
                  </a:cubicBezTo>
                  <a:cubicBezTo>
                    <a:pt x="306" y="65"/>
                    <a:pt x="291" y="66"/>
                    <a:pt x="276" y="69"/>
                  </a:cubicBezTo>
                  <a:cubicBezTo>
                    <a:pt x="272" y="69"/>
                    <a:pt x="273" y="69"/>
                    <a:pt x="276" y="69"/>
                  </a:cubicBezTo>
                  <a:cubicBezTo>
                    <a:pt x="271" y="69"/>
                    <a:pt x="266" y="69"/>
                    <a:pt x="262" y="69"/>
                  </a:cubicBezTo>
                  <a:cubicBezTo>
                    <a:pt x="257" y="69"/>
                    <a:pt x="254" y="69"/>
                    <a:pt x="249" y="69"/>
                  </a:cubicBezTo>
                  <a:cubicBezTo>
                    <a:pt x="246" y="69"/>
                    <a:pt x="245" y="73"/>
                    <a:pt x="248" y="75"/>
                  </a:cubicBezTo>
                  <a:cubicBezTo>
                    <a:pt x="264" y="84"/>
                    <a:pt x="281" y="90"/>
                    <a:pt x="299" y="95"/>
                  </a:cubicBezTo>
                  <a:cubicBezTo>
                    <a:pt x="343" y="111"/>
                    <a:pt x="378" y="121"/>
                    <a:pt x="413" y="154"/>
                  </a:cubicBezTo>
                  <a:cubicBezTo>
                    <a:pt x="431" y="170"/>
                    <a:pt x="454" y="180"/>
                    <a:pt x="472" y="197"/>
                  </a:cubicBezTo>
                  <a:cubicBezTo>
                    <a:pt x="487" y="213"/>
                    <a:pt x="503" y="229"/>
                    <a:pt x="520" y="244"/>
                  </a:cubicBezTo>
                  <a:cubicBezTo>
                    <a:pt x="521" y="244"/>
                    <a:pt x="522" y="244"/>
                    <a:pt x="523" y="244"/>
                  </a:cubicBezTo>
                  <a:cubicBezTo>
                    <a:pt x="523" y="244"/>
                    <a:pt x="524" y="245"/>
                    <a:pt x="525" y="244"/>
                  </a:cubicBezTo>
                  <a:cubicBezTo>
                    <a:pt x="526" y="243"/>
                    <a:pt x="525" y="243"/>
                    <a:pt x="526" y="242"/>
                  </a:cubicBezTo>
                  <a:cubicBezTo>
                    <a:pt x="527" y="241"/>
                    <a:pt x="527" y="241"/>
                    <a:pt x="527" y="240"/>
                  </a:cubicBezTo>
                  <a:cubicBezTo>
                    <a:pt x="527" y="239"/>
                    <a:pt x="527" y="239"/>
                    <a:pt x="527" y="238"/>
                  </a:cubicBezTo>
                  <a:cubicBezTo>
                    <a:pt x="495" y="182"/>
                    <a:pt x="441" y="145"/>
                    <a:pt x="389" y="110"/>
                  </a:cubicBezTo>
                  <a:cubicBezTo>
                    <a:pt x="360" y="90"/>
                    <a:pt x="322" y="85"/>
                    <a:pt x="290" y="74"/>
                  </a:cubicBezTo>
                  <a:cubicBezTo>
                    <a:pt x="294" y="75"/>
                    <a:pt x="298" y="76"/>
                    <a:pt x="302" y="77"/>
                  </a:cubicBezTo>
                  <a:cubicBezTo>
                    <a:pt x="307" y="76"/>
                    <a:pt x="312" y="76"/>
                    <a:pt x="317" y="76"/>
                  </a:cubicBezTo>
                  <a:cubicBezTo>
                    <a:pt x="332" y="76"/>
                    <a:pt x="347" y="78"/>
                    <a:pt x="362" y="83"/>
                  </a:cubicBezTo>
                  <a:lnTo>
                    <a:pt x="363" y="83"/>
                  </a:lnTo>
                  <a:cubicBezTo>
                    <a:pt x="364" y="83"/>
                    <a:pt x="365" y="83"/>
                    <a:pt x="366" y="82"/>
                  </a:cubicBezTo>
                  <a:cubicBezTo>
                    <a:pt x="366" y="82"/>
                    <a:pt x="366" y="81"/>
                    <a:pt x="367" y="80"/>
                  </a:cubicBezTo>
                  <a:cubicBezTo>
                    <a:pt x="368" y="79"/>
                    <a:pt x="368" y="79"/>
                    <a:pt x="368" y="78"/>
                  </a:cubicBezTo>
                  <a:cubicBezTo>
                    <a:pt x="368" y="77"/>
                    <a:pt x="368" y="77"/>
                    <a:pt x="367" y="76"/>
                  </a:cubicBezTo>
                  <a:cubicBezTo>
                    <a:pt x="366" y="75"/>
                    <a:pt x="367" y="75"/>
                    <a:pt x="367" y="75"/>
                  </a:cubicBezTo>
                  <a:cubicBezTo>
                    <a:pt x="341" y="56"/>
                    <a:pt x="330" y="38"/>
                    <a:pt x="299" y="25"/>
                  </a:cubicBezTo>
                  <a:cubicBezTo>
                    <a:pt x="280" y="17"/>
                    <a:pt x="260" y="11"/>
                    <a:pt x="239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2"/>
            <p:cNvSpPr/>
            <p:nvPr/>
          </p:nvSpPr>
          <p:spPr>
            <a:xfrm>
              <a:off x="9351360" y="3551040"/>
              <a:ext cx="153360" cy="91440"/>
            </a:xfrm>
            <a:custGeom>
              <a:avLst/>
              <a:gdLst/>
              <a:ahLst/>
              <a:cxnLst/>
              <a:rect l="l" t="t" r="r" b="b"/>
              <a:pathLst>
                <a:path w="426" h="254" extrusionOk="0">
                  <a:moveTo>
                    <a:pt x="398" y="205"/>
                  </a:moveTo>
                  <a:cubicBezTo>
                    <a:pt x="393" y="198"/>
                    <a:pt x="387" y="193"/>
                    <a:pt x="380" y="188"/>
                  </a:cubicBezTo>
                  <a:cubicBezTo>
                    <a:pt x="320" y="148"/>
                    <a:pt x="282" y="78"/>
                    <a:pt x="220" y="42"/>
                  </a:cubicBezTo>
                  <a:cubicBezTo>
                    <a:pt x="171" y="15"/>
                    <a:pt x="116" y="0"/>
                    <a:pt x="60" y="0"/>
                  </a:cubicBezTo>
                  <a:cubicBezTo>
                    <a:pt x="41" y="0"/>
                    <a:pt x="22" y="2"/>
                    <a:pt x="4" y="5"/>
                  </a:cubicBezTo>
                  <a:cubicBezTo>
                    <a:pt x="0" y="5"/>
                    <a:pt x="1" y="11"/>
                    <a:pt x="4" y="11"/>
                  </a:cubicBezTo>
                  <a:cubicBezTo>
                    <a:pt x="86" y="18"/>
                    <a:pt x="186" y="16"/>
                    <a:pt x="248" y="82"/>
                  </a:cubicBezTo>
                  <a:cubicBezTo>
                    <a:pt x="266" y="100"/>
                    <a:pt x="283" y="119"/>
                    <a:pt x="301" y="137"/>
                  </a:cubicBezTo>
                  <a:cubicBezTo>
                    <a:pt x="267" y="110"/>
                    <a:pt x="209" y="75"/>
                    <a:pt x="166" y="74"/>
                  </a:cubicBezTo>
                  <a:cubicBezTo>
                    <a:pt x="163" y="74"/>
                    <a:pt x="163" y="79"/>
                    <a:pt x="166" y="79"/>
                  </a:cubicBezTo>
                  <a:cubicBezTo>
                    <a:pt x="214" y="89"/>
                    <a:pt x="271" y="128"/>
                    <a:pt x="309" y="158"/>
                  </a:cubicBezTo>
                  <a:cubicBezTo>
                    <a:pt x="340" y="182"/>
                    <a:pt x="368" y="209"/>
                    <a:pt x="399" y="234"/>
                  </a:cubicBezTo>
                  <a:cubicBezTo>
                    <a:pt x="400" y="236"/>
                    <a:pt x="401" y="237"/>
                    <a:pt x="402" y="239"/>
                  </a:cubicBezTo>
                  <a:cubicBezTo>
                    <a:pt x="402" y="240"/>
                    <a:pt x="402" y="240"/>
                    <a:pt x="402" y="240"/>
                  </a:cubicBezTo>
                  <a:cubicBezTo>
                    <a:pt x="403" y="241"/>
                    <a:pt x="403" y="241"/>
                    <a:pt x="404" y="242"/>
                  </a:cubicBezTo>
                  <a:cubicBezTo>
                    <a:pt x="404" y="242"/>
                    <a:pt x="405" y="242"/>
                    <a:pt x="406" y="242"/>
                  </a:cubicBezTo>
                  <a:cubicBezTo>
                    <a:pt x="407" y="242"/>
                    <a:pt x="407" y="242"/>
                    <a:pt x="408" y="242"/>
                  </a:cubicBezTo>
                  <a:lnTo>
                    <a:pt x="408" y="241"/>
                  </a:lnTo>
                  <a:lnTo>
                    <a:pt x="421" y="251"/>
                  </a:lnTo>
                  <a:cubicBezTo>
                    <a:pt x="423" y="253"/>
                    <a:pt x="425" y="250"/>
                    <a:pt x="423" y="248"/>
                  </a:cubicBezTo>
                  <a:cubicBezTo>
                    <a:pt x="419" y="242"/>
                    <a:pt x="414" y="236"/>
                    <a:pt x="409" y="231"/>
                  </a:cubicBezTo>
                  <a:cubicBezTo>
                    <a:pt x="403" y="201"/>
                    <a:pt x="385" y="172"/>
                    <a:pt x="384" y="142"/>
                  </a:cubicBezTo>
                  <a:cubicBezTo>
                    <a:pt x="384" y="135"/>
                    <a:pt x="377" y="130"/>
                    <a:pt x="373" y="126"/>
                  </a:cubicBezTo>
                  <a:cubicBezTo>
                    <a:pt x="363" y="114"/>
                    <a:pt x="353" y="101"/>
                    <a:pt x="345" y="87"/>
                  </a:cubicBezTo>
                  <a:cubicBezTo>
                    <a:pt x="341" y="80"/>
                    <a:pt x="337" y="73"/>
                    <a:pt x="334" y="65"/>
                  </a:cubicBezTo>
                  <a:lnTo>
                    <a:pt x="334" y="64"/>
                  </a:lnTo>
                  <a:cubicBezTo>
                    <a:pt x="333" y="63"/>
                    <a:pt x="333" y="63"/>
                    <a:pt x="332" y="62"/>
                  </a:cubicBezTo>
                  <a:cubicBezTo>
                    <a:pt x="331" y="61"/>
                    <a:pt x="330" y="62"/>
                    <a:pt x="329" y="62"/>
                  </a:cubicBezTo>
                  <a:cubicBezTo>
                    <a:pt x="328" y="62"/>
                    <a:pt x="326" y="61"/>
                    <a:pt x="326" y="62"/>
                  </a:cubicBezTo>
                  <a:cubicBezTo>
                    <a:pt x="325" y="63"/>
                    <a:pt x="325" y="64"/>
                    <a:pt x="325" y="64"/>
                  </a:cubicBezTo>
                  <a:cubicBezTo>
                    <a:pt x="324" y="65"/>
                    <a:pt x="324" y="66"/>
                    <a:pt x="324" y="67"/>
                  </a:cubicBezTo>
                  <a:lnTo>
                    <a:pt x="324" y="68"/>
                  </a:lnTo>
                  <a:cubicBezTo>
                    <a:pt x="328" y="84"/>
                    <a:pt x="334" y="99"/>
                    <a:pt x="342" y="113"/>
                  </a:cubicBezTo>
                  <a:cubicBezTo>
                    <a:pt x="351" y="129"/>
                    <a:pt x="362" y="143"/>
                    <a:pt x="375" y="155"/>
                  </a:cubicBezTo>
                  <a:cubicBezTo>
                    <a:pt x="376" y="156"/>
                    <a:pt x="390" y="186"/>
                    <a:pt x="398" y="205"/>
                  </a:cubicBezTo>
                  <a:moveTo>
                    <a:pt x="376" y="197"/>
                  </a:moveTo>
                  <a:cubicBezTo>
                    <a:pt x="381" y="200"/>
                    <a:pt x="385" y="204"/>
                    <a:pt x="388" y="208"/>
                  </a:cubicBezTo>
                  <a:lnTo>
                    <a:pt x="376" y="197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2"/>
            <p:cNvSpPr/>
            <p:nvPr/>
          </p:nvSpPr>
          <p:spPr>
            <a:xfrm>
              <a:off x="9351000" y="3339000"/>
              <a:ext cx="358560" cy="346320"/>
            </a:xfrm>
            <a:custGeom>
              <a:avLst/>
              <a:gdLst/>
              <a:ahLst/>
              <a:cxnLst/>
              <a:rect l="l" t="t" r="r" b="b"/>
              <a:pathLst>
                <a:path w="996" h="962" extrusionOk="0">
                  <a:moveTo>
                    <a:pt x="860" y="155"/>
                  </a:moveTo>
                  <a:cubicBezTo>
                    <a:pt x="856" y="152"/>
                    <a:pt x="852" y="150"/>
                    <a:pt x="849" y="148"/>
                  </a:cubicBezTo>
                  <a:cubicBezTo>
                    <a:pt x="826" y="106"/>
                    <a:pt x="773" y="73"/>
                    <a:pt x="733" y="58"/>
                  </a:cubicBezTo>
                  <a:cubicBezTo>
                    <a:pt x="712" y="50"/>
                    <a:pt x="689" y="44"/>
                    <a:pt x="666" y="42"/>
                  </a:cubicBezTo>
                  <a:lnTo>
                    <a:pt x="666" y="38"/>
                  </a:lnTo>
                  <a:cubicBezTo>
                    <a:pt x="666" y="37"/>
                    <a:pt x="666" y="36"/>
                    <a:pt x="665" y="35"/>
                  </a:cubicBezTo>
                  <a:lnTo>
                    <a:pt x="664" y="34"/>
                  </a:lnTo>
                  <a:cubicBezTo>
                    <a:pt x="663" y="34"/>
                    <a:pt x="663" y="33"/>
                    <a:pt x="663" y="33"/>
                  </a:cubicBezTo>
                  <a:cubicBezTo>
                    <a:pt x="604" y="6"/>
                    <a:pt x="532" y="4"/>
                    <a:pt x="468" y="12"/>
                  </a:cubicBezTo>
                  <a:lnTo>
                    <a:pt x="459" y="13"/>
                  </a:lnTo>
                  <a:lnTo>
                    <a:pt x="459" y="12"/>
                  </a:lnTo>
                  <a:cubicBezTo>
                    <a:pt x="459" y="11"/>
                    <a:pt x="459" y="11"/>
                    <a:pt x="459" y="10"/>
                  </a:cubicBezTo>
                  <a:lnTo>
                    <a:pt x="458" y="9"/>
                  </a:lnTo>
                  <a:cubicBezTo>
                    <a:pt x="457" y="9"/>
                    <a:pt x="457" y="9"/>
                    <a:pt x="456" y="9"/>
                  </a:cubicBezTo>
                  <a:cubicBezTo>
                    <a:pt x="382" y="0"/>
                    <a:pt x="312" y="13"/>
                    <a:pt x="238" y="23"/>
                  </a:cubicBezTo>
                  <a:cubicBezTo>
                    <a:pt x="189" y="30"/>
                    <a:pt x="142" y="46"/>
                    <a:pt x="100" y="70"/>
                  </a:cubicBezTo>
                  <a:cubicBezTo>
                    <a:pt x="93" y="74"/>
                    <a:pt x="87" y="78"/>
                    <a:pt x="81" y="82"/>
                  </a:cubicBezTo>
                  <a:cubicBezTo>
                    <a:pt x="80" y="83"/>
                    <a:pt x="80" y="83"/>
                    <a:pt x="79" y="84"/>
                  </a:cubicBezTo>
                  <a:cubicBezTo>
                    <a:pt x="79" y="84"/>
                    <a:pt x="79" y="85"/>
                    <a:pt x="79" y="86"/>
                  </a:cubicBezTo>
                  <a:cubicBezTo>
                    <a:pt x="79" y="87"/>
                    <a:pt x="79" y="87"/>
                    <a:pt x="79" y="88"/>
                  </a:cubicBezTo>
                  <a:cubicBezTo>
                    <a:pt x="58" y="82"/>
                    <a:pt x="37" y="79"/>
                    <a:pt x="15" y="79"/>
                  </a:cubicBezTo>
                  <a:cubicBezTo>
                    <a:pt x="10" y="79"/>
                    <a:pt x="5" y="79"/>
                    <a:pt x="1" y="80"/>
                  </a:cubicBezTo>
                  <a:cubicBezTo>
                    <a:pt x="0" y="80"/>
                    <a:pt x="0" y="83"/>
                    <a:pt x="1" y="83"/>
                  </a:cubicBezTo>
                  <a:cubicBezTo>
                    <a:pt x="48" y="86"/>
                    <a:pt x="95" y="99"/>
                    <a:pt x="136" y="123"/>
                  </a:cubicBezTo>
                  <a:cubicBezTo>
                    <a:pt x="140" y="125"/>
                    <a:pt x="143" y="127"/>
                    <a:pt x="147" y="130"/>
                  </a:cubicBezTo>
                  <a:cubicBezTo>
                    <a:pt x="147" y="131"/>
                    <a:pt x="148" y="131"/>
                    <a:pt x="149" y="132"/>
                  </a:cubicBezTo>
                  <a:cubicBezTo>
                    <a:pt x="150" y="133"/>
                    <a:pt x="151" y="133"/>
                    <a:pt x="152" y="133"/>
                  </a:cubicBezTo>
                  <a:cubicBezTo>
                    <a:pt x="169" y="143"/>
                    <a:pt x="184" y="155"/>
                    <a:pt x="198" y="168"/>
                  </a:cubicBezTo>
                  <a:cubicBezTo>
                    <a:pt x="232" y="200"/>
                    <a:pt x="276" y="220"/>
                    <a:pt x="311" y="253"/>
                  </a:cubicBezTo>
                  <a:cubicBezTo>
                    <a:pt x="347" y="284"/>
                    <a:pt x="379" y="321"/>
                    <a:pt x="406" y="361"/>
                  </a:cubicBezTo>
                  <a:cubicBezTo>
                    <a:pt x="427" y="396"/>
                    <a:pt x="462" y="422"/>
                    <a:pt x="484" y="456"/>
                  </a:cubicBezTo>
                  <a:lnTo>
                    <a:pt x="484" y="457"/>
                  </a:lnTo>
                  <a:cubicBezTo>
                    <a:pt x="485" y="457"/>
                    <a:pt x="485" y="457"/>
                    <a:pt x="486" y="458"/>
                  </a:cubicBezTo>
                  <a:cubicBezTo>
                    <a:pt x="488" y="459"/>
                    <a:pt x="487" y="459"/>
                    <a:pt x="488" y="459"/>
                  </a:cubicBezTo>
                  <a:cubicBezTo>
                    <a:pt x="489" y="459"/>
                    <a:pt x="490" y="459"/>
                    <a:pt x="490" y="458"/>
                  </a:cubicBezTo>
                  <a:cubicBezTo>
                    <a:pt x="491" y="457"/>
                    <a:pt x="491" y="457"/>
                    <a:pt x="492" y="457"/>
                  </a:cubicBezTo>
                  <a:lnTo>
                    <a:pt x="492" y="456"/>
                  </a:lnTo>
                  <a:cubicBezTo>
                    <a:pt x="493" y="454"/>
                    <a:pt x="493" y="451"/>
                    <a:pt x="493" y="449"/>
                  </a:cubicBezTo>
                  <a:cubicBezTo>
                    <a:pt x="493" y="446"/>
                    <a:pt x="493" y="445"/>
                    <a:pt x="492" y="443"/>
                  </a:cubicBezTo>
                  <a:cubicBezTo>
                    <a:pt x="513" y="481"/>
                    <a:pt x="532" y="520"/>
                    <a:pt x="548" y="561"/>
                  </a:cubicBezTo>
                  <a:cubicBezTo>
                    <a:pt x="560" y="591"/>
                    <a:pt x="570" y="623"/>
                    <a:pt x="577" y="655"/>
                  </a:cubicBezTo>
                  <a:cubicBezTo>
                    <a:pt x="581" y="671"/>
                    <a:pt x="587" y="687"/>
                    <a:pt x="593" y="702"/>
                  </a:cubicBezTo>
                  <a:cubicBezTo>
                    <a:pt x="580" y="683"/>
                    <a:pt x="566" y="665"/>
                    <a:pt x="549" y="649"/>
                  </a:cubicBezTo>
                  <a:cubicBezTo>
                    <a:pt x="545" y="645"/>
                    <a:pt x="541" y="651"/>
                    <a:pt x="544" y="655"/>
                  </a:cubicBezTo>
                  <a:cubicBezTo>
                    <a:pt x="550" y="662"/>
                    <a:pt x="556" y="669"/>
                    <a:pt x="560" y="677"/>
                  </a:cubicBezTo>
                  <a:cubicBezTo>
                    <a:pt x="564" y="683"/>
                    <a:pt x="566" y="689"/>
                    <a:pt x="569" y="695"/>
                  </a:cubicBezTo>
                  <a:cubicBezTo>
                    <a:pt x="584" y="726"/>
                    <a:pt x="604" y="754"/>
                    <a:pt x="621" y="784"/>
                  </a:cubicBezTo>
                  <a:cubicBezTo>
                    <a:pt x="653" y="839"/>
                    <a:pt x="665" y="899"/>
                    <a:pt x="686" y="958"/>
                  </a:cubicBezTo>
                  <a:cubicBezTo>
                    <a:pt x="686" y="959"/>
                    <a:pt x="686" y="959"/>
                    <a:pt x="687" y="960"/>
                  </a:cubicBezTo>
                  <a:cubicBezTo>
                    <a:pt x="689" y="961"/>
                    <a:pt x="688" y="960"/>
                    <a:pt x="689" y="960"/>
                  </a:cubicBezTo>
                  <a:cubicBezTo>
                    <a:pt x="690" y="960"/>
                    <a:pt x="691" y="960"/>
                    <a:pt x="691" y="960"/>
                  </a:cubicBezTo>
                  <a:cubicBezTo>
                    <a:pt x="692" y="959"/>
                    <a:pt x="692" y="959"/>
                    <a:pt x="693" y="958"/>
                  </a:cubicBezTo>
                  <a:lnTo>
                    <a:pt x="693" y="957"/>
                  </a:lnTo>
                  <a:cubicBezTo>
                    <a:pt x="693" y="956"/>
                    <a:pt x="693" y="955"/>
                    <a:pt x="693" y="955"/>
                  </a:cubicBezTo>
                  <a:cubicBezTo>
                    <a:pt x="693" y="901"/>
                    <a:pt x="679" y="848"/>
                    <a:pt x="652" y="802"/>
                  </a:cubicBezTo>
                  <a:lnTo>
                    <a:pt x="652" y="801"/>
                  </a:lnTo>
                  <a:cubicBezTo>
                    <a:pt x="639" y="779"/>
                    <a:pt x="626" y="755"/>
                    <a:pt x="612" y="731"/>
                  </a:cubicBezTo>
                  <a:cubicBezTo>
                    <a:pt x="606" y="678"/>
                    <a:pt x="581" y="621"/>
                    <a:pt x="565" y="572"/>
                  </a:cubicBezTo>
                  <a:cubicBezTo>
                    <a:pt x="553" y="538"/>
                    <a:pt x="538" y="505"/>
                    <a:pt x="520" y="474"/>
                  </a:cubicBezTo>
                  <a:cubicBezTo>
                    <a:pt x="504" y="446"/>
                    <a:pt x="486" y="420"/>
                    <a:pt x="465" y="395"/>
                  </a:cubicBezTo>
                  <a:cubicBezTo>
                    <a:pt x="464" y="393"/>
                    <a:pt x="461" y="395"/>
                    <a:pt x="463" y="397"/>
                  </a:cubicBezTo>
                  <a:lnTo>
                    <a:pt x="464" y="399"/>
                  </a:lnTo>
                  <a:cubicBezTo>
                    <a:pt x="450" y="385"/>
                    <a:pt x="436" y="372"/>
                    <a:pt x="429" y="362"/>
                  </a:cubicBezTo>
                  <a:cubicBezTo>
                    <a:pt x="422" y="352"/>
                    <a:pt x="418" y="348"/>
                    <a:pt x="413" y="342"/>
                  </a:cubicBezTo>
                  <a:cubicBezTo>
                    <a:pt x="420" y="347"/>
                    <a:pt x="426" y="353"/>
                    <a:pt x="433" y="357"/>
                  </a:cubicBezTo>
                  <a:cubicBezTo>
                    <a:pt x="470" y="381"/>
                    <a:pt x="516" y="411"/>
                    <a:pt x="563" y="414"/>
                  </a:cubicBezTo>
                  <a:cubicBezTo>
                    <a:pt x="606" y="447"/>
                    <a:pt x="661" y="471"/>
                    <a:pt x="710" y="460"/>
                  </a:cubicBezTo>
                  <a:cubicBezTo>
                    <a:pt x="711" y="460"/>
                    <a:pt x="711" y="460"/>
                    <a:pt x="712" y="460"/>
                  </a:cubicBezTo>
                  <a:lnTo>
                    <a:pt x="713" y="459"/>
                  </a:lnTo>
                  <a:cubicBezTo>
                    <a:pt x="737" y="469"/>
                    <a:pt x="763" y="475"/>
                    <a:pt x="790" y="476"/>
                  </a:cubicBezTo>
                  <a:cubicBezTo>
                    <a:pt x="827" y="479"/>
                    <a:pt x="871" y="501"/>
                    <a:pt x="908" y="490"/>
                  </a:cubicBezTo>
                  <a:cubicBezTo>
                    <a:pt x="909" y="489"/>
                    <a:pt x="910" y="489"/>
                    <a:pt x="910" y="488"/>
                  </a:cubicBezTo>
                  <a:cubicBezTo>
                    <a:pt x="911" y="487"/>
                    <a:pt x="911" y="486"/>
                    <a:pt x="911" y="485"/>
                  </a:cubicBezTo>
                  <a:cubicBezTo>
                    <a:pt x="911" y="484"/>
                    <a:pt x="911" y="484"/>
                    <a:pt x="910" y="483"/>
                  </a:cubicBezTo>
                  <a:cubicBezTo>
                    <a:pt x="910" y="482"/>
                    <a:pt x="909" y="481"/>
                    <a:pt x="908" y="481"/>
                  </a:cubicBezTo>
                  <a:cubicBezTo>
                    <a:pt x="849" y="455"/>
                    <a:pt x="788" y="461"/>
                    <a:pt x="728" y="443"/>
                  </a:cubicBezTo>
                  <a:cubicBezTo>
                    <a:pt x="689" y="431"/>
                    <a:pt x="660" y="396"/>
                    <a:pt x="636" y="364"/>
                  </a:cubicBezTo>
                  <a:cubicBezTo>
                    <a:pt x="613" y="332"/>
                    <a:pt x="571" y="304"/>
                    <a:pt x="560" y="263"/>
                  </a:cubicBezTo>
                  <a:cubicBezTo>
                    <a:pt x="559" y="260"/>
                    <a:pt x="553" y="261"/>
                    <a:pt x="554" y="264"/>
                  </a:cubicBezTo>
                  <a:cubicBezTo>
                    <a:pt x="561" y="298"/>
                    <a:pt x="585" y="319"/>
                    <a:pt x="605" y="346"/>
                  </a:cubicBezTo>
                  <a:cubicBezTo>
                    <a:pt x="634" y="386"/>
                    <a:pt x="653" y="417"/>
                    <a:pt x="691" y="446"/>
                  </a:cubicBezTo>
                  <a:lnTo>
                    <a:pt x="693" y="447"/>
                  </a:lnTo>
                  <a:cubicBezTo>
                    <a:pt x="665" y="444"/>
                    <a:pt x="638" y="435"/>
                    <a:pt x="613" y="421"/>
                  </a:cubicBezTo>
                  <a:cubicBezTo>
                    <a:pt x="613" y="420"/>
                    <a:pt x="612" y="420"/>
                    <a:pt x="612" y="420"/>
                  </a:cubicBezTo>
                  <a:cubicBezTo>
                    <a:pt x="581" y="400"/>
                    <a:pt x="542" y="384"/>
                    <a:pt x="525" y="349"/>
                  </a:cubicBezTo>
                  <a:cubicBezTo>
                    <a:pt x="513" y="325"/>
                    <a:pt x="489" y="310"/>
                    <a:pt x="472" y="290"/>
                  </a:cubicBezTo>
                  <a:cubicBezTo>
                    <a:pt x="458" y="275"/>
                    <a:pt x="428" y="248"/>
                    <a:pt x="421" y="228"/>
                  </a:cubicBezTo>
                  <a:cubicBezTo>
                    <a:pt x="421" y="226"/>
                    <a:pt x="417" y="228"/>
                    <a:pt x="418" y="230"/>
                  </a:cubicBezTo>
                  <a:cubicBezTo>
                    <a:pt x="425" y="258"/>
                    <a:pt x="454" y="284"/>
                    <a:pt x="471" y="308"/>
                  </a:cubicBezTo>
                  <a:cubicBezTo>
                    <a:pt x="479" y="319"/>
                    <a:pt x="488" y="329"/>
                    <a:pt x="498" y="338"/>
                  </a:cubicBezTo>
                  <a:cubicBezTo>
                    <a:pt x="511" y="350"/>
                    <a:pt x="512" y="366"/>
                    <a:pt x="524" y="379"/>
                  </a:cubicBezTo>
                  <a:cubicBezTo>
                    <a:pt x="530" y="385"/>
                    <a:pt x="537" y="392"/>
                    <a:pt x="544" y="398"/>
                  </a:cubicBezTo>
                  <a:lnTo>
                    <a:pt x="526" y="394"/>
                  </a:lnTo>
                  <a:cubicBezTo>
                    <a:pt x="506" y="387"/>
                    <a:pt x="487" y="379"/>
                    <a:pt x="469" y="368"/>
                  </a:cubicBezTo>
                  <a:cubicBezTo>
                    <a:pt x="462" y="364"/>
                    <a:pt x="454" y="360"/>
                    <a:pt x="447" y="355"/>
                  </a:cubicBezTo>
                  <a:cubicBezTo>
                    <a:pt x="422" y="340"/>
                    <a:pt x="399" y="322"/>
                    <a:pt x="378" y="301"/>
                  </a:cubicBezTo>
                  <a:cubicBezTo>
                    <a:pt x="349" y="270"/>
                    <a:pt x="318" y="240"/>
                    <a:pt x="285" y="213"/>
                  </a:cubicBezTo>
                  <a:cubicBezTo>
                    <a:pt x="260" y="194"/>
                    <a:pt x="229" y="184"/>
                    <a:pt x="208" y="159"/>
                  </a:cubicBezTo>
                  <a:cubicBezTo>
                    <a:pt x="196" y="146"/>
                    <a:pt x="183" y="135"/>
                    <a:pt x="168" y="126"/>
                  </a:cubicBezTo>
                  <a:cubicBezTo>
                    <a:pt x="167" y="126"/>
                    <a:pt x="166" y="126"/>
                    <a:pt x="165" y="125"/>
                  </a:cubicBezTo>
                  <a:cubicBezTo>
                    <a:pt x="193" y="108"/>
                    <a:pt x="274" y="120"/>
                    <a:pt x="297" y="120"/>
                  </a:cubicBezTo>
                  <a:cubicBezTo>
                    <a:pt x="309" y="119"/>
                    <a:pt x="321" y="119"/>
                    <a:pt x="332" y="119"/>
                  </a:cubicBezTo>
                  <a:cubicBezTo>
                    <a:pt x="374" y="119"/>
                    <a:pt x="416" y="123"/>
                    <a:pt x="458" y="131"/>
                  </a:cubicBezTo>
                  <a:cubicBezTo>
                    <a:pt x="515" y="146"/>
                    <a:pt x="571" y="167"/>
                    <a:pt x="624" y="193"/>
                  </a:cubicBezTo>
                  <a:cubicBezTo>
                    <a:pt x="662" y="211"/>
                    <a:pt x="705" y="249"/>
                    <a:pt x="747" y="252"/>
                  </a:cubicBezTo>
                  <a:lnTo>
                    <a:pt x="748" y="252"/>
                  </a:lnTo>
                  <a:cubicBezTo>
                    <a:pt x="749" y="252"/>
                    <a:pt x="749" y="252"/>
                    <a:pt x="750" y="252"/>
                  </a:cubicBezTo>
                  <a:lnTo>
                    <a:pt x="751" y="251"/>
                  </a:lnTo>
                  <a:cubicBezTo>
                    <a:pt x="752" y="250"/>
                    <a:pt x="752" y="249"/>
                    <a:pt x="752" y="249"/>
                  </a:cubicBezTo>
                  <a:cubicBezTo>
                    <a:pt x="752" y="248"/>
                    <a:pt x="752" y="248"/>
                    <a:pt x="751" y="247"/>
                  </a:cubicBezTo>
                  <a:cubicBezTo>
                    <a:pt x="751" y="246"/>
                    <a:pt x="750" y="246"/>
                    <a:pt x="750" y="245"/>
                  </a:cubicBezTo>
                  <a:lnTo>
                    <a:pt x="749" y="245"/>
                  </a:lnTo>
                  <a:cubicBezTo>
                    <a:pt x="644" y="188"/>
                    <a:pt x="549" y="130"/>
                    <a:pt x="429" y="106"/>
                  </a:cubicBezTo>
                  <a:cubicBezTo>
                    <a:pt x="359" y="92"/>
                    <a:pt x="282" y="102"/>
                    <a:pt x="211" y="102"/>
                  </a:cubicBezTo>
                  <a:cubicBezTo>
                    <a:pt x="193" y="102"/>
                    <a:pt x="162" y="100"/>
                    <a:pt x="150" y="117"/>
                  </a:cubicBezTo>
                  <a:cubicBezTo>
                    <a:pt x="130" y="106"/>
                    <a:pt x="109" y="98"/>
                    <a:pt x="87" y="91"/>
                  </a:cubicBezTo>
                  <a:cubicBezTo>
                    <a:pt x="112" y="81"/>
                    <a:pt x="132" y="65"/>
                    <a:pt x="159" y="58"/>
                  </a:cubicBezTo>
                  <a:cubicBezTo>
                    <a:pt x="191" y="48"/>
                    <a:pt x="224" y="41"/>
                    <a:pt x="257" y="35"/>
                  </a:cubicBezTo>
                  <a:cubicBezTo>
                    <a:pt x="287" y="31"/>
                    <a:pt x="318" y="27"/>
                    <a:pt x="348" y="22"/>
                  </a:cubicBezTo>
                  <a:cubicBezTo>
                    <a:pt x="372" y="19"/>
                    <a:pt x="396" y="17"/>
                    <a:pt x="420" y="17"/>
                  </a:cubicBezTo>
                  <a:cubicBezTo>
                    <a:pt x="426" y="17"/>
                    <a:pt x="432" y="17"/>
                    <a:pt x="438" y="17"/>
                  </a:cubicBezTo>
                  <a:cubicBezTo>
                    <a:pt x="399" y="25"/>
                    <a:pt x="359" y="36"/>
                    <a:pt x="322" y="46"/>
                  </a:cubicBezTo>
                  <a:cubicBezTo>
                    <a:pt x="309" y="50"/>
                    <a:pt x="296" y="55"/>
                    <a:pt x="283" y="62"/>
                  </a:cubicBezTo>
                  <a:cubicBezTo>
                    <a:pt x="271" y="69"/>
                    <a:pt x="259" y="78"/>
                    <a:pt x="249" y="89"/>
                  </a:cubicBezTo>
                  <a:cubicBezTo>
                    <a:pt x="246" y="92"/>
                    <a:pt x="251" y="97"/>
                    <a:pt x="254" y="94"/>
                  </a:cubicBezTo>
                  <a:cubicBezTo>
                    <a:pt x="285" y="62"/>
                    <a:pt x="333" y="52"/>
                    <a:pt x="374" y="43"/>
                  </a:cubicBezTo>
                  <a:cubicBezTo>
                    <a:pt x="411" y="32"/>
                    <a:pt x="449" y="25"/>
                    <a:pt x="487" y="21"/>
                  </a:cubicBezTo>
                  <a:cubicBezTo>
                    <a:pt x="519" y="21"/>
                    <a:pt x="552" y="22"/>
                    <a:pt x="584" y="22"/>
                  </a:cubicBezTo>
                  <a:cubicBezTo>
                    <a:pt x="596" y="22"/>
                    <a:pt x="648" y="28"/>
                    <a:pt x="660" y="42"/>
                  </a:cubicBezTo>
                  <a:cubicBezTo>
                    <a:pt x="652" y="42"/>
                    <a:pt x="645" y="41"/>
                    <a:pt x="637" y="41"/>
                  </a:cubicBezTo>
                  <a:cubicBezTo>
                    <a:pt x="591" y="41"/>
                    <a:pt x="545" y="50"/>
                    <a:pt x="501" y="65"/>
                  </a:cubicBezTo>
                  <a:lnTo>
                    <a:pt x="501" y="66"/>
                  </a:lnTo>
                  <a:lnTo>
                    <a:pt x="500" y="67"/>
                  </a:lnTo>
                  <a:cubicBezTo>
                    <a:pt x="500" y="67"/>
                    <a:pt x="501" y="67"/>
                    <a:pt x="501" y="68"/>
                  </a:cubicBezTo>
                  <a:cubicBezTo>
                    <a:pt x="542" y="65"/>
                    <a:pt x="582" y="58"/>
                    <a:pt x="623" y="56"/>
                  </a:cubicBezTo>
                  <a:cubicBezTo>
                    <a:pt x="655" y="54"/>
                    <a:pt x="677" y="67"/>
                    <a:pt x="707" y="71"/>
                  </a:cubicBezTo>
                  <a:cubicBezTo>
                    <a:pt x="742" y="76"/>
                    <a:pt x="779" y="107"/>
                    <a:pt x="805" y="128"/>
                  </a:cubicBezTo>
                  <a:cubicBezTo>
                    <a:pt x="782" y="118"/>
                    <a:pt x="759" y="110"/>
                    <a:pt x="735" y="103"/>
                  </a:cubicBezTo>
                  <a:cubicBezTo>
                    <a:pt x="715" y="96"/>
                    <a:pt x="695" y="92"/>
                    <a:pt x="674" y="91"/>
                  </a:cubicBezTo>
                  <a:cubicBezTo>
                    <a:pt x="666" y="93"/>
                    <a:pt x="658" y="93"/>
                    <a:pt x="649" y="93"/>
                  </a:cubicBezTo>
                  <a:cubicBezTo>
                    <a:pt x="641" y="93"/>
                    <a:pt x="633" y="93"/>
                    <a:pt x="625" y="91"/>
                  </a:cubicBezTo>
                  <a:cubicBezTo>
                    <a:pt x="624" y="91"/>
                    <a:pt x="624" y="91"/>
                    <a:pt x="624" y="91"/>
                  </a:cubicBezTo>
                  <a:cubicBezTo>
                    <a:pt x="623" y="91"/>
                    <a:pt x="623" y="91"/>
                    <a:pt x="621" y="92"/>
                  </a:cubicBezTo>
                  <a:cubicBezTo>
                    <a:pt x="620" y="93"/>
                    <a:pt x="620" y="92"/>
                    <a:pt x="619" y="93"/>
                  </a:cubicBezTo>
                  <a:cubicBezTo>
                    <a:pt x="619" y="94"/>
                    <a:pt x="619" y="95"/>
                    <a:pt x="619" y="96"/>
                  </a:cubicBezTo>
                  <a:cubicBezTo>
                    <a:pt x="619" y="97"/>
                    <a:pt x="619" y="98"/>
                    <a:pt x="619" y="98"/>
                  </a:cubicBezTo>
                  <a:cubicBezTo>
                    <a:pt x="619" y="99"/>
                    <a:pt x="620" y="99"/>
                    <a:pt x="620" y="99"/>
                  </a:cubicBezTo>
                  <a:cubicBezTo>
                    <a:pt x="622" y="101"/>
                    <a:pt x="625" y="103"/>
                    <a:pt x="628" y="105"/>
                  </a:cubicBezTo>
                  <a:cubicBezTo>
                    <a:pt x="634" y="109"/>
                    <a:pt x="642" y="111"/>
                    <a:pt x="650" y="111"/>
                  </a:cubicBezTo>
                  <a:cubicBezTo>
                    <a:pt x="651" y="111"/>
                    <a:pt x="653" y="111"/>
                    <a:pt x="655" y="110"/>
                  </a:cubicBezTo>
                  <a:cubicBezTo>
                    <a:pt x="690" y="111"/>
                    <a:pt x="725" y="117"/>
                    <a:pt x="758" y="130"/>
                  </a:cubicBezTo>
                  <a:cubicBezTo>
                    <a:pt x="784" y="140"/>
                    <a:pt x="809" y="151"/>
                    <a:pt x="833" y="164"/>
                  </a:cubicBezTo>
                  <a:cubicBezTo>
                    <a:pt x="835" y="168"/>
                    <a:pt x="838" y="172"/>
                    <a:pt x="840" y="176"/>
                  </a:cubicBezTo>
                  <a:cubicBezTo>
                    <a:pt x="843" y="181"/>
                    <a:pt x="847" y="187"/>
                    <a:pt x="850" y="192"/>
                  </a:cubicBezTo>
                  <a:cubicBezTo>
                    <a:pt x="850" y="192"/>
                    <a:pt x="852" y="192"/>
                    <a:pt x="852" y="193"/>
                  </a:cubicBezTo>
                  <a:cubicBezTo>
                    <a:pt x="853" y="194"/>
                    <a:pt x="853" y="194"/>
                    <a:pt x="854" y="194"/>
                  </a:cubicBezTo>
                  <a:cubicBezTo>
                    <a:pt x="855" y="194"/>
                    <a:pt x="856" y="194"/>
                    <a:pt x="857" y="193"/>
                  </a:cubicBezTo>
                  <a:cubicBezTo>
                    <a:pt x="859" y="192"/>
                    <a:pt x="859" y="192"/>
                    <a:pt x="859" y="191"/>
                  </a:cubicBezTo>
                  <a:cubicBezTo>
                    <a:pt x="859" y="190"/>
                    <a:pt x="860" y="190"/>
                    <a:pt x="860" y="189"/>
                  </a:cubicBezTo>
                  <a:cubicBezTo>
                    <a:pt x="860" y="185"/>
                    <a:pt x="859" y="181"/>
                    <a:pt x="859" y="177"/>
                  </a:cubicBezTo>
                  <a:cubicBezTo>
                    <a:pt x="881" y="195"/>
                    <a:pt x="900" y="215"/>
                    <a:pt x="916" y="238"/>
                  </a:cubicBezTo>
                  <a:cubicBezTo>
                    <a:pt x="964" y="295"/>
                    <a:pt x="995" y="474"/>
                    <a:pt x="873" y="449"/>
                  </a:cubicBezTo>
                  <a:cubicBezTo>
                    <a:pt x="806" y="434"/>
                    <a:pt x="777" y="373"/>
                    <a:pt x="739" y="324"/>
                  </a:cubicBezTo>
                  <a:cubicBezTo>
                    <a:pt x="739" y="324"/>
                    <a:pt x="740" y="324"/>
                    <a:pt x="739" y="323"/>
                  </a:cubicBezTo>
                  <a:cubicBezTo>
                    <a:pt x="739" y="322"/>
                    <a:pt x="737" y="323"/>
                    <a:pt x="737" y="323"/>
                  </a:cubicBezTo>
                  <a:cubicBezTo>
                    <a:pt x="736" y="323"/>
                    <a:pt x="737" y="322"/>
                    <a:pt x="735" y="323"/>
                  </a:cubicBezTo>
                  <a:cubicBezTo>
                    <a:pt x="734" y="324"/>
                    <a:pt x="735" y="324"/>
                    <a:pt x="734" y="325"/>
                  </a:cubicBezTo>
                  <a:cubicBezTo>
                    <a:pt x="734" y="326"/>
                    <a:pt x="733" y="326"/>
                    <a:pt x="733" y="327"/>
                  </a:cubicBezTo>
                  <a:lnTo>
                    <a:pt x="733" y="328"/>
                  </a:lnTo>
                  <a:cubicBezTo>
                    <a:pt x="754" y="364"/>
                    <a:pt x="766" y="399"/>
                    <a:pt x="798" y="426"/>
                  </a:cubicBezTo>
                  <a:cubicBezTo>
                    <a:pt x="808" y="435"/>
                    <a:pt x="818" y="442"/>
                    <a:pt x="829" y="449"/>
                  </a:cubicBezTo>
                  <a:cubicBezTo>
                    <a:pt x="856" y="464"/>
                    <a:pt x="886" y="473"/>
                    <a:pt x="918" y="473"/>
                  </a:cubicBezTo>
                  <a:cubicBezTo>
                    <a:pt x="978" y="475"/>
                    <a:pt x="988" y="359"/>
                    <a:pt x="974" y="319"/>
                  </a:cubicBezTo>
                  <a:cubicBezTo>
                    <a:pt x="950" y="255"/>
                    <a:pt x="918" y="193"/>
                    <a:pt x="860" y="1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2"/>
            <p:cNvSpPr/>
            <p:nvPr/>
          </p:nvSpPr>
          <p:spPr>
            <a:xfrm>
              <a:off x="9188640" y="3751200"/>
              <a:ext cx="37800" cy="28080"/>
            </a:xfrm>
            <a:custGeom>
              <a:avLst/>
              <a:gdLst/>
              <a:ahLst/>
              <a:cxnLst/>
              <a:rect l="l" t="t" r="r" b="b"/>
              <a:pathLst>
                <a:path w="105" h="78" extrusionOk="0">
                  <a:moveTo>
                    <a:pt x="4" y="0"/>
                  </a:moveTo>
                  <a:cubicBezTo>
                    <a:pt x="2" y="0"/>
                    <a:pt x="0" y="3"/>
                    <a:pt x="2" y="4"/>
                  </a:cubicBezTo>
                  <a:cubicBezTo>
                    <a:pt x="14" y="12"/>
                    <a:pt x="25" y="22"/>
                    <a:pt x="35" y="33"/>
                  </a:cubicBezTo>
                  <a:cubicBezTo>
                    <a:pt x="43" y="40"/>
                    <a:pt x="52" y="46"/>
                    <a:pt x="61" y="53"/>
                  </a:cubicBezTo>
                  <a:cubicBezTo>
                    <a:pt x="69" y="59"/>
                    <a:pt x="87" y="77"/>
                    <a:pt x="102" y="72"/>
                  </a:cubicBezTo>
                  <a:lnTo>
                    <a:pt x="103" y="72"/>
                  </a:lnTo>
                  <a:cubicBezTo>
                    <a:pt x="103" y="72"/>
                    <a:pt x="104" y="72"/>
                    <a:pt x="104" y="71"/>
                  </a:cubicBezTo>
                  <a:lnTo>
                    <a:pt x="104" y="70"/>
                  </a:lnTo>
                  <a:lnTo>
                    <a:pt x="104" y="69"/>
                  </a:lnTo>
                  <a:cubicBezTo>
                    <a:pt x="104" y="69"/>
                    <a:pt x="103" y="69"/>
                    <a:pt x="103" y="68"/>
                  </a:cubicBezTo>
                  <a:lnTo>
                    <a:pt x="102" y="68"/>
                  </a:lnTo>
                  <a:cubicBezTo>
                    <a:pt x="98" y="67"/>
                    <a:pt x="95" y="65"/>
                    <a:pt x="92" y="63"/>
                  </a:cubicBezTo>
                  <a:cubicBezTo>
                    <a:pt x="85" y="59"/>
                    <a:pt x="78" y="54"/>
                    <a:pt x="73" y="48"/>
                  </a:cubicBezTo>
                  <a:cubicBezTo>
                    <a:pt x="62" y="41"/>
                    <a:pt x="52" y="33"/>
                    <a:pt x="42" y="25"/>
                  </a:cubicBezTo>
                  <a:cubicBezTo>
                    <a:pt x="35" y="18"/>
                    <a:pt x="28" y="13"/>
                    <a:pt x="19" y="8"/>
                  </a:cubicBezTo>
                  <a:cubicBezTo>
                    <a:pt x="14" y="5"/>
                    <a:pt x="9" y="3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2"/>
            <p:cNvSpPr/>
            <p:nvPr/>
          </p:nvSpPr>
          <p:spPr>
            <a:xfrm>
              <a:off x="9270360" y="3824280"/>
              <a:ext cx="138600" cy="382320"/>
            </a:xfrm>
            <a:custGeom>
              <a:avLst/>
              <a:gdLst/>
              <a:ahLst/>
              <a:cxnLst/>
              <a:rect l="l" t="t" r="r" b="b"/>
              <a:pathLst>
                <a:path w="385" h="1062" extrusionOk="0">
                  <a:moveTo>
                    <a:pt x="346" y="621"/>
                  </a:moveTo>
                  <a:cubicBezTo>
                    <a:pt x="345" y="576"/>
                    <a:pt x="319" y="534"/>
                    <a:pt x="310" y="491"/>
                  </a:cubicBezTo>
                  <a:cubicBezTo>
                    <a:pt x="298" y="429"/>
                    <a:pt x="262" y="370"/>
                    <a:pt x="239" y="314"/>
                  </a:cubicBezTo>
                  <a:cubicBezTo>
                    <a:pt x="231" y="299"/>
                    <a:pt x="224" y="284"/>
                    <a:pt x="215" y="269"/>
                  </a:cubicBezTo>
                  <a:cubicBezTo>
                    <a:pt x="203" y="248"/>
                    <a:pt x="190" y="228"/>
                    <a:pt x="176" y="209"/>
                  </a:cubicBezTo>
                  <a:cubicBezTo>
                    <a:pt x="124" y="135"/>
                    <a:pt x="67" y="65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lnTo>
                    <a:pt x="2" y="0"/>
                  </a:ln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1" y="2"/>
                  </a:cubicBezTo>
                  <a:lnTo>
                    <a:pt x="1" y="3"/>
                  </a:lnTo>
                  <a:cubicBezTo>
                    <a:pt x="41" y="48"/>
                    <a:pt x="77" y="97"/>
                    <a:pt x="110" y="148"/>
                  </a:cubicBezTo>
                  <a:cubicBezTo>
                    <a:pt x="119" y="165"/>
                    <a:pt x="135" y="178"/>
                    <a:pt x="144" y="196"/>
                  </a:cubicBezTo>
                  <a:cubicBezTo>
                    <a:pt x="159" y="219"/>
                    <a:pt x="176" y="241"/>
                    <a:pt x="194" y="261"/>
                  </a:cubicBezTo>
                  <a:cubicBezTo>
                    <a:pt x="197" y="265"/>
                    <a:pt x="199" y="269"/>
                    <a:pt x="201" y="273"/>
                  </a:cubicBezTo>
                  <a:cubicBezTo>
                    <a:pt x="211" y="288"/>
                    <a:pt x="218" y="305"/>
                    <a:pt x="224" y="322"/>
                  </a:cubicBezTo>
                  <a:cubicBezTo>
                    <a:pt x="233" y="341"/>
                    <a:pt x="240" y="361"/>
                    <a:pt x="250" y="381"/>
                  </a:cubicBezTo>
                  <a:cubicBezTo>
                    <a:pt x="270" y="426"/>
                    <a:pt x="286" y="473"/>
                    <a:pt x="297" y="521"/>
                  </a:cubicBezTo>
                  <a:cubicBezTo>
                    <a:pt x="310" y="561"/>
                    <a:pt x="317" y="603"/>
                    <a:pt x="329" y="641"/>
                  </a:cubicBezTo>
                  <a:cubicBezTo>
                    <a:pt x="344" y="688"/>
                    <a:pt x="329" y="743"/>
                    <a:pt x="341" y="790"/>
                  </a:cubicBezTo>
                  <a:cubicBezTo>
                    <a:pt x="351" y="828"/>
                    <a:pt x="344" y="869"/>
                    <a:pt x="346" y="908"/>
                  </a:cubicBezTo>
                  <a:cubicBezTo>
                    <a:pt x="350" y="958"/>
                    <a:pt x="357" y="1008"/>
                    <a:pt x="367" y="1058"/>
                  </a:cubicBezTo>
                  <a:cubicBezTo>
                    <a:pt x="367" y="1058"/>
                    <a:pt x="366" y="1058"/>
                    <a:pt x="367" y="1059"/>
                  </a:cubicBezTo>
                  <a:cubicBezTo>
                    <a:pt x="368" y="1060"/>
                    <a:pt x="368" y="1059"/>
                    <a:pt x="369" y="1060"/>
                  </a:cubicBezTo>
                  <a:cubicBezTo>
                    <a:pt x="370" y="1060"/>
                    <a:pt x="370" y="1061"/>
                    <a:pt x="371" y="1061"/>
                  </a:cubicBezTo>
                  <a:cubicBezTo>
                    <a:pt x="372" y="1061"/>
                    <a:pt x="372" y="1061"/>
                    <a:pt x="373" y="1060"/>
                  </a:cubicBezTo>
                  <a:cubicBezTo>
                    <a:pt x="374" y="1059"/>
                    <a:pt x="374" y="1060"/>
                    <a:pt x="375" y="1059"/>
                  </a:cubicBezTo>
                  <a:cubicBezTo>
                    <a:pt x="376" y="1058"/>
                    <a:pt x="375" y="1058"/>
                    <a:pt x="375" y="1058"/>
                  </a:cubicBezTo>
                  <a:cubicBezTo>
                    <a:pt x="384" y="998"/>
                    <a:pt x="365" y="943"/>
                    <a:pt x="367" y="884"/>
                  </a:cubicBezTo>
                  <a:cubicBezTo>
                    <a:pt x="367" y="859"/>
                    <a:pt x="367" y="833"/>
                    <a:pt x="368" y="808"/>
                  </a:cubicBezTo>
                  <a:cubicBezTo>
                    <a:pt x="368" y="793"/>
                    <a:pt x="361" y="783"/>
                    <a:pt x="362" y="767"/>
                  </a:cubicBezTo>
                  <a:cubicBezTo>
                    <a:pt x="365" y="719"/>
                    <a:pt x="348" y="669"/>
                    <a:pt x="346" y="6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2"/>
            <p:cNvSpPr/>
            <p:nvPr/>
          </p:nvSpPr>
          <p:spPr>
            <a:xfrm>
              <a:off x="9184320" y="3664440"/>
              <a:ext cx="283320" cy="570960"/>
            </a:xfrm>
            <a:custGeom>
              <a:avLst/>
              <a:gdLst/>
              <a:ahLst/>
              <a:cxnLst/>
              <a:rect l="l" t="t" r="r" b="b"/>
              <a:pathLst>
                <a:path w="787" h="1586" extrusionOk="0">
                  <a:moveTo>
                    <a:pt x="743" y="1331"/>
                  </a:moveTo>
                  <a:lnTo>
                    <a:pt x="745" y="1334"/>
                  </a:lnTo>
                  <a:cubicBezTo>
                    <a:pt x="748" y="1337"/>
                    <a:pt x="755" y="1334"/>
                    <a:pt x="754" y="1330"/>
                  </a:cubicBezTo>
                  <a:cubicBezTo>
                    <a:pt x="750" y="1315"/>
                    <a:pt x="754" y="1296"/>
                    <a:pt x="751" y="1280"/>
                  </a:cubicBezTo>
                  <a:cubicBezTo>
                    <a:pt x="747" y="1254"/>
                    <a:pt x="746" y="1228"/>
                    <a:pt x="741" y="1201"/>
                  </a:cubicBezTo>
                  <a:cubicBezTo>
                    <a:pt x="732" y="1142"/>
                    <a:pt x="737" y="1082"/>
                    <a:pt x="723" y="1024"/>
                  </a:cubicBezTo>
                  <a:cubicBezTo>
                    <a:pt x="713" y="992"/>
                    <a:pt x="699" y="961"/>
                    <a:pt x="683" y="932"/>
                  </a:cubicBezTo>
                  <a:cubicBezTo>
                    <a:pt x="679" y="926"/>
                    <a:pt x="676" y="920"/>
                    <a:pt x="673" y="915"/>
                  </a:cubicBezTo>
                  <a:cubicBezTo>
                    <a:pt x="668" y="907"/>
                    <a:pt x="628" y="859"/>
                    <a:pt x="657" y="886"/>
                  </a:cubicBezTo>
                  <a:cubicBezTo>
                    <a:pt x="660" y="889"/>
                    <a:pt x="663" y="891"/>
                    <a:pt x="667" y="893"/>
                  </a:cubicBezTo>
                  <a:cubicBezTo>
                    <a:pt x="672" y="896"/>
                    <a:pt x="677" y="898"/>
                    <a:pt x="682" y="900"/>
                  </a:cubicBezTo>
                  <a:cubicBezTo>
                    <a:pt x="683" y="900"/>
                    <a:pt x="683" y="900"/>
                    <a:pt x="684" y="900"/>
                  </a:cubicBezTo>
                  <a:cubicBezTo>
                    <a:pt x="685" y="900"/>
                    <a:pt x="686" y="900"/>
                    <a:pt x="687" y="899"/>
                  </a:cubicBezTo>
                  <a:cubicBezTo>
                    <a:pt x="688" y="898"/>
                    <a:pt x="689" y="897"/>
                    <a:pt x="690" y="896"/>
                  </a:cubicBezTo>
                  <a:cubicBezTo>
                    <a:pt x="691" y="894"/>
                    <a:pt x="691" y="894"/>
                    <a:pt x="691" y="893"/>
                  </a:cubicBezTo>
                  <a:cubicBezTo>
                    <a:pt x="691" y="892"/>
                    <a:pt x="691" y="892"/>
                    <a:pt x="691" y="892"/>
                  </a:cubicBezTo>
                  <a:cubicBezTo>
                    <a:pt x="686" y="854"/>
                    <a:pt x="670" y="816"/>
                    <a:pt x="662" y="778"/>
                  </a:cubicBezTo>
                  <a:cubicBezTo>
                    <a:pt x="654" y="740"/>
                    <a:pt x="628" y="708"/>
                    <a:pt x="610" y="676"/>
                  </a:cubicBezTo>
                  <a:cubicBezTo>
                    <a:pt x="609" y="674"/>
                    <a:pt x="608" y="672"/>
                    <a:pt x="606" y="669"/>
                  </a:cubicBezTo>
                  <a:cubicBezTo>
                    <a:pt x="569" y="605"/>
                    <a:pt x="522" y="547"/>
                    <a:pt x="465" y="499"/>
                  </a:cubicBezTo>
                  <a:lnTo>
                    <a:pt x="464" y="499"/>
                  </a:lnTo>
                  <a:lnTo>
                    <a:pt x="463" y="499"/>
                  </a:lnTo>
                  <a:cubicBezTo>
                    <a:pt x="462" y="481"/>
                    <a:pt x="455" y="462"/>
                    <a:pt x="446" y="446"/>
                  </a:cubicBezTo>
                  <a:cubicBezTo>
                    <a:pt x="443" y="441"/>
                    <a:pt x="440" y="436"/>
                    <a:pt x="437" y="432"/>
                  </a:cubicBezTo>
                  <a:cubicBezTo>
                    <a:pt x="434" y="424"/>
                    <a:pt x="431" y="416"/>
                    <a:pt x="427" y="409"/>
                  </a:cubicBezTo>
                  <a:cubicBezTo>
                    <a:pt x="423" y="396"/>
                    <a:pt x="418" y="384"/>
                    <a:pt x="411" y="372"/>
                  </a:cubicBezTo>
                  <a:lnTo>
                    <a:pt x="410" y="371"/>
                  </a:lnTo>
                  <a:lnTo>
                    <a:pt x="409" y="371"/>
                  </a:lnTo>
                  <a:lnTo>
                    <a:pt x="408" y="371"/>
                  </a:lnTo>
                  <a:lnTo>
                    <a:pt x="408" y="372"/>
                  </a:lnTo>
                  <a:cubicBezTo>
                    <a:pt x="408" y="372"/>
                    <a:pt x="407" y="372"/>
                    <a:pt x="407" y="373"/>
                  </a:cubicBezTo>
                  <a:lnTo>
                    <a:pt x="408" y="373"/>
                  </a:lnTo>
                  <a:cubicBezTo>
                    <a:pt x="408" y="374"/>
                    <a:pt x="408" y="375"/>
                    <a:pt x="409" y="375"/>
                  </a:cubicBezTo>
                  <a:cubicBezTo>
                    <a:pt x="415" y="385"/>
                    <a:pt x="418" y="396"/>
                    <a:pt x="420" y="408"/>
                  </a:cubicBezTo>
                  <a:lnTo>
                    <a:pt x="411" y="396"/>
                  </a:lnTo>
                  <a:cubicBezTo>
                    <a:pt x="387" y="367"/>
                    <a:pt x="366" y="336"/>
                    <a:pt x="347" y="304"/>
                  </a:cubicBezTo>
                  <a:cubicBezTo>
                    <a:pt x="344" y="299"/>
                    <a:pt x="342" y="294"/>
                    <a:pt x="339" y="289"/>
                  </a:cubicBezTo>
                  <a:cubicBezTo>
                    <a:pt x="335" y="282"/>
                    <a:pt x="327" y="292"/>
                    <a:pt x="334" y="295"/>
                  </a:cubicBezTo>
                  <a:cubicBezTo>
                    <a:pt x="334" y="295"/>
                    <a:pt x="335" y="295"/>
                    <a:pt x="336" y="295"/>
                  </a:cubicBezTo>
                  <a:cubicBezTo>
                    <a:pt x="328" y="298"/>
                    <a:pt x="339" y="318"/>
                    <a:pt x="350" y="335"/>
                  </a:cubicBezTo>
                  <a:cubicBezTo>
                    <a:pt x="350" y="335"/>
                    <a:pt x="349" y="335"/>
                    <a:pt x="349" y="336"/>
                  </a:cubicBezTo>
                  <a:lnTo>
                    <a:pt x="348" y="336"/>
                  </a:lnTo>
                  <a:cubicBezTo>
                    <a:pt x="348" y="337"/>
                    <a:pt x="348" y="337"/>
                    <a:pt x="348" y="338"/>
                  </a:cubicBezTo>
                  <a:cubicBezTo>
                    <a:pt x="346" y="372"/>
                    <a:pt x="313" y="354"/>
                    <a:pt x="298" y="339"/>
                  </a:cubicBezTo>
                  <a:lnTo>
                    <a:pt x="299" y="339"/>
                  </a:lnTo>
                  <a:cubicBezTo>
                    <a:pt x="299" y="338"/>
                    <a:pt x="299" y="338"/>
                    <a:pt x="299" y="337"/>
                  </a:cubicBezTo>
                  <a:lnTo>
                    <a:pt x="299" y="336"/>
                  </a:lnTo>
                  <a:lnTo>
                    <a:pt x="298" y="336"/>
                  </a:lnTo>
                  <a:cubicBezTo>
                    <a:pt x="292" y="328"/>
                    <a:pt x="285" y="320"/>
                    <a:pt x="277" y="313"/>
                  </a:cubicBezTo>
                  <a:cubicBezTo>
                    <a:pt x="269" y="302"/>
                    <a:pt x="261" y="291"/>
                    <a:pt x="253" y="280"/>
                  </a:cubicBezTo>
                  <a:cubicBezTo>
                    <a:pt x="243" y="262"/>
                    <a:pt x="234" y="243"/>
                    <a:pt x="226" y="223"/>
                  </a:cubicBezTo>
                  <a:cubicBezTo>
                    <a:pt x="224" y="219"/>
                    <a:pt x="222" y="215"/>
                    <a:pt x="220" y="212"/>
                  </a:cubicBezTo>
                  <a:cubicBezTo>
                    <a:pt x="212" y="198"/>
                    <a:pt x="206" y="185"/>
                    <a:pt x="201" y="170"/>
                  </a:cubicBezTo>
                  <a:cubicBezTo>
                    <a:pt x="201" y="167"/>
                    <a:pt x="195" y="167"/>
                    <a:pt x="195" y="170"/>
                  </a:cubicBezTo>
                  <a:cubicBezTo>
                    <a:pt x="199" y="184"/>
                    <a:pt x="204" y="197"/>
                    <a:pt x="212" y="210"/>
                  </a:cubicBezTo>
                  <a:cubicBezTo>
                    <a:pt x="213" y="212"/>
                    <a:pt x="214" y="214"/>
                    <a:pt x="215" y="215"/>
                  </a:cubicBezTo>
                  <a:cubicBezTo>
                    <a:pt x="225" y="237"/>
                    <a:pt x="232" y="259"/>
                    <a:pt x="242" y="280"/>
                  </a:cubicBezTo>
                  <a:cubicBezTo>
                    <a:pt x="222" y="264"/>
                    <a:pt x="202" y="248"/>
                    <a:pt x="183" y="230"/>
                  </a:cubicBezTo>
                  <a:cubicBezTo>
                    <a:pt x="165" y="212"/>
                    <a:pt x="149" y="191"/>
                    <a:pt x="136" y="168"/>
                  </a:cubicBezTo>
                  <a:cubicBezTo>
                    <a:pt x="129" y="157"/>
                    <a:pt x="124" y="146"/>
                    <a:pt x="119" y="135"/>
                  </a:cubicBezTo>
                  <a:cubicBezTo>
                    <a:pt x="110" y="117"/>
                    <a:pt x="109" y="95"/>
                    <a:pt x="98" y="80"/>
                  </a:cubicBezTo>
                  <a:cubicBezTo>
                    <a:pt x="96" y="78"/>
                    <a:pt x="92" y="80"/>
                    <a:pt x="93" y="83"/>
                  </a:cubicBezTo>
                  <a:cubicBezTo>
                    <a:pt x="108" y="105"/>
                    <a:pt x="113" y="142"/>
                    <a:pt x="123" y="165"/>
                  </a:cubicBezTo>
                  <a:cubicBezTo>
                    <a:pt x="127" y="176"/>
                    <a:pt x="131" y="185"/>
                    <a:pt x="137" y="195"/>
                  </a:cubicBezTo>
                  <a:cubicBezTo>
                    <a:pt x="142" y="204"/>
                    <a:pt x="147" y="212"/>
                    <a:pt x="154" y="220"/>
                  </a:cubicBezTo>
                  <a:cubicBezTo>
                    <a:pt x="103" y="206"/>
                    <a:pt x="83" y="129"/>
                    <a:pt x="56" y="89"/>
                  </a:cubicBezTo>
                  <a:cubicBezTo>
                    <a:pt x="36" y="61"/>
                    <a:pt x="28" y="26"/>
                    <a:pt x="4" y="2"/>
                  </a:cubicBezTo>
                  <a:cubicBezTo>
                    <a:pt x="3" y="0"/>
                    <a:pt x="0" y="2"/>
                    <a:pt x="2" y="4"/>
                  </a:cubicBezTo>
                  <a:cubicBezTo>
                    <a:pt x="20" y="25"/>
                    <a:pt x="30" y="57"/>
                    <a:pt x="43" y="82"/>
                  </a:cubicBezTo>
                  <a:cubicBezTo>
                    <a:pt x="56" y="107"/>
                    <a:pt x="74" y="135"/>
                    <a:pt x="89" y="161"/>
                  </a:cubicBezTo>
                  <a:cubicBezTo>
                    <a:pt x="109" y="196"/>
                    <a:pt x="119" y="230"/>
                    <a:pt x="160" y="226"/>
                  </a:cubicBezTo>
                  <a:lnTo>
                    <a:pt x="163" y="229"/>
                  </a:lnTo>
                  <a:cubicBezTo>
                    <a:pt x="193" y="260"/>
                    <a:pt x="226" y="288"/>
                    <a:pt x="261" y="313"/>
                  </a:cubicBezTo>
                  <a:cubicBezTo>
                    <a:pt x="282" y="346"/>
                    <a:pt x="313" y="387"/>
                    <a:pt x="350" y="387"/>
                  </a:cubicBezTo>
                  <a:cubicBezTo>
                    <a:pt x="351" y="387"/>
                    <a:pt x="352" y="388"/>
                    <a:pt x="353" y="387"/>
                  </a:cubicBezTo>
                  <a:cubicBezTo>
                    <a:pt x="353" y="386"/>
                    <a:pt x="353" y="386"/>
                    <a:pt x="354" y="385"/>
                  </a:cubicBezTo>
                  <a:cubicBezTo>
                    <a:pt x="354" y="384"/>
                    <a:pt x="355" y="384"/>
                    <a:pt x="355" y="384"/>
                  </a:cubicBezTo>
                  <a:cubicBezTo>
                    <a:pt x="356" y="378"/>
                    <a:pt x="356" y="371"/>
                    <a:pt x="356" y="365"/>
                  </a:cubicBezTo>
                  <a:cubicBezTo>
                    <a:pt x="356" y="356"/>
                    <a:pt x="355" y="347"/>
                    <a:pt x="354" y="339"/>
                  </a:cubicBezTo>
                  <a:cubicBezTo>
                    <a:pt x="359" y="347"/>
                    <a:pt x="364" y="354"/>
                    <a:pt x="366" y="357"/>
                  </a:cubicBezTo>
                  <a:cubicBezTo>
                    <a:pt x="385" y="388"/>
                    <a:pt x="409" y="417"/>
                    <a:pt x="427" y="448"/>
                  </a:cubicBezTo>
                  <a:lnTo>
                    <a:pt x="427" y="455"/>
                  </a:lnTo>
                  <a:cubicBezTo>
                    <a:pt x="430" y="481"/>
                    <a:pt x="436" y="508"/>
                    <a:pt x="445" y="533"/>
                  </a:cubicBezTo>
                  <a:cubicBezTo>
                    <a:pt x="445" y="534"/>
                    <a:pt x="445" y="533"/>
                    <a:pt x="446" y="534"/>
                  </a:cubicBezTo>
                  <a:cubicBezTo>
                    <a:pt x="446" y="535"/>
                    <a:pt x="446" y="535"/>
                    <a:pt x="447" y="536"/>
                  </a:cubicBezTo>
                  <a:cubicBezTo>
                    <a:pt x="447" y="536"/>
                    <a:pt x="448" y="536"/>
                    <a:pt x="449" y="536"/>
                  </a:cubicBezTo>
                  <a:lnTo>
                    <a:pt x="450" y="536"/>
                  </a:lnTo>
                  <a:cubicBezTo>
                    <a:pt x="451" y="535"/>
                    <a:pt x="451" y="535"/>
                    <a:pt x="452" y="534"/>
                  </a:cubicBezTo>
                  <a:lnTo>
                    <a:pt x="452" y="533"/>
                  </a:lnTo>
                  <a:cubicBezTo>
                    <a:pt x="453" y="529"/>
                    <a:pt x="453" y="524"/>
                    <a:pt x="453" y="519"/>
                  </a:cubicBezTo>
                  <a:cubicBezTo>
                    <a:pt x="453" y="514"/>
                    <a:pt x="453" y="509"/>
                    <a:pt x="452" y="505"/>
                  </a:cubicBezTo>
                  <a:cubicBezTo>
                    <a:pt x="452" y="508"/>
                    <a:pt x="454" y="511"/>
                    <a:pt x="455" y="514"/>
                  </a:cubicBezTo>
                  <a:lnTo>
                    <a:pt x="455" y="515"/>
                  </a:lnTo>
                  <a:cubicBezTo>
                    <a:pt x="456" y="516"/>
                    <a:pt x="456" y="515"/>
                    <a:pt x="457" y="516"/>
                  </a:cubicBezTo>
                  <a:cubicBezTo>
                    <a:pt x="457" y="517"/>
                    <a:pt x="458" y="517"/>
                    <a:pt x="459" y="517"/>
                  </a:cubicBezTo>
                  <a:cubicBezTo>
                    <a:pt x="459" y="517"/>
                    <a:pt x="460" y="517"/>
                    <a:pt x="461" y="516"/>
                  </a:cubicBezTo>
                  <a:cubicBezTo>
                    <a:pt x="461" y="516"/>
                    <a:pt x="462" y="516"/>
                    <a:pt x="462" y="515"/>
                  </a:cubicBezTo>
                  <a:lnTo>
                    <a:pt x="462" y="514"/>
                  </a:lnTo>
                  <a:cubicBezTo>
                    <a:pt x="462" y="512"/>
                    <a:pt x="463" y="510"/>
                    <a:pt x="463" y="508"/>
                  </a:cubicBezTo>
                  <a:cubicBezTo>
                    <a:pt x="463" y="506"/>
                    <a:pt x="462" y="504"/>
                    <a:pt x="462" y="502"/>
                  </a:cubicBezTo>
                  <a:cubicBezTo>
                    <a:pt x="515" y="556"/>
                    <a:pt x="561" y="616"/>
                    <a:pt x="598" y="681"/>
                  </a:cubicBezTo>
                  <a:cubicBezTo>
                    <a:pt x="600" y="685"/>
                    <a:pt x="603" y="689"/>
                    <a:pt x="605" y="693"/>
                  </a:cubicBezTo>
                  <a:cubicBezTo>
                    <a:pt x="605" y="693"/>
                    <a:pt x="605" y="694"/>
                    <a:pt x="606" y="694"/>
                  </a:cubicBezTo>
                  <a:cubicBezTo>
                    <a:pt x="639" y="752"/>
                    <a:pt x="662" y="815"/>
                    <a:pt x="674" y="881"/>
                  </a:cubicBezTo>
                  <a:cubicBezTo>
                    <a:pt x="657" y="871"/>
                    <a:pt x="648" y="852"/>
                    <a:pt x="627" y="853"/>
                  </a:cubicBezTo>
                  <a:lnTo>
                    <a:pt x="626" y="853"/>
                  </a:lnTo>
                  <a:cubicBezTo>
                    <a:pt x="625" y="853"/>
                    <a:pt x="624" y="853"/>
                    <a:pt x="624" y="854"/>
                  </a:cubicBezTo>
                  <a:cubicBezTo>
                    <a:pt x="623" y="854"/>
                    <a:pt x="622" y="855"/>
                    <a:pt x="621" y="856"/>
                  </a:cubicBezTo>
                  <a:lnTo>
                    <a:pt x="621" y="857"/>
                  </a:lnTo>
                  <a:cubicBezTo>
                    <a:pt x="614" y="884"/>
                    <a:pt x="643" y="900"/>
                    <a:pt x="657" y="921"/>
                  </a:cubicBezTo>
                  <a:cubicBezTo>
                    <a:pt x="661" y="927"/>
                    <a:pt x="664" y="933"/>
                    <a:pt x="668" y="939"/>
                  </a:cubicBezTo>
                  <a:cubicBezTo>
                    <a:pt x="691" y="980"/>
                    <a:pt x="707" y="1027"/>
                    <a:pt x="711" y="1075"/>
                  </a:cubicBezTo>
                  <a:cubicBezTo>
                    <a:pt x="714" y="1118"/>
                    <a:pt x="714" y="1162"/>
                    <a:pt x="720" y="1204"/>
                  </a:cubicBezTo>
                  <a:cubicBezTo>
                    <a:pt x="724" y="1227"/>
                    <a:pt x="725" y="1250"/>
                    <a:pt x="729" y="1274"/>
                  </a:cubicBezTo>
                  <a:lnTo>
                    <a:pt x="729" y="1272"/>
                  </a:lnTo>
                  <a:cubicBezTo>
                    <a:pt x="724" y="1244"/>
                    <a:pt x="710" y="1222"/>
                    <a:pt x="704" y="1195"/>
                  </a:cubicBezTo>
                  <a:cubicBezTo>
                    <a:pt x="696" y="1159"/>
                    <a:pt x="687" y="1109"/>
                    <a:pt x="662" y="1082"/>
                  </a:cubicBezTo>
                  <a:cubicBezTo>
                    <a:pt x="660" y="1079"/>
                    <a:pt x="655" y="1082"/>
                    <a:pt x="657" y="1085"/>
                  </a:cubicBezTo>
                  <a:cubicBezTo>
                    <a:pt x="681" y="1114"/>
                    <a:pt x="686" y="1177"/>
                    <a:pt x="694" y="1212"/>
                  </a:cubicBezTo>
                  <a:cubicBezTo>
                    <a:pt x="704" y="1256"/>
                    <a:pt x="720" y="1299"/>
                    <a:pt x="731" y="1343"/>
                  </a:cubicBezTo>
                  <a:cubicBezTo>
                    <a:pt x="743" y="1388"/>
                    <a:pt x="751" y="1434"/>
                    <a:pt x="755" y="1481"/>
                  </a:cubicBezTo>
                  <a:cubicBezTo>
                    <a:pt x="756" y="1515"/>
                    <a:pt x="761" y="1548"/>
                    <a:pt x="769" y="1581"/>
                  </a:cubicBezTo>
                  <a:cubicBezTo>
                    <a:pt x="770" y="1585"/>
                    <a:pt x="777" y="1584"/>
                    <a:pt x="777" y="1580"/>
                  </a:cubicBezTo>
                  <a:cubicBezTo>
                    <a:pt x="786" y="1503"/>
                    <a:pt x="764" y="1414"/>
                    <a:pt x="745" y="1339"/>
                  </a:cubicBezTo>
                  <a:lnTo>
                    <a:pt x="743" y="133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2"/>
            <p:cNvSpPr/>
            <p:nvPr/>
          </p:nvSpPr>
          <p:spPr>
            <a:xfrm>
              <a:off x="8732520" y="3611520"/>
              <a:ext cx="732600" cy="1013760"/>
            </a:xfrm>
            <a:custGeom>
              <a:avLst/>
              <a:gdLst/>
              <a:ahLst/>
              <a:cxnLst/>
              <a:rect l="l" t="t" r="r" b="b"/>
              <a:pathLst>
                <a:path w="2035" h="2816" extrusionOk="0">
                  <a:moveTo>
                    <a:pt x="2004" y="1646"/>
                  </a:moveTo>
                  <a:cubicBezTo>
                    <a:pt x="1992" y="1614"/>
                    <a:pt x="1991" y="1576"/>
                    <a:pt x="1969" y="1549"/>
                  </a:cubicBezTo>
                  <a:cubicBezTo>
                    <a:pt x="1968" y="1547"/>
                    <a:pt x="1965" y="1549"/>
                    <a:pt x="1966" y="1551"/>
                  </a:cubicBezTo>
                  <a:cubicBezTo>
                    <a:pt x="1983" y="1575"/>
                    <a:pt x="1981" y="1602"/>
                    <a:pt x="1988" y="1630"/>
                  </a:cubicBezTo>
                  <a:cubicBezTo>
                    <a:pt x="1997" y="1668"/>
                    <a:pt x="2004" y="1707"/>
                    <a:pt x="2008" y="1747"/>
                  </a:cubicBezTo>
                  <a:cubicBezTo>
                    <a:pt x="2008" y="1757"/>
                    <a:pt x="2008" y="1766"/>
                    <a:pt x="2008" y="1776"/>
                  </a:cubicBezTo>
                  <a:cubicBezTo>
                    <a:pt x="2008" y="1854"/>
                    <a:pt x="1992" y="1931"/>
                    <a:pt x="1961" y="2002"/>
                  </a:cubicBezTo>
                  <a:cubicBezTo>
                    <a:pt x="1950" y="2032"/>
                    <a:pt x="1940" y="2063"/>
                    <a:pt x="1933" y="2094"/>
                  </a:cubicBezTo>
                  <a:cubicBezTo>
                    <a:pt x="1922" y="2126"/>
                    <a:pt x="1909" y="2158"/>
                    <a:pt x="1893" y="2188"/>
                  </a:cubicBezTo>
                  <a:cubicBezTo>
                    <a:pt x="1879" y="2222"/>
                    <a:pt x="1850" y="2243"/>
                    <a:pt x="1836" y="2275"/>
                  </a:cubicBezTo>
                  <a:cubicBezTo>
                    <a:pt x="1834" y="2279"/>
                    <a:pt x="1832" y="2282"/>
                    <a:pt x="1830" y="2286"/>
                  </a:cubicBezTo>
                  <a:cubicBezTo>
                    <a:pt x="1824" y="2296"/>
                    <a:pt x="1818" y="2305"/>
                    <a:pt x="1811" y="2315"/>
                  </a:cubicBezTo>
                  <a:cubicBezTo>
                    <a:pt x="1813" y="2295"/>
                    <a:pt x="1815" y="2275"/>
                    <a:pt x="1817" y="2256"/>
                  </a:cubicBezTo>
                  <a:cubicBezTo>
                    <a:pt x="1823" y="2205"/>
                    <a:pt x="1820" y="2150"/>
                    <a:pt x="1829" y="2100"/>
                  </a:cubicBezTo>
                  <a:cubicBezTo>
                    <a:pt x="1847" y="1994"/>
                    <a:pt x="1829" y="1887"/>
                    <a:pt x="1829" y="1782"/>
                  </a:cubicBezTo>
                  <a:cubicBezTo>
                    <a:pt x="1829" y="1770"/>
                    <a:pt x="1837" y="1716"/>
                    <a:pt x="1824" y="1708"/>
                  </a:cubicBezTo>
                  <a:cubicBezTo>
                    <a:pt x="1806" y="1696"/>
                    <a:pt x="1787" y="1714"/>
                    <a:pt x="1791" y="1681"/>
                  </a:cubicBezTo>
                  <a:cubicBezTo>
                    <a:pt x="1796" y="1633"/>
                    <a:pt x="1785" y="1583"/>
                    <a:pt x="1791" y="1533"/>
                  </a:cubicBezTo>
                  <a:cubicBezTo>
                    <a:pt x="1794" y="1514"/>
                    <a:pt x="1795" y="1495"/>
                    <a:pt x="1795" y="1476"/>
                  </a:cubicBezTo>
                  <a:cubicBezTo>
                    <a:pt x="1795" y="1453"/>
                    <a:pt x="1793" y="1431"/>
                    <a:pt x="1789" y="1409"/>
                  </a:cubicBezTo>
                  <a:cubicBezTo>
                    <a:pt x="1789" y="1408"/>
                    <a:pt x="1788" y="1408"/>
                    <a:pt x="1788" y="1407"/>
                  </a:cubicBezTo>
                  <a:cubicBezTo>
                    <a:pt x="1787" y="1406"/>
                    <a:pt x="1787" y="1405"/>
                    <a:pt x="1786" y="1405"/>
                  </a:cubicBezTo>
                  <a:cubicBezTo>
                    <a:pt x="1784" y="1404"/>
                    <a:pt x="1783" y="1404"/>
                    <a:pt x="1782" y="1404"/>
                  </a:cubicBezTo>
                  <a:cubicBezTo>
                    <a:pt x="1780" y="1404"/>
                    <a:pt x="1779" y="1404"/>
                    <a:pt x="1778" y="1405"/>
                  </a:cubicBezTo>
                  <a:cubicBezTo>
                    <a:pt x="1777" y="1405"/>
                    <a:pt x="1777" y="1405"/>
                    <a:pt x="1776" y="1406"/>
                  </a:cubicBezTo>
                  <a:cubicBezTo>
                    <a:pt x="1761" y="1419"/>
                    <a:pt x="1747" y="1434"/>
                    <a:pt x="1737" y="1452"/>
                  </a:cubicBezTo>
                  <a:cubicBezTo>
                    <a:pt x="1733" y="1438"/>
                    <a:pt x="1732" y="1424"/>
                    <a:pt x="1732" y="1410"/>
                  </a:cubicBezTo>
                  <a:cubicBezTo>
                    <a:pt x="1732" y="1403"/>
                    <a:pt x="1732" y="1396"/>
                    <a:pt x="1733" y="1389"/>
                  </a:cubicBezTo>
                  <a:cubicBezTo>
                    <a:pt x="1733" y="1387"/>
                    <a:pt x="1733" y="1384"/>
                    <a:pt x="1733" y="1382"/>
                  </a:cubicBezTo>
                  <a:cubicBezTo>
                    <a:pt x="1733" y="1360"/>
                    <a:pt x="1732" y="1338"/>
                    <a:pt x="1728" y="1316"/>
                  </a:cubicBezTo>
                  <a:lnTo>
                    <a:pt x="1730" y="1316"/>
                  </a:lnTo>
                  <a:cubicBezTo>
                    <a:pt x="1734" y="1315"/>
                    <a:pt x="1736" y="1309"/>
                    <a:pt x="1732" y="1307"/>
                  </a:cubicBezTo>
                  <a:lnTo>
                    <a:pt x="1727" y="1305"/>
                  </a:lnTo>
                  <a:cubicBezTo>
                    <a:pt x="1725" y="1261"/>
                    <a:pt x="1720" y="1217"/>
                    <a:pt x="1713" y="1173"/>
                  </a:cubicBezTo>
                  <a:cubicBezTo>
                    <a:pt x="1694" y="1093"/>
                    <a:pt x="1697" y="1008"/>
                    <a:pt x="1678" y="927"/>
                  </a:cubicBezTo>
                  <a:cubicBezTo>
                    <a:pt x="1678" y="924"/>
                    <a:pt x="1672" y="925"/>
                    <a:pt x="1673" y="927"/>
                  </a:cubicBezTo>
                  <a:cubicBezTo>
                    <a:pt x="1681" y="972"/>
                    <a:pt x="1681" y="1017"/>
                    <a:pt x="1687" y="1062"/>
                  </a:cubicBezTo>
                  <a:cubicBezTo>
                    <a:pt x="1691" y="1090"/>
                    <a:pt x="1692" y="1118"/>
                    <a:pt x="1692" y="1147"/>
                  </a:cubicBezTo>
                  <a:cubicBezTo>
                    <a:pt x="1692" y="1171"/>
                    <a:pt x="1702" y="1193"/>
                    <a:pt x="1702" y="1219"/>
                  </a:cubicBezTo>
                  <a:cubicBezTo>
                    <a:pt x="1703" y="1243"/>
                    <a:pt x="1705" y="1267"/>
                    <a:pt x="1708" y="1291"/>
                  </a:cubicBezTo>
                  <a:cubicBezTo>
                    <a:pt x="1697" y="1281"/>
                    <a:pt x="1688" y="1269"/>
                    <a:pt x="1681" y="1257"/>
                  </a:cubicBezTo>
                  <a:cubicBezTo>
                    <a:pt x="1680" y="1256"/>
                    <a:pt x="1680" y="1255"/>
                    <a:pt x="1679" y="1254"/>
                  </a:cubicBezTo>
                  <a:cubicBezTo>
                    <a:pt x="1679" y="1253"/>
                    <a:pt x="1680" y="1252"/>
                    <a:pt x="1680" y="1251"/>
                  </a:cubicBezTo>
                  <a:cubicBezTo>
                    <a:pt x="1680" y="1250"/>
                    <a:pt x="1678" y="1248"/>
                    <a:pt x="1678" y="1247"/>
                  </a:cubicBezTo>
                  <a:cubicBezTo>
                    <a:pt x="1677" y="1246"/>
                    <a:pt x="1677" y="1245"/>
                    <a:pt x="1675" y="1244"/>
                  </a:cubicBezTo>
                  <a:cubicBezTo>
                    <a:pt x="1674" y="1243"/>
                    <a:pt x="1674" y="1243"/>
                    <a:pt x="1674" y="1243"/>
                  </a:cubicBezTo>
                  <a:cubicBezTo>
                    <a:pt x="1656" y="1202"/>
                    <a:pt x="1644" y="1158"/>
                    <a:pt x="1636" y="1114"/>
                  </a:cubicBezTo>
                  <a:cubicBezTo>
                    <a:pt x="1628" y="1079"/>
                    <a:pt x="1625" y="1043"/>
                    <a:pt x="1616" y="1008"/>
                  </a:cubicBezTo>
                  <a:cubicBezTo>
                    <a:pt x="1614" y="999"/>
                    <a:pt x="1588" y="944"/>
                    <a:pt x="1579" y="918"/>
                  </a:cubicBezTo>
                  <a:cubicBezTo>
                    <a:pt x="1579" y="916"/>
                    <a:pt x="1579" y="914"/>
                    <a:pt x="1579" y="912"/>
                  </a:cubicBezTo>
                  <a:cubicBezTo>
                    <a:pt x="1579" y="911"/>
                    <a:pt x="1579" y="911"/>
                    <a:pt x="1579" y="911"/>
                  </a:cubicBezTo>
                  <a:lnTo>
                    <a:pt x="1578" y="910"/>
                  </a:lnTo>
                  <a:cubicBezTo>
                    <a:pt x="1578" y="907"/>
                    <a:pt x="1578" y="905"/>
                    <a:pt x="1578" y="905"/>
                  </a:cubicBezTo>
                  <a:lnTo>
                    <a:pt x="1579" y="904"/>
                  </a:lnTo>
                  <a:cubicBezTo>
                    <a:pt x="1579" y="904"/>
                    <a:pt x="1580" y="904"/>
                    <a:pt x="1580" y="903"/>
                  </a:cubicBezTo>
                  <a:lnTo>
                    <a:pt x="1580" y="902"/>
                  </a:lnTo>
                  <a:lnTo>
                    <a:pt x="1580" y="901"/>
                  </a:lnTo>
                  <a:lnTo>
                    <a:pt x="1579" y="900"/>
                  </a:lnTo>
                  <a:lnTo>
                    <a:pt x="1578" y="900"/>
                  </a:lnTo>
                  <a:lnTo>
                    <a:pt x="1574" y="900"/>
                  </a:lnTo>
                  <a:cubicBezTo>
                    <a:pt x="1573" y="900"/>
                    <a:pt x="1572" y="899"/>
                    <a:pt x="1572" y="900"/>
                  </a:cubicBezTo>
                  <a:cubicBezTo>
                    <a:pt x="1571" y="901"/>
                    <a:pt x="1571" y="901"/>
                    <a:pt x="1571" y="902"/>
                  </a:cubicBezTo>
                  <a:cubicBezTo>
                    <a:pt x="1569" y="909"/>
                    <a:pt x="1568" y="915"/>
                    <a:pt x="1568" y="922"/>
                  </a:cubicBezTo>
                  <a:cubicBezTo>
                    <a:pt x="1568" y="932"/>
                    <a:pt x="1570" y="942"/>
                    <a:pt x="1575" y="951"/>
                  </a:cubicBezTo>
                  <a:cubicBezTo>
                    <a:pt x="1575" y="959"/>
                    <a:pt x="1575" y="967"/>
                    <a:pt x="1575" y="974"/>
                  </a:cubicBezTo>
                  <a:lnTo>
                    <a:pt x="1574" y="975"/>
                  </a:lnTo>
                  <a:cubicBezTo>
                    <a:pt x="1569" y="967"/>
                    <a:pt x="1563" y="959"/>
                    <a:pt x="1559" y="950"/>
                  </a:cubicBezTo>
                  <a:cubicBezTo>
                    <a:pt x="1548" y="931"/>
                    <a:pt x="1538" y="911"/>
                    <a:pt x="1529" y="891"/>
                  </a:cubicBezTo>
                  <a:cubicBezTo>
                    <a:pt x="1513" y="852"/>
                    <a:pt x="1489" y="819"/>
                    <a:pt x="1480" y="778"/>
                  </a:cubicBezTo>
                  <a:cubicBezTo>
                    <a:pt x="1473" y="743"/>
                    <a:pt x="1458" y="710"/>
                    <a:pt x="1449" y="675"/>
                  </a:cubicBezTo>
                  <a:cubicBezTo>
                    <a:pt x="1444" y="646"/>
                    <a:pt x="1435" y="617"/>
                    <a:pt x="1422" y="591"/>
                  </a:cubicBezTo>
                  <a:cubicBezTo>
                    <a:pt x="1420" y="588"/>
                    <a:pt x="1416" y="591"/>
                    <a:pt x="1418" y="594"/>
                  </a:cubicBezTo>
                  <a:cubicBezTo>
                    <a:pt x="1433" y="622"/>
                    <a:pt x="1436" y="662"/>
                    <a:pt x="1443" y="692"/>
                  </a:cubicBezTo>
                  <a:cubicBezTo>
                    <a:pt x="1453" y="733"/>
                    <a:pt x="1464" y="773"/>
                    <a:pt x="1477" y="812"/>
                  </a:cubicBezTo>
                  <a:cubicBezTo>
                    <a:pt x="1489" y="846"/>
                    <a:pt x="1510" y="876"/>
                    <a:pt x="1523" y="910"/>
                  </a:cubicBezTo>
                  <a:cubicBezTo>
                    <a:pt x="1526" y="917"/>
                    <a:pt x="1529" y="923"/>
                    <a:pt x="1532" y="930"/>
                  </a:cubicBezTo>
                  <a:cubicBezTo>
                    <a:pt x="1524" y="920"/>
                    <a:pt x="1515" y="912"/>
                    <a:pt x="1508" y="904"/>
                  </a:cubicBezTo>
                  <a:lnTo>
                    <a:pt x="1508" y="903"/>
                  </a:lnTo>
                  <a:cubicBezTo>
                    <a:pt x="1508" y="902"/>
                    <a:pt x="1508" y="901"/>
                    <a:pt x="1508" y="901"/>
                  </a:cubicBezTo>
                  <a:cubicBezTo>
                    <a:pt x="1479" y="857"/>
                    <a:pt x="1437" y="817"/>
                    <a:pt x="1403" y="772"/>
                  </a:cubicBezTo>
                  <a:cubicBezTo>
                    <a:pt x="1390" y="750"/>
                    <a:pt x="1379" y="727"/>
                    <a:pt x="1369" y="704"/>
                  </a:cubicBezTo>
                  <a:cubicBezTo>
                    <a:pt x="1354" y="673"/>
                    <a:pt x="1340" y="643"/>
                    <a:pt x="1325" y="612"/>
                  </a:cubicBezTo>
                  <a:cubicBezTo>
                    <a:pt x="1324" y="604"/>
                    <a:pt x="1321" y="596"/>
                    <a:pt x="1317" y="589"/>
                  </a:cubicBezTo>
                  <a:lnTo>
                    <a:pt x="1317" y="588"/>
                  </a:lnTo>
                  <a:cubicBezTo>
                    <a:pt x="1306" y="564"/>
                    <a:pt x="1296" y="538"/>
                    <a:pt x="1290" y="512"/>
                  </a:cubicBezTo>
                  <a:cubicBezTo>
                    <a:pt x="1280" y="491"/>
                    <a:pt x="1273" y="469"/>
                    <a:pt x="1266" y="446"/>
                  </a:cubicBezTo>
                  <a:lnTo>
                    <a:pt x="1266" y="445"/>
                  </a:lnTo>
                  <a:cubicBezTo>
                    <a:pt x="1266" y="444"/>
                    <a:pt x="1266" y="444"/>
                    <a:pt x="1265" y="444"/>
                  </a:cubicBezTo>
                  <a:lnTo>
                    <a:pt x="1264" y="444"/>
                  </a:lnTo>
                  <a:lnTo>
                    <a:pt x="1263" y="444"/>
                  </a:lnTo>
                  <a:cubicBezTo>
                    <a:pt x="1262" y="444"/>
                    <a:pt x="1262" y="444"/>
                    <a:pt x="1262" y="445"/>
                  </a:cubicBezTo>
                  <a:lnTo>
                    <a:pt x="1262" y="446"/>
                  </a:lnTo>
                  <a:cubicBezTo>
                    <a:pt x="1264" y="478"/>
                    <a:pt x="1272" y="509"/>
                    <a:pt x="1284" y="538"/>
                  </a:cubicBezTo>
                  <a:lnTo>
                    <a:pt x="1283" y="538"/>
                  </a:lnTo>
                  <a:cubicBezTo>
                    <a:pt x="1282" y="538"/>
                    <a:pt x="1280" y="539"/>
                    <a:pt x="1279" y="540"/>
                  </a:cubicBezTo>
                  <a:cubicBezTo>
                    <a:pt x="1278" y="540"/>
                    <a:pt x="1278" y="540"/>
                    <a:pt x="1277" y="541"/>
                  </a:cubicBezTo>
                  <a:cubicBezTo>
                    <a:pt x="1273" y="533"/>
                    <a:pt x="1270" y="524"/>
                    <a:pt x="1267" y="516"/>
                  </a:cubicBezTo>
                  <a:cubicBezTo>
                    <a:pt x="1266" y="515"/>
                    <a:pt x="1266" y="515"/>
                    <a:pt x="1265" y="514"/>
                  </a:cubicBezTo>
                  <a:cubicBezTo>
                    <a:pt x="1265" y="514"/>
                    <a:pt x="1264" y="514"/>
                    <a:pt x="1263" y="514"/>
                  </a:cubicBezTo>
                  <a:lnTo>
                    <a:pt x="1262" y="514"/>
                  </a:lnTo>
                  <a:cubicBezTo>
                    <a:pt x="1261" y="514"/>
                    <a:pt x="1261" y="514"/>
                    <a:pt x="1261" y="515"/>
                  </a:cubicBezTo>
                  <a:cubicBezTo>
                    <a:pt x="1258" y="506"/>
                    <a:pt x="1253" y="498"/>
                    <a:pt x="1249" y="491"/>
                  </a:cubicBezTo>
                  <a:cubicBezTo>
                    <a:pt x="1230" y="459"/>
                    <a:pt x="1205" y="432"/>
                    <a:pt x="1173" y="413"/>
                  </a:cubicBezTo>
                  <a:cubicBezTo>
                    <a:pt x="1173" y="412"/>
                    <a:pt x="1172" y="412"/>
                    <a:pt x="1172" y="412"/>
                  </a:cubicBezTo>
                  <a:cubicBezTo>
                    <a:pt x="1171" y="412"/>
                    <a:pt x="1171" y="412"/>
                    <a:pt x="1170" y="413"/>
                  </a:cubicBezTo>
                  <a:cubicBezTo>
                    <a:pt x="1169" y="414"/>
                    <a:pt x="1169" y="413"/>
                    <a:pt x="1169" y="414"/>
                  </a:cubicBezTo>
                  <a:cubicBezTo>
                    <a:pt x="1168" y="415"/>
                    <a:pt x="1168" y="415"/>
                    <a:pt x="1168" y="416"/>
                  </a:cubicBezTo>
                  <a:cubicBezTo>
                    <a:pt x="1168" y="416"/>
                    <a:pt x="1168" y="417"/>
                    <a:pt x="1169" y="418"/>
                  </a:cubicBezTo>
                  <a:cubicBezTo>
                    <a:pt x="1172" y="423"/>
                    <a:pt x="1175" y="428"/>
                    <a:pt x="1178" y="434"/>
                  </a:cubicBezTo>
                  <a:cubicBezTo>
                    <a:pt x="1170" y="420"/>
                    <a:pt x="1159" y="408"/>
                    <a:pt x="1147" y="397"/>
                  </a:cubicBezTo>
                  <a:cubicBezTo>
                    <a:pt x="1129" y="383"/>
                    <a:pt x="1111" y="370"/>
                    <a:pt x="1093" y="357"/>
                  </a:cubicBezTo>
                  <a:cubicBezTo>
                    <a:pt x="1067" y="338"/>
                    <a:pt x="1033" y="334"/>
                    <a:pt x="1005" y="317"/>
                  </a:cubicBezTo>
                  <a:cubicBezTo>
                    <a:pt x="981" y="286"/>
                    <a:pt x="957" y="256"/>
                    <a:pt x="936" y="224"/>
                  </a:cubicBezTo>
                  <a:cubicBezTo>
                    <a:pt x="918" y="197"/>
                    <a:pt x="889" y="178"/>
                    <a:pt x="867" y="156"/>
                  </a:cubicBezTo>
                  <a:cubicBezTo>
                    <a:pt x="840" y="129"/>
                    <a:pt x="812" y="103"/>
                    <a:pt x="785" y="76"/>
                  </a:cubicBezTo>
                  <a:cubicBezTo>
                    <a:pt x="770" y="62"/>
                    <a:pt x="754" y="49"/>
                    <a:pt x="736" y="39"/>
                  </a:cubicBezTo>
                  <a:cubicBezTo>
                    <a:pt x="698" y="17"/>
                    <a:pt x="656" y="6"/>
                    <a:pt x="612" y="6"/>
                  </a:cubicBezTo>
                  <a:cubicBezTo>
                    <a:pt x="605" y="6"/>
                    <a:pt x="598" y="6"/>
                    <a:pt x="591" y="7"/>
                  </a:cubicBezTo>
                  <a:cubicBezTo>
                    <a:pt x="589" y="7"/>
                    <a:pt x="588" y="11"/>
                    <a:pt x="591" y="12"/>
                  </a:cubicBezTo>
                  <a:cubicBezTo>
                    <a:pt x="636" y="15"/>
                    <a:pt x="680" y="26"/>
                    <a:pt x="721" y="45"/>
                  </a:cubicBezTo>
                  <a:cubicBezTo>
                    <a:pt x="751" y="59"/>
                    <a:pt x="769" y="81"/>
                    <a:pt x="795" y="100"/>
                  </a:cubicBezTo>
                  <a:cubicBezTo>
                    <a:pt x="820" y="118"/>
                    <a:pt x="833" y="148"/>
                    <a:pt x="857" y="167"/>
                  </a:cubicBezTo>
                  <a:cubicBezTo>
                    <a:pt x="890" y="193"/>
                    <a:pt x="918" y="224"/>
                    <a:pt x="940" y="259"/>
                  </a:cubicBezTo>
                  <a:cubicBezTo>
                    <a:pt x="971" y="303"/>
                    <a:pt x="1004" y="346"/>
                    <a:pt x="1040" y="387"/>
                  </a:cubicBezTo>
                  <a:cubicBezTo>
                    <a:pt x="1065" y="418"/>
                    <a:pt x="1088" y="451"/>
                    <a:pt x="1109" y="485"/>
                  </a:cubicBezTo>
                  <a:cubicBezTo>
                    <a:pt x="1117" y="498"/>
                    <a:pt x="1125" y="511"/>
                    <a:pt x="1133" y="524"/>
                  </a:cubicBezTo>
                  <a:cubicBezTo>
                    <a:pt x="1139" y="534"/>
                    <a:pt x="1145" y="544"/>
                    <a:pt x="1150" y="555"/>
                  </a:cubicBezTo>
                  <a:cubicBezTo>
                    <a:pt x="1152" y="559"/>
                    <a:pt x="1157" y="555"/>
                    <a:pt x="1156" y="552"/>
                  </a:cubicBezTo>
                  <a:cubicBezTo>
                    <a:pt x="1148" y="503"/>
                    <a:pt x="1099" y="440"/>
                    <a:pt x="1070" y="400"/>
                  </a:cubicBezTo>
                  <a:cubicBezTo>
                    <a:pt x="1051" y="376"/>
                    <a:pt x="1032" y="353"/>
                    <a:pt x="1013" y="329"/>
                  </a:cubicBezTo>
                  <a:cubicBezTo>
                    <a:pt x="1043" y="349"/>
                    <a:pt x="1076" y="359"/>
                    <a:pt x="1104" y="383"/>
                  </a:cubicBezTo>
                  <a:cubicBezTo>
                    <a:pt x="1141" y="415"/>
                    <a:pt x="1163" y="456"/>
                    <a:pt x="1194" y="492"/>
                  </a:cubicBezTo>
                  <a:lnTo>
                    <a:pt x="1195" y="493"/>
                  </a:lnTo>
                  <a:cubicBezTo>
                    <a:pt x="1196" y="493"/>
                    <a:pt x="1197" y="493"/>
                    <a:pt x="1197" y="493"/>
                  </a:cubicBezTo>
                  <a:cubicBezTo>
                    <a:pt x="1198" y="493"/>
                    <a:pt x="1199" y="493"/>
                    <a:pt x="1199" y="493"/>
                  </a:cubicBezTo>
                  <a:cubicBezTo>
                    <a:pt x="1200" y="492"/>
                    <a:pt x="1200" y="492"/>
                    <a:pt x="1201" y="491"/>
                  </a:cubicBezTo>
                  <a:cubicBezTo>
                    <a:pt x="1201" y="491"/>
                    <a:pt x="1201" y="490"/>
                    <a:pt x="1201" y="489"/>
                  </a:cubicBezTo>
                  <a:cubicBezTo>
                    <a:pt x="1201" y="488"/>
                    <a:pt x="1201" y="486"/>
                    <a:pt x="1201" y="485"/>
                  </a:cubicBezTo>
                  <a:cubicBezTo>
                    <a:pt x="1201" y="487"/>
                    <a:pt x="1203" y="489"/>
                    <a:pt x="1204" y="490"/>
                  </a:cubicBezTo>
                  <a:cubicBezTo>
                    <a:pt x="1206" y="494"/>
                    <a:pt x="1208" y="497"/>
                    <a:pt x="1210" y="501"/>
                  </a:cubicBezTo>
                  <a:cubicBezTo>
                    <a:pt x="1220" y="517"/>
                    <a:pt x="1228" y="534"/>
                    <a:pt x="1236" y="552"/>
                  </a:cubicBezTo>
                  <a:cubicBezTo>
                    <a:pt x="1253" y="594"/>
                    <a:pt x="1264" y="638"/>
                    <a:pt x="1268" y="683"/>
                  </a:cubicBezTo>
                  <a:cubicBezTo>
                    <a:pt x="1268" y="687"/>
                    <a:pt x="1268" y="691"/>
                    <a:pt x="1268" y="695"/>
                  </a:cubicBezTo>
                  <a:cubicBezTo>
                    <a:pt x="1268" y="700"/>
                    <a:pt x="1268" y="704"/>
                    <a:pt x="1268" y="709"/>
                  </a:cubicBezTo>
                  <a:cubicBezTo>
                    <a:pt x="1268" y="724"/>
                    <a:pt x="1269" y="739"/>
                    <a:pt x="1271" y="754"/>
                  </a:cubicBezTo>
                  <a:lnTo>
                    <a:pt x="1271" y="758"/>
                  </a:lnTo>
                  <a:cubicBezTo>
                    <a:pt x="1271" y="763"/>
                    <a:pt x="1272" y="768"/>
                    <a:pt x="1272" y="773"/>
                  </a:cubicBezTo>
                  <a:cubicBezTo>
                    <a:pt x="1272" y="779"/>
                    <a:pt x="1271" y="786"/>
                    <a:pt x="1270" y="792"/>
                  </a:cubicBezTo>
                  <a:cubicBezTo>
                    <a:pt x="1262" y="785"/>
                    <a:pt x="1255" y="776"/>
                    <a:pt x="1250" y="767"/>
                  </a:cubicBezTo>
                  <a:cubicBezTo>
                    <a:pt x="1247" y="762"/>
                    <a:pt x="1244" y="757"/>
                    <a:pt x="1242" y="751"/>
                  </a:cubicBezTo>
                  <a:cubicBezTo>
                    <a:pt x="1236" y="739"/>
                    <a:pt x="1230" y="728"/>
                    <a:pt x="1224" y="716"/>
                  </a:cubicBezTo>
                  <a:cubicBezTo>
                    <a:pt x="1208" y="689"/>
                    <a:pt x="1190" y="663"/>
                    <a:pt x="1170" y="639"/>
                  </a:cubicBezTo>
                  <a:lnTo>
                    <a:pt x="1169" y="638"/>
                  </a:lnTo>
                  <a:lnTo>
                    <a:pt x="1168" y="638"/>
                  </a:lnTo>
                  <a:lnTo>
                    <a:pt x="1167" y="638"/>
                  </a:lnTo>
                  <a:cubicBezTo>
                    <a:pt x="1166" y="639"/>
                    <a:pt x="1166" y="639"/>
                    <a:pt x="1166" y="639"/>
                  </a:cubicBezTo>
                  <a:cubicBezTo>
                    <a:pt x="1166" y="640"/>
                    <a:pt x="1166" y="640"/>
                    <a:pt x="1166" y="641"/>
                  </a:cubicBezTo>
                  <a:lnTo>
                    <a:pt x="1166" y="642"/>
                  </a:lnTo>
                  <a:cubicBezTo>
                    <a:pt x="1178" y="660"/>
                    <a:pt x="1191" y="678"/>
                    <a:pt x="1202" y="697"/>
                  </a:cubicBezTo>
                  <a:cubicBezTo>
                    <a:pt x="1199" y="695"/>
                    <a:pt x="1196" y="693"/>
                    <a:pt x="1193" y="691"/>
                  </a:cubicBezTo>
                  <a:cubicBezTo>
                    <a:pt x="1188" y="688"/>
                    <a:pt x="1183" y="686"/>
                    <a:pt x="1179" y="685"/>
                  </a:cubicBezTo>
                  <a:cubicBezTo>
                    <a:pt x="1143" y="673"/>
                    <a:pt x="1120" y="638"/>
                    <a:pt x="1097" y="610"/>
                  </a:cubicBezTo>
                  <a:cubicBezTo>
                    <a:pt x="1077" y="585"/>
                    <a:pt x="1067" y="549"/>
                    <a:pt x="1049" y="522"/>
                  </a:cubicBezTo>
                  <a:cubicBezTo>
                    <a:pt x="1044" y="515"/>
                    <a:pt x="1040" y="508"/>
                    <a:pt x="1036" y="501"/>
                  </a:cubicBezTo>
                  <a:cubicBezTo>
                    <a:pt x="1021" y="475"/>
                    <a:pt x="1009" y="448"/>
                    <a:pt x="1001" y="420"/>
                  </a:cubicBezTo>
                  <a:cubicBezTo>
                    <a:pt x="1001" y="420"/>
                    <a:pt x="1001" y="421"/>
                    <a:pt x="1000" y="420"/>
                  </a:cubicBezTo>
                  <a:cubicBezTo>
                    <a:pt x="999" y="419"/>
                    <a:pt x="999" y="418"/>
                    <a:pt x="999" y="418"/>
                  </a:cubicBezTo>
                  <a:cubicBezTo>
                    <a:pt x="998" y="417"/>
                    <a:pt x="997" y="417"/>
                    <a:pt x="997" y="417"/>
                  </a:cubicBezTo>
                  <a:cubicBezTo>
                    <a:pt x="996" y="417"/>
                    <a:pt x="995" y="417"/>
                    <a:pt x="994" y="418"/>
                  </a:cubicBezTo>
                  <a:cubicBezTo>
                    <a:pt x="994" y="418"/>
                    <a:pt x="994" y="419"/>
                    <a:pt x="993" y="420"/>
                  </a:cubicBezTo>
                  <a:cubicBezTo>
                    <a:pt x="992" y="421"/>
                    <a:pt x="992" y="421"/>
                    <a:pt x="992" y="422"/>
                  </a:cubicBezTo>
                  <a:cubicBezTo>
                    <a:pt x="998" y="469"/>
                    <a:pt x="966" y="418"/>
                    <a:pt x="962" y="411"/>
                  </a:cubicBezTo>
                  <a:cubicBezTo>
                    <a:pt x="952" y="397"/>
                    <a:pt x="940" y="383"/>
                    <a:pt x="928" y="370"/>
                  </a:cubicBezTo>
                  <a:cubicBezTo>
                    <a:pt x="926" y="368"/>
                    <a:pt x="924" y="366"/>
                    <a:pt x="923" y="364"/>
                  </a:cubicBezTo>
                  <a:cubicBezTo>
                    <a:pt x="922" y="361"/>
                    <a:pt x="921" y="359"/>
                    <a:pt x="919" y="357"/>
                  </a:cubicBezTo>
                  <a:cubicBezTo>
                    <a:pt x="917" y="354"/>
                    <a:pt x="915" y="351"/>
                    <a:pt x="913" y="348"/>
                  </a:cubicBezTo>
                  <a:lnTo>
                    <a:pt x="912" y="346"/>
                  </a:lnTo>
                  <a:lnTo>
                    <a:pt x="906" y="339"/>
                  </a:lnTo>
                  <a:cubicBezTo>
                    <a:pt x="892" y="308"/>
                    <a:pt x="881" y="276"/>
                    <a:pt x="875" y="242"/>
                  </a:cubicBezTo>
                  <a:lnTo>
                    <a:pt x="875" y="241"/>
                  </a:lnTo>
                  <a:cubicBezTo>
                    <a:pt x="874" y="241"/>
                    <a:pt x="874" y="241"/>
                    <a:pt x="874" y="241"/>
                  </a:cubicBezTo>
                  <a:lnTo>
                    <a:pt x="873" y="241"/>
                  </a:lnTo>
                  <a:lnTo>
                    <a:pt x="873" y="242"/>
                  </a:lnTo>
                  <a:lnTo>
                    <a:pt x="872" y="242"/>
                  </a:lnTo>
                  <a:cubicBezTo>
                    <a:pt x="873" y="266"/>
                    <a:pt x="877" y="290"/>
                    <a:pt x="884" y="313"/>
                  </a:cubicBezTo>
                  <a:lnTo>
                    <a:pt x="880" y="307"/>
                  </a:lnTo>
                  <a:cubicBezTo>
                    <a:pt x="841" y="254"/>
                    <a:pt x="795" y="196"/>
                    <a:pt x="782" y="128"/>
                  </a:cubicBezTo>
                  <a:cubicBezTo>
                    <a:pt x="782" y="126"/>
                    <a:pt x="777" y="126"/>
                    <a:pt x="777" y="128"/>
                  </a:cubicBezTo>
                  <a:cubicBezTo>
                    <a:pt x="782" y="170"/>
                    <a:pt x="795" y="211"/>
                    <a:pt x="816" y="248"/>
                  </a:cubicBezTo>
                  <a:cubicBezTo>
                    <a:pt x="819" y="253"/>
                    <a:pt x="821" y="257"/>
                    <a:pt x="824" y="261"/>
                  </a:cubicBezTo>
                  <a:lnTo>
                    <a:pt x="823" y="262"/>
                  </a:lnTo>
                  <a:lnTo>
                    <a:pt x="823" y="263"/>
                  </a:lnTo>
                  <a:cubicBezTo>
                    <a:pt x="822" y="264"/>
                    <a:pt x="822" y="264"/>
                    <a:pt x="822" y="265"/>
                  </a:cubicBezTo>
                  <a:cubicBezTo>
                    <a:pt x="804" y="252"/>
                    <a:pt x="788" y="238"/>
                    <a:pt x="773" y="222"/>
                  </a:cubicBezTo>
                  <a:cubicBezTo>
                    <a:pt x="770" y="218"/>
                    <a:pt x="767" y="213"/>
                    <a:pt x="764" y="209"/>
                  </a:cubicBezTo>
                  <a:cubicBezTo>
                    <a:pt x="764" y="208"/>
                    <a:pt x="765" y="207"/>
                    <a:pt x="765" y="206"/>
                  </a:cubicBezTo>
                  <a:cubicBezTo>
                    <a:pt x="765" y="205"/>
                    <a:pt x="764" y="204"/>
                    <a:pt x="764" y="204"/>
                  </a:cubicBezTo>
                  <a:lnTo>
                    <a:pt x="764" y="203"/>
                  </a:lnTo>
                  <a:cubicBezTo>
                    <a:pt x="759" y="198"/>
                    <a:pt x="754" y="193"/>
                    <a:pt x="749" y="188"/>
                  </a:cubicBezTo>
                  <a:cubicBezTo>
                    <a:pt x="747" y="184"/>
                    <a:pt x="744" y="180"/>
                    <a:pt x="742" y="176"/>
                  </a:cubicBezTo>
                  <a:cubicBezTo>
                    <a:pt x="723" y="143"/>
                    <a:pt x="712" y="106"/>
                    <a:pt x="710" y="69"/>
                  </a:cubicBezTo>
                  <a:cubicBezTo>
                    <a:pt x="710" y="66"/>
                    <a:pt x="705" y="66"/>
                    <a:pt x="704" y="69"/>
                  </a:cubicBezTo>
                  <a:cubicBezTo>
                    <a:pt x="704" y="73"/>
                    <a:pt x="704" y="78"/>
                    <a:pt x="704" y="82"/>
                  </a:cubicBezTo>
                  <a:cubicBezTo>
                    <a:pt x="704" y="103"/>
                    <a:pt x="707" y="124"/>
                    <a:pt x="714" y="144"/>
                  </a:cubicBezTo>
                  <a:cubicBezTo>
                    <a:pt x="712" y="142"/>
                    <a:pt x="710" y="139"/>
                    <a:pt x="708" y="137"/>
                  </a:cubicBezTo>
                  <a:cubicBezTo>
                    <a:pt x="679" y="112"/>
                    <a:pt x="637" y="86"/>
                    <a:pt x="631" y="44"/>
                  </a:cubicBezTo>
                  <a:cubicBezTo>
                    <a:pt x="631" y="42"/>
                    <a:pt x="626" y="42"/>
                    <a:pt x="626" y="44"/>
                  </a:cubicBezTo>
                  <a:cubicBezTo>
                    <a:pt x="624" y="73"/>
                    <a:pt x="649" y="99"/>
                    <a:pt x="668" y="117"/>
                  </a:cubicBezTo>
                  <a:cubicBezTo>
                    <a:pt x="682" y="128"/>
                    <a:pt x="695" y="140"/>
                    <a:pt x="708" y="153"/>
                  </a:cubicBezTo>
                  <a:cubicBezTo>
                    <a:pt x="706" y="152"/>
                    <a:pt x="704" y="151"/>
                    <a:pt x="702" y="150"/>
                  </a:cubicBezTo>
                  <a:cubicBezTo>
                    <a:pt x="700" y="149"/>
                    <a:pt x="699" y="148"/>
                    <a:pt x="697" y="147"/>
                  </a:cubicBezTo>
                  <a:cubicBezTo>
                    <a:pt x="686" y="144"/>
                    <a:pt x="674" y="143"/>
                    <a:pt x="663" y="143"/>
                  </a:cubicBezTo>
                  <a:cubicBezTo>
                    <a:pt x="657" y="143"/>
                    <a:pt x="651" y="143"/>
                    <a:pt x="645" y="144"/>
                  </a:cubicBezTo>
                  <a:cubicBezTo>
                    <a:pt x="612" y="143"/>
                    <a:pt x="580" y="133"/>
                    <a:pt x="552" y="117"/>
                  </a:cubicBezTo>
                  <a:cubicBezTo>
                    <a:pt x="544" y="112"/>
                    <a:pt x="537" y="108"/>
                    <a:pt x="530" y="103"/>
                  </a:cubicBezTo>
                  <a:cubicBezTo>
                    <a:pt x="515" y="89"/>
                    <a:pt x="505" y="68"/>
                    <a:pt x="491" y="52"/>
                  </a:cubicBezTo>
                  <a:cubicBezTo>
                    <a:pt x="473" y="33"/>
                    <a:pt x="498" y="35"/>
                    <a:pt x="513" y="36"/>
                  </a:cubicBezTo>
                  <a:cubicBezTo>
                    <a:pt x="534" y="36"/>
                    <a:pt x="554" y="29"/>
                    <a:pt x="575" y="31"/>
                  </a:cubicBezTo>
                  <a:cubicBezTo>
                    <a:pt x="588" y="31"/>
                    <a:pt x="602" y="31"/>
                    <a:pt x="603" y="16"/>
                  </a:cubicBezTo>
                  <a:cubicBezTo>
                    <a:pt x="603" y="12"/>
                    <a:pt x="598" y="9"/>
                    <a:pt x="596" y="13"/>
                  </a:cubicBezTo>
                  <a:cubicBezTo>
                    <a:pt x="587" y="36"/>
                    <a:pt x="439" y="0"/>
                    <a:pt x="470" y="52"/>
                  </a:cubicBezTo>
                  <a:lnTo>
                    <a:pt x="471" y="53"/>
                  </a:lnTo>
                  <a:cubicBezTo>
                    <a:pt x="468" y="97"/>
                    <a:pt x="473" y="143"/>
                    <a:pt x="473" y="188"/>
                  </a:cubicBezTo>
                  <a:cubicBezTo>
                    <a:pt x="474" y="200"/>
                    <a:pt x="475" y="212"/>
                    <a:pt x="475" y="225"/>
                  </a:cubicBezTo>
                  <a:cubicBezTo>
                    <a:pt x="475" y="237"/>
                    <a:pt x="474" y="249"/>
                    <a:pt x="473" y="262"/>
                  </a:cubicBezTo>
                  <a:cubicBezTo>
                    <a:pt x="469" y="289"/>
                    <a:pt x="454" y="315"/>
                    <a:pt x="450" y="343"/>
                  </a:cubicBezTo>
                  <a:cubicBezTo>
                    <a:pt x="443" y="385"/>
                    <a:pt x="440" y="428"/>
                    <a:pt x="440" y="470"/>
                  </a:cubicBezTo>
                  <a:cubicBezTo>
                    <a:pt x="440" y="475"/>
                    <a:pt x="440" y="481"/>
                    <a:pt x="440" y="486"/>
                  </a:cubicBezTo>
                  <a:cubicBezTo>
                    <a:pt x="438" y="506"/>
                    <a:pt x="438" y="527"/>
                    <a:pt x="438" y="547"/>
                  </a:cubicBezTo>
                  <a:cubicBezTo>
                    <a:pt x="438" y="576"/>
                    <a:pt x="439" y="605"/>
                    <a:pt x="442" y="633"/>
                  </a:cubicBezTo>
                  <a:cubicBezTo>
                    <a:pt x="407" y="617"/>
                    <a:pt x="371" y="605"/>
                    <a:pt x="333" y="598"/>
                  </a:cubicBezTo>
                  <a:cubicBezTo>
                    <a:pt x="275" y="584"/>
                    <a:pt x="207" y="606"/>
                    <a:pt x="148" y="604"/>
                  </a:cubicBezTo>
                  <a:cubicBezTo>
                    <a:pt x="145" y="604"/>
                    <a:pt x="142" y="604"/>
                    <a:pt x="139" y="604"/>
                  </a:cubicBezTo>
                  <a:cubicBezTo>
                    <a:pt x="114" y="604"/>
                    <a:pt x="90" y="602"/>
                    <a:pt x="66" y="600"/>
                  </a:cubicBezTo>
                  <a:lnTo>
                    <a:pt x="65" y="600"/>
                  </a:lnTo>
                  <a:cubicBezTo>
                    <a:pt x="46" y="600"/>
                    <a:pt x="26" y="597"/>
                    <a:pt x="7" y="593"/>
                  </a:cubicBezTo>
                  <a:cubicBezTo>
                    <a:pt x="3" y="591"/>
                    <a:pt x="0" y="597"/>
                    <a:pt x="4" y="600"/>
                  </a:cubicBezTo>
                  <a:cubicBezTo>
                    <a:pt x="30" y="616"/>
                    <a:pt x="77" y="618"/>
                    <a:pt x="107" y="619"/>
                  </a:cubicBezTo>
                  <a:cubicBezTo>
                    <a:pt x="163" y="620"/>
                    <a:pt x="217" y="616"/>
                    <a:pt x="272" y="614"/>
                  </a:cubicBezTo>
                  <a:cubicBezTo>
                    <a:pt x="276" y="614"/>
                    <a:pt x="279" y="614"/>
                    <a:pt x="283" y="614"/>
                  </a:cubicBezTo>
                  <a:cubicBezTo>
                    <a:pt x="333" y="614"/>
                    <a:pt x="383" y="626"/>
                    <a:pt x="427" y="648"/>
                  </a:cubicBezTo>
                  <a:cubicBezTo>
                    <a:pt x="468" y="668"/>
                    <a:pt x="492" y="707"/>
                    <a:pt x="515" y="744"/>
                  </a:cubicBezTo>
                  <a:cubicBezTo>
                    <a:pt x="523" y="757"/>
                    <a:pt x="525" y="768"/>
                    <a:pt x="540" y="773"/>
                  </a:cubicBezTo>
                  <a:cubicBezTo>
                    <a:pt x="541" y="773"/>
                    <a:pt x="541" y="773"/>
                    <a:pt x="542" y="773"/>
                  </a:cubicBezTo>
                  <a:cubicBezTo>
                    <a:pt x="543" y="773"/>
                    <a:pt x="543" y="773"/>
                    <a:pt x="544" y="773"/>
                  </a:cubicBezTo>
                  <a:cubicBezTo>
                    <a:pt x="544" y="774"/>
                    <a:pt x="545" y="775"/>
                    <a:pt x="546" y="776"/>
                  </a:cubicBezTo>
                  <a:cubicBezTo>
                    <a:pt x="546" y="777"/>
                    <a:pt x="547" y="778"/>
                    <a:pt x="547" y="779"/>
                  </a:cubicBezTo>
                  <a:cubicBezTo>
                    <a:pt x="548" y="786"/>
                    <a:pt x="551" y="794"/>
                    <a:pt x="554" y="800"/>
                  </a:cubicBezTo>
                  <a:cubicBezTo>
                    <a:pt x="556" y="804"/>
                    <a:pt x="557" y="808"/>
                    <a:pt x="559" y="811"/>
                  </a:cubicBezTo>
                  <a:cubicBezTo>
                    <a:pt x="564" y="819"/>
                    <a:pt x="570" y="827"/>
                    <a:pt x="578" y="833"/>
                  </a:cubicBezTo>
                  <a:cubicBezTo>
                    <a:pt x="578" y="833"/>
                    <a:pt x="578" y="834"/>
                    <a:pt x="579" y="834"/>
                  </a:cubicBezTo>
                  <a:lnTo>
                    <a:pt x="580" y="834"/>
                  </a:lnTo>
                  <a:lnTo>
                    <a:pt x="593" y="861"/>
                  </a:lnTo>
                  <a:cubicBezTo>
                    <a:pt x="587" y="852"/>
                    <a:pt x="579" y="844"/>
                    <a:pt x="571" y="836"/>
                  </a:cubicBezTo>
                  <a:cubicBezTo>
                    <a:pt x="512" y="777"/>
                    <a:pt x="444" y="708"/>
                    <a:pt x="360" y="687"/>
                  </a:cubicBezTo>
                  <a:cubicBezTo>
                    <a:pt x="360" y="686"/>
                    <a:pt x="360" y="686"/>
                    <a:pt x="359" y="686"/>
                  </a:cubicBezTo>
                  <a:cubicBezTo>
                    <a:pt x="359" y="686"/>
                    <a:pt x="358" y="687"/>
                    <a:pt x="357" y="687"/>
                  </a:cubicBezTo>
                  <a:lnTo>
                    <a:pt x="356" y="688"/>
                  </a:lnTo>
                  <a:cubicBezTo>
                    <a:pt x="356" y="689"/>
                    <a:pt x="356" y="689"/>
                    <a:pt x="356" y="690"/>
                  </a:cubicBezTo>
                  <a:cubicBezTo>
                    <a:pt x="356" y="691"/>
                    <a:pt x="356" y="691"/>
                    <a:pt x="356" y="692"/>
                  </a:cubicBezTo>
                  <a:cubicBezTo>
                    <a:pt x="356" y="693"/>
                    <a:pt x="357" y="693"/>
                    <a:pt x="357" y="693"/>
                  </a:cubicBezTo>
                  <a:cubicBezTo>
                    <a:pt x="358" y="693"/>
                    <a:pt x="358" y="694"/>
                    <a:pt x="358" y="694"/>
                  </a:cubicBezTo>
                  <a:cubicBezTo>
                    <a:pt x="439" y="725"/>
                    <a:pt x="511" y="795"/>
                    <a:pt x="568" y="858"/>
                  </a:cubicBezTo>
                  <a:cubicBezTo>
                    <a:pt x="605" y="898"/>
                    <a:pt x="630" y="969"/>
                    <a:pt x="647" y="1021"/>
                  </a:cubicBezTo>
                  <a:lnTo>
                    <a:pt x="645" y="1015"/>
                  </a:lnTo>
                  <a:cubicBezTo>
                    <a:pt x="626" y="973"/>
                    <a:pt x="590" y="941"/>
                    <a:pt x="555" y="910"/>
                  </a:cubicBezTo>
                  <a:cubicBezTo>
                    <a:pt x="548" y="903"/>
                    <a:pt x="540" y="896"/>
                    <a:pt x="532" y="890"/>
                  </a:cubicBezTo>
                  <a:cubicBezTo>
                    <a:pt x="471" y="797"/>
                    <a:pt x="348" y="738"/>
                    <a:pt x="247" y="706"/>
                  </a:cubicBezTo>
                  <a:cubicBezTo>
                    <a:pt x="246" y="706"/>
                    <a:pt x="246" y="706"/>
                    <a:pt x="246" y="706"/>
                  </a:cubicBezTo>
                  <a:cubicBezTo>
                    <a:pt x="245" y="706"/>
                    <a:pt x="244" y="706"/>
                    <a:pt x="244" y="707"/>
                  </a:cubicBezTo>
                  <a:cubicBezTo>
                    <a:pt x="244" y="707"/>
                    <a:pt x="243" y="707"/>
                    <a:pt x="243" y="708"/>
                  </a:cubicBezTo>
                  <a:lnTo>
                    <a:pt x="243" y="709"/>
                  </a:lnTo>
                  <a:cubicBezTo>
                    <a:pt x="243" y="710"/>
                    <a:pt x="243" y="710"/>
                    <a:pt x="243" y="711"/>
                  </a:cubicBezTo>
                  <a:lnTo>
                    <a:pt x="244" y="712"/>
                  </a:lnTo>
                  <a:cubicBezTo>
                    <a:pt x="282" y="727"/>
                    <a:pt x="319" y="744"/>
                    <a:pt x="353" y="764"/>
                  </a:cubicBezTo>
                  <a:cubicBezTo>
                    <a:pt x="368" y="773"/>
                    <a:pt x="382" y="781"/>
                    <a:pt x="396" y="791"/>
                  </a:cubicBezTo>
                  <a:cubicBezTo>
                    <a:pt x="430" y="815"/>
                    <a:pt x="462" y="841"/>
                    <a:pt x="492" y="871"/>
                  </a:cubicBezTo>
                  <a:lnTo>
                    <a:pt x="487" y="870"/>
                  </a:lnTo>
                  <a:cubicBezTo>
                    <a:pt x="486" y="870"/>
                    <a:pt x="486" y="870"/>
                    <a:pt x="486" y="870"/>
                  </a:cubicBezTo>
                  <a:lnTo>
                    <a:pt x="486" y="871"/>
                  </a:lnTo>
                  <a:cubicBezTo>
                    <a:pt x="486" y="871"/>
                    <a:pt x="485" y="871"/>
                    <a:pt x="485" y="872"/>
                  </a:cubicBezTo>
                  <a:lnTo>
                    <a:pt x="486" y="872"/>
                  </a:lnTo>
                  <a:cubicBezTo>
                    <a:pt x="486" y="873"/>
                    <a:pt x="486" y="873"/>
                    <a:pt x="486" y="873"/>
                  </a:cubicBezTo>
                  <a:lnTo>
                    <a:pt x="487" y="873"/>
                  </a:lnTo>
                  <a:cubicBezTo>
                    <a:pt x="491" y="875"/>
                    <a:pt x="495" y="876"/>
                    <a:pt x="499" y="879"/>
                  </a:cubicBezTo>
                  <a:cubicBezTo>
                    <a:pt x="500" y="879"/>
                    <a:pt x="501" y="880"/>
                    <a:pt x="502" y="880"/>
                  </a:cubicBezTo>
                  <a:cubicBezTo>
                    <a:pt x="514" y="892"/>
                    <a:pt x="526" y="903"/>
                    <a:pt x="539" y="913"/>
                  </a:cubicBezTo>
                  <a:lnTo>
                    <a:pt x="539" y="914"/>
                  </a:lnTo>
                  <a:cubicBezTo>
                    <a:pt x="540" y="914"/>
                    <a:pt x="540" y="914"/>
                    <a:pt x="540" y="914"/>
                  </a:cubicBezTo>
                  <a:cubicBezTo>
                    <a:pt x="541" y="914"/>
                    <a:pt x="541" y="914"/>
                    <a:pt x="542" y="914"/>
                  </a:cubicBezTo>
                  <a:lnTo>
                    <a:pt x="542" y="913"/>
                  </a:lnTo>
                  <a:cubicBezTo>
                    <a:pt x="551" y="923"/>
                    <a:pt x="560" y="932"/>
                    <a:pt x="566" y="939"/>
                  </a:cubicBezTo>
                  <a:cubicBezTo>
                    <a:pt x="587" y="960"/>
                    <a:pt x="605" y="984"/>
                    <a:pt x="620" y="1009"/>
                  </a:cubicBezTo>
                  <a:cubicBezTo>
                    <a:pt x="625" y="1019"/>
                    <a:pt x="630" y="1028"/>
                    <a:pt x="634" y="1037"/>
                  </a:cubicBezTo>
                  <a:cubicBezTo>
                    <a:pt x="646" y="1067"/>
                    <a:pt x="663" y="1095"/>
                    <a:pt x="674" y="1125"/>
                  </a:cubicBezTo>
                  <a:cubicBezTo>
                    <a:pt x="684" y="1156"/>
                    <a:pt x="691" y="1187"/>
                    <a:pt x="696" y="1220"/>
                  </a:cubicBezTo>
                  <a:cubicBezTo>
                    <a:pt x="683" y="1189"/>
                    <a:pt x="669" y="1159"/>
                    <a:pt x="656" y="1134"/>
                  </a:cubicBezTo>
                  <a:cubicBezTo>
                    <a:pt x="637" y="1095"/>
                    <a:pt x="601" y="1061"/>
                    <a:pt x="574" y="1027"/>
                  </a:cubicBezTo>
                  <a:cubicBezTo>
                    <a:pt x="561" y="1008"/>
                    <a:pt x="546" y="991"/>
                    <a:pt x="529" y="976"/>
                  </a:cubicBezTo>
                  <a:cubicBezTo>
                    <a:pt x="526" y="974"/>
                    <a:pt x="521" y="978"/>
                    <a:pt x="524" y="981"/>
                  </a:cubicBezTo>
                  <a:cubicBezTo>
                    <a:pt x="540" y="998"/>
                    <a:pt x="554" y="1017"/>
                    <a:pt x="565" y="1037"/>
                  </a:cubicBezTo>
                  <a:cubicBezTo>
                    <a:pt x="567" y="1040"/>
                    <a:pt x="569" y="1044"/>
                    <a:pt x="571" y="1047"/>
                  </a:cubicBezTo>
                  <a:cubicBezTo>
                    <a:pt x="589" y="1076"/>
                    <a:pt x="614" y="1101"/>
                    <a:pt x="633" y="1130"/>
                  </a:cubicBezTo>
                  <a:cubicBezTo>
                    <a:pt x="684" y="1207"/>
                    <a:pt x="692" y="1302"/>
                    <a:pt x="712" y="1388"/>
                  </a:cubicBezTo>
                  <a:cubicBezTo>
                    <a:pt x="712" y="1389"/>
                    <a:pt x="712" y="1389"/>
                    <a:pt x="712" y="1389"/>
                  </a:cubicBezTo>
                  <a:cubicBezTo>
                    <a:pt x="713" y="1390"/>
                    <a:pt x="713" y="1391"/>
                    <a:pt x="714" y="1391"/>
                  </a:cubicBezTo>
                  <a:cubicBezTo>
                    <a:pt x="713" y="1398"/>
                    <a:pt x="713" y="1406"/>
                    <a:pt x="713" y="1413"/>
                  </a:cubicBezTo>
                  <a:cubicBezTo>
                    <a:pt x="713" y="1448"/>
                    <a:pt x="718" y="1482"/>
                    <a:pt x="727" y="1515"/>
                  </a:cubicBezTo>
                  <a:cubicBezTo>
                    <a:pt x="728" y="1525"/>
                    <a:pt x="729" y="1535"/>
                    <a:pt x="730" y="1545"/>
                  </a:cubicBezTo>
                  <a:cubicBezTo>
                    <a:pt x="733" y="1596"/>
                    <a:pt x="724" y="1647"/>
                    <a:pt x="733" y="1698"/>
                  </a:cubicBezTo>
                  <a:cubicBezTo>
                    <a:pt x="671" y="1599"/>
                    <a:pt x="610" y="1490"/>
                    <a:pt x="602" y="1372"/>
                  </a:cubicBezTo>
                  <a:cubicBezTo>
                    <a:pt x="602" y="1372"/>
                    <a:pt x="602" y="1370"/>
                    <a:pt x="602" y="1368"/>
                  </a:cubicBezTo>
                  <a:cubicBezTo>
                    <a:pt x="601" y="1310"/>
                    <a:pt x="604" y="1240"/>
                    <a:pt x="584" y="1184"/>
                  </a:cubicBezTo>
                  <a:cubicBezTo>
                    <a:pt x="582" y="1179"/>
                    <a:pt x="575" y="1183"/>
                    <a:pt x="576" y="1188"/>
                  </a:cubicBezTo>
                  <a:cubicBezTo>
                    <a:pt x="582" y="1208"/>
                    <a:pt x="584" y="1229"/>
                    <a:pt x="584" y="1250"/>
                  </a:cubicBezTo>
                  <a:cubicBezTo>
                    <a:pt x="584" y="1255"/>
                    <a:pt x="584" y="1259"/>
                    <a:pt x="584" y="1264"/>
                  </a:cubicBezTo>
                  <a:cubicBezTo>
                    <a:pt x="584" y="1305"/>
                    <a:pt x="587" y="1345"/>
                    <a:pt x="588" y="1386"/>
                  </a:cubicBezTo>
                  <a:cubicBezTo>
                    <a:pt x="588" y="1427"/>
                    <a:pt x="582" y="1477"/>
                    <a:pt x="586" y="1522"/>
                  </a:cubicBezTo>
                  <a:cubicBezTo>
                    <a:pt x="580" y="1507"/>
                    <a:pt x="576" y="1492"/>
                    <a:pt x="572" y="1479"/>
                  </a:cubicBezTo>
                  <a:cubicBezTo>
                    <a:pt x="564" y="1458"/>
                    <a:pt x="555" y="1437"/>
                    <a:pt x="545" y="1418"/>
                  </a:cubicBezTo>
                  <a:cubicBezTo>
                    <a:pt x="528" y="1382"/>
                    <a:pt x="528" y="1341"/>
                    <a:pt x="525" y="1303"/>
                  </a:cubicBezTo>
                  <a:cubicBezTo>
                    <a:pt x="525" y="1298"/>
                    <a:pt x="517" y="1299"/>
                    <a:pt x="517" y="1303"/>
                  </a:cubicBezTo>
                  <a:cubicBezTo>
                    <a:pt x="516" y="1307"/>
                    <a:pt x="517" y="1309"/>
                    <a:pt x="517" y="1312"/>
                  </a:cubicBezTo>
                  <a:cubicBezTo>
                    <a:pt x="515" y="1296"/>
                    <a:pt x="512" y="1279"/>
                    <a:pt x="510" y="1262"/>
                  </a:cubicBezTo>
                  <a:cubicBezTo>
                    <a:pt x="502" y="1192"/>
                    <a:pt x="498" y="1108"/>
                    <a:pt x="461" y="1046"/>
                  </a:cubicBezTo>
                  <a:lnTo>
                    <a:pt x="460" y="1046"/>
                  </a:lnTo>
                  <a:cubicBezTo>
                    <a:pt x="460" y="1045"/>
                    <a:pt x="460" y="1046"/>
                    <a:pt x="459" y="1045"/>
                  </a:cubicBezTo>
                  <a:cubicBezTo>
                    <a:pt x="458" y="1044"/>
                    <a:pt x="458" y="1044"/>
                    <a:pt x="458" y="1044"/>
                  </a:cubicBezTo>
                  <a:cubicBezTo>
                    <a:pt x="457" y="1044"/>
                    <a:pt x="457" y="1044"/>
                    <a:pt x="456" y="1045"/>
                  </a:cubicBezTo>
                  <a:cubicBezTo>
                    <a:pt x="455" y="1046"/>
                    <a:pt x="456" y="1045"/>
                    <a:pt x="455" y="1046"/>
                  </a:cubicBezTo>
                  <a:cubicBezTo>
                    <a:pt x="454" y="1047"/>
                    <a:pt x="454" y="1047"/>
                    <a:pt x="454" y="1048"/>
                  </a:cubicBezTo>
                  <a:cubicBezTo>
                    <a:pt x="454" y="1048"/>
                    <a:pt x="454" y="1049"/>
                    <a:pt x="455" y="1049"/>
                  </a:cubicBezTo>
                  <a:cubicBezTo>
                    <a:pt x="499" y="1135"/>
                    <a:pt x="491" y="1246"/>
                    <a:pt x="510" y="1339"/>
                  </a:cubicBezTo>
                  <a:cubicBezTo>
                    <a:pt x="512" y="1353"/>
                    <a:pt x="512" y="1368"/>
                    <a:pt x="512" y="1382"/>
                  </a:cubicBezTo>
                  <a:cubicBezTo>
                    <a:pt x="512" y="1392"/>
                    <a:pt x="512" y="1401"/>
                    <a:pt x="511" y="1411"/>
                  </a:cubicBezTo>
                  <a:cubicBezTo>
                    <a:pt x="511" y="1436"/>
                    <a:pt x="498" y="1456"/>
                    <a:pt x="497" y="1479"/>
                  </a:cubicBezTo>
                  <a:cubicBezTo>
                    <a:pt x="497" y="1486"/>
                    <a:pt x="496" y="1492"/>
                    <a:pt x="496" y="1498"/>
                  </a:cubicBezTo>
                  <a:cubicBezTo>
                    <a:pt x="496" y="1499"/>
                    <a:pt x="496" y="1501"/>
                    <a:pt x="496" y="1502"/>
                  </a:cubicBezTo>
                  <a:cubicBezTo>
                    <a:pt x="489" y="1481"/>
                    <a:pt x="494" y="1461"/>
                    <a:pt x="486" y="1440"/>
                  </a:cubicBezTo>
                  <a:cubicBezTo>
                    <a:pt x="485" y="1440"/>
                    <a:pt x="485" y="1440"/>
                    <a:pt x="485" y="1439"/>
                  </a:cubicBezTo>
                  <a:cubicBezTo>
                    <a:pt x="485" y="1439"/>
                    <a:pt x="485" y="1438"/>
                    <a:pt x="484" y="1438"/>
                  </a:cubicBezTo>
                  <a:cubicBezTo>
                    <a:pt x="480" y="1425"/>
                    <a:pt x="475" y="1413"/>
                    <a:pt x="472" y="1399"/>
                  </a:cubicBezTo>
                  <a:cubicBezTo>
                    <a:pt x="469" y="1381"/>
                    <a:pt x="465" y="1363"/>
                    <a:pt x="460" y="1345"/>
                  </a:cubicBezTo>
                  <a:cubicBezTo>
                    <a:pt x="454" y="1326"/>
                    <a:pt x="447" y="1308"/>
                    <a:pt x="437" y="1291"/>
                  </a:cubicBezTo>
                  <a:cubicBezTo>
                    <a:pt x="428" y="1275"/>
                    <a:pt x="417" y="1261"/>
                    <a:pt x="405" y="1248"/>
                  </a:cubicBezTo>
                  <a:cubicBezTo>
                    <a:pt x="403" y="1246"/>
                    <a:pt x="400" y="1248"/>
                    <a:pt x="402" y="1251"/>
                  </a:cubicBezTo>
                  <a:cubicBezTo>
                    <a:pt x="451" y="1311"/>
                    <a:pt x="447" y="1395"/>
                    <a:pt x="479" y="1462"/>
                  </a:cubicBezTo>
                  <a:cubicBezTo>
                    <a:pt x="479" y="1488"/>
                    <a:pt x="486" y="1513"/>
                    <a:pt x="498" y="1535"/>
                  </a:cubicBezTo>
                  <a:cubicBezTo>
                    <a:pt x="500" y="1540"/>
                    <a:pt x="507" y="1536"/>
                    <a:pt x="507" y="1531"/>
                  </a:cubicBezTo>
                  <a:cubicBezTo>
                    <a:pt x="504" y="1484"/>
                    <a:pt x="520" y="1439"/>
                    <a:pt x="522" y="1392"/>
                  </a:cubicBezTo>
                  <a:cubicBezTo>
                    <a:pt x="529" y="1420"/>
                    <a:pt x="539" y="1447"/>
                    <a:pt x="551" y="1473"/>
                  </a:cubicBezTo>
                  <a:cubicBezTo>
                    <a:pt x="564" y="1501"/>
                    <a:pt x="571" y="1543"/>
                    <a:pt x="596" y="1567"/>
                  </a:cubicBezTo>
                  <a:lnTo>
                    <a:pt x="596" y="1569"/>
                  </a:lnTo>
                  <a:lnTo>
                    <a:pt x="596" y="1570"/>
                  </a:lnTo>
                  <a:lnTo>
                    <a:pt x="597" y="1571"/>
                  </a:lnTo>
                  <a:cubicBezTo>
                    <a:pt x="598" y="1571"/>
                    <a:pt x="598" y="1571"/>
                    <a:pt x="599" y="1571"/>
                  </a:cubicBezTo>
                  <a:lnTo>
                    <a:pt x="600" y="1571"/>
                  </a:lnTo>
                  <a:cubicBezTo>
                    <a:pt x="617" y="1655"/>
                    <a:pt x="610" y="1744"/>
                    <a:pt x="611" y="1829"/>
                  </a:cubicBezTo>
                  <a:cubicBezTo>
                    <a:pt x="609" y="1850"/>
                    <a:pt x="606" y="1871"/>
                    <a:pt x="602" y="1891"/>
                  </a:cubicBezTo>
                  <a:cubicBezTo>
                    <a:pt x="601" y="1903"/>
                    <a:pt x="598" y="1916"/>
                    <a:pt x="595" y="1896"/>
                  </a:cubicBezTo>
                  <a:cubicBezTo>
                    <a:pt x="588" y="1850"/>
                    <a:pt x="563" y="1806"/>
                    <a:pt x="563" y="1760"/>
                  </a:cubicBezTo>
                  <a:cubicBezTo>
                    <a:pt x="563" y="1759"/>
                    <a:pt x="563" y="1759"/>
                    <a:pt x="563" y="1758"/>
                  </a:cubicBezTo>
                  <a:cubicBezTo>
                    <a:pt x="562" y="1757"/>
                    <a:pt x="562" y="1758"/>
                    <a:pt x="561" y="1757"/>
                  </a:cubicBezTo>
                  <a:cubicBezTo>
                    <a:pt x="560" y="1756"/>
                    <a:pt x="560" y="1756"/>
                    <a:pt x="560" y="1756"/>
                  </a:cubicBezTo>
                  <a:cubicBezTo>
                    <a:pt x="559" y="1756"/>
                    <a:pt x="559" y="1756"/>
                    <a:pt x="558" y="1757"/>
                  </a:cubicBezTo>
                  <a:cubicBezTo>
                    <a:pt x="557" y="1758"/>
                    <a:pt x="557" y="1757"/>
                    <a:pt x="557" y="1758"/>
                  </a:cubicBezTo>
                  <a:cubicBezTo>
                    <a:pt x="556" y="1759"/>
                    <a:pt x="556" y="1759"/>
                    <a:pt x="556" y="1760"/>
                  </a:cubicBezTo>
                  <a:cubicBezTo>
                    <a:pt x="556" y="1764"/>
                    <a:pt x="556" y="1768"/>
                    <a:pt x="556" y="1773"/>
                  </a:cubicBezTo>
                  <a:cubicBezTo>
                    <a:pt x="556" y="1777"/>
                    <a:pt x="556" y="1782"/>
                    <a:pt x="556" y="1786"/>
                  </a:cubicBezTo>
                  <a:cubicBezTo>
                    <a:pt x="542" y="1880"/>
                    <a:pt x="523" y="1973"/>
                    <a:pt x="511" y="2067"/>
                  </a:cubicBezTo>
                  <a:cubicBezTo>
                    <a:pt x="479" y="1973"/>
                    <a:pt x="475" y="1867"/>
                    <a:pt x="473" y="1770"/>
                  </a:cubicBezTo>
                  <a:cubicBezTo>
                    <a:pt x="473" y="1766"/>
                    <a:pt x="468" y="1767"/>
                    <a:pt x="468" y="1770"/>
                  </a:cubicBezTo>
                  <a:cubicBezTo>
                    <a:pt x="463" y="1880"/>
                    <a:pt x="461" y="1996"/>
                    <a:pt x="508" y="2099"/>
                  </a:cubicBezTo>
                  <a:cubicBezTo>
                    <a:pt x="510" y="2105"/>
                    <a:pt x="521" y="2107"/>
                    <a:pt x="522" y="2099"/>
                  </a:cubicBezTo>
                  <a:cubicBezTo>
                    <a:pt x="532" y="2003"/>
                    <a:pt x="556" y="1910"/>
                    <a:pt x="561" y="1813"/>
                  </a:cubicBezTo>
                  <a:cubicBezTo>
                    <a:pt x="565" y="1830"/>
                    <a:pt x="570" y="1848"/>
                    <a:pt x="575" y="1865"/>
                  </a:cubicBezTo>
                  <a:cubicBezTo>
                    <a:pt x="580" y="1886"/>
                    <a:pt x="579" y="1924"/>
                    <a:pt x="599" y="1937"/>
                  </a:cubicBezTo>
                  <a:cubicBezTo>
                    <a:pt x="600" y="1938"/>
                    <a:pt x="601" y="1938"/>
                    <a:pt x="602" y="1938"/>
                  </a:cubicBezTo>
                  <a:cubicBezTo>
                    <a:pt x="603" y="1938"/>
                    <a:pt x="604" y="1938"/>
                    <a:pt x="605" y="1937"/>
                  </a:cubicBezTo>
                  <a:cubicBezTo>
                    <a:pt x="616" y="1931"/>
                    <a:pt x="616" y="1916"/>
                    <a:pt x="615" y="1905"/>
                  </a:cubicBezTo>
                  <a:cubicBezTo>
                    <a:pt x="616" y="1889"/>
                    <a:pt x="619" y="1873"/>
                    <a:pt x="624" y="1859"/>
                  </a:cubicBezTo>
                  <a:cubicBezTo>
                    <a:pt x="627" y="1845"/>
                    <a:pt x="628" y="1832"/>
                    <a:pt x="628" y="1818"/>
                  </a:cubicBezTo>
                  <a:cubicBezTo>
                    <a:pt x="628" y="1811"/>
                    <a:pt x="628" y="1803"/>
                    <a:pt x="627" y="1796"/>
                  </a:cubicBezTo>
                  <a:cubicBezTo>
                    <a:pt x="627" y="1750"/>
                    <a:pt x="627" y="1704"/>
                    <a:pt x="627" y="1658"/>
                  </a:cubicBezTo>
                  <a:cubicBezTo>
                    <a:pt x="627" y="1623"/>
                    <a:pt x="629" y="1590"/>
                    <a:pt x="607" y="1560"/>
                  </a:cubicBezTo>
                  <a:cubicBezTo>
                    <a:pt x="607" y="1559"/>
                    <a:pt x="607" y="1559"/>
                    <a:pt x="606" y="1558"/>
                  </a:cubicBezTo>
                  <a:cubicBezTo>
                    <a:pt x="605" y="1557"/>
                    <a:pt x="604" y="1558"/>
                    <a:pt x="603" y="1558"/>
                  </a:cubicBezTo>
                  <a:lnTo>
                    <a:pt x="602" y="1558"/>
                  </a:lnTo>
                  <a:cubicBezTo>
                    <a:pt x="604" y="1526"/>
                    <a:pt x="604" y="1494"/>
                    <a:pt x="602" y="1462"/>
                  </a:cubicBezTo>
                  <a:cubicBezTo>
                    <a:pt x="610" y="1492"/>
                    <a:pt x="619" y="1520"/>
                    <a:pt x="631" y="1548"/>
                  </a:cubicBezTo>
                  <a:cubicBezTo>
                    <a:pt x="643" y="1580"/>
                    <a:pt x="660" y="1607"/>
                    <a:pt x="675" y="1637"/>
                  </a:cubicBezTo>
                  <a:cubicBezTo>
                    <a:pt x="678" y="1645"/>
                    <a:pt x="682" y="1653"/>
                    <a:pt x="687" y="1661"/>
                  </a:cubicBezTo>
                  <a:cubicBezTo>
                    <a:pt x="694" y="1673"/>
                    <a:pt x="702" y="1685"/>
                    <a:pt x="712" y="1696"/>
                  </a:cubicBezTo>
                  <a:cubicBezTo>
                    <a:pt x="758" y="1801"/>
                    <a:pt x="723" y="1918"/>
                    <a:pt x="713" y="2026"/>
                  </a:cubicBezTo>
                  <a:cubicBezTo>
                    <a:pt x="707" y="2045"/>
                    <a:pt x="702" y="2065"/>
                    <a:pt x="699" y="2085"/>
                  </a:cubicBezTo>
                  <a:cubicBezTo>
                    <a:pt x="690" y="2051"/>
                    <a:pt x="682" y="2018"/>
                    <a:pt x="675" y="1984"/>
                  </a:cubicBezTo>
                  <a:cubicBezTo>
                    <a:pt x="669" y="1962"/>
                    <a:pt x="665" y="1939"/>
                    <a:pt x="663" y="1916"/>
                  </a:cubicBezTo>
                  <a:cubicBezTo>
                    <a:pt x="661" y="1895"/>
                    <a:pt x="649" y="1880"/>
                    <a:pt x="650" y="1857"/>
                  </a:cubicBezTo>
                  <a:cubicBezTo>
                    <a:pt x="650" y="1854"/>
                    <a:pt x="645" y="1853"/>
                    <a:pt x="644" y="1857"/>
                  </a:cubicBezTo>
                  <a:cubicBezTo>
                    <a:pt x="644" y="1864"/>
                    <a:pt x="644" y="1870"/>
                    <a:pt x="644" y="1877"/>
                  </a:cubicBezTo>
                  <a:cubicBezTo>
                    <a:pt x="644" y="1899"/>
                    <a:pt x="646" y="1921"/>
                    <a:pt x="650" y="1942"/>
                  </a:cubicBezTo>
                  <a:cubicBezTo>
                    <a:pt x="660" y="1997"/>
                    <a:pt x="674" y="2051"/>
                    <a:pt x="692" y="2104"/>
                  </a:cubicBezTo>
                  <a:cubicBezTo>
                    <a:pt x="693" y="2108"/>
                    <a:pt x="698" y="2111"/>
                    <a:pt x="701" y="2107"/>
                  </a:cubicBezTo>
                  <a:cubicBezTo>
                    <a:pt x="719" y="2087"/>
                    <a:pt x="721" y="2053"/>
                    <a:pt x="725" y="2026"/>
                  </a:cubicBezTo>
                  <a:cubicBezTo>
                    <a:pt x="732" y="1982"/>
                    <a:pt x="737" y="1937"/>
                    <a:pt x="747" y="1893"/>
                  </a:cubicBezTo>
                  <a:cubicBezTo>
                    <a:pt x="755" y="1860"/>
                    <a:pt x="748" y="1818"/>
                    <a:pt x="747" y="1784"/>
                  </a:cubicBezTo>
                  <a:cubicBezTo>
                    <a:pt x="747" y="1783"/>
                    <a:pt x="747" y="1782"/>
                    <a:pt x="747" y="1781"/>
                  </a:cubicBezTo>
                  <a:cubicBezTo>
                    <a:pt x="747" y="1758"/>
                    <a:pt x="743" y="1736"/>
                    <a:pt x="736" y="1714"/>
                  </a:cubicBezTo>
                  <a:cubicBezTo>
                    <a:pt x="737" y="1713"/>
                    <a:pt x="737" y="1713"/>
                    <a:pt x="738" y="1712"/>
                  </a:cubicBezTo>
                  <a:cubicBezTo>
                    <a:pt x="738" y="1711"/>
                    <a:pt x="738" y="1711"/>
                    <a:pt x="738" y="1710"/>
                  </a:cubicBezTo>
                  <a:cubicBezTo>
                    <a:pt x="738" y="1709"/>
                    <a:pt x="738" y="1709"/>
                    <a:pt x="738" y="1708"/>
                  </a:cubicBezTo>
                  <a:lnTo>
                    <a:pt x="735" y="1704"/>
                  </a:lnTo>
                  <a:cubicBezTo>
                    <a:pt x="736" y="1704"/>
                    <a:pt x="736" y="1703"/>
                    <a:pt x="737" y="1703"/>
                  </a:cubicBezTo>
                  <a:lnTo>
                    <a:pt x="738" y="1702"/>
                  </a:lnTo>
                  <a:lnTo>
                    <a:pt x="738" y="1701"/>
                  </a:lnTo>
                  <a:cubicBezTo>
                    <a:pt x="743" y="1674"/>
                    <a:pt x="745" y="1647"/>
                    <a:pt x="745" y="1620"/>
                  </a:cubicBezTo>
                  <a:cubicBezTo>
                    <a:pt x="745" y="1605"/>
                    <a:pt x="744" y="1590"/>
                    <a:pt x="743" y="1575"/>
                  </a:cubicBezTo>
                  <a:cubicBezTo>
                    <a:pt x="747" y="1586"/>
                    <a:pt x="751" y="1597"/>
                    <a:pt x="755" y="1608"/>
                  </a:cubicBezTo>
                  <a:cubicBezTo>
                    <a:pt x="764" y="1630"/>
                    <a:pt x="774" y="1651"/>
                    <a:pt x="786" y="1672"/>
                  </a:cubicBezTo>
                  <a:cubicBezTo>
                    <a:pt x="785" y="1672"/>
                    <a:pt x="785" y="1672"/>
                    <a:pt x="784" y="1673"/>
                  </a:cubicBezTo>
                  <a:cubicBezTo>
                    <a:pt x="783" y="1674"/>
                    <a:pt x="784" y="1675"/>
                    <a:pt x="784" y="1676"/>
                  </a:cubicBezTo>
                  <a:lnTo>
                    <a:pt x="784" y="1677"/>
                  </a:lnTo>
                  <a:cubicBezTo>
                    <a:pt x="790" y="1742"/>
                    <a:pt x="808" y="1805"/>
                    <a:pt x="808" y="1871"/>
                  </a:cubicBezTo>
                  <a:cubicBezTo>
                    <a:pt x="806" y="1931"/>
                    <a:pt x="800" y="1991"/>
                    <a:pt x="789" y="2050"/>
                  </a:cubicBezTo>
                  <a:cubicBezTo>
                    <a:pt x="785" y="2074"/>
                    <a:pt x="769" y="2105"/>
                    <a:pt x="769" y="2128"/>
                  </a:cubicBezTo>
                  <a:cubicBezTo>
                    <a:pt x="769" y="2130"/>
                    <a:pt x="769" y="2131"/>
                    <a:pt x="769" y="2133"/>
                  </a:cubicBezTo>
                  <a:cubicBezTo>
                    <a:pt x="769" y="2142"/>
                    <a:pt x="769" y="2152"/>
                    <a:pt x="771" y="2161"/>
                  </a:cubicBezTo>
                  <a:cubicBezTo>
                    <a:pt x="769" y="2153"/>
                    <a:pt x="767" y="2144"/>
                    <a:pt x="766" y="2135"/>
                  </a:cubicBezTo>
                  <a:cubicBezTo>
                    <a:pt x="766" y="2086"/>
                    <a:pt x="750" y="2034"/>
                    <a:pt x="751" y="1986"/>
                  </a:cubicBezTo>
                  <a:cubicBezTo>
                    <a:pt x="751" y="1984"/>
                    <a:pt x="749" y="1984"/>
                    <a:pt x="749" y="1986"/>
                  </a:cubicBezTo>
                  <a:cubicBezTo>
                    <a:pt x="747" y="2005"/>
                    <a:pt x="753" y="2020"/>
                    <a:pt x="752" y="2039"/>
                  </a:cubicBezTo>
                  <a:cubicBezTo>
                    <a:pt x="750" y="2055"/>
                    <a:pt x="749" y="2071"/>
                    <a:pt x="749" y="2087"/>
                  </a:cubicBezTo>
                  <a:cubicBezTo>
                    <a:pt x="749" y="2092"/>
                    <a:pt x="749" y="2096"/>
                    <a:pt x="749" y="2101"/>
                  </a:cubicBezTo>
                  <a:cubicBezTo>
                    <a:pt x="752" y="2124"/>
                    <a:pt x="745" y="2171"/>
                    <a:pt x="772" y="2181"/>
                  </a:cubicBezTo>
                  <a:lnTo>
                    <a:pt x="773" y="2181"/>
                  </a:lnTo>
                  <a:cubicBezTo>
                    <a:pt x="774" y="2181"/>
                    <a:pt x="775" y="2182"/>
                    <a:pt x="776" y="2181"/>
                  </a:cubicBezTo>
                  <a:cubicBezTo>
                    <a:pt x="777" y="2180"/>
                    <a:pt x="776" y="2180"/>
                    <a:pt x="777" y="2179"/>
                  </a:cubicBezTo>
                  <a:cubicBezTo>
                    <a:pt x="777" y="2178"/>
                    <a:pt x="778" y="2178"/>
                    <a:pt x="778" y="2177"/>
                  </a:cubicBezTo>
                  <a:cubicBezTo>
                    <a:pt x="787" y="2098"/>
                    <a:pt x="812" y="2020"/>
                    <a:pt x="828" y="1943"/>
                  </a:cubicBezTo>
                  <a:cubicBezTo>
                    <a:pt x="831" y="1921"/>
                    <a:pt x="832" y="1899"/>
                    <a:pt x="832" y="1877"/>
                  </a:cubicBezTo>
                  <a:cubicBezTo>
                    <a:pt x="832" y="1851"/>
                    <a:pt x="830" y="1825"/>
                    <a:pt x="826" y="1799"/>
                  </a:cubicBezTo>
                  <a:cubicBezTo>
                    <a:pt x="824" y="1782"/>
                    <a:pt x="822" y="1763"/>
                    <a:pt x="819" y="1745"/>
                  </a:cubicBezTo>
                  <a:cubicBezTo>
                    <a:pt x="820" y="1745"/>
                    <a:pt x="820" y="1744"/>
                    <a:pt x="821" y="1744"/>
                  </a:cubicBezTo>
                  <a:cubicBezTo>
                    <a:pt x="822" y="1744"/>
                    <a:pt x="822" y="1743"/>
                    <a:pt x="823" y="1742"/>
                  </a:cubicBezTo>
                  <a:lnTo>
                    <a:pt x="823" y="1740"/>
                  </a:lnTo>
                  <a:cubicBezTo>
                    <a:pt x="825" y="1742"/>
                    <a:pt x="827" y="1744"/>
                    <a:pt x="830" y="1746"/>
                  </a:cubicBezTo>
                  <a:cubicBezTo>
                    <a:pt x="834" y="1748"/>
                    <a:pt x="838" y="1749"/>
                    <a:pt x="841" y="1750"/>
                  </a:cubicBezTo>
                  <a:cubicBezTo>
                    <a:pt x="842" y="1750"/>
                    <a:pt x="842" y="1750"/>
                    <a:pt x="842" y="1750"/>
                  </a:cubicBezTo>
                  <a:cubicBezTo>
                    <a:pt x="843" y="1750"/>
                    <a:pt x="844" y="1749"/>
                    <a:pt x="845" y="1749"/>
                  </a:cubicBezTo>
                  <a:cubicBezTo>
                    <a:pt x="846" y="1749"/>
                    <a:pt x="846" y="1748"/>
                    <a:pt x="847" y="1747"/>
                  </a:cubicBezTo>
                  <a:cubicBezTo>
                    <a:pt x="847" y="1746"/>
                    <a:pt x="847" y="1746"/>
                    <a:pt x="847" y="1745"/>
                  </a:cubicBezTo>
                  <a:cubicBezTo>
                    <a:pt x="847" y="1744"/>
                    <a:pt x="847" y="1743"/>
                    <a:pt x="847" y="1742"/>
                  </a:cubicBezTo>
                  <a:cubicBezTo>
                    <a:pt x="841" y="1735"/>
                    <a:pt x="836" y="1727"/>
                    <a:pt x="830" y="1719"/>
                  </a:cubicBezTo>
                  <a:cubicBezTo>
                    <a:pt x="838" y="1692"/>
                    <a:pt x="843" y="1664"/>
                    <a:pt x="846" y="1636"/>
                  </a:cubicBezTo>
                  <a:cubicBezTo>
                    <a:pt x="847" y="1614"/>
                    <a:pt x="848" y="1592"/>
                    <a:pt x="848" y="1571"/>
                  </a:cubicBezTo>
                  <a:cubicBezTo>
                    <a:pt x="848" y="1537"/>
                    <a:pt x="846" y="1503"/>
                    <a:pt x="842" y="1469"/>
                  </a:cubicBezTo>
                  <a:cubicBezTo>
                    <a:pt x="842" y="1469"/>
                    <a:pt x="842" y="1468"/>
                    <a:pt x="841" y="1467"/>
                  </a:cubicBezTo>
                  <a:lnTo>
                    <a:pt x="840" y="1466"/>
                  </a:lnTo>
                  <a:cubicBezTo>
                    <a:pt x="839" y="1465"/>
                    <a:pt x="838" y="1465"/>
                    <a:pt x="837" y="1465"/>
                  </a:cubicBezTo>
                  <a:cubicBezTo>
                    <a:pt x="835" y="1424"/>
                    <a:pt x="825" y="1382"/>
                    <a:pt x="821" y="1341"/>
                  </a:cubicBezTo>
                  <a:cubicBezTo>
                    <a:pt x="818" y="1315"/>
                    <a:pt x="814" y="1289"/>
                    <a:pt x="809" y="1263"/>
                  </a:cubicBezTo>
                  <a:cubicBezTo>
                    <a:pt x="810" y="1264"/>
                    <a:pt x="810" y="1265"/>
                    <a:pt x="810" y="1265"/>
                  </a:cubicBezTo>
                  <a:cubicBezTo>
                    <a:pt x="843" y="1321"/>
                    <a:pt x="867" y="1382"/>
                    <a:pt x="882" y="1445"/>
                  </a:cubicBezTo>
                  <a:cubicBezTo>
                    <a:pt x="906" y="1538"/>
                    <a:pt x="890" y="1640"/>
                    <a:pt x="897" y="1735"/>
                  </a:cubicBezTo>
                  <a:cubicBezTo>
                    <a:pt x="897" y="1739"/>
                    <a:pt x="905" y="1740"/>
                    <a:pt x="905" y="1735"/>
                  </a:cubicBezTo>
                  <a:cubicBezTo>
                    <a:pt x="909" y="1687"/>
                    <a:pt x="909" y="1638"/>
                    <a:pt x="910" y="1589"/>
                  </a:cubicBezTo>
                  <a:cubicBezTo>
                    <a:pt x="910" y="1587"/>
                    <a:pt x="910" y="1585"/>
                    <a:pt x="910" y="1584"/>
                  </a:cubicBezTo>
                  <a:cubicBezTo>
                    <a:pt x="920" y="1621"/>
                    <a:pt x="926" y="1659"/>
                    <a:pt x="926" y="1698"/>
                  </a:cubicBezTo>
                  <a:cubicBezTo>
                    <a:pt x="926" y="1699"/>
                    <a:pt x="926" y="1700"/>
                    <a:pt x="926" y="1701"/>
                  </a:cubicBezTo>
                  <a:cubicBezTo>
                    <a:pt x="926" y="1746"/>
                    <a:pt x="923" y="1790"/>
                    <a:pt x="921" y="1834"/>
                  </a:cubicBezTo>
                  <a:cubicBezTo>
                    <a:pt x="916" y="1880"/>
                    <a:pt x="908" y="1925"/>
                    <a:pt x="896" y="1969"/>
                  </a:cubicBezTo>
                  <a:cubicBezTo>
                    <a:pt x="887" y="2006"/>
                    <a:pt x="883" y="2046"/>
                    <a:pt x="871" y="2082"/>
                  </a:cubicBezTo>
                  <a:cubicBezTo>
                    <a:pt x="870" y="2087"/>
                    <a:pt x="877" y="2090"/>
                    <a:pt x="880" y="2087"/>
                  </a:cubicBezTo>
                  <a:cubicBezTo>
                    <a:pt x="899" y="2062"/>
                    <a:pt x="903" y="2022"/>
                    <a:pt x="910" y="1992"/>
                  </a:cubicBezTo>
                  <a:cubicBezTo>
                    <a:pt x="917" y="1961"/>
                    <a:pt x="924" y="1936"/>
                    <a:pt x="928" y="1908"/>
                  </a:cubicBezTo>
                  <a:cubicBezTo>
                    <a:pt x="934" y="1889"/>
                    <a:pt x="938" y="1871"/>
                    <a:pt x="940" y="1852"/>
                  </a:cubicBezTo>
                  <a:cubicBezTo>
                    <a:pt x="940" y="1818"/>
                    <a:pt x="943" y="1782"/>
                    <a:pt x="945" y="1746"/>
                  </a:cubicBezTo>
                  <a:cubicBezTo>
                    <a:pt x="945" y="1749"/>
                    <a:pt x="945" y="1752"/>
                    <a:pt x="945" y="1755"/>
                  </a:cubicBezTo>
                  <a:cubicBezTo>
                    <a:pt x="945" y="1756"/>
                    <a:pt x="945" y="1756"/>
                    <a:pt x="945" y="1757"/>
                  </a:cubicBezTo>
                  <a:cubicBezTo>
                    <a:pt x="945" y="1759"/>
                    <a:pt x="945" y="1761"/>
                    <a:pt x="946" y="1762"/>
                  </a:cubicBezTo>
                  <a:cubicBezTo>
                    <a:pt x="947" y="1763"/>
                    <a:pt x="947" y="1764"/>
                    <a:pt x="948" y="1765"/>
                  </a:cubicBezTo>
                  <a:cubicBezTo>
                    <a:pt x="949" y="1793"/>
                    <a:pt x="953" y="1822"/>
                    <a:pt x="959" y="1849"/>
                  </a:cubicBezTo>
                  <a:cubicBezTo>
                    <a:pt x="976" y="1908"/>
                    <a:pt x="961" y="1980"/>
                    <a:pt x="964" y="2040"/>
                  </a:cubicBezTo>
                  <a:cubicBezTo>
                    <a:pt x="966" y="2088"/>
                    <a:pt x="950" y="2140"/>
                    <a:pt x="944" y="2187"/>
                  </a:cubicBezTo>
                  <a:cubicBezTo>
                    <a:pt x="941" y="2215"/>
                    <a:pt x="924" y="2320"/>
                    <a:pt x="890" y="2326"/>
                  </a:cubicBezTo>
                  <a:cubicBezTo>
                    <a:pt x="899" y="2292"/>
                    <a:pt x="904" y="2257"/>
                    <a:pt x="904" y="2221"/>
                  </a:cubicBezTo>
                  <a:cubicBezTo>
                    <a:pt x="904" y="2201"/>
                    <a:pt x="902" y="2182"/>
                    <a:pt x="899" y="2162"/>
                  </a:cubicBezTo>
                  <a:cubicBezTo>
                    <a:pt x="899" y="2161"/>
                    <a:pt x="900" y="2160"/>
                    <a:pt x="899" y="2159"/>
                  </a:cubicBezTo>
                  <a:cubicBezTo>
                    <a:pt x="898" y="2158"/>
                    <a:pt x="898" y="2158"/>
                    <a:pt x="897" y="2158"/>
                  </a:cubicBezTo>
                  <a:cubicBezTo>
                    <a:pt x="896" y="2157"/>
                    <a:pt x="895" y="2157"/>
                    <a:pt x="894" y="2157"/>
                  </a:cubicBezTo>
                  <a:cubicBezTo>
                    <a:pt x="894" y="2157"/>
                    <a:pt x="893" y="2157"/>
                    <a:pt x="892" y="2158"/>
                  </a:cubicBezTo>
                  <a:cubicBezTo>
                    <a:pt x="891" y="2158"/>
                    <a:pt x="891" y="2158"/>
                    <a:pt x="890" y="2159"/>
                  </a:cubicBezTo>
                  <a:cubicBezTo>
                    <a:pt x="889" y="2160"/>
                    <a:pt x="890" y="2161"/>
                    <a:pt x="890" y="2162"/>
                  </a:cubicBezTo>
                  <a:cubicBezTo>
                    <a:pt x="882" y="2207"/>
                    <a:pt x="877" y="2252"/>
                    <a:pt x="875" y="2298"/>
                  </a:cubicBezTo>
                  <a:cubicBezTo>
                    <a:pt x="872" y="2349"/>
                    <a:pt x="861" y="2399"/>
                    <a:pt x="843" y="2447"/>
                  </a:cubicBezTo>
                  <a:cubicBezTo>
                    <a:pt x="827" y="2393"/>
                    <a:pt x="818" y="2337"/>
                    <a:pt x="815" y="2280"/>
                  </a:cubicBezTo>
                  <a:lnTo>
                    <a:pt x="815" y="2279"/>
                  </a:lnTo>
                  <a:cubicBezTo>
                    <a:pt x="814" y="2278"/>
                    <a:pt x="814" y="2278"/>
                    <a:pt x="813" y="2277"/>
                  </a:cubicBezTo>
                  <a:lnTo>
                    <a:pt x="812" y="2277"/>
                  </a:lnTo>
                  <a:cubicBezTo>
                    <a:pt x="811" y="2274"/>
                    <a:pt x="811" y="2270"/>
                    <a:pt x="811" y="2267"/>
                  </a:cubicBezTo>
                  <a:cubicBezTo>
                    <a:pt x="811" y="2263"/>
                    <a:pt x="811" y="2260"/>
                    <a:pt x="812" y="2256"/>
                  </a:cubicBezTo>
                  <a:cubicBezTo>
                    <a:pt x="815" y="2229"/>
                    <a:pt x="822" y="2202"/>
                    <a:pt x="826" y="2174"/>
                  </a:cubicBezTo>
                  <a:cubicBezTo>
                    <a:pt x="830" y="2152"/>
                    <a:pt x="832" y="2129"/>
                    <a:pt x="832" y="2106"/>
                  </a:cubicBezTo>
                  <a:cubicBezTo>
                    <a:pt x="832" y="2090"/>
                    <a:pt x="831" y="2075"/>
                    <a:pt x="829" y="2059"/>
                  </a:cubicBezTo>
                  <a:cubicBezTo>
                    <a:pt x="829" y="2058"/>
                    <a:pt x="829" y="2058"/>
                    <a:pt x="829" y="2058"/>
                  </a:cubicBezTo>
                  <a:cubicBezTo>
                    <a:pt x="828" y="2057"/>
                    <a:pt x="828" y="2056"/>
                    <a:pt x="827" y="2056"/>
                  </a:cubicBezTo>
                  <a:cubicBezTo>
                    <a:pt x="826" y="2056"/>
                    <a:pt x="826" y="2056"/>
                    <a:pt x="825" y="2056"/>
                  </a:cubicBezTo>
                  <a:cubicBezTo>
                    <a:pt x="824" y="2056"/>
                    <a:pt x="823" y="2056"/>
                    <a:pt x="823" y="2056"/>
                  </a:cubicBezTo>
                  <a:cubicBezTo>
                    <a:pt x="822" y="2056"/>
                    <a:pt x="821" y="2057"/>
                    <a:pt x="821" y="2058"/>
                  </a:cubicBezTo>
                  <a:lnTo>
                    <a:pt x="821" y="2059"/>
                  </a:lnTo>
                  <a:cubicBezTo>
                    <a:pt x="804" y="2143"/>
                    <a:pt x="797" y="2229"/>
                    <a:pt x="789" y="2315"/>
                  </a:cubicBezTo>
                  <a:cubicBezTo>
                    <a:pt x="785" y="2364"/>
                    <a:pt x="765" y="2408"/>
                    <a:pt x="753" y="2456"/>
                  </a:cubicBezTo>
                  <a:cubicBezTo>
                    <a:pt x="746" y="2484"/>
                    <a:pt x="741" y="2514"/>
                    <a:pt x="733" y="2542"/>
                  </a:cubicBezTo>
                  <a:cubicBezTo>
                    <a:pt x="730" y="2526"/>
                    <a:pt x="729" y="2509"/>
                    <a:pt x="729" y="2492"/>
                  </a:cubicBezTo>
                  <a:cubicBezTo>
                    <a:pt x="729" y="2487"/>
                    <a:pt x="729" y="2483"/>
                    <a:pt x="729" y="2478"/>
                  </a:cubicBezTo>
                  <a:cubicBezTo>
                    <a:pt x="731" y="2439"/>
                    <a:pt x="729" y="2398"/>
                    <a:pt x="729" y="2359"/>
                  </a:cubicBezTo>
                  <a:cubicBezTo>
                    <a:pt x="728" y="2346"/>
                    <a:pt x="728" y="2333"/>
                    <a:pt x="728" y="2320"/>
                  </a:cubicBezTo>
                  <a:cubicBezTo>
                    <a:pt x="728" y="2289"/>
                    <a:pt x="730" y="2258"/>
                    <a:pt x="736" y="2227"/>
                  </a:cubicBezTo>
                  <a:cubicBezTo>
                    <a:pt x="739" y="2215"/>
                    <a:pt x="741" y="2202"/>
                    <a:pt x="741" y="2189"/>
                  </a:cubicBezTo>
                  <a:cubicBezTo>
                    <a:pt x="741" y="2182"/>
                    <a:pt x="740" y="2175"/>
                    <a:pt x="739" y="2168"/>
                  </a:cubicBezTo>
                  <a:cubicBezTo>
                    <a:pt x="738" y="2167"/>
                    <a:pt x="738" y="2167"/>
                    <a:pt x="737" y="2166"/>
                  </a:cubicBezTo>
                  <a:lnTo>
                    <a:pt x="736" y="2166"/>
                  </a:lnTo>
                  <a:cubicBezTo>
                    <a:pt x="735" y="2166"/>
                    <a:pt x="734" y="2166"/>
                    <a:pt x="734" y="2166"/>
                  </a:cubicBezTo>
                  <a:cubicBezTo>
                    <a:pt x="733" y="2167"/>
                    <a:pt x="734" y="2167"/>
                    <a:pt x="733" y="2168"/>
                  </a:cubicBezTo>
                  <a:cubicBezTo>
                    <a:pt x="732" y="2169"/>
                    <a:pt x="732" y="2168"/>
                    <a:pt x="732" y="2168"/>
                  </a:cubicBezTo>
                  <a:cubicBezTo>
                    <a:pt x="729" y="2198"/>
                    <a:pt x="719" y="2227"/>
                    <a:pt x="714" y="2256"/>
                  </a:cubicBezTo>
                  <a:cubicBezTo>
                    <a:pt x="706" y="2300"/>
                    <a:pt x="713" y="2348"/>
                    <a:pt x="713" y="2393"/>
                  </a:cubicBezTo>
                  <a:cubicBezTo>
                    <a:pt x="713" y="2429"/>
                    <a:pt x="706" y="2474"/>
                    <a:pt x="713" y="2509"/>
                  </a:cubicBezTo>
                  <a:cubicBezTo>
                    <a:pt x="714" y="2526"/>
                    <a:pt x="717" y="2543"/>
                    <a:pt x="721" y="2559"/>
                  </a:cubicBezTo>
                  <a:cubicBezTo>
                    <a:pt x="717" y="2595"/>
                    <a:pt x="711" y="2631"/>
                    <a:pt x="702" y="2666"/>
                  </a:cubicBezTo>
                  <a:cubicBezTo>
                    <a:pt x="696" y="2692"/>
                    <a:pt x="687" y="2716"/>
                    <a:pt x="674" y="2739"/>
                  </a:cubicBezTo>
                  <a:cubicBezTo>
                    <a:pt x="669" y="2752"/>
                    <a:pt x="664" y="2765"/>
                    <a:pt x="660" y="2778"/>
                  </a:cubicBezTo>
                  <a:cubicBezTo>
                    <a:pt x="659" y="2773"/>
                    <a:pt x="657" y="2768"/>
                    <a:pt x="655" y="2763"/>
                  </a:cubicBezTo>
                  <a:cubicBezTo>
                    <a:pt x="644" y="2731"/>
                    <a:pt x="638" y="2697"/>
                    <a:pt x="638" y="2662"/>
                  </a:cubicBezTo>
                  <a:cubicBezTo>
                    <a:pt x="634" y="2611"/>
                    <a:pt x="634" y="2559"/>
                    <a:pt x="632" y="2508"/>
                  </a:cubicBezTo>
                  <a:cubicBezTo>
                    <a:pt x="632" y="2507"/>
                    <a:pt x="631" y="2506"/>
                    <a:pt x="631" y="2505"/>
                  </a:cubicBezTo>
                  <a:cubicBezTo>
                    <a:pt x="631" y="2505"/>
                    <a:pt x="630" y="2505"/>
                    <a:pt x="629" y="2504"/>
                  </a:cubicBezTo>
                  <a:cubicBezTo>
                    <a:pt x="628" y="2503"/>
                    <a:pt x="628" y="2503"/>
                    <a:pt x="627" y="2503"/>
                  </a:cubicBezTo>
                  <a:cubicBezTo>
                    <a:pt x="626" y="2503"/>
                    <a:pt x="626" y="2503"/>
                    <a:pt x="625" y="2504"/>
                  </a:cubicBezTo>
                  <a:cubicBezTo>
                    <a:pt x="624" y="2505"/>
                    <a:pt x="623" y="2505"/>
                    <a:pt x="623" y="2505"/>
                  </a:cubicBezTo>
                  <a:cubicBezTo>
                    <a:pt x="622" y="2506"/>
                    <a:pt x="622" y="2507"/>
                    <a:pt x="622" y="2508"/>
                  </a:cubicBezTo>
                  <a:cubicBezTo>
                    <a:pt x="617" y="2611"/>
                    <a:pt x="605" y="2716"/>
                    <a:pt x="656" y="2810"/>
                  </a:cubicBezTo>
                  <a:cubicBezTo>
                    <a:pt x="659" y="2815"/>
                    <a:pt x="668" y="2813"/>
                    <a:pt x="667" y="2807"/>
                  </a:cubicBezTo>
                  <a:cubicBezTo>
                    <a:pt x="667" y="2805"/>
                    <a:pt x="667" y="2804"/>
                    <a:pt x="667" y="2802"/>
                  </a:cubicBezTo>
                  <a:cubicBezTo>
                    <a:pt x="668" y="2802"/>
                    <a:pt x="668" y="2801"/>
                    <a:pt x="668" y="2801"/>
                  </a:cubicBezTo>
                  <a:cubicBezTo>
                    <a:pt x="668" y="2800"/>
                    <a:pt x="669" y="2800"/>
                    <a:pt x="669" y="2799"/>
                  </a:cubicBezTo>
                  <a:cubicBezTo>
                    <a:pt x="683" y="2749"/>
                    <a:pt x="708" y="2706"/>
                    <a:pt x="720" y="2653"/>
                  </a:cubicBezTo>
                  <a:cubicBezTo>
                    <a:pt x="726" y="2626"/>
                    <a:pt x="729" y="2598"/>
                    <a:pt x="729" y="2570"/>
                  </a:cubicBezTo>
                  <a:lnTo>
                    <a:pt x="730" y="2571"/>
                  </a:lnTo>
                  <a:cubicBezTo>
                    <a:pt x="731" y="2571"/>
                    <a:pt x="732" y="2572"/>
                    <a:pt x="734" y="2572"/>
                  </a:cubicBezTo>
                  <a:cubicBezTo>
                    <a:pt x="735" y="2572"/>
                    <a:pt x="736" y="2571"/>
                    <a:pt x="737" y="2571"/>
                  </a:cubicBezTo>
                  <a:cubicBezTo>
                    <a:pt x="738" y="2570"/>
                    <a:pt x="739" y="2570"/>
                    <a:pt x="740" y="2569"/>
                  </a:cubicBezTo>
                  <a:cubicBezTo>
                    <a:pt x="730" y="2608"/>
                    <a:pt x="723" y="2650"/>
                    <a:pt x="741" y="2689"/>
                  </a:cubicBezTo>
                  <a:cubicBezTo>
                    <a:pt x="751" y="2708"/>
                    <a:pt x="764" y="2715"/>
                    <a:pt x="779" y="2699"/>
                  </a:cubicBezTo>
                  <a:cubicBezTo>
                    <a:pt x="811" y="2663"/>
                    <a:pt x="822" y="2623"/>
                    <a:pt x="840" y="2581"/>
                  </a:cubicBezTo>
                  <a:cubicBezTo>
                    <a:pt x="836" y="2600"/>
                    <a:pt x="831" y="2635"/>
                    <a:pt x="852" y="2643"/>
                  </a:cubicBezTo>
                  <a:lnTo>
                    <a:pt x="853" y="2643"/>
                  </a:lnTo>
                  <a:cubicBezTo>
                    <a:pt x="854" y="2643"/>
                    <a:pt x="855" y="2643"/>
                    <a:pt x="855" y="2643"/>
                  </a:cubicBezTo>
                  <a:cubicBezTo>
                    <a:pt x="856" y="2642"/>
                    <a:pt x="856" y="2642"/>
                    <a:pt x="857" y="2642"/>
                  </a:cubicBezTo>
                  <a:cubicBezTo>
                    <a:pt x="869" y="2626"/>
                    <a:pt x="888" y="2616"/>
                    <a:pt x="901" y="2600"/>
                  </a:cubicBezTo>
                  <a:cubicBezTo>
                    <a:pt x="907" y="2590"/>
                    <a:pt x="914" y="2581"/>
                    <a:pt x="920" y="2571"/>
                  </a:cubicBezTo>
                  <a:cubicBezTo>
                    <a:pt x="932" y="2550"/>
                    <a:pt x="941" y="2527"/>
                    <a:pt x="948" y="2504"/>
                  </a:cubicBezTo>
                  <a:cubicBezTo>
                    <a:pt x="955" y="2484"/>
                    <a:pt x="960" y="2462"/>
                    <a:pt x="966" y="2440"/>
                  </a:cubicBezTo>
                  <a:cubicBezTo>
                    <a:pt x="966" y="2441"/>
                    <a:pt x="967" y="2441"/>
                    <a:pt x="968" y="2442"/>
                  </a:cubicBezTo>
                  <a:cubicBezTo>
                    <a:pt x="969" y="2442"/>
                    <a:pt x="970" y="2443"/>
                    <a:pt x="971" y="2443"/>
                  </a:cubicBezTo>
                  <a:cubicBezTo>
                    <a:pt x="972" y="2443"/>
                    <a:pt x="973" y="2442"/>
                    <a:pt x="974" y="2442"/>
                  </a:cubicBezTo>
                  <a:cubicBezTo>
                    <a:pt x="975" y="2441"/>
                    <a:pt x="976" y="2441"/>
                    <a:pt x="977" y="2440"/>
                  </a:cubicBezTo>
                  <a:cubicBezTo>
                    <a:pt x="977" y="2439"/>
                    <a:pt x="977" y="2439"/>
                    <a:pt x="977" y="2438"/>
                  </a:cubicBezTo>
                  <a:cubicBezTo>
                    <a:pt x="990" y="2394"/>
                    <a:pt x="1026" y="2364"/>
                    <a:pt x="1034" y="2316"/>
                  </a:cubicBezTo>
                  <a:cubicBezTo>
                    <a:pt x="1034" y="2312"/>
                    <a:pt x="1035" y="2308"/>
                    <a:pt x="1036" y="2304"/>
                  </a:cubicBezTo>
                  <a:lnTo>
                    <a:pt x="1040" y="2304"/>
                  </a:lnTo>
                  <a:cubicBezTo>
                    <a:pt x="1041" y="2304"/>
                    <a:pt x="1041" y="2303"/>
                    <a:pt x="1041" y="2303"/>
                  </a:cubicBezTo>
                  <a:cubicBezTo>
                    <a:pt x="1042" y="2303"/>
                    <a:pt x="1043" y="2302"/>
                    <a:pt x="1043" y="2302"/>
                  </a:cubicBezTo>
                  <a:cubicBezTo>
                    <a:pt x="1043" y="2301"/>
                    <a:pt x="1043" y="2301"/>
                    <a:pt x="1044" y="2300"/>
                  </a:cubicBezTo>
                  <a:cubicBezTo>
                    <a:pt x="1055" y="2269"/>
                    <a:pt x="1070" y="2234"/>
                    <a:pt x="1081" y="2199"/>
                  </a:cubicBezTo>
                  <a:lnTo>
                    <a:pt x="1082" y="2200"/>
                  </a:lnTo>
                  <a:cubicBezTo>
                    <a:pt x="1083" y="2200"/>
                    <a:pt x="1083" y="2201"/>
                    <a:pt x="1084" y="2201"/>
                  </a:cubicBezTo>
                  <a:cubicBezTo>
                    <a:pt x="1085" y="2201"/>
                    <a:pt x="1085" y="2200"/>
                    <a:pt x="1086" y="2200"/>
                  </a:cubicBezTo>
                  <a:cubicBezTo>
                    <a:pt x="1087" y="2200"/>
                    <a:pt x="1087" y="2199"/>
                    <a:pt x="1088" y="2199"/>
                  </a:cubicBezTo>
                  <a:cubicBezTo>
                    <a:pt x="1090" y="2195"/>
                    <a:pt x="1093" y="2191"/>
                    <a:pt x="1095" y="2186"/>
                  </a:cubicBezTo>
                  <a:cubicBezTo>
                    <a:pt x="1108" y="2164"/>
                    <a:pt x="1118" y="2139"/>
                    <a:pt x="1123" y="2114"/>
                  </a:cubicBezTo>
                  <a:cubicBezTo>
                    <a:pt x="1125" y="2110"/>
                    <a:pt x="1126" y="2107"/>
                    <a:pt x="1127" y="2104"/>
                  </a:cubicBezTo>
                  <a:cubicBezTo>
                    <a:pt x="1128" y="2100"/>
                    <a:pt x="1129" y="2096"/>
                    <a:pt x="1131" y="2093"/>
                  </a:cubicBezTo>
                  <a:cubicBezTo>
                    <a:pt x="1140" y="2074"/>
                    <a:pt x="1146" y="2054"/>
                    <a:pt x="1149" y="2034"/>
                  </a:cubicBezTo>
                  <a:cubicBezTo>
                    <a:pt x="1150" y="2031"/>
                    <a:pt x="1151" y="2028"/>
                    <a:pt x="1152" y="2026"/>
                  </a:cubicBezTo>
                  <a:lnTo>
                    <a:pt x="1155" y="2021"/>
                  </a:lnTo>
                  <a:cubicBezTo>
                    <a:pt x="1157" y="2014"/>
                    <a:pt x="1159" y="2007"/>
                    <a:pt x="1159" y="1999"/>
                  </a:cubicBezTo>
                  <a:cubicBezTo>
                    <a:pt x="1159" y="1997"/>
                    <a:pt x="1159" y="1995"/>
                    <a:pt x="1158" y="1993"/>
                  </a:cubicBezTo>
                  <a:cubicBezTo>
                    <a:pt x="1165" y="2003"/>
                    <a:pt x="1172" y="2013"/>
                    <a:pt x="1179" y="2021"/>
                  </a:cubicBezTo>
                  <a:cubicBezTo>
                    <a:pt x="1180" y="2021"/>
                    <a:pt x="1180" y="2021"/>
                    <a:pt x="1180" y="2021"/>
                  </a:cubicBezTo>
                  <a:lnTo>
                    <a:pt x="1181" y="2021"/>
                  </a:lnTo>
                  <a:cubicBezTo>
                    <a:pt x="1187" y="2055"/>
                    <a:pt x="1200" y="2088"/>
                    <a:pt x="1217" y="2117"/>
                  </a:cubicBezTo>
                  <a:cubicBezTo>
                    <a:pt x="1222" y="2126"/>
                    <a:pt x="1227" y="2134"/>
                    <a:pt x="1233" y="2142"/>
                  </a:cubicBezTo>
                  <a:cubicBezTo>
                    <a:pt x="1237" y="2147"/>
                    <a:pt x="1243" y="2142"/>
                    <a:pt x="1243" y="2137"/>
                  </a:cubicBezTo>
                  <a:cubicBezTo>
                    <a:pt x="1241" y="2117"/>
                    <a:pt x="1240" y="2096"/>
                    <a:pt x="1240" y="2075"/>
                  </a:cubicBezTo>
                  <a:cubicBezTo>
                    <a:pt x="1240" y="2054"/>
                    <a:pt x="1241" y="2033"/>
                    <a:pt x="1243" y="2013"/>
                  </a:cubicBezTo>
                  <a:cubicBezTo>
                    <a:pt x="1244" y="1992"/>
                    <a:pt x="1241" y="2011"/>
                    <a:pt x="1241" y="2013"/>
                  </a:cubicBezTo>
                  <a:cubicBezTo>
                    <a:pt x="1236" y="2046"/>
                    <a:pt x="1233" y="2080"/>
                    <a:pt x="1232" y="2114"/>
                  </a:cubicBezTo>
                  <a:cubicBezTo>
                    <a:pt x="1167" y="1960"/>
                    <a:pt x="1179" y="1788"/>
                    <a:pt x="1176" y="1625"/>
                  </a:cubicBezTo>
                  <a:cubicBezTo>
                    <a:pt x="1176" y="1621"/>
                    <a:pt x="1170" y="1620"/>
                    <a:pt x="1170" y="1625"/>
                  </a:cubicBezTo>
                  <a:cubicBezTo>
                    <a:pt x="1168" y="1729"/>
                    <a:pt x="1158" y="1838"/>
                    <a:pt x="1168" y="1942"/>
                  </a:cubicBezTo>
                  <a:cubicBezTo>
                    <a:pt x="1170" y="1957"/>
                    <a:pt x="1172" y="1973"/>
                    <a:pt x="1175" y="1990"/>
                  </a:cubicBezTo>
                  <a:cubicBezTo>
                    <a:pt x="1159" y="1953"/>
                    <a:pt x="1141" y="1917"/>
                    <a:pt x="1124" y="1881"/>
                  </a:cubicBezTo>
                  <a:cubicBezTo>
                    <a:pt x="1094" y="1820"/>
                    <a:pt x="1089" y="1760"/>
                    <a:pt x="1088" y="1694"/>
                  </a:cubicBezTo>
                  <a:cubicBezTo>
                    <a:pt x="1088" y="1677"/>
                    <a:pt x="1093" y="1660"/>
                    <a:pt x="1091" y="1643"/>
                  </a:cubicBezTo>
                  <a:cubicBezTo>
                    <a:pt x="1091" y="1631"/>
                    <a:pt x="1097" y="1620"/>
                    <a:pt x="1096" y="1610"/>
                  </a:cubicBezTo>
                  <a:cubicBezTo>
                    <a:pt x="1097" y="1560"/>
                    <a:pt x="1102" y="1511"/>
                    <a:pt x="1111" y="1463"/>
                  </a:cubicBezTo>
                  <a:cubicBezTo>
                    <a:pt x="1111" y="1461"/>
                    <a:pt x="1108" y="1460"/>
                    <a:pt x="1107" y="1463"/>
                  </a:cubicBezTo>
                  <a:cubicBezTo>
                    <a:pt x="1091" y="1546"/>
                    <a:pt x="1081" y="1630"/>
                    <a:pt x="1079" y="1715"/>
                  </a:cubicBezTo>
                  <a:cubicBezTo>
                    <a:pt x="1079" y="1728"/>
                    <a:pt x="1079" y="1741"/>
                    <a:pt x="1079" y="1754"/>
                  </a:cubicBezTo>
                  <a:cubicBezTo>
                    <a:pt x="1077" y="1740"/>
                    <a:pt x="1075" y="1727"/>
                    <a:pt x="1072" y="1715"/>
                  </a:cubicBezTo>
                  <a:lnTo>
                    <a:pt x="1071" y="1709"/>
                  </a:lnTo>
                  <a:lnTo>
                    <a:pt x="1071" y="1707"/>
                  </a:lnTo>
                  <a:cubicBezTo>
                    <a:pt x="1071" y="1706"/>
                    <a:pt x="1070" y="1705"/>
                    <a:pt x="1070" y="1703"/>
                  </a:cubicBezTo>
                  <a:cubicBezTo>
                    <a:pt x="1058" y="1656"/>
                    <a:pt x="1051" y="1607"/>
                    <a:pt x="1050" y="1559"/>
                  </a:cubicBezTo>
                  <a:cubicBezTo>
                    <a:pt x="1049" y="1467"/>
                    <a:pt x="1049" y="1373"/>
                    <a:pt x="1077" y="1286"/>
                  </a:cubicBezTo>
                  <a:cubicBezTo>
                    <a:pt x="1078" y="1281"/>
                    <a:pt x="1071" y="1278"/>
                    <a:pt x="1069" y="1282"/>
                  </a:cubicBezTo>
                  <a:cubicBezTo>
                    <a:pt x="1038" y="1372"/>
                    <a:pt x="1037" y="1465"/>
                    <a:pt x="1036" y="1558"/>
                  </a:cubicBezTo>
                  <a:cubicBezTo>
                    <a:pt x="1036" y="1572"/>
                    <a:pt x="1036" y="1587"/>
                    <a:pt x="1038" y="1601"/>
                  </a:cubicBezTo>
                  <a:cubicBezTo>
                    <a:pt x="1036" y="1598"/>
                    <a:pt x="1034" y="1596"/>
                    <a:pt x="1032" y="1593"/>
                  </a:cubicBezTo>
                  <a:lnTo>
                    <a:pt x="1032" y="1592"/>
                  </a:lnTo>
                  <a:cubicBezTo>
                    <a:pt x="1029" y="1583"/>
                    <a:pt x="1027" y="1575"/>
                    <a:pt x="1025" y="1566"/>
                  </a:cubicBezTo>
                  <a:cubicBezTo>
                    <a:pt x="1024" y="1565"/>
                    <a:pt x="1024" y="1564"/>
                    <a:pt x="1023" y="1563"/>
                  </a:cubicBezTo>
                  <a:cubicBezTo>
                    <a:pt x="1022" y="1561"/>
                    <a:pt x="1021" y="1560"/>
                    <a:pt x="1020" y="1559"/>
                  </a:cubicBezTo>
                  <a:cubicBezTo>
                    <a:pt x="1018" y="1558"/>
                    <a:pt x="1017" y="1558"/>
                    <a:pt x="1015" y="1558"/>
                  </a:cubicBezTo>
                  <a:cubicBezTo>
                    <a:pt x="1011" y="1549"/>
                    <a:pt x="1009" y="1542"/>
                    <a:pt x="1009" y="1542"/>
                  </a:cubicBezTo>
                  <a:cubicBezTo>
                    <a:pt x="997" y="1511"/>
                    <a:pt x="988" y="1480"/>
                    <a:pt x="981" y="1448"/>
                  </a:cubicBezTo>
                  <a:cubicBezTo>
                    <a:pt x="979" y="1427"/>
                    <a:pt x="976" y="1405"/>
                    <a:pt x="975" y="1384"/>
                  </a:cubicBezTo>
                  <a:cubicBezTo>
                    <a:pt x="977" y="1372"/>
                    <a:pt x="978" y="1360"/>
                    <a:pt x="978" y="1348"/>
                  </a:cubicBezTo>
                  <a:cubicBezTo>
                    <a:pt x="978" y="1340"/>
                    <a:pt x="978" y="1332"/>
                    <a:pt x="977" y="1325"/>
                  </a:cubicBezTo>
                  <a:cubicBezTo>
                    <a:pt x="979" y="1309"/>
                    <a:pt x="980" y="1293"/>
                    <a:pt x="980" y="1278"/>
                  </a:cubicBezTo>
                  <a:cubicBezTo>
                    <a:pt x="980" y="1262"/>
                    <a:pt x="979" y="1247"/>
                    <a:pt x="977" y="1232"/>
                  </a:cubicBezTo>
                  <a:cubicBezTo>
                    <a:pt x="975" y="1223"/>
                    <a:pt x="974" y="1214"/>
                    <a:pt x="973" y="1205"/>
                  </a:cubicBezTo>
                  <a:cubicBezTo>
                    <a:pt x="973" y="1202"/>
                    <a:pt x="973" y="1199"/>
                    <a:pt x="973" y="1196"/>
                  </a:cubicBezTo>
                  <a:lnTo>
                    <a:pt x="973" y="1195"/>
                  </a:lnTo>
                  <a:cubicBezTo>
                    <a:pt x="973" y="1194"/>
                    <a:pt x="973" y="1192"/>
                    <a:pt x="972" y="1191"/>
                  </a:cubicBezTo>
                  <a:lnTo>
                    <a:pt x="971" y="1190"/>
                  </a:lnTo>
                  <a:cubicBezTo>
                    <a:pt x="969" y="1154"/>
                    <a:pt x="962" y="1118"/>
                    <a:pt x="949" y="1085"/>
                  </a:cubicBezTo>
                  <a:cubicBezTo>
                    <a:pt x="944" y="1073"/>
                    <a:pt x="938" y="1061"/>
                    <a:pt x="932" y="1050"/>
                  </a:cubicBezTo>
                  <a:cubicBezTo>
                    <a:pt x="913" y="1019"/>
                    <a:pt x="890" y="991"/>
                    <a:pt x="863" y="967"/>
                  </a:cubicBezTo>
                  <a:cubicBezTo>
                    <a:pt x="862" y="966"/>
                    <a:pt x="862" y="966"/>
                    <a:pt x="862" y="966"/>
                  </a:cubicBezTo>
                  <a:cubicBezTo>
                    <a:pt x="861" y="966"/>
                    <a:pt x="861" y="966"/>
                    <a:pt x="860" y="967"/>
                  </a:cubicBezTo>
                  <a:cubicBezTo>
                    <a:pt x="860" y="967"/>
                    <a:pt x="860" y="966"/>
                    <a:pt x="859" y="967"/>
                  </a:cubicBezTo>
                  <a:cubicBezTo>
                    <a:pt x="858" y="968"/>
                    <a:pt x="859" y="968"/>
                    <a:pt x="859" y="969"/>
                  </a:cubicBezTo>
                  <a:lnTo>
                    <a:pt x="859" y="970"/>
                  </a:lnTo>
                  <a:cubicBezTo>
                    <a:pt x="860" y="970"/>
                    <a:pt x="860" y="970"/>
                    <a:pt x="860" y="970"/>
                  </a:cubicBezTo>
                  <a:cubicBezTo>
                    <a:pt x="879" y="990"/>
                    <a:pt x="896" y="1011"/>
                    <a:pt x="909" y="1035"/>
                  </a:cubicBezTo>
                  <a:cubicBezTo>
                    <a:pt x="919" y="1053"/>
                    <a:pt x="928" y="1072"/>
                    <a:pt x="935" y="1091"/>
                  </a:cubicBezTo>
                  <a:cubicBezTo>
                    <a:pt x="934" y="1090"/>
                    <a:pt x="934" y="1090"/>
                    <a:pt x="933" y="1089"/>
                  </a:cubicBezTo>
                  <a:cubicBezTo>
                    <a:pt x="932" y="1088"/>
                    <a:pt x="931" y="1089"/>
                    <a:pt x="931" y="1089"/>
                  </a:cubicBezTo>
                  <a:cubicBezTo>
                    <a:pt x="930" y="1089"/>
                    <a:pt x="929" y="1088"/>
                    <a:pt x="928" y="1089"/>
                  </a:cubicBezTo>
                  <a:cubicBezTo>
                    <a:pt x="927" y="1090"/>
                    <a:pt x="927" y="1090"/>
                    <a:pt x="927" y="1091"/>
                  </a:cubicBezTo>
                  <a:cubicBezTo>
                    <a:pt x="926" y="1092"/>
                    <a:pt x="926" y="1093"/>
                    <a:pt x="926" y="1094"/>
                  </a:cubicBezTo>
                  <a:cubicBezTo>
                    <a:pt x="926" y="1094"/>
                    <a:pt x="926" y="1095"/>
                    <a:pt x="926" y="1096"/>
                  </a:cubicBezTo>
                  <a:cubicBezTo>
                    <a:pt x="935" y="1127"/>
                    <a:pt x="939" y="1159"/>
                    <a:pt x="939" y="1191"/>
                  </a:cubicBezTo>
                  <a:cubicBezTo>
                    <a:pt x="939" y="1193"/>
                    <a:pt x="939" y="1195"/>
                    <a:pt x="939" y="1197"/>
                  </a:cubicBezTo>
                  <a:lnTo>
                    <a:pt x="939" y="1196"/>
                  </a:lnTo>
                  <a:cubicBezTo>
                    <a:pt x="938" y="1195"/>
                    <a:pt x="938" y="1194"/>
                    <a:pt x="937" y="1194"/>
                  </a:cubicBezTo>
                  <a:cubicBezTo>
                    <a:pt x="936" y="1193"/>
                    <a:pt x="935" y="1194"/>
                    <a:pt x="934" y="1194"/>
                  </a:cubicBezTo>
                  <a:cubicBezTo>
                    <a:pt x="933" y="1194"/>
                    <a:pt x="932" y="1194"/>
                    <a:pt x="932" y="1194"/>
                  </a:cubicBezTo>
                  <a:cubicBezTo>
                    <a:pt x="931" y="1195"/>
                    <a:pt x="930" y="1195"/>
                    <a:pt x="930" y="1196"/>
                  </a:cubicBezTo>
                  <a:cubicBezTo>
                    <a:pt x="929" y="1197"/>
                    <a:pt x="929" y="1198"/>
                    <a:pt x="929" y="1199"/>
                  </a:cubicBezTo>
                  <a:cubicBezTo>
                    <a:pt x="929" y="1199"/>
                    <a:pt x="929" y="1200"/>
                    <a:pt x="929" y="1201"/>
                  </a:cubicBezTo>
                  <a:cubicBezTo>
                    <a:pt x="934" y="1219"/>
                    <a:pt x="937" y="1238"/>
                    <a:pt x="937" y="1257"/>
                  </a:cubicBezTo>
                  <a:cubicBezTo>
                    <a:pt x="936" y="1280"/>
                    <a:pt x="935" y="1302"/>
                    <a:pt x="935" y="1324"/>
                  </a:cubicBezTo>
                  <a:cubicBezTo>
                    <a:pt x="931" y="1322"/>
                    <a:pt x="924" y="1324"/>
                    <a:pt x="924" y="1329"/>
                  </a:cubicBezTo>
                  <a:cubicBezTo>
                    <a:pt x="927" y="1382"/>
                    <a:pt x="932" y="1434"/>
                    <a:pt x="937" y="1487"/>
                  </a:cubicBezTo>
                  <a:cubicBezTo>
                    <a:pt x="940" y="1511"/>
                    <a:pt x="941" y="1537"/>
                    <a:pt x="945" y="1561"/>
                  </a:cubicBezTo>
                  <a:cubicBezTo>
                    <a:pt x="945" y="1565"/>
                    <a:pt x="945" y="1568"/>
                    <a:pt x="944" y="1572"/>
                  </a:cubicBezTo>
                  <a:cubicBezTo>
                    <a:pt x="943" y="1567"/>
                    <a:pt x="943" y="1562"/>
                    <a:pt x="942" y="1557"/>
                  </a:cubicBezTo>
                  <a:cubicBezTo>
                    <a:pt x="942" y="1556"/>
                    <a:pt x="941" y="1554"/>
                    <a:pt x="941" y="1553"/>
                  </a:cubicBezTo>
                  <a:cubicBezTo>
                    <a:pt x="940" y="1552"/>
                    <a:pt x="939" y="1551"/>
                    <a:pt x="938" y="1550"/>
                  </a:cubicBezTo>
                  <a:cubicBezTo>
                    <a:pt x="936" y="1549"/>
                    <a:pt x="935" y="1549"/>
                    <a:pt x="934" y="1549"/>
                  </a:cubicBezTo>
                  <a:cubicBezTo>
                    <a:pt x="932" y="1549"/>
                    <a:pt x="931" y="1549"/>
                    <a:pt x="930" y="1550"/>
                  </a:cubicBezTo>
                  <a:cubicBezTo>
                    <a:pt x="929" y="1551"/>
                    <a:pt x="928" y="1552"/>
                    <a:pt x="927" y="1553"/>
                  </a:cubicBezTo>
                  <a:cubicBezTo>
                    <a:pt x="926" y="1554"/>
                    <a:pt x="926" y="1556"/>
                    <a:pt x="926" y="1557"/>
                  </a:cubicBezTo>
                  <a:cubicBezTo>
                    <a:pt x="926" y="1559"/>
                    <a:pt x="926" y="1561"/>
                    <a:pt x="926" y="1563"/>
                  </a:cubicBezTo>
                  <a:cubicBezTo>
                    <a:pt x="923" y="1558"/>
                    <a:pt x="920" y="1552"/>
                    <a:pt x="916" y="1547"/>
                  </a:cubicBezTo>
                  <a:cubicBezTo>
                    <a:pt x="917" y="1537"/>
                    <a:pt x="917" y="1528"/>
                    <a:pt x="917" y="1519"/>
                  </a:cubicBezTo>
                  <a:cubicBezTo>
                    <a:pt x="917" y="1510"/>
                    <a:pt x="917" y="1501"/>
                    <a:pt x="916" y="1492"/>
                  </a:cubicBezTo>
                  <a:cubicBezTo>
                    <a:pt x="916" y="1483"/>
                    <a:pt x="916" y="1494"/>
                    <a:pt x="918" y="1495"/>
                  </a:cubicBezTo>
                  <a:cubicBezTo>
                    <a:pt x="918" y="1496"/>
                    <a:pt x="918" y="1496"/>
                    <a:pt x="919" y="1497"/>
                  </a:cubicBezTo>
                  <a:cubicBezTo>
                    <a:pt x="920" y="1498"/>
                    <a:pt x="921" y="1497"/>
                    <a:pt x="922" y="1497"/>
                  </a:cubicBezTo>
                  <a:cubicBezTo>
                    <a:pt x="923" y="1497"/>
                    <a:pt x="924" y="1497"/>
                    <a:pt x="924" y="1497"/>
                  </a:cubicBezTo>
                  <a:cubicBezTo>
                    <a:pt x="925" y="1496"/>
                    <a:pt x="926" y="1496"/>
                    <a:pt x="926" y="1495"/>
                  </a:cubicBezTo>
                  <a:cubicBezTo>
                    <a:pt x="926" y="1494"/>
                    <a:pt x="927" y="1494"/>
                    <a:pt x="927" y="1493"/>
                  </a:cubicBezTo>
                  <a:cubicBezTo>
                    <a:pt x="931" y="1465"/>
                    <a:pt x="919" y="1437"/>
                    <a:pt x="917" y="1409"/>
                  </a:cubicBezTo>
                  <a:cubicBezTo>
                    <a:pt x="916" y="1408"/>
                    <a:pt x="916" y="1407"/>
                    <a:pt x="916" y="1406"/>
                  </a:cubicBezTo>
                  <a:cubicBezTo>
                    <a:pt x="915" y="1405"/>
                    <a:pt x="914" y="1404"/>
                    <a:pt x="913" y="1404"/>
                  </a:cubicBezTo>
                  <a:cubicBezTo>
                    <a:pt x="911" y="1403"/>
                    <a:pt x="910" y="1402"/>
                    <a:pt x="909" y="1402"/>
                  </a:cubicBezTo>
                  <a:cubicBezTo>
                    <a:pt x="907" y="1402"/>
                    <a:pt x="906" y="1403"/>
                    <a:pt x="905" y="1404"/>
                  </a:cubicBezTo>
                  <a:cubicBezTo>
                    <a:pt x="904" y="1404"/>
                    <a:pt x="903" y="1405"/>
                    <a:pt x="902" y="1406"/>
                  </a:cubicBezTo>
                  <a:cubicBezTo>
                    <a:pt x="901" y="1407"/>
                    <a:pt x="901" y="1408"/>
                    <a:pt x="901" y="1409"/>
                  </a:cubicBezTo>
                  <a:cubicBezTo>
                    <a:pt x="901" y="1414"/>
                    <a:pt x="901" y="1419"/>
                    <a:pt x="901" y="1424"/>
                  </a:cubicBezTo>
                  <a:cubicBezTo>
                    <a:pt x="899" y="1416"/>
                    <a:pt x="896" y="1407"/>
                    <a:pt x="894" y="1399"/>
                  </a:cubicBezTo>
                  <a:cubicBezTo>
                    <a:pt x="894" y="1398"/>
                    <a:pt x="895" y="1398"/>
                    <a:pt x="895" y="1397"/>
                  </a:cubicBezTo>
                  <a:cubicBezTo>
                    <a:pt x="917" y="1341"/>
                    <a:pt x="871" y="1273"/>
                    <a:pt x="858" y="1217"/>
                  </a:cubicBezTo>
                  <a:cubicBezTo>
                    <a:pt x="859" y="1221"/>
                    <a:pt x="861" y="1225"/>
                    <a:pt x="863" y="1230"/>
                  </a:cubicBezTo>
                  <a:cubicBezTo>
                    <a:pt x="863" y="1230"/>
                    <a:pt x="863" y="1229"/>
                    <a:pt x="864" y="1230"/>
                  </a:cubicBezTo>
                  <a:cubicBezTo>
                    <a:pt x="865" y="1231"/>
                    <a:pt x="865" y="1232"/>
                    <a:pt x="866" y="1233"/>
                  </a:cubicBezTo>
                  <a:cubicBezTo>
                    <a:pt x="867" y="1233"/>
                    <a:pt x="868" y="1233"/>
                    <a:pt x="869" y="1233"/>
                  </a:cubicBezTo>
                  <a:cubicBezTo>
                    <a:pt x="870" y="1233"/>
                    <a:pt x="871" y="1233"/>
                    <a:pt x="872" y="1233"/>
                  </a:cubicBezTo>
                  <a:cubicBezTo>
                    <a:pt x="873" y="1232"/>
                    <a:pt x="874" y="1231"/>
                    <a:pt x="875" y="1230"/>
                  </a:cubicBezTo>
                  <a:cubicBezTo>
                    <a:pt x="875" y="1229"/>
                    <a:pt x="876" y="1228"/>
                    <a:pt x="876" y="1227"/>
                  </a:cubicBezTo>
                  <a:lnTo>
                    <a:pt x="876" y="1226"/>
                  </a:lnTo>
                  <a:cubicBezTo>
                    <a:pt x="876" y="1196"/>
                    <a:pt x="859" y="1160"/>
                    <a:pt x="849" y="1131"/>
                  </a:cubicBezTo>
                  <a:cubicBezTo>
                    <a:pt x="839" y="1100"/>
                    <a:pt x="826" y="1070"/>
                    <a:pt x="810" y="1042"/>
                  </a:cubicBezTo>
                  <a:cubicBezTo>
                    <a:pt x="809" y="1040"/>
                    <a:pt x="808" y="1039"/>
                    <a:pt x="807" y="1037"/>
                  </a:cubicBezTo>
                  <a:cubicBezTo>
                    <a:pt x="809" y="1039"/>
                    <a:pt x="810" y="1041"/>
                    <a:pt x="812" y="1043"/>
                  </a:cubicBezTo>
                  <a:cubicBezTo>
                    <a:pt x="828" y="1072"/>
                    <a:pt x="843" y="1101"/>
                    <a:pt x="857" y="1132"/>
                  </a:cubicBezTo>
                  <a:cubicBezTo>
                    <a:pt x="870" y="1162"/>
                    <a:pt x="857" y="1132"/>
                    <a:pt x="858" y="1133"/>
                  </a:cubicBezTo>
                  <a:cubicBezTo>
                    <a:pt x="860" y="1139"/>
                    <a:pt x="862" y="1146"/>
                    <a:pt x="866" y="1152"/>
                  </a:cubicBezTo>
                  <a:cubicBezTo>
                    <a:pt x="868" y="1156"/>
                    <a:pt x="871" y="1160"/>
                    <a:pt x="875" y="1164"/>
                  </a:cubicBezTo>
                  <a:cubicBezTo>
                    <a:pt x="875" y="1165"/>
                    <a:pt x="875" y="1165"/>
                    <a:pt x="875" y="1165"/>
                  </a:cubicBezTo>
                  <a:cubicBezTo>
                    <a:pt x="876" y="1165"/>
                    <a:pt x="876" y="1166"/>
                    <a:pt x="878" y="1166"/>
                  </a:cubicBezTo>
                  <a:cubicBezTo>
                    <a:pt x="879" y="1166"/>
                    <a:pt x="881" y="1166"/>
                    <a:pt x="882" y="1165"/>
                  </a:cubicBezTo>
                  <a:cubicBezTo>
                    <a:pt x="883" y="1164"/>
                    <a:pt x="883" y="1164"/>
                    <a:pt x="884" y="1163"/>
                  </a:cubicBezTo>
                  <a:cubicBezTo>
                    <a:pt x="884" y="1162"/>
                    <a:pt x="885" y="1161"/>
                    <a:pt x="885" y="1160"/>
                  </a:cubicBezTo>
                  <a:cubicBezTo>
                    <a:pt x="885" y="1159"/>
                    <a:pt x="885" y="1159"/>
                    <a:pt x="884" y="1158"/>
                  </a:cubicBezTo>
                  <a:cubicBezTo>
                    <a:pt x="870" y="1112"/>
                    <a:pt x="869" y="1056"/>
                    <a:pt x="840" y="1015"/>
                  </a:cubicBezTo>
                  <a:cubicBezTo>
                    <a:pt x="834" y="988"/>
                    <a:pt x="799" y="967"/>
                    <a:pt x="776" y="958"/>
                  </a:cubicBezTo>
                  <a:cubicBezTo>
                    <a:pt x="761" y="952"/>
                    <a:pt x="745" y="949"/>
                    <a:pt x="730" y="945"/>
                  </a:cubicBezTo>
                  <a:lnTo>
                    <a:pt x="764" y="945"/>
                  </a:lnTo>
                  <a:cubicBezTo>
                    <a:pt x="804" y="945"/>
                    <a:pt x="820" y="968"/>
                    <a:pt x="840" y="999"/>
                  </a:cubicBezTo>
                  <a:cubicBezTo>
                    <a:pt x="840" y="999"/>
                    <a:pt x="840" y="1000"/>
                    <a:pt x="841" y="1001"/>
                  </a:cubicBezTo>
                  <a:cubicBezTo>
                    <a:pt x="845" y="1009"/>
                    <a:pt x="852" y="1015"/>
                    <a:pt x="860" y="1020"/>
                  </a:cubicBezTo>
                  <a:cubicBezTo>
                    <a:pt x="862" y="1021"/>
                    <a:pt x="865" y="1023"/>
                    <a:pt x="868" y="1024"/>
                  </a:cubicBezTo>
                  <a:lnTo>
                    <a:pt x="869" y="1024"/>
                  </a:lnTo>
                  <a:cubicBezTo>
                    <a:pt x="870" y="1024"/>
                    <a:pt x="870" y="1023"/>
                    <a:pt x="871" y="1023"/>
                  </a:cubicBezTo>
                  <a:cubicBezTo>
                    <a:pt x="872" y="1022"/>
                    <a:pt x="872" y="1023"/>
                    <a:pt x="873" y="1022"/>
                  </a:cubicBezTo>
                  <a:cubicBezTo>
                    <a:pt x="874" y="1021"/>
                    <a:pt x="873" y="1020"/>
                    <a:pt x="873" y="1019"/>
                  </a:cubicBezTo>
                  <a:lnTo>
                    <a:pt x="873" y="1018"/>
                  </a:lnTo>
                  <a:cubicBezTo>
                    <a:pt x="861" y="981"/>
                    <a:pt x="834" y="933"/>
                    <a:pt x="792" y="925"/>
                  </a:cubicBezTo>
                  <a:cubicBezTo>
                    <a:pt x="783" y="923"/>
                    <a:pt x="772" y="922"/>
                    <a:pt x="760" y="921"/>
                  </a:cubicBezTo>
                  <a:cubicBezTo>
                    <a:pt x="768" y="920"/>
                    <a:pt x="777" y="918"/>
                    <a:pt x="785" y="914"/>
                  </a:cubicBezTo>
                  <a:cubicBezTo>
                    <a:pt x="786" y="914"/>
                    <a:pt x="786" y="913"/>
                    <a:pt x="787" y="912"/>
                  </a:cubicBezTo>
                  <a:cubicBezTo>
                    <a:pt x="787" y="912"/>
                    <a:pt x="787" y="911"/>
                    <a:pt x="787" y="910"/>
                  </a:cubicBezTo>
                  <a:cubicBezTo>
                    <a:pt x="787" y="910"/>
                    <a:pt x="787" y="909"/>
                    <a:pt x="787" y="908"/>
                  </a:cubicBezTo>
                  <a:cubicBezTo>
                    <a:pt x="786" y="907"/>
                    <a:pt x="786" y="908"/>
                    <a:pt x="785" y="907"/>
                  </a:cubicBezTo>
                  <a:cubicBezTo>
                    <a:pt x="784" y="906"/>
                    <a:pt x="785" y="906"/>
                    <a:pt x="785" y="906"/>
                  </a:cubicBezTo>
                  <a:cubicBezTo>
                    <a:pt x="756" y="892"/>
                    <a:pt x="720" y="903"/>
                    <a:pt x="691" y="909"/>
                  </a:cubicBezTo>
                  <a:cubicBezTo>
                    <a:pt x="684" y="910"/>
                    <a:pt x="677" y="912"/>
                    <a:pt x="671" y="914"/>
                  </a:cubicBezTo>
                  <a:cubicBezTo>
                    <a:pt x="672" y="913"/>
                    <a:pt x="672" y="912"/>
                    <a:pt x="673" y="911"/>
                  </a:cubicBezTo>
                  <a:lnTo>
                    <a:pt x="675" y="902"/>
                  </a:lnTo>
                  <a:cubicBezTo>
                    <a:pt x="695" y="881"/>
                    <a:pt x="713" y="858"/>
                    <a:pt x="728" y="834"/>
                  </a:cubicBezTo>
                  <a:cubicBezTo>
                    <a:pt x="809" y="794"/>
                    <a:pt x="905" y="834"/>
                    <a:pt x="953" y="909"/>
                  </a:cubicBezTo>
                  <a:cubicBezTo>
                    <a:pt x="975" y="943"/>
                    <a:pt x="1016" y="1004"/>
                    <a:pt x="1061" y="1010"/>
                  </a:cubicBezTo>
                  <a:lnTo>
                    <a:pt x="1073" y="1030"/>
                  </a:lnTo>
                  <a:cubicBezTo>
                    <a:pt x="1101" y="1071"/>
                    <a:pt x="1135" y="1109"/>
                    <a:pt x="1173" y="1141"/>
                  </a:cubicBezTo>
                  <a:cubicBezTo>
                    <a:pt x="1184" y="1152"/>
                    <a:pt x="1196" y="1161"/>
                    <a:pt x="1209" y="1171"/>
                  </a:cubicBezTo>
                  <a:cubicBezTo>
                    <a:pt x="1207" y="1171"/>
                    <a:pt x="1206" y="1171"/>
                    <a:pt x="1204" y="1172"/>
                  </a:cubicBezTo>
                  <a:cubicBezTo>
                    <a:pt x="1202" y="1173"/>
                    <a:pt x="1200" y="1175"/>
                    <a:pt x="1199" y="1177"/>
                  </a:cubicBezTo>
                  <a:cubicBezTo>
                    <a:pt x="1197" y="1179"/>
                    <a:pt x="1198" y="1181"/>
                    <a:pt x="1198" y="1183"/>
                  </a:cubicBezTo>
                  <a:cubicBezTo>
                    <a:pt x="1198" y="1185"/>
                    <a:pt x="1198" y="1186"/>
                    <a:pt x="1198" y="1188"/>
                  </a:cubicBezTo>
                  <a:cubicBezTo>
                    <a:pt x="1205" y="1202"/>
                    <a:pt x="1223" y="1212"/>
                    <a:pt x="1236" y="1223"/>
                  </a:cubicBezTo>
                  <a:cubicBezTo>
                    <a:pt x="1240" y="1229"/>
                    <a:pt x="1245" y="1236"/>
                    <a:pt x="1249" y="1243"/>
                  </a:cubicBezTo>
                  <a:cubicBezTo>
                    <a:pt x="1251" y="1248"/>
                    <a:pt x="1254" y="1253"/>
                    <a:pt x="1257" y="1258"/>
                  </a:cubicBezTo>
                  <a:cubicBezTo>
                    <a:pt x="1261" y="1266"/>
                    <a:pt x="1267" y="1273"/>
                    <a:pt x="1273" y="1280"/>
                  </a:cubicBezTo>
                  <a:cubicBezTo>
                    <a:pt x="1273" y="1281"/>
                    <a:pt x="1274" y="1281"/>
                    <a:pt x="1274" y="1282"/>
                  </a:cubicBezTo>
                  <a:cubicBezTo>
                    <a:pt x="1300" y="1327"/>
                    <a:pt x="1322" y="1374"/>
                    <a:pt x="1339" y="1423"/>
                  </a:cubicBezTo>
                  <a:cubicBezTo>
                    <a:pt x="1352" y="1458"/>
                    <a:pt x="1355" y="1494"/>
                    <a:pt x="1369" y="1529"/>
                  </a:cubicBezTo>
                  <a:cubicBezTo>
                    <a:pt x="1387" y="1573"/>
                    <a:pt x="1399" y="1620"/>
                    <a:pt x="1405" y="1668"/>
                  </a:cubicBezTo>
                  <a:lnTo>
                    <a:pt x="1405" y="1669"/>
                  </a:lnTo>
                  <a:lnTo>
                    <a:pt x="1406" y="1670"/>
                  </a:lnTo>
                  <a:cubicBezTo>
                    <a:pt x="1407" y="1670"/>
                    <a:pt x="1407" y="1670"/>
                    <a:pt x="1407" y="1670"/>
                  </a:cubicBezTo>
                  <a:cubicBezTo>
                    <a:pt x="1408" y="1670"/>
                    <a:pt x="1408" y="1670"/>
                    <a:pt x="1409" y="1670"/>
                  </a:cubicBezTo>
                  <a:cubicBezTo>
                    <a:pt x="1409" y="1670"/>
                    <a:pt x="1409" y="1669"/>
                    <a:pt x="1410" y="1669"/>
                  </a:cubicBezTo>
                  <a:lnTo>
                    <a:pt x="1410" y="1668"/>
                  </a:lnTo>
                  <a:cubicBezTo>
                    <a:pt x="1410" y="1667"/>
                    <a:pt x="1410" y="1666"/>
                    <a:pt x="1410" y="1665"/>
                  </a:cubicBezTo>
                  <a:cubicBezTo>
                    <a:pt x="1410" y="1628"/>
                    <a:pt x="1404" y="1592"/>
                    <a:pt x="1392" y="1557"/>
                  </a:cubicBezTo>
                  <a:cubicBezTo>
                    <a:pt x="1386" y="1535"/>
                    <a:pt x="1375" y="1514"/>
                    <a:pt x="1368" y="1492"/>
                  </a:cubicBezTo>
                  <a:cubicBezTo>
                    <a:pt x="1365" y="1483"/>
                    <a:pt x="1362" y="1474"/>
                    <a:pt x="1360" y="1464"/>
                  </a:cubicBezTo>
                  <a:cubicBezTo>
                    <a:pt x="1363" y="1470"/>
                    <a:pt x="1365" y="1476"/>
                    <a:pt x="1369" y="1481"/>
                  </a:cubicBezTo>
                  <a:cubicBezTo>
                    <a:pt x="1369" y="1483"/>
                    <a:pt x="1370" y="1484"/>
                    <a:pt x="1371" y="1485"/>
                  </a:cubicBezTo>
                  <a:cubicBezTo>
                    <a:pt x="1376" y="1491"/>
                    <a:pt x="1387" y="1488"/>
                    <a:pt x="1384" y="1480"/>
                  </a:cubicBezTo>
                  <a:cubicBezTo>
                    <a:pt x="1372" y="1439"/>
                    <a:pt x="1363" y="1400"/>
                    <a:pt x="1347" y="1360"/>
                  </a:cubicBezTo>
                  <a:cubicBezTo>
                    <a:pt x="1348" y="1360"/>
                    <a:pt x="1349" y="1359"/>
                    <a:pt x="1350" y="1358"/>
                  </a:cubicBezTo>
                  <a:cubicBezTo>
                    <a:pt x="1350" y="1357"/>
                    <a:pt x="1351" y="1355"/>
                    <a:pt x="1351" y="1354"/>
                  </a:cubicBezTo>
                  <a:lnTo>
                    <a:pt x="1351" y="1350"/>
                  </a:lnTo>
                  <a:cubicBezTo>
                    <a:pt x="1351" y="1348"/>
                    <a:pt x="1350" y="1347"/>
                    <a:pt x="1350" y="1346"/>
                  </a:cubicBezTo>
                  <a:cubicBezTo>
                    <a:pt x="1349" y="1345"/>
                    <a:pt x="1349" y="1344"/>
                    <a:pt x="1348" y="1343"/>
                  </a:cubicBezTo>
                  <a:lnTo>
                    <a:pt x="1350" y="1343"/>
                  </a:lnTo>
                  <a:cubicBezTo>
                    <a:pt x="1351" y="1345"/>
                    <a:pt x="1352" y="1347"/>
                    <a:pt x="1353" y="1349"/>
                  </a:cubicBezTo>
                  <a:cubicBezTo>
                    <a:pt x="1355" y="1356"/>
                    <a:pt x="1355" y="1363"/>
                    <a:pt x="1357" y="1369"/>
                  </a:cubicBezTo>
                  <a:cubicBezTo>
                    <a:pt x="1362" y="1385"/>
                    <a:pt x="1371" y="1400"/>
                    <a:pt x="1377" y="1416"/>
                  </a:cubicBezTo>
                  <a:cubicBezTo>
                    <a:pt x="1378" y="1420"/>
                    <a:pt x="1385" y="1421"/>
                    <a:pt x="1385" y="1416"/>
                  </a:cubicBezTo>
                  <a:cubicBezTo>
                    <a:pt x="1384" y="1400"/>
                    <a:pt x="1380" y="1384"/>
                    <a:pt x="1372" y="1370"/>
                  </a:cubicBezTo>
                  <a:cubicBezTo>
                    <a:pt x="1369" y="1363"/>
                    <a:pt x="1367" y="1357"/>
                    <a:pt x="1366" y="1350"/>
                  </a:cubicBezTo>
                  <a:cubicBezTo>
                    <a:pt x="1365" y="1346"/>
                    <a:pt x="1363" y="1341"/>
                    <a:pt x="1361" y="1338"/>
                  </a:cubicBezTo>
                  <a:cubicBezTo>
                    <a:pt x="1361" y="1337"/>
                    <a:pt x="1361" y="1337"/>
                    <a:pt x="1361" y="1337"/>
                  </a:cubicBezTo>
                  <a:cubicBezTo>
                    <a:pt x="1362" y="1336"/>
                    <a:pt x="1362" y="1333"/>
                    <a:pt x="1362" y="1332"/>
                  </a:cubicBezTo>
                  <a:cubicBezTo>
                    <a:pt x="1362" y="1330"/>
                    <a:pt x="1362" y="1329"/>
                    <a:pt x="1361" y="1328"/>
                  </a:cubicBezTo>
                  <a:lnTo>
                    <a:pt x="1361" y="1327"/>
                  </a:lnTo>
                  <a:lnTo>
                    <a:pt x="1358" y="1324"/>
                  </a:lnTo>
                  <a:cubicBezTo>
                    <a:pt x="1359" y="1323"/>
                    <a:pt x="1361" y="1323"/>
                    <a:pt x="1362" y="1322"/>
                  </a:cubicBezTo>
                  <a:cubicBezTo>
                    <a:pt x="1363" y="1321"/>
                    <a:pt x="1363" y="1321"/>
                    <a:pt x="1364" y="1321"/>
                  </a:cubicBezTo>
                  <a:cubicBezTo>
                    <a:pt x="1364" y="1321"/>
                    <a:pt x="1364" y="1322"/>
                    <a:pt x="1365" y="1322"/>
                  </a:cubicBezTo>
                  <a:cubicBezTo>
                    <a:pt x="1367" y="1326"/>
                    <a:pt x="1369" y="1330"/>
                    <a:pt x="1372" y="1334"/>
                  </a:cubicBezTo>
                  <a:lnTo>
                    <a:pt x="1374" y="1335"/>
                  </a:lnTo>
                  <a:cubicBezTo>
                    <a:pt x="1374" y="1339"/>
                    <a:pt x="1376" y="1343"/>
                    <a:pt x="1378" y="1348"/>
                  </a:cubicBezTo>
                  <a:cubicBezTo>
                    <a:pt x="1380" y="1355"/>
                    <a:pt x="1383" y="1362"/>
                    <a:pt x="1387" y="1369"/>
                  </a:cubicBezTo>
                  <a:cubicBezTo>
                    <a:pt x="1390" y="1374"/>
                    <a:pt x="1393" y="1379"/>
                    <a:pt x="1397" y="1384"/>
                  </a:cubicBezTo>
                  <a:cubicBezTo>
                    <a:pt x="1402" y="1388"/>
                    <a:pt x="1406" y="1381"/>
                    <a:pt x="1405" y="1377"/>
                  </a:cubicBezTo>
                  <a:cubicBezTo>
                    <a:pt x="1403" y="1372"/>
                    <a:pt x="1402" y="1366"/>
                    <a:pt x="1401" y="1360"/>
                  </a:cubicBezTo>
                  <a:cubicBezTo>
                    <a:pt x="1402" y="1360"/>
                    <a:pt x="1402" y="1360"/>
                    <a:pt x="1403" y="1360"/>
                  </a:cubicBezTo>
                  <a:cubicBezTo>
                    <a:pt x="1404" y="1359"/>
                    <a:pt x="1405" y="1359"/>
                    <a:pt x="1406" y="1357"/>
                  </a:cubicBezTo>
                  <a:cubicBezTo>
                    <a:pt x="1406" y="1355"/>
                    <a:pt x="1407" y="1354"/>
                    <a:pt x="1407" y="1353"/>
                  </a:cubicBezTo>
                  <a:cubicBezTo>
                    <a:pt x="1407" y="1352"/>
                    <a:pt x="1407" y="1352"/>
                    <a:pt x="1407" y="1352"/>
                  </a:cubicBezTo>
                  <a:lnTo>
                    <a:pt x="1407" y="1349"/>
                  </a:lnTo>
                  <a:lnTo>
                    <a:pt x="1409" y="1349"/>
                  </a:lnTo>
                  <a:cubicBezTo>
                    <a:pt x="1412" y="1360"/>
                    <a:pt x="1414" y="1371"/>
                    <a:pt x="1417" y="1382"/>
                  </a:cubicBezTo>
                  <a:cubicBezTo>
                    <a:pt x="1424" y="1409"/>
                    <a:pt x="1424" y="1438"/>
                    <a:pt x="1438" y="1462"/>
                  </a:cubicBezTo>
                  <a:cubicBezTo>
                    <a:pt x="1439" y="1463"/>
                    <a:pt x="1439" y="1463"/>
                    <a:pt x="1440" y="1464"/>
                  </a:cubicBezTo>
                  <a:cubicBezTo>
                    <a:pt x="1441" y="1465"/>
                    <a:pt x="1442" y="1465"/>
                    <a:pt x="1443" y="1465"/>
                  </a:cubicBezTo>
                  <a:cubicBezTo>
                    <a:pt x="1444" y="1465"/>
                    <a:pt x="1445" y="1464"/>
                    <a:pt x="1446" y="1464"/>
                  </a:cubicBezTo>
                  <a:cubicBezTo>
                    <a:pt x="1447" y="1463"/>
                    <a:pt x="1448" y="1463"/>
                    <a:pt x="1449" y="1462"/>
                  </a:cubicBezTo>
                  <a:cubicBezTo>
                    <a:pt x="1449" y="1461"/>
                    <a:pt x="1450" y="1460"/>
                    <a:pt x="1450" y="1459"/>
                  </a:cubicBezTo>
                  <a:lnTo>
                    <a:pt x="1450" y="1458"/>
                  </a:lnTo>
                  <a:cubicBezTo>
                    <a:pt x="1442" y="1411"/>
                    <a:pt x="1432" y="1363"/>
                    <a:pt x="1420" y="1317"/>
                  </a:cubicBezTo>
                  <a:cubicBezTo>
                    <a:pt x="1421" y="1309"/>
                    <a:pt x="1421" y="1301"/>
                    <a:pt x="1421" y="1294"/>
                  </a:cubicBezTo>
                  <a:cubicBezTo>
                    <a:pt x="1421" y="1286"/>
                    <a:pt x="1421" y="1280"/>
                    <a:pt x="1420" y="1272"/>
                  </a:cubicBezTo>
                  <a:lnTo>
                    <a:pt x="1426" y="1293"/>
                  </a:lnTo>
                  <a:cubicBezTo>
                    <a:pt x="1434" y="1317"/>
                    <a:pt x="1432" y="1352"/>
                    <a:pt x="1451" y="1372"/>
                  </a:cubicBezTo>
                  <a:cubicBezTo>
                    <a:pt x="1454" y="1376"/>
                    <a:pt x="1460" y="1370"/>
                    <a:pt x="1459" y="1366"/>
                  </a:cubicBezTo>
                  <a:cubicBezTo>
                    <a:pt x="1449" y="1338"/>
                    <a:pt x="1451" y="1307"/>
                    <a:pt x="1440" y="1277"/>
                  </a:cubicBezTo>
                  <a:lnTo>
                    <a:pt x="1435" y="1263"/>
                  </a:lnTo>
                  <a:cubicBezTo>
                    <a:pt x="1447" y="1287"/>
                    <a:pt x="1457" y="1312"/>
                    <a:pt x="1465" y="1338"/>
                  </a:cubicBezTo>
                  <a:cubicBezTo>
                    <a:pt x="1466" y="1338"/>
                    <a:pt x="1466" y="1338"/>
                    <a:pt x="1466" y="1338"/>
                  </a:cubicBezTo>
                  <a:cubicBezTo>
                    <a:pt x="1467" y="1340"/>
                    <a:pt x="1467" y="1341"/>
                    <a:pt x="1469" y="1342"/>
                  </a:cubicBezTo>
                  <a:cubicBezTo>
                    <a:pt x="1470" y="1343"/>
                    <a:pt x="1472" y="1343"/>
                    <a:pt x="1474" y="1343"/>
                  </a:cubicBezTo>
                  <a:cubicBezTo>
                    <a:pt x="1475" y="1343"/>
                    <a:pt x="1477" y="1343"/>
                    <a:pt x="1478" y="1342"/>
                  </a:cubicBezTo>
                  <a:cubicBezTo>
                    <a:pt x="1479" y="1341"/>
                    <a:pt x="1479" y="1341"/>
                    <a:pt x="1480" y="1341"/>
                  </a:cubicBezTo>
                  <a:cubicBezTo>
                    <a:pt x="1492" y="1328"/>
                    <a:pt x="1486" y="1294"/>
                    <a:pt x="1486" y="1277"/>
                  </a:cubicBezTo>
                  <a:cubicBezTo>
                    <a:pt x="1484" y="1234"/>
                    <a:pt x="1479" y="1192"/>
                    <a:pt x="1469" y="1150"/>
                  </a:cubicBezTo>
                  <a:cubicBezTo>
                    <a:pt x="1458" y="1097"/>
                    <a:pt x="1421" y="1047"/>
                    <a:pt x="1401" y="997"/>
                  </a:cubicBezTo>
                  <a:cubicBezTo>
                    <a:pt x="1395" y="982"/>
                    <a:pt x="1388" y="966"/>
                    <a:pt x="1379" y="949"/>
                  </a:cubicBezTo>
                  <a:cubicBezTo>
                    <a:pt x="1380" y="949"/>
                    <a:pt x="1380" y="949"/>
                    <a:pt x="1381" y="949"/>
                  </a:cubicBezTo>
                  <a:cubicBezTo>
                    <a:pt x="1383" y="949"/>
                    <a:pt x="1384" y="949"/>
                    <a:pt x="1385" y="948"/>
                  </a:cubicBezTo>
                  <a:cubicBezTo>
                    <a:pt x="1386" y="947"/>
                    <a:pt x="1386" y="948"/>
                    <a:pt x="1386" y="948"/>
                  </a:cubicBezTo>
                  <a:cubicBezTo>
                    <a:pt x="1396" y="962"/>
                    <a:pt x="1405" y="977"/>
                    <a:pt x="1414" y="992"/>
                  </a:cubicBezTo>
                  <a:cubicBezTo>
                    <a:pt x="1420" y="1003"/>
                    <a:pt x="1426" y="1013"/>
                    <a:pt x="1431" y="1024"/>
                  </a:cubicBezTo>
                  <a:cubicBezTo>
                    <a:pt x="1434" y="1030"/>
                    <a:pt x="1442" y="1026"/>
                    <a:pt x="1442" y="1021"/>
                  </a:cubicBezTo>
                  <a:cubicBezTo>
                    <a:pt x="1441" y="1002"/>
                    <a:pt x="1435" y="983"/>
                    <a:pt x="1426" y="967"/>
                  </a:cubicBezTo>
                  <a:cubicBezTo>
                    <a:pt x="1425" y="965"/>
                    <a:pt x="1424" y="964"/>
                    <a:pt x="1423" y="962"/>
                  </a:cubicBezTo>
                  <a:cubicBezTo>
                    <a:pt x="1424" y="962"/>
                    <a:pt x="1425" y="961"/>
                    <a:pt x="1426" y="961"/>
                  </a:cubicBezTo>
                  <a:cubicBezTo>
                    <a:pt x="1427" y="960"/>
                    <a:pt x="1427" y="960"/>
                    <a:pt x="1428" y="959"/>
                  </a:cubicBezTo>
                  <a:cubicBezTo>
                    <a:pt x="1428" y="958"/>
                    <a:pt x="1429" y="957"/>
                    <a:pt x="1429" y="956"/>
                  </a:cubicBezTo>
                  <a:cubicBezTo>
                    <a:pt x="1432" y="960"/>
                    <a:pt x="1435" y="963"/>
                    <a:pt x="1439" y="967"/>
                  </a:cubicBezTo>
                  <a:cubicBezTo>
                    <a:pt x="1442" y="970"/>
                    <a:pt x="1446" y="979"/>
                    <a:pt x="1449" y="985"/>
                  </a:cubicBezTo>
                  <a:cubicBezTo>
                    <a:pt x="1478" y="1033"/>
                    <a:pt x="1496" y="1093"/>
                    <a:pt x="1516" y="1145"/>
                  </a:cubicBezTo>
                  <a:cubicBezTo>
                    <a:pt x="1516" y="1145"/>
                    <a:pt x="1515" y="1145"/>
                    <a:pt x="1516" y="1146"/>
                  </a:cubicBezTo>
                  <a:cubicBezTo>
                    <a:pt x="1516" y="1147"/>
                    <a:pt x="1517" y="1147"/>
                    <a:pt x="1518" y="1148"/>
                  </a:cubicBezTo>
                  <a:cubicBezTo>
                    <a:pt x="1519" y="1149"/>
                    <a:pt x="1521" y="1149"/>
                    <a:pt x="1522" y="1149"/>
                  </a:cubicBezTo>
                  <a:cubicBezTo>
                    <a:pt x="1523" y="1149"/>
                    <a:pt x="1524" y="1149"/>
                    <a:pt x="1525" y="1148"/>
                  </a:cubicBezTo>
                  <a:cubicBezTo>
                    <a:pt x="1526" y="1147"/>
                    <a:pt x="1526" y="1147"/>
                    <a:pt x="1527" y="1146"/>
                  </a:cubicBezTo>
                  <a:cubicBezTo>
                    <a:pt x="1527" y="1145"/>
                    <a:pt x="1528" y="1144"/>
                    <a:pt x="1528" y="1142"/>
                  </a:cubicBezTo>
                  <a:cubicBezTo>
                    <a:pt x="1528" y="1087"/>
                    <a:pt x="1501" y="1035"/>
                    <a:pt x="1477" y="987"/>
                  </a:cubicBezTo>
                  <a:cubicBezTo>
                    <a:pt x="1471" y="975"/>
                    <a:pt x="1465" y="962"/>
                    <a:pt x="1458" y="950"/>
                  </a:cubicBezTo>
                  <a:lnTo>
                    <a:pt x="1459" y="949"/>
                  </a:lnTo>
                  <a:cubicBezTo>
                    <a:pt x="1460" y="948"/>
                    <a:pt x="1460" y="948"/>
                    <a:pt x="1461" y="948"/>
                  </a:cubicBezTo>
                  <a:lnTo>
                    <a:pt x="1467" y="960"/>
                  </a:lnTo>
                  <a:cubicBezTo>
                    <a:pt x="1497" y="1019"/>
                    <a:pt x="1526" y="1076"/>
                    <a:pt x="1558" y="1133"/>
                  </a:cubicBezTo>
                  <a:cubicBezTo>
                    <a:pt x="1561" y="1138"/>
                    <a:pt x="1571" y="1138"/>
                    <a:pt x="1571" y="1130"/>
                  </a:cubicBezTo>
                  <a:cubicBezTo>
                    <a:pt x="1571" y="1082"/>
                    <a:pt x="1537" y="1032"/>
                    <a:pt x="1512" y="988"/>
                  </a:cubicBezTo>
                  <a:cubicBezTo>
                    <a:pt x="1518" y="991"/>
                    <a:pt x="1523" y="995"/>
                    <a:pt x="1529" y="998"/>
                  </a:cubicBezTo>
                  <a:cubicBezTo>
                    <a:pt x="1533" y="1006"/>
                    <a:pt x="1537" y="1014"/>
                    <a:pt x="1541" y="1021"/>
                  </a:cubicBezTo>
                  <a:cubicBezTo>
                    <a:pt x="1553" y="1048"/>
                    <a:pt x="1563" y="1082"/>
                    <a:pt x="1583" y="1103"/>
                  </a:cubicBezTo>
                  <a:cubicBezTo>
                    <a:pt x="1584" y="1103"/>
                    <a:pt x="1583" y="1103"/>
                    <a:pt x="1584" y="1104"/>
                  </a:cubicBezTo>
                  <a:cubicBezTo>
                    <a:pt x="1584" y="1105"/>
                    <a:pt x="1587" y="1105"/>
                    <a:pt x="1588" y="1105"/>
                  </a:cubicBezTo>
                  <a:cubicBezTo>
                    <a:pt x="1589" y="1105"/>
                    <a:pt x="1591" y="1104"/>
                    <a:pt x="1592" y="1104"/>
                  </a:cubicBezTo>
                  <a:cubicBezTo>
                    <a:pt x="1593" y="1103"/>
                    <a:pt x="1594" y="1102"/>
                    <a:pt x="1595" y="1101"/>
                  </a:cubicBezTo>
                  <a:cubicBezTo>
                    <a:pt x="1595" y="1100"/>
                    <a:pt x="1595" y="1099"/>
                    <a:pt x="1596" y="1098"/>
                  </a:cubicBezTo>
                  <a:cubicBezTo>
                    <a:pt x="1595" y="1079"/>
                    <a:pt x="1590" y="1060"/>
                    <a:pt x="1580" y="1044"/>
                  </a:cubicBezTo>
                  <a:cubicBezTo>
                    <a:pt x="1579" y="1042"/>
                    <a:pt x="1579" y="1041"/>
                    <a:pt x="1578" y="1040"/>
                  </a:cubicBezTo>
                  <a:cubicBezTo>
                    <a:pt x="1579" y="1042"/>
                    <a:pt x="1580" y="1043"/>
                    <a:pt x="1582" y="1044"/>
                  </a:cubicBezTo>
                  <a:cubicBezTo>
                    <a:pt x="1583" y="1045"/>
                    <a:pt x="1583" y="1045"/>
                    <a:pt x="1584" y="1045"/>
                  </a:cubicBezTo>
                  <a:cubicBezTo>
                    <a:pt x="1586" y="1046"/>
                    <a:pt x="1588" y="1047"/>
                    <a:pt x="1591" y="1047"/>
                  </a:cubicBezTo>
                  <a:cubicBezTo>
                    <a:pt x="1593" y="1047"/>
                    <a:pt x="1596" y="1046"/>
                    <a:pt x="1598" y="1045"/>
                  </a:cubicBezTo>
                  <a:cubicBezTo>
                    <a:pt x="1600" y="1044"/>
                    <a:pt x="1602" y="1042"/>
                    <a:pt x="1603" y="1040"/>
                  </a:cubicBezTo>
                  <a:cubicBezTo>
                    <a:pt x="1603" y="1039"/>
                    <a:pt x="1603" y="1039"/>
                    <a:pt x="1604" y="1038"/>
                  </a:cubicBezTo>
                  <a:cubicBezTo>
                    <a:pt x="1611" y="1078"/>
                    <a:pt x="1613" y="1117"/>
                    <a:pt x="1623" y="1155"/>
                  </a:cubicBezTo>
                  <a:cubicBezTo>
                    <a:pt x="1631" y="1191"/>
                    <a:pt x="1641" y="1226"/>
                    <a:pt x="1654" y="1259"/>
                  </a:cubicBezTo>
                  <a:cubicBezTo>
                    <a:pt x="1646" y="1279"/>
                    <a:pt x="1641" y="1299"/>
                    <a:pt x="1638" y="1320"/>
                  </a:cubicBezTo>
                  <a:cubicBezTo>
                    <a:pt x="1632" y="1346"/>
                    <a:pt x="1621" y="1374"/>
                    <a:pt x="1616" y="1399"/>
                  </a:cubicBezTo>
                  <a:cubicBezTo>
                    <a:pt x="1613" y="1421"/>
                    <a:pt x="1606" y="1443"/>
                    <a:pt x="1596" y="1463"/>
                  </a:cubicBezTo>
                  <a:cubicBezTo>
                    <a:pt x="1596" y="1451"/>
                    <a:pt x="1595" y="1440"/>
                    <a:pt x="1595" y="1428"/>
                  </a:cubicBezTo>
                  <a:cubicBezTo>
                    <a:pt x="1595" y="1423"/>
                    <a:pt x="1595" y="1418"/>
                    <a:pt x="1595" y="1413"/>
                  </a:cubicBezTo>
                  <a:cubicBezTo>
                    <a:pt x="1595" y="1385"/>
                    <a:pt x="1594" y="1358"/>
                    <a:pt x="1591" y="1330"/>
                  </a:cubicBezTo>
                  <a:cubicBezTo>
                    <a:pt x="1590" y="1330"/>
                    <a:pt x="1590" y="1329"/>
                    <a:pt x="1590" y="1329"/>
                  </a:cubicBezTo>
                  <a:cubicBezTo>
                    <a:pt x="1590" y="1328"/>
                    <a:pt x="1589" y="1328"/>
                    <a:pt x="1588" y="1327"/>
                  </a:cubicBezTo>
                  <a:cubicBezTo>
                    <a:pt x="1588" y="1327"/>
                    <a:pt x="1587" y="1327"/>
                    <a:pt x="1586" y="1327"/>
                  </a:cubicBezTo>
                  <a:cubicBezTo>
                    <a:pt x="1586" y="1327"/>
                    <a:pt x="1585" y="1326"/>
                    <a:pt x="1584" y="1327"/>
                  </a:cubicBezTo>
                  <a:cubicBezTo>
                    <a:pt x="1583" y="1327"/>
                    <a:pt x="1583" y="1328"/>
                    <a:pt x="1583" y="1329"/>
                  </a:cubicBezTo>
                  <a:cubicBezTo>
                    <a:pt x="1582" y="1330"/>
                    <a:pt x="1582" y="1330"/>
                    <a:pt x="1582" y="1330"/>
                  </a:cubicBezTo>
                  <a:cubicBezTo>
                    <a:pt x="1566" y="1433"/>
                    <a:pt x="1603" y="1553"/>
                    <a:pt x="1536" y="1645"/>
                  </a:cubicBezTo>
                  <a:cubicBezTo>
                    <a:pt x="1535" y="1646"/>
                    <a:pt x="1536" y="1648"/>
                    <a:pt x="1538" y="1647"/>
                  </a:cubicBezTo>
                  <a:cubicBezTo>
                    <a:pt x="1580" y="1621"/>
                    <a:pt x="1586" y="1575"/>
                    <a:pt x="1594" y="1529"/>
                  </a:cubicBezTo>
                  <a:cubicBezTo>
                    <a:pt x="1596" y="1515"/>
                    <a:pt x="1597" y="1501"/>
                    <a:pt x="1597" y="1487"/>
                  </a:cubicBezTo>
                  <a:cubicBezTo>
                    <a:pt x="1597" y="1482"/>
                    <a:pt x="1597" y="1476"/>
                    <a:pt x="1597" y="1470"/>
                  </a:cubicBezTo>
                  <a:lnTo>
                    <a:pt x="1598" y="1470"/>
                  </a:lnTo>
                  <a:cubicBezTo>
                    <a:pt x="1600" y="1467"/>
                    <a:pt x="1602" y="1464"/>
                    <a:pt x="1604" y="1460"/>
                  </a:cubicBezTo>
                  <a:cubicBezTo>
                    <a:pt x="1619" y="1436"/>
                    <a:pt x="1630" y="1409"/>
                    <a:pt x="1639" y="1382"/>
                  </a:cubicBezTo>
                  <a:cubicBezTo>
                    <a:pt x="1651" y="1352"/>
                    <a:pt x="1654" y="1313"/>
                    <a:pt x="1666" y="1282"/>
                  </a:cubicBezTo>
                  <a:cubicBezTo>
                    <a:pt x="1666" y="1283"/>
                    <a:pt x="1667" y="1285"/>
                    <a:pt x="1668" y="1287"/>
                  </a:cubicBezTo>
                  <a:cubicBezTo>
                    <a:pt x="1674" y="1296"/>
                    <a:pt x="1682" y="1304"/>
                    <a:pt x="1692" y="1310"/>
                  </a:cubicBezTo>
                  <a:cubicBezTo>
                    <a:pt x="1698" y="1313"/>
                    <a:pt x="1704" y="1316"/>
                    <a:pt x="1711" y="1318"/>
                  </a:cubicBezTo>
                  <a:cubicBezTo>
                    <a:pt x="1714" y="1336"/>
                    <a:pt x="1715" y="1355"/>
                    <a:pt x="1715" y="1374"/>
                  </a:cubicBezTo>
                  <a:cubicBezTo>
                    <a:pt x="1715" y="1402"/>
                    <a:pt x="1707" y="1452"/>
                    <a:pt x="1732" y="1475"/>
                  </a:cubicBezTo>
                  <a:lnTo>
                    <a:pt x="1733" y="1476"/>
                  </a:lnTo>
                  <a:cubicBezTo>
                    <a:pt x="1734" y="1477"/>
                    <a:pt x="1735" y="1477"/>
                    <a:pt x="1737" y="1477"/>
                  </a:cubicBezTo>
                  <a:cubicBezTo>
                    <a:pt x="1738" y="1477"/>
                    <a:pt x="1740" y="1477"/>
                    <a:pt x="1742" y="1476"/>
                  </a:cubicBezTo>
                  <a:cubicBezTo>
                    <a:pt x="1743" y="1475"/>
                    <a:pt x="1744" y="1474"/>
                    <a:pt x="1745" y="1473"/>
                  </a:cubicBezTo>
                  <a:cubicBezTo>
                    <a:pt x="1747" y="1466"/>
                    <a:pt x="1750" y="1459"/>
                    <a:pt x="1754" y="1453"/>
                  </a:cubicBezTo>
                  <a:cubicBezTo>
                    <a:pt x="1760" y="1443"/>
                    <a:pt x="1767" y="1434"/>
                    <a:pt x="1775" y="1426"/>
                  </a:cubicBezTo>
                  <a:cubicBezTo>
                    <a:pt x="1775" y="1430"/>
                    <a:pt x="1775" y="1435"/>
                    <a:pt x="1775" y="1439"/>
                  </a:cubicBezTo>
                  <a:cubicBezTo>
                    <a:pt x="1775" y="1475"/>
                    <a:pt x="1773" y="1511"/>
                    <a:pt x="1769" y="1547"/>
                  </a:cubicBezTo>
                  <a:cubicBezTo>
                    <a:pt x="1763" y="1595"/>
                    <a:pt x="1775" y="1641"/>
                    <a:pt x="1774" y="1688"/>
                  </a:cubicBezTo>
                  <a:cubicBezTo>
                    <a:pt x="1774" y="1702"/>
                    <a:pt x="1773" y="1718"/>
                    <a:pt x="1786" y="1727"/>
                  </a:cubicBezTo>
                  <a:cubicBezTo>
                    <a:pt x="1795" y="1733"/>
                    <a:pt x="1813" y="1712"/>
                    <a:pt x="1816" y="1725"/>
                  </a:cubicBezTo>
                  <a:cubicBezTo>
                    <a:pt x="1817" y="1735"/>
                    <a:pt x="1817" y="1745"/>
                    <a:pt x="1817" y="1756"/>
                  </a:cubicBezTo>
                  <a:cubicBezTo>
                    <a:pt x="1817" y="1770"/>
                    <a:pt x="1816" y="1784"/>
                    <a:pt x="1815" y="1798"/>
                  </a:cubicBezTo>
                  <a:cubicBezTo>
                    <a:pt x="1815" y="1825"/>
                    <a:pt x="1821" y="1851"/>
                    <a:pt x="1820" y="1878"/>
                  </a:cubicBezTo>
                  <a:cubicBezTo>
                    <a:pt x="1820" y="1932"/>
                    <a:pt x="1822" y="1987"/>
                    <a:pt x="1818" y="2042"/>
                  </a:cubicBezTo>
                  <a:cubicBezTo>
                    <a:pt x="1813" y="2101"/>
                    <a:pt x="1815" y="2162"/>
                    <a:pt x="1807" y="2220"/>
                  </a:cubicBezTo>
                  <a:cubicBezTo>
                    <a:pt x="1804" y="2243"/>
                    <a:pt x="1803" y="2267"/>
                    <a:pt x="1800" y="2290"/>
                  </a:cubicBezTo>
                  <a:cubicBezTo>
                    <a:pt x="1797" y="2307"/>
                    <a:pt x="1801" y="2336"/>
                    <a:pt x="1793" y="2352"/>
                  </a:cubicBezTo>
                  <a:cubicBezTo>
                    <a:pt x="1790" y="2357"/>
                    <a:pt x="1798" y="2362"/>
                    <a:pt x="1802" y="2357"/>
                  </a:cubicBezTo>
                  <a:lnTo>
                    <a:pt x="1806" y="2351"/>
                  </a:lnTo>
                  <a:lnTo>
                    <a:pt x="1807" y="2352"/>
                  </a:lnTo>
                  <a:cubicBezTo>
                    <a:pt x="1808" y="2352"/>
                    <a:pt x="1810" y="2353"/>
                    <a:pt x="1812" y="2353"/>
                  </a:cubicBezTo>
                  <a:cubicBezTo>
                    <a:pt x="1814" y="2353"/>
                    <a:pt x="1815" y="2353"/>
                    <a:pt x="1817" y="2352"/>
                  </a:cubicBezTo>
                  <a:cubicBezTo>
                    <a:pt x="1819" y="2351"/>
                    <a:pt x="1820" y="2350"/>
                    <a:pt x="1821" y="2348"/>
                  </a:cubicBezTo>
                  <a:cubicBezTo>
                    <a:pt x="1822" y="2347"/>
                    <a:pt x="1822" y="2345"/>
                    <a:pt x="1822" y="2344"/>
                  </a:cubicBezTo>
                  <a:cubicBezTo>
                    <a:pt x="1824" y="2324"/>
                    <a:pt x="1848" y="2304"/>
                    <a:pt x="1854" y="2283"/>
                  </a:cubicBezTo>
                  <a:cubicBezTo>
                    <a:pt x="1860" y="2261"/>
                    <a:pt x="1881" y="2244"/>
                    <a:pt x="1893" y="2224"/>
                  </a:cubicBezTo>
                  <a:cubicBezTo>
                    <a:pt x="1895" y="2222"/>
                    <a:pt x="1896" y="2220"/>
                    <a:pt x="1897" y="2217"/>
                  </a:cubicBezTo>
                  <a:cubicBezTo>
                    <a:pt x="1904" y="2206"/>
                    <a:pt x="1910" y="2194"/>
                    <a:pt x="1914" y="2181"/>
                  </a:cubicBezTo>
                  <a:cubicBezTo>
                    <a:pt x="1944" y="2110"/>
                    <a:pt x="1970" y="2038"/>
                    <a:pt x="1993" y="1965"/>
                  </a:cubicBezTo>
                  <a:cubicBezTo>
                    <a:pt x="2004" y="1929"/>
                    <a:pt x="2016" y="1892"/>
                    <a:pt x="2025" y="1856"/>
                  </a:cubicBezTo>
                  <a:cubicBezTo>
                    <a:pt x="2034" y="1820"/>
                    <a:pt x="2025" y="1769"/>
                    <a:pt x="2021" y="1730"/>
                  </a:cubicBezTo>
                  <a:cubicBezTo>
                    <a:pt x="2018" y="1702"/>
                    <a:pt x="2012" y="1673"/>
                    <a:pt x="2004" y="1646"/>
                  </a:cubicBezTo>
                  <a:moveTo>
                    <a:pt x="893" y="2344"/>
                  </a:moveTo>
                  <a:cubicBezTo>
                    <a:pt x="897" y="2346"/>
                    <a:pt x="901" y="2346"/>
                    <a:pt x="906" y="2346"/>
                  </a:cubicBezTo>
                  <a:cubicBezTo>
                    <a:pt x="910" y="2346"/>
                    <a:pt x="916" y="2346"/>
                    <a:pt x="920" y="2344"/>
                  </a:cubicBezTo>
                  <a:cubicBezTo>
                    <a:pt x="920" y="2349"/>
                    <a:pt x="920" y="2354"/>
                    <a:pt x="919" y="2359"/>
                  </a:cubicBezTo>
                  <a:cubicBezTo>
                    <a:pt x="917" y="2386"/>
                    <a:pt x="912" y="2413"/>
                    <a:pt x="910" y="2441"/>
                  </a:cubicBezTo>
                  <a:cubicBezTo>
                    <a:pt x="910" y="2442"/>
                    <a:pt x="910" y="2443"/>
                    <a:pt x="910" y="2444"/>
                  </a:cubicBezTo>
                  <a:cubicBezTo>
                    <a:pt x="910" y="2463"/>
                    <a:pt x="908" y="2483"/>
                    <a:pt x="904" y="2502"/>
                  </a:cubicBezTo>
                  <a:cubicBezTo>
                    <a:pt x="903" y="2500"/>
                    <a:pt x="902" y="2498"/>
                    <a:pt x="900" y="2496"/>
                  </a:cubicBezTo>
                  <a:cubicBezTo>
                    <a:pt x="891" y="2479"/>
                    <a:pt x="883" y="2461"/>
                    <a:pt x="877" y="2443"/>
                  </a:cubicBezTo>
                  <a:cubicBezTo>
                    <a:pt x="877" y="2443"/>
                    <a:pt x="878" y="2443"/>
                    <a:pt x="877" y="2442"/>
                  </a:cubicBezTo>
                  <a:cubicBezTo>
                    <a:pt x="876" y="2441"/>
                    <a:pt x="876" y="2441"/>
                    <a:pt x="875" y="2440"/>
                  </a:cubicBezTo>
                  <a:cubicBezTo>
                    <a:pt x="874" y="2439"/>
                    <a:pt x="873" y="2440"/>
                    <a:pt x="872" y="2440"/>
                  </a:cubicBezTo>
                  <a:cubicBezTo>
                    <a:pt x="871" y="2440"/>
                    <a:pt x="870" y="2439"/>
                    <a:pt x="869" y="2440"/>
                  </a:cubicBezTo>
                  <a:cubicBezTo>
                    <a:pt x="868" y="2441"/>
                    <a:pt x="868" y="2441"/>
                    <a:pt x="868" y="2442"/>
                  </a:cubicBezTo>
                  <a:cubicBezTo>
                    <a:pt x="878" y="2410"/>
                    <a:pt x="884" y="2376"/>
                    <a:pt x="893" y="2344"/>
                  </a:cubicBezTo>
                  <a:moveTo>
                    <a:pt x="1099" y="1984"/>
                  </a:moveTo>
                  <a:cubicBezTo>
                    <a:pt x="1099" y="1986"/>
                    <a:pt x="1099" y="1989"/>
                    <a:pt x="1098" y="1992"/>
                  </a:cubicBezTo>
                  <a:cubicBezTo>
                    <a:pt x="1098" y="1988"/>
                    <a:pt x="1098" y="1983"/>
                    <a:pt x="1098" y="1979"/>
                  </a:cubicBezTo>
                  <a:lnTo>
                    <a:pt x="1099" y="1984"/>
                  </a:lnTo>
                  <a:moveTo>
                    <a:pt x="1097" y="2172"/>
                  </a:moveTo>
                  <a:cubicBezTo>
                    <a:pt x="1098" y="2173"/>
                    <a:pt x="1099" y="2173"/>
                    <a:pt x="1100" y="2173"/>
                  </a:cubicBezTo>
                  <a:cubicBezTo>
                    <a:pt x="1100" y="2173"/>
                    <a:pt x="1101" y="2173"/>
                    <a:pt x="1102" y="2172"/>
                  </a:cubicBezTo>
                  <a:cubicBezTo>
                    <a:pt x="1100" y="2178"/>
                    <a:pt x="1097" y="2183"/>
                    <a:pt x="1094" y="2188"/>
                  </a:cubicBezTo>
                  <a:cubicBezTo>
                    <a:pt x="1094" y="2189"/>
                    <a:pt x="1093" y="2191"/>
                    <a:pt x="1092" y="2192"/>
                  </a:cubicBezTo>
                  <a:cubicBezTo>
                    <a:pt x="1094" y="2187"/>
                    <a:pt x="1096" y="2179"/>
                    <a:pt x="1097" y="2173"/>
                  </a:cubicBezTo>
                  <a:lnTo>
                    <a:pt x="1097" y="2172"/>
                  </a:lnTo>
                  <a:moveTo>
                    <a:pt x="1038" y="1614"/>
                  </a:moveTo>
                  <a:cubicBezTo>
                    <a:pt x="1038" y="1617"/>
                    <a:pt x="1038" y="1619"/>
                    <a:pt x="1038" y="1621"/>
                  </a:cubicBezTo>
                  <a:lnTo>
                    <a:pt x="1036" y="1615"/>
                  </a:lnTo>
                  <a:lnTo>
                    <a:pt x="1038" y="1614"/>
                  </a:lnTo>
                  <a:moveTo>
                    <a:pt x="985" y="2106"/>
                  </a:moveTo>
                  <a:cubicBezTo>
                    <a:pt x="991" y="2036"/>
                    <a:pt x="988" y="1965"/>
                    <a:pt x="989" y="1894"/>
                  </a:cubicBezTo>
                  <a:lnTo>
                    <a:pt x="990" y="1894"/>
                  </a:lnTo>
                  <a:cubicBezTo>
                    <a:pt x="991" y="1893"/>
                    <a:pt x="991" y="1893"/>
                    <a:pt x="992" y="1892"/>
                  </a:cubicBezTo>
                  <a:cubicBezTo>
                    <a:pt x="993" y="1891"/>
                    <a:pt x="994" y="1889"/>
                    <a:pt x="995" y="1888"/>
                  </a:cubicBezTo>
                  <a:cubicBezTo>
                    <a:pt x="996" y="1885"/>
                    <a:pt x="997" y="1883"/>
                    <a:pt x="998" y="1880"/>
                  </a:cubicBezTo>
                  <a:cubicBezTo>
                    <a:pt x="998" y="1883"/>
                    <a:pt x="998" y="1885"/>
                    <a:pt x="998" y="1887"/>
                  </a:cubicBezTo>
                  <a:cubicBezTo>
                    <a:pt x="998" y="1914"/>
                    <a:pt x="1000" y="1941"/>
                    <a:pt x="1003" y="1968"/>
                  </a:cubicBezTo>
                  <a:cubicBezTo>
                    <a:pt x="1003" y="1968"/>
                    <a:pt x="1003" y="1969"/>
                    <a:pt x="1004" y="1970"/>
                  </a:cubicBezTo>
                  <a:cubicBezTo>
                    <a:pt x="1004" y="1971"/>
                    <a:pt x="1005" y="1971"/>
                    <a:pt x="1006" y="1972"/>
                  </a:cubicBezTo>
                  <a:cubicBezTo>
                    <a:pt x="1007" y="1973"/>
                    <a:pt x="1008" y="1973"/>
                    <a:pt x="1010" y="1973"/>
                  </a:cubicBezTo>
                  <a:cubicBezTo>
                    <a:pt x="1011" y="1973"/>
                    <a:pt x="1012" y="1973"/>
                    <a:pt x="1013" y="1972"/>
                  </a:cubicBezTo>
                  <a:cubicBezTo>
                    <a:pt x="1014" y="1971"/>
                    <a:pt x="1014" y="1971"/>
                    <a:pt x="1015" y="1970"/>
                  </a:cubicBezTo>
                  <a:cubicBezTo>
                    <a:pt x="1015" y="1969"/>
                    <a:pt x="1016" y="1968"/>
                    <a:pt x="1016" y="1968"/>
                  </a:cubicBezTo>
                  <a:cubicBezTo>
                    <a:pt x="1022" y="1929"/>
                    <a:pt x="1025" y="1890"/>
                    <a:pt x="1025" y="1852"/>
                  </a:cubicBezTo>
                  <a:cubicBezTo>
                    <a:pt x="1025" y="1848"/>
                    <a:pt x="1025" y="1843"/>
                    <a:pt x="1024" y="1839"/>
                  </a:cubicBezTo>
                  <a:cubicBezTo>
                    <a:pt x="1026" y="1856"/>
                    <a:pt x="1029" y="1872"/>
                    <a:pt x="1034" y="1887"/>
                  </a:cubicBezTo>
                  <a:cubicBezTo>
                    <a:pt x="1034" y="1928"/>
                    <a:pt x="1035" y="1969"/>
                    <a:pt x="1036" y="2009"/>
                  </a:cubicBezTo>
                  <a:cubicBezTo>
                    <a:pt x="1036" y="2010"/>
                    <a:pt x="1036" y="2011"/>
                    <a:pt x="1037" y="2012"/>
                  </a:cubicBezTo>
                  <a:cubicBezTo>
                    <a:pt x="1037" y="2013"/>
                    <a:pt x="1039" y="2014"/>
                    <a:pt x="1039" y="2014"/>
                  </a:cubicBezTo>
                  <a:cubicBezTo>
                    <a:pt x="1040" y="2015"/>
                    <a:pt x="1041" y="2015"/>
                    <a:pt x="1043" y="2015"/>
                  </a:cubicBezTo>
                  <a:cubicBezTo>
                    <a:pt x="1044" y="2015"/>
                    <a:pt x="1045" y="2014"/>
                    <a:pt x="1046" y="2014"/>
                  </a:cubicBezTo>
                  <a:cubicBezTo>
                    <a:pt x="1047" y="2013"/>
                    <a:pt x="1047" y="2013"/>
                    <a:pt x="1048" y="2012"/>
                  </a:cubicBezTo>
                  <a:lnTo>
                    <a:pt x="1048" y="2011"/>
                  </a:lnTo>
                  <a:cubicBezTo>
                    <a:pt x="1056" y="1969"/>
                    <a:pt x="1059" y="1928"/>
                    <a:pt x="1059" y="1886"/>
                  </a:cubicBezTo>
                  <a:cubicBezTo>
                    <a:pt x="1059" y="1871"/>
                    <a:pt x="1059" y="1856"/>
                    <a:pt x="1058" y="1841"/>
                  </a:cubicBezTo>
                  <a:cubicBezTo>
                    <a:pt x="1058" y="1838"/>
                    <a:pt x="1058" y="1835"/>
                    <a:pt x="1058" y="1832"/>
                  </a:cubicBezTo>
                  <a:cubicBezTo>
                    <a:pt x="1060" y="1844"/>
                    <a:pt x="1062" y="1855"/>
                    <a:pt x="1065" y="1867"/>
                  </a:cubicBezTo>
                  <a:lnTo>
                    <a:pt x="1066" y="1868"/>
                  </a:lnTo>
                  <a:cubicBezTo>
                    <a:pt x="1066" y="1869"/>
                    <a:pt x="1067" y="1870"/>
                    <a:pt x="1068" y="1871"/>
                  </a:cubicBezTo>
                  <a:cubicBezTo>
                    <a:pt x="1069" y="1871"/>
                    <a:pt x="1070" y="1871"/>
                    <a:pt x="1071" y="1872"/>
                  </a:cubicBezTo>
                  <a:cubicBezTo>
                    <a:pt x="1072" y="1930"/>
                    <a:pt x="1076" y="1988"/>
                    <a:pt x="1083" y="2046"/>
                  </a:cubicBezTo>
                  <a:cubicBezTo>
                    <a:pt x="1083" y="2047"/>
                    <a:pt x="1083" y="2047"/>
                    <a:pt x="1084" y="2048"/>
                  </a:cubicBezTo>
                  <a:lnTo>
                    <a:pt x="1085" y="2049"/>
                  </a:lnTo>
                  <a:cubicBezTo>
                    <a:pt x="1086" y="2050"/>
                    <a:pt x="1087" y="2050"/>
                    <a:pt x="1088" y="2050"/>
                  </a:cubicBezTo>
                  <a:cubicBezTo>
                    <a:pt x="1089" y="2050"/>
                    <a:pt x="1090" y="2050"/>
                    <a:pt x="1091" y="2049"/>
                  </a:cubicBezTo>
                  <a:lnTo>
                    <a:pt x="1092" y="2048"/>
                  </a:lnTo>
                  <a:cubicBezTo>
                    <a:pt x="1093" y="2047"/>
                    <a:pt x="1093" y="2047"/>
                    <a:pt x="1093" y="2046"/>
                  </a:cubicBezTo>
                  <a:cubicBezTo>
                    <a:pt x="1093" y="2060"/>
                    <a:pt x="1093" y="2073"/>
                    <a:pt x="1092" y="2087"/>
                  </a:cubicBezTo>
                  <a:cubicBezTo>
                    <a:pt x="1085" y="2124"/>
                    <a:pt x="1080" y="2162"/>
                    <a:pt x="1071" y="2199"/>
                  </a:cubicBezTo>
                  <a:cubicBezTo>
                    <a:pt x="1066" y="2219"/>
                    <a:pt x="1062" y="2238"/>
                    <a:pt x="1057" y="2258"/>
                  </a:cubicBezTo>
                  <a:cubicBezTo>
                    <a:pt x="1054" y="2269"/>
                    <a:pt x="1050" y="2280"/>
                    <a:pt x="1046" y="2290"/>
                  </a:cubicBezTo>
                  <a:cubicBezTo>
                    <a:pt x="1048" y="2270"/>
                    <a:pt x="1050" y="2249"/>
                    <a:pt x="1053" y="2229"/>
                  </a:cubicBezTo>
                  <a:cubicBezTo>
                    <a:pt x="1058" y="2203"/>
                    <a:pt x="1061" y="2176"/>
                    <a:pt x="1061" y="2149"/>
                  </a:cubicBezTo>
                  <a:cubicBezTo>
                    <a:pt x="1061" y="2145"/>
                    <a:pt x="1055" y="2144"/>
                    <a:pt x="1054" y="2149"/>
                  </a:cubicBezTo>
                  <a:cubicBezTo>
                    <a:pt x="1050" y="2175"/>
                    <a:pt x="1042" y="2200"/>
                    <a:pt x="1035" y="2227"/>
                  </a:cubicBezTo>
                  <a:cubicBezTo>
                    <a:pt x="1025" y="2267"/>
                    <a:pt x="1024" y="2307"/>
                    <a:pt x="1012" y="2347"/>
                  </a:cubicBezTo>
                  <a:cubicBezTo>
                    <a:pt x="1008" y="2358"/>
                    <a:pt x="1003" y="2368"/>
                    <a:pt x="998" y="2377"/>
                  </a:cubicBezTo>
                  <a:cubicBezTo>
                    <a:pt x="996" y="2380"/>
                    <a:pt x="994" y="2383"/>
                    <a:pt x="992" y="2386"/>
                  </a:cubicBezTo>
                  <a:cubicBezTo>
                    <a:pt x="994" y="2382"/>
                    <a:pt x="996" y="2377"/>
                    <a:pt x="999" y="2373"/>
                  </a:cubicBezTo>
                  <a:cubicBezTo>
                    <a:pt x="1017" y="2339"/>
                    <a:pt x="1013" y="2300"/>
                    <a:pt x="1027" y="2265"/>
                  </a:cubicBezTo>
                  <a:cubicBezTo>
                    <a:pt x="1029" y="2260"/>
                    <a:pt x="1023" y="2257"/>
                    <a:pt x="1020" y="2261"/>
                  </a:cubicBezTo>
                  <a:cubicBezTo>
                    <a:pt x="995" y="2288"/>
                    <a:pt x="1001" y="2333"/>
                    <a:pt x="984" y="2365"/>
                  </a:cubicBezTo>
                  <a:cubicBezTo>
                    <a:pt x="964" y="2402"/>
                    <a:pt x="959" y="2447"/>
                    <a:pt x="945" y="2488"/>
                  </a:cubicBezTo>
                  <a:cubicBezTo>
                    <a:pt x="937" y="2517"/>
                    <a:pt x="925" y="2546"/>
                    <a:pt x="910" y="2573"/>
                  </a:cubicBezTo>
                  <a:cubicBezTo>
                    <a:pt x="904" y="2583"/>
                    <a:pt x="897" y="2594"/>
                    <a:pt x="889" y="2604"/>
                  </a:cubicBezTo>
                  <a:cubicBezTo>
                    <a:pt x="855" y="2645"/>
                    <a:pt x="856" y="2607"/>
                    <a:pt x="853" y="2578"/>
                  </a:cubicBezTo>
                  <a:cubicBezTo>
                    <a:pt x="853" y="2577"/>
                    <a:pt x="853" y="2577"/>
                    <a:pt x="853" y="2577"/>
                  </a:cubicBezTo>
                  <a:cubicBezTo>
                    <a:pt x="852" y="2576"/>
                    <a:pt x="852" y="2576"/>
                    <a:pt x="852" y="2576"/>
                  </a:cubicBezTo>
                  <a:cubicBezTo>
                    <a:pt x="851" y="2576"/>
                    <a:pt x="851" y="2575"/>
                    <a:pt x="850" y="2575"/>
                  </a:cubicBezTo>
                  <a:cubicBezTo>
                    <a:pt x="863" y="2546"/>
                    <a:pt x="869" y="2515"/>
                    <a:pt x="869" y="2484"/>
                  </a:cubicBezTo>
                  <a:cubicBezTo>
                    <a:pt x="869" y="2478"/>
                    <a:pt x="869" y="2471"/>
                    <a:pt x="868" y="2465"/>
                  </a:cubicBezTo>
                  <a:cubicBezTo>
                    <a:pt x="868" y="2464"/>
                    <a:pt x="868" y="2464"/>
                    <a:pt x="867" y="2463"/>
                  </a:cubicBezTo>
                  <a:cubicBezTo>
                    <a:pt x="866" y="2462"/>
                    <a:pt x="866" y="2463"/>
                    <a:pt x="865" y="2463"/>
                  </a:cubicBezTo>
                  <a:cubicBezTo>
                    <a:pt x="865" y="2463"/>
                    <a:pt x="864" y="2462"/>
                    <a:pt x="863" y="2463"/>
                  </a:cubicBezTo>
                  <a:cubicBezTo>
                    <a:pt x="862" y="2464"/>
                    <a:pt x="862" y="2464"/>
                    <a:pt x="862" y="2465"/>
                  </a:cubicBezTo>
                  <a:cubicBezTo>
                    <a:pt x="853" y="2481"/>
                    <a:pt x="847" y="2499"/>
                    <a:pt x="846" y="2518"/>
                  </a:cubicBezTo>
                  <a:cubicBezTo>
                    <a:pt x="844" y="2557"/>
                    <a:pt x="821" y="2590"/>
                    <a:pt x="812" y="2626"/>
                  </a:cubicBezTo>
                  <a:cubicBezTo>
                    <a:pt x="810" y="2635"/>
                    <a:pt x="776" y="2702"/>
                    <a:pt x="769" y="2692"/>
                  </a:cubicBezTo>
                  <a:cubicBezTo>
                    <a:pt x="746" y="2655"/>
                    <a:pt x="756" y="2602"/>
                    <a:pt x="753" y="2560"/>
                  </a:cubicBezTo>
                  <a:cubicBezTo>
                    <a:pt x="753" y="2558"/>
                    <a:pt x="751" y="2558"/>
                    <a:pt x="750" y="2560"/>
                  </a:cubicBezTo>
                  <a:cubicBezTo>
                    <a:pt x="758" y="2527"/>
                    <a:pt x="768" y="2495"/>
                    <a:pt x="776" y="2462"/>
                  </a:cubicBezTo>
                  <a:cubicBezTo>
                    <a:pt x="783" y="2441"/>
                    <a:pt x="791" y="2420"/>
                    <a:pt x="800" y="2399"/>
                  </a:cubicBezTo>
                  <a:cubicBezTo>
                    <a:pt x="805" y="2382"/>
                    <a:pt x="809" y="2363"/>
                    <a:pt x="810" y="2345"/>
                  </a:cubicBezTo>
                  <a:cubicBezTo>
                    <a:pt x="810" y="2351"/>
                    <a:pt x="810" y="2356"/>
                    <a:pt x="812" y="2361"/>
                  </a:cubicBezTo>
                  <a:cubicBezTo>
                    <a:pt x="818" y="2397"/>
                    <a:pt x="819" y="2444"/>
                    <a:pt x="839" y="2476"/>
                  </a:cubicBezTo>
                  <a:cubicBezTo>
                    <a:pt x="840" y="2477"/>
                    <a:pt x="841" y="2478"/>
                    <a:pt x="842" y="2479"/>
                  </a:cubicBezTo>
                  <a:cubicBezTo>
                    <a:pt x="843" y="2480"/>
                    <a:pt x="844" y="2480"/>
                    <a:pt x="846" y="2480"/>
                  </a:cubicBezTo>
                  <a:cubicBezTo>
                    <a:pt x="847" y="2480"/>
                    <a:pt x="848" y="2480"/>
                    <a:pt x="850" y="2479"/>
                  </a:cubicBezTo>
                  <a:cubicBezTo>
                    <a:pt x="851" y="2478"/>
                    <a:pt x="852" y="2477"/>
                    <a:pt x="853" y="2476"/>
                  </a:cubicBezTo>
                  <a:cubicBezTo>
                    <a:pt x="853" y="2475"/>
                    <a:pt x="854" y="2475"/>
                    <a:pt x="854" y="2474"/>
                  </a:cubicBezTo>
                  <a:cubicBezTo>
                    <a:pt x="858" y="2465"/>
                    <a:pt x="862" y="2455"/>
                    <a:pt x="865" y="2445"/>
                  </a:cubicBezTo>
                  <a:lnTo>
                    <a:pt x="865" y="2446"/>
                  </a:lnTo>
                  <a:cubicBezTo>
                    <a:pt x="865" y="2447"/>
                    <a:pt x="865" y="2447"/>
                    <a:pt x="865" y="2448"/>
                  </a:cubicBezTo>
                  <a:cubicBezTo>
                    <a:pt x="870" y="2472"/>
                    <a:pt x="879" y="2511"/>
                    <a:pt x="899" y="2528"/>
                  </a:cubicBezTo>
                  <a:cubicBezTo>
                    <a:pt x="900" y="2528"/>
                    <a:pt x="899" y="2528"/>
                    <a:pt x="900" y="2529"/>
                  </a:cubicBezTo>
                  <a:cubicBezTo>
                    <a:pt x="901" y="2530"/>
                    <a:pt x="903" y="2530"/>
                    <a:pt x="905" y="2530"/>
                  </a:cubicBezTo>
                  <a:cubicBezTo>
                    <a:pt x="906" y="2530"/>
                    <a:pt x="908" y="2530"/>
                    <a:pt x="909" y="2529"/>
                  </a:cubicBezTo>
                  <a:cubicBezTo>
                    <a:pt x="910" y="2528"/>
                    <a:pt x="911" y="2528"/>
                    <a:pt x="912" y="2527"/>
                  </a:cubicBezTo>
                  <a:cubicBezTo>
                    <a:pt x="937" y="2495"/>
                    <a:pt x="929" y="2433"/>
                    <a:pt x="934" y="2395"/>
                  </a:cubicBezTo>
                  <a:cubicBezTo>
                    <a:pt x="941" y="2361"/>
                    <a:pt x="945" y="2327"/>
                    <a:pt x="946" y="2293"/>
                  </a:cubicBezTo>
                  <a:cubicBezTo>
                    <a:pt x="947" y="2288"/>
                    <a:pt x="949" y="2282"/>
                    <a:pt x="950" y="2277"/>
                  </a:cubicBezTo>
                  <a:cubicBezTo>
                    <a:pt x="968" y="2221"/>
                    <a:pt x="980" y="2164"/>
                    <a:pt x="986" y="2106"/>
                  </a:cubicBezTo>
                  <a:lnTo>
                    <a:pt x="985" y="2106"/>
                  </a:lnTo>
                  <a:moveTo>
                    <a:pt x="970" y="1564"/>
                  </a:moveTo>
                  <a:lnTo>
                    <a:pt x="970" y="1567"/>
                  </a:lnTo>
                  <a:lnTo>
                    <a:pt x="970" y="1562"/>
                  </a:lnTo>
                  <a:lnTo>
                    <a:pt x="970" y="1564"/>
                  </a:lnTo>
                  <a:moveTo>
                    <a:pt x="963" y="1538"/>
                  </a:moveTo>
                  <a:lnTo>
                    <a:pt x="961" y="1538"/>
                  </a:lnTo>
                  <a:lnTo>
                    <a:pt x="959" y="1523"/>
                  </a:lnTo>
                  <a:lnTo>
                    <a:pt x="963" y="1538"/>
                  </a:lnTo>
                  <a:moveTo>
                    <a:pt x="1268" y="805"/>
                  </a:moveTo>
                  <a:lnTo>
                    <a:pt x="1268" y="805"/>
                  </a:lnTo>
                  <a:moveTo>
                    <a:pt x="831" y="275"/>
                  </a:moveTo>
                  <a:lnTo>
                    <a:pt x="831" y="275"/>
                  </a:lnTo>
                  <a:moveTo>
                    <a:pt x="730" y="187"/>
                  </a:moveTo>
                  <a:lnTo>
                    <a:pt x="731" y="189"/>
                  </a:lnTo>
                  <a:cubicBezTo>
                    <a:pt x="751" y="223"/>
                    <a:pt x="776" y="253"/>
                    <a:pt x="807" y="279"/>
                  </a:cubicBezTo>
                  <a:lnTo>
                    <a:pt x="803" y="280"/>
                  </a:lnTo>
                  <a:cubicBezTo>
                    <a:pt x="802" y="279"/>
                    <a:pt x="801" y="278"/>
                    <a:pt x="799" y="277"/>
                  </a:cubicBezTo>
                  <a:cubicBezTo>
                    <a:pt x="797" y="276"/>
                    <a:pt x="794" y="275"/>
                    <a:pt x="791" y="275"/>
                  </a:cubicBezTo>
                  <a:cubicBezTo>
                    <a:pt x="790" y="274"/>
                    <a:pt x="789" y="273"/>
                    <a:pt x="788" y="272"/>
                  </a:cubicBezTo>
                  <a:cubicBezTo>
                    <a:pt x="787" y="271"/>
                    <a:pt x="785" y="271"/>
                    <a:pt x="784" y="271"/>
                  </a:cubicBezTo>
                  <a:cubicBezTo>
                    <a:pt x="783" y="271"/>
                    <a:pt x="782" y="271"/>
                    <a:pt x="782" y="271"/>
                  </a:cubicBezTo>
                  <a:cubicBezTo>
                    <a:pt x="779" y="271"/>
                    <a:pt x="776" y="271"/>
                    <a:pt x="774" y="272"/>
                  </a:cubicBezTo>
                  <a:cubicBezTo>
                    <a:pt x="774" y="267"/>
                    <a:pt x="774" y="262"/>
                    <a:pt x="774" y="261"/>
                  </a:cubicBezTo>
                  <a:cubicBezTo>
                    <a:pt x="774" y="260"/>
                    <a:pt x="773" y="258"/>
                    <a:pt x="773" y="257"/>
                  </a:cubicBezTo>
                  <a:cubicBezTo>
                    <a:pt x="772" y="256"/>
                    <a:pt x="771" y="254"/>
                    <a:pt x="769" y="254"/>
                  </a:cubicBezTo>
                  <a:cubicBezTo>
                    <a:pt x="767" y="253"/>
                    <a:pt x="766" y="252"/>
                    <a:pt x="764" y="252"/>
                  </a:cubicBezTo>
                  <a:cubicBezTo>
                    <a:pt x="762" y="252"/>
                    <a:pt x="760" y="253"/>
                    <a:pt x="759" y="254"/>
                  </a:cubicBezTo>
                  <a:cubicBezTo>
                    <a:pt x="758" y="254"/>
                    <a:pt x="757" y="255"/>
                    <a:pt x="757" y="255"/>
                  </a:cubicBezTo>
                  <a:lnTo>
                    <a:pt x="755" y="257"/>
                  </a:lnTo>
                  <a:cubicBezTo>
                    <a:pt x="756" y="250"/>
                    <a:pt x="757" y="243"/>
                    <a:pt x="757" y="235"/>
                  </a:cubicBezTo>
                  <a:lnTo>
                    <a:pt x="757" y="234"/>
                  </a:lnTo>
                  <a:cubicBezTo>
                    <a:pt x="757" y="233"/>
                    <a:pt x="757" y="232"/>
                    <a:pt x="756" y="230"/>
                  </a:cubicBezTo>
                  <a:cubicBezTo>
                    <a:pt x="755" y="228"/>
                    <a:pt x="753" y="227"/>
                    <a:pt x="752" y="226"/>
                  </a:cubicBezTo>
                  <a:cubicBezTo>
                    <a:pt x="750" y="225"/>
                    <a:pt x="749" y="225"/>
                    <a:pt x="748" y="225"/>
                  </a:cubicBezTo>
                  <a:cubicBezTo>
                    <a:pt x="746" y="225"/>
                    <a:pt x="744" y="225"/>
                    <a:pt x="743" y="226"/>
                  </a:cubicBezTo>
                  <a:cubicBezTo>
                    <a:pt x="741" y="227"/>
                    <a:pt x="741" y="228"/>
                    <a:pt x="740" y="230"/>
                  </a:cubicBezTo>
                  <a:cubicBezTo>
                    <a:pt x="739" y="231"/>
                    <a:pt x="739" y="231"/>
                    <a:pt x="739" y="232"/>
                  </a:cubicBezTo>
                  <a:lnTo>
                    <a:pt x="735" y="242"/>
                  </a:lnTo>
                  <a:cubicBezTo>
                    <a:pt x="735" y="241"/>
                    <a:pt x="735" y="240"/>
                    <a:pt x="735" y="239"/>
                  </a:cubicBezTo>
                  <a:cubicBezTo>
                    <a:pt x="735" y="238"/>
                    <a:pt x="735" y="238"/>
                    <a:pt x="735" y="238"/>
                  </a:cubicBezTo>
                  <a:cubicBezTo>
                    <a:pt x="735" y="236"/>
                    <a:pt x="733" y="235"/>
                    <a:pt x="733" y="233"/>
                  </a:cubicBezTo>
                  <a:cubicBezTo>
                    <a:pt x="732" y="231"/>
                    <a:pt x="731" y="231"/>
                    <a:pt x="730" y="230"/>
                  </a:cubicBezTo>
                  <a:cubicBezTo>
                    <a:pt x="729" y="229"/>
                    <a:pt x="726" y="229"/>
                    <a:pt x="725" y="229"/>
                  </a:cubicBezTo>
                  <a:cubicBezTo>
                    <a:pt x="723" y="229"/>
                    <a:pt x="722" y="229"/>
                    <a:pt x="721" y="230"/>
                  </a:cubicBezTo>
                  <a:cubicBezTo>
                    <a:pt x="719" y="231"/>
                    <a:pt x="717" y="232"/>
                    <a:pt x="717" y="233"/>
                  </a:cubicBezTo>
                  <a:cubicBezTo>
                    <a:pt x="716" y="234"/>
                    <a:pt x="717" y="235"/>
                    <a:pt x="717" y="235"/>
                  </a:cubicBezTo>
                  <a:cubicBezTo>
                    <a:pt x="714" y="242"/>
                    <a:pt x="711" y="248"/>
                    <a:pt x="709" y="255"/>
                  </a:cubicBezTo>
                  <a:cubicBezTo>
                    <a:pt x="707" y="255"/>
                    <a:pt x="706" y="256"/>
                    <a:pt x="705" y="256"/>
                  </a:cubicBezTo>
                  <a:cubicBezTo>
                    <a:pt x="704" y="257"/>
                    <a:pt x="703" y="258"/>
                    <a:pt x="702" y="259"/>
                  </a:cubicBezTo>
                  <a:cubicBezTo>
                    <a:pt x="702" y="258"/>
                    <a:pt x="701" y="258"/>
                    <a:pt x="701" y="257"/>
                  </a:cubicBezTo>
                  <a:cubicBezTo>
                    <a:pt x="700" y="256"/>
                    <a:pt x="699" y="255"/>
                    <a:pt x="698" y="254"/>
                  </a:cubicBezTo>
                  <a:cubicBezTo>
                    <a:pt x="712" y="236"/>
                    <a:pt x="725" y="227"/>
                    <a:pt x="731" y="204"/>
                  </a:cubicBezTo>
                  <a:lnTo>
                    <a:pt x="731" y="202"/>
                  </a:lnTo>
                  <a:lnTo>
                    <a:pt x="731" y="201"/>
                  </a:lnTo>
                  <a:cubicBezTo>
                    <a:pt x="731" y="200"/>
                    <a:pt x="730" y="199"/>
                    <a:pt x="730" y="197"/>
                  </a:cubicBezTo>
                  <a:cubicBezTo>
                    <a:pt x="729" y="195"/>
                    <a:pt x="729" y="196"/>
                    <a:pt x="728" y="195"/>
                  </a:cubicBezTo>
                  <a:cubicBezTo>
                    <a:pt x="727" y="195"/>
                    <a:pt x="726" y="194"/>
                    <a:pt x="726" y="194"/>
                  </a:cubicBezTo>
                  <a:cubicBezTo>
                    <a:pt x="728" y="191"/>
                    <a:pt x="729" y="189"/>
                    <a:pt x="730" y="187"/>
                  </a:cubicBezTo>
                  <a:moveTo>
                    <a:pt x="757" y="299"/>
                  </a:moveTo>
                  <a:lnTo>
                    <a:pt x="757" y="299"/>
                  </a:lnTo>
                  <a:moveTo>
                    <a:pt x="739" y="312"/>
                  </a:moveTo>
                  <a:lnTo>
                    <a:pt x="729" y="319"/>
                  </a:lnTo>
                  <a:cubicBezTo>
                    <a:pt x="730" y="313"/>
                    <a:pt x="731" y="308"/>
                    <a:pt x="732" y="302"/>
                  </a:cubicBezTo>
                  <a:cubicBezTo>
                    <a:pt x="734" y="297"/>
                    <a:pt x="732" y="304"/>
                    <a:pt x="732" y="305"/>
                  </a:cubicBezTo>
                  <a:cubicBezTo>
                    <a:pt x="732" y="307"/>
                    <a:pt x="733" y="308"/>
                    <a:pt x="734" y="310"/>
                  </a:cubicBezTo>
                  <a:cubicBezTo>
                    <a:pt x="734" y="311"/>
                    <a:pt x="736" y="312"/>
                    <a:pt x="737" y="313"/>
                  </a:cubicBezTo>
                  <a:lnTo>
                    <a:pt x="739" y="312"/>
                  </a:lnTo>
                  <a:moveTo>
                    <a:pt x="713" y="331"/>
                  </a:moveTo>
                  <a:lnTo>
                    <a:pt x="705" y="336"/>
                  </a:lnTo>
                  <a:cubicBezTo>
                    <a:pt x="707" y="330"/>
                    <a:pt x="709" y="325"/>
                    <a:pt x="710" y="319"/>
                  </a:cubicBezTo>
                  <a:cubicBezTo>
                    <a:pt x="710" y="320"/>
                    <a:pt x="710" y="322"/>
                    <a:pt x="710" y="323"/>
                  </a:cubicBezTo>
                  <a:cubicBezTo>
                    <a:pt x="710" y="324"/>
                    <a:pt x="710" y="325"/>
                    <a:pt x="710" y="326"/>
                  </a:cubicBezTo>
                  <a:cubicBezTo>
                    <a:pt x="710" y="327"/>
                    <a:pt x="710" y="329"/>
                    <a:pt x="711" y="330"/>
                  </a:cubicBezTo>
                  <a:cubicBezTo>
                    <a:pt x="711" y="331"/>
                    <a:pt x="712" y="331"/>
                    <a:pt x="712" y="332"/>
                  </a:cubicBezTo>
                  <a:lnTo>
                    <a:pt x="713" y="331"/>
                  </a:lnTo>
                  <a:moveTo>
                    <a:pt x="608" y="158"/>
                  </a:moveTo>
                  <a:lnTo>
                    <a:pt x="604" y="161"/>
                  </a:lnTo>
                  <a:lnTo>
                    <a:pt x="603" y="161"/>
                  </a:lnTo>
                  <a:cubicBezTo>
                    <a:pt x="593" y="168"/>
                    <a:pt x="584" y="176"/>
                    <a:pt x="576" y="185"/>
                  </a:cubicBezTo>
                  <a:cubicBezTo>
                    <a:pt x="576" y="182"/>
                    <a:pt x="575" y="180"/>
                    <a:pt x="575" y="177"/>
                  </a:cubicBezTo>
                  <a:cubicBezTo>
                    <a:pt x="573" y="169"/>
                    <a:pt x="573" y="161"/>
                    <a:pt x="572" y="153"/>
                  </a:cubicBezTo>
                  <a:cubicBezTo>
                    <a:pt x="584" y="156"/>
                    <a:pt x="595" y="158"/>
                    <a:pt x="607" y="158"/>
                  </a:cubicBezTo>
                  <a:lnTo>
                    <a:pt x="608" y="158"/>
                  </a:lnTo>
                  <a:moveTo>
                    <a:pt x="560" y="147"/>
                  </a:moveTo>
                  <a:cubicBezTo>
                    <a:pt x="558" y="154"/>
                    <a:pt x="558" y="160"/>
                    <a:pt x="558" y="167"/>
                  </a:cubicBezTo>
                  <a:cubicBezTo>
                    <a:pt x="558" y="170"/>
                    <a:pt x="558" y="173"/>
                    <a:pt x="558" y="177"/>
                  </a:cubicBezTo>
                  <a:cubicBezTo>
                    <a:pt x="558" y="185"/>
                    <a:pt x="560" y="192"/>
                    <a:pt x="564" y="198"/>
                  </a:cubicBezTo>
                  <a:lnTo>
                    <a:pt x="556" y="209"/>
                  </a:lnTo>
                  <a:cubicBezTo>
                    <a:pt x="555" y="197"/>
                    <a:pt x="550" y="185"/>
                    <a:pt x="549" y="174"/>
                  </a:cubicBezTo>
                  <a:cubicBezTo>
                    <a:pt x="548" y="162"/>
                    <a:pt x="548" y="151"/>
                    <a:pt x="548" y="140"/>
                  </a:cubicBezTo>
                  <a:cubicBezTo>
                    <a:pt x="551" y="143"/>
                    <a:pt x="555" y="146"/>
                    <a:pt x="559" y="148"/>
                  </a:cubicBezTo>
                  <a:lnTo>
                    <a:pt x="560" y="147"/>
                  </a:lnTo>
                  <a:moveTo>
                    <a:pt x="538" y="132"/>
                  </a:moveTo>
                  <a:cubicBezTo>
                    <a:pt x="535" y="159"/>
                    <a:pt x="529" y="199"/>
                    <a:pt x="549" y="218"/>
                  </a:cubicBezTo>
                  <a:cubicBezTo>
                    <a:pt x="545" y="225"/>
                    <a:pt x="540" y="232"/>
                    <a:pt x="536" y="239"/>
                  </a:cubicBezTo>
                  <a:cubicBezTo>
                    <a:pt x="536" y="236"/>
                    <a:pt x="534" y="234"/>
                    <a:pt x="534" y="231"/>
                  </a:cubicBezTo>
                  <a:cubicBezTo>
                    <a:pt x="533" y="226"/>
                    <a:pt x="532" y="222"/>
                    <a:pt x="531" y="217"/>
                  </a:cubicBezTo>
                  <a:cubicBezTo>
                    <a:pt x="530" y="205"/>
                    <a:pt x="529" y="193"/>
                    <a:pt x="526" y="181"/>
                  </a:cubicBezTo>
                  <a:cubicBezTo>
                    <a:pt x="520" y="157"/>
                    <a:pt x="518" y="132"/>
                    <a:pt x="512" y="109"/>
                  </a:cubicBezTo>
                  <a:cubicBezTo>
                    <a:pt x="520" y="117"/>
                    <a:pt x="528" y="126"/>
                    <a:pt x="537" y="133"/>
                  </a:cubicBezTo>
                  <a:lnTo>
                    <a:pt x="538" y="132"/>
                  </a:lnTo>
                  <a:moveTo>
                    <a:pt x="447" y="635"/>
                  </a:moveTo>
                  <a:cubicBezTo>
                    <a:pt x="447" y="632"/>
                    <a:pt x="447" y="629"/>
                    <a:pt x="448" y="626"/>
                  </a:cubicBezTo>
                  <a:cubicBezTo>
                    <a:pt x="450" y="630"/>
                    <a:pt x="451" y="633"/>
                    <a:pt x="454" y="637"/>
                  </a:cubicBezTo>
                  <a:cubicBezTo>
                    <a:pt x="454" y="638"/>
                    <a:pt x="455" y="639"/>
                    <a:pt x="456" y="641"/>
                  </a:cubicBezTo>
                  <a:lnTo>
                    <a:pt x="447" y="635"/>
                  </a:lnTo>
                  <a:moveTo>
                    <a:pt x="466" y="332"/>
                  </a:moveTo>
                  <a:cubicBezTo>
                    <a:pt x="472" y="310"/>
                    <a:pt x="479" y="288"/>
                    <a:pt x="487" y="268"/>
                  </a:cubicBezTo>
                  <a:cubicBezTo>
                    <a:pt x="490" y="255"/>
                    <a:pt x="491" y="243"/>
                    <a:pt x="491" y="231"/>
                  </a:cubicBezTo>
                  <a:cubicBezTo>
                    <a:pt x="491" y="222"/>
                    <a:pt x="490" y="213"/>
                    <a:pt x="489" y="204"/>
                  </a:cubicBezTo>
                  <a:cubicBezTo>
                    <a:pt x="487" y="160"/>
                    <a:pt x="487" y="117"/>
                    <a:pt x="483" y="73"/>
                  </a:cubicBezTo>
                  <a:cubicBezTo>
                    <a:pt x="488" y="81"/>
                    <a:pt x="494" y="88"/>
                    <a:pt x="500" y="96"/>
                  </a:cubicBezTo>
                  <a:cubicBezTo>
                    <a:pt x="499" y="102"/>
                    <a:pt x="499" y="109"/>
                    <a:pt x="499" y="115"/>
                  </a:cubicBezTo>
                  <a:cubicBezTo>
                    <a:pt x="499" y="132"/>
                    <a:pt x="502" y="149"/>
                    <a:pt x="507" y="166"/>
                  </a:cubicBezTo>
                  <a:cubicBezTo>
                    <a:pt x="510" y="186"/>
                    <a:pt x="514" y="205"/>
                    <a:pt x="520" y="225"/>
                  </a:cubicBezTo>
                  <a:cubicBezTo>
                    <a:pt x="519" y="229"/>
                    <a:pt x="519" y="233"/>
                    <a:pt x="519" y="237"/>
                  </a:cubicBezTo>
                  <a:cubicBezTo>
                    <a:pt x="519" y="244"/>
                    <a:pt x="520" y="251"/>
                    <a:pt x="521" y="258"/>
                  </a:cubicBezTo>
                  <a:cubicBezTo>
                    <a:pt x="521" y="259"/>
                    <a:pt x="522" y="260"/>
                    <a:pt x="522" y="261"/>
                  </a:cubicBezTo>
                  <a:lnTo>
                    <a:pt x="523" y="262"/>
                  </a:lnTo>
                  <a:cubicBezTo>
                    <a:pt x="520" y="268"/>
                    <a:pt x="517" y="273"/>
                    <a:pt x="515" y="279"/>
                  </a:cubicBezTo>
                  <a:cubicBezTo>
                    <a:pt x="515" y="261"/>
                    <a:pt x="512" y="244"/>
                    <a:pt x="510" y="227"/>
                  </a:cubicBezTo>
                  <a:cubicBezTo>
                    <a:pt x="510" y="223"/>
                    <a:pt x="505" y="224"/>
                    <a:pt x="504" y="227"/>
                  </a:cubicBezTo>
                  <a:cubicBezTo>
                    <a:pt x="503" y="244"/>
                    <a:pt x="501" y="261"/>
                    <a:pt x="500" y="278"/>
                  </a:cubicBezTo>
                  <a:cubicBezTo>
                    <a:pt x="499" y="282"/>
                    <a:pt x="499" y="285"/>
                    <a:pt x="499" y="289"/>
                  </a:cubicBezTo>
                  <a:cubicBezTo>
                    <a:pt x="499" y="296"/>
                    <a:pt x="500" y="303"/>
                    <a:pt x="502" y="309"/>
                  </a:cubicBezTo>
                  <a:cubicBezTo>
                    <a:pt x="499" y="316"/>
                    <a:pt x="497" y="323"/>
                    <a:pt x="494" y="330"/>
                  </a:cubicBezTo>
                  <a:cubicBezTo>
                    <a:pt x="494" y="323"/>
                    <a:pt x="493" y="315"/>
                    <a:pt x="492" y="308"/>
                  </a:cubicBezTo>
                  <a:cubicBezTo>
                    <a:pt x="491" y="301"/>
                    <a:pt x="478" y="298"/>
                    <a:pt x="477" y="308"/>
                  </a:cubicBezTo>
                  <a:cubicBezTo>
                    <a:pt x="474" y="327"/>
                    <a:pt x="473" y="346"/>
                    <a:pt x="473" y="366"/>
                  </a:cubicBezTo>
                  <a:lnTo>
                    <a:pt x="473" y="367"/>
                  </a:lnTo>
                  <a:cubicBezTo>
                    <a:pt x="473" y="369"/>
                    <a:pt x="473" y="371"/>
                    <a:pt x="475" y="373"/>
                  </a:cubicBezTo>
                  <a:cubicBezTo>
                    <a:pt x="476" y="374"/>
                    <a:pt x="477" y="376"/>
                    <a:pt x="479" y="377"/>
                  </a:cubicBezTo>
                  <a:cubicBezTo>
                    <a:pt x="472" y="399"/>
                    <a:pt x="464" y="423"/>
                    <a:pt x="459" y="447"/>
                  </a:cubicBezTo>
                  <a:cubicBezTo>
                    <a:pt x="459" y="441"/>
                    <a:pt x="459" y="435"/>
                    <a:pt x="459" y="429"/>
                  </a:cubicBezTo>
                  <a:cubicBezTo>
                    <a:pt x="459" y="397"/>
                    <a:pt x="461" y="365"/>
                    <a:pt x="465" y="332"/>
                  </a:cubicBezTo>
                  <a:lnTo>
                    <a:pt x="466" y="332"/>
                  </a:lnTo>
                  <a:moveTo>
                    <a:pt x="464" y="560"/>
                  </a:moveTo>
                  <a:cubicBezTo>
                    <a:pt x="471" y="492"/>
                    <a:pt x="485" y="424"/>
                    <a:pt x="508" y="360"/>
                  </a:cubicBezTo>
                  <a:cubicBezTo>
                    <a:pt x="514" y="343"/>
                    <a:pt x="518" y="325"/>
                    <a:pt x="523" y="309"/>
                  </a:cubicBezTo>
                  <a:cubicBezTo>
                    <a:pt x="528" y="292"/>
                    <a:pt x="538" y="276"/>
                    <a:pt x="546" y="260"/>
                  </a:cubicBezTo>
                  <a:cubicBezTo>
                    <a:pt x="566" y="223"/>
                    <a:pt x="602" y="195"/>
                    <a:pt x="621" y="159"/>
                  </a:cubicBezTo>
                  <a:lnTo>
                    <a:pt x="629" y="160"/>
                  </a:lnTo>
                  <a:cubicBezTo>
                    <a:pt x="637" y="162"/>
                    <a:pt x="646" y="163"/>
                    <a:pt x="655" y="163"/>
                  </a:cubicBezTo>
                  <a:cubicBezTo>
                    <a:pt x="657" y="163"/>
                    <a:pt x="659" y="163"/>
                    <a:pt x="662" y="163"/>
                  </a:cubicBezTo>
                  <a:cubicBezTo>
                    <a:pt x="682" y="168"/>
                    <a:pt x="702" y="175"/>
                    <a:pt x="721" y="183"/>
                  </a:cubicBezTo>
                  <a:cubicBezTo>
                    <a:pt x="703" y="213"/>
                    <a:pt x="682" y="241"/>
                    <a:pt x="658" y="266"/>
                  </a:cubicBezTo>
                  <a:cubicBezTo>
                    <a:pt x="657" y="267"/>
                    <a:pt x="657" y="267"/>
                    <a:pt x="657" y="267"/>
                  </a:cubicBezTo>
                  <a:cubicBezTo>
                    <a:pt x="657" y="268"/>
                    <a:pt x="656" y="268"/>
                    <a:pt x="656" y="269"/>
                  </a:cubicBezTo>
                  <a:cubicBezTo>
                    <a:pt x="648" y="275"/>
                    <a:pt x="641" y="281"/>
                    <a:pt x="633" y="288"/>
                  </a:cubicBezTo>
                  <a:cubicBezTo>
                    <a:pt x="602" y="316"/>
                    <a:pt x="575" y="348"/>
                    <a:pt x="552" y="383"/>
                  </a:cubicBezTo>
                  <a:cubicBezTo>
                    <a:pt x="517" y="434"/>
                    <a:pt x="478" y="497"/>
                    <a:pt x="463" y="561"/>
                  </a:cubicBezTo>
                  <a:lnTo>
                    <a:pt x="464" y="560"/>
                  </a:lnTo>
                  <a:moveTo>
                    <a:pt x="672" y="293"/>
                  </a:moveTo>
                  <a:cubicBezTo>
                    <a:pt x="672" y="293"/>
                    <a:pt x="672" y="292"/>
                    <a:pt x="672" y="291"/>
                  </a:cubicBezTo>
                  <a:cubicBezTo>
                    <a:pt x="672" y="290"/>
                    <a:pt x="672" y="290"/>
                    <a:pt x="672" y="290"/>
                  </a:cubicBezTo>
                  <a:cubicBezTo>
                    <a:pt x="672" y="289"/>
                    <a:pt x="671" y="287"/>
                    <a:pt x="671" y="286"/>
                  </a:cubicBezTo>
                  <a:cubicBezTo>
                    <a:pt x="670" y="285"/>
                    <a:pt x="669" y="284"/>
                    <a:pt x="668" y="283"/>
                  </a:cubicBezTo>
                  <a:cubicBezTo>
                    <a:pt x="666" y="282"/>
                    <a:pt x="665" y="282"/>
                    <a:pt x="664" y="282"/>
                  </a:cubicBezTo>
                  <a:cubicBezTo>
                    <a:pt x="662" y="282"/>
                    <a:pt x="661" y="282"/>
                    <a:pt x="660" y="283"/>
                  </a:cubicBezTo>
                  <a:cubicBezTo>
                    <a:pt x="658" y="284"/>
                    <a:pt x="657" y="285"/>
                    <a:pt x="657" y="286"/>
                  </a:cubicBezTo>
                  <a:cubicBezTo>
                    <a:pt x="656" y="287"/>
                    <a:pt x="656" y="287"/>
                    <a:pt x="656" y="288"/>
                  </a:cubicBezTo>
                  <a:cubicBezTo>
                    <a:pt x="652" y="295"/>
                    <a:pt x="649" y="304"/>
                    <a:pt x="646" y="312"/>
                  </a:cubicBezTo>
                  <a:cubicBezTo>
                    <a:pt x="646" y="310"/>
                    <a:pt x="646" y="307"/>
                    <a:pt x="646" y="305"/>
                  </a:cubicBezTo>
                  <a:cubicBezTo>
                    <a:pt x="646" y="303"/>
                    <a:pt x="641" y="298"/>
                    <a:pt x="637" y="299"/>
                  </a:cubicBezTo>
                  <a:lnTo>
                    <a:pt x="644" y="292"/>
                  </a:lnTo>
                  <a:cubicBezTo>
                    <a:pt x="645" y="291"/>
                    <a:pt x="645" y="291"/>
                    <a:pt x="646" y="291"/>
                  </a:cubicBezTo>
                  <a:cubicBezTo>
                    <a:pt x="647" y="290"/>
                    <a:pt x="649" y="289"/>
                    <a:pt x="650" y="287"/>
                  </a:cubicBezTo>
                  <a:cubicBezTo>
                    <a:pt x="654" y="284"/>
                    <a:pt x="657" y="281"/>
                    <a:pt x="661" y="278"/>
                  </a:cubicBezTo>
                  <a:cubicBezTo>
                    <a:pt x="662" y="278"/>
                    <a:pt x="662" y="278"/>
                    <a:pt x="663" y="278"/>
                  </a:cubicBezTo>
                  <a:cubicBezTo>
                    <a:pt x="664" y="278"/>
                    <a:pt x="665" y="278"/>
                    <a:pt x="665" y="278"/>
                  </a:cubicBezTo>
                  <a:cubicBezTo>
                    <a:pt x="669" y="277"/>
                    <a:pt x="673" y="275"/>
                    <a:pt x="677" y="273"/>
                  </a:cubicBezTo>
                  <a:cubicBezTo>
                    <a:pt x="678" y="272"/>
                    <a:pt x="679" y="272"/>
                    <a:pt x="680" y="271"/>
                  </a:cubicBezTo>
                  <a:cubicBezTo>
                    <a:pt x="676" y="280"/>
                    <a:pt x="673" y="287"/>
                    <a:pt x="670" y="294"/>
                  </a:cubicBezTo>
                  <a:lnTo>
                    <a:pt x="672" y="293"/>
                  </a:lnTo>
                  <a:moveTo>
                    <a:pt x="678" y="337"/>
                  </a:moveTo>
                  <a:cubicBezTo>
                    <a:pt x="678" y="343"/>
                    <a:pt x="678" y="348"/>
                    <a:pt x="678" y="354"/>
                  </a:cubicBezTo>
                  <a:cubicBezTo>
                    <a:pt x="676" y="355"/>
                    <a:pt x="675" y="356"/>
                    <a:pt x="673" y="358"/>
                  </a:cubicBezTo>
                  <a:lnTo>
                    <a:pt x="673" y="359"/>
                  </a:lnTo>
                  <a:lnTo>
                    <a:pt x="678" y="337"/>
                  </a:lnTo>
                  <a:moveTo>
                    <a:pt x="613" y="344"/>
                  </a:moveTo>
                  <a:cubicBezTo>
                    <a:pt x="613" y="341"/>
                    <a:pt x="613" y="339"/>
                    <a:pt x="613" y="337"/>
                  </a:cubicBezTo>
                  <a:cubicBezTo>
                    <a:pt x="613" y="336"/>
                    <a:pt x="613" y="336"/>
                    <a:pt x="613" y="336"/>
                  </a:cubicBezTo>
                  <a:cubicBezTo>
                    <a:pt x="613" y="335"/>
                    <a:pt x="613" y="333"/>
                    <a:pt x="612" y="332"/>
                  </a:cubicBezTo>
                  <a:cubicBezTo>
                    <a:pt x="611" y="331"/>
                    <a:pt x="610" y="330"/>
                    <a:pt x="609" y="329"/>
                  </a:cubicBezTo>
                  <a:cubicBezTo>
                    <a:pt x="608" y="329"/>
                    <a:pt x="608" y="328"/>
                    <a:pt x="607" y="328"/>
                  </a:cubicBezTo>
                  <a:cubicBezTo>
                    <a:pt x="613" y="322"/>
                    <a:pt x="619" y="316"/>
                    <a:pt x="625" y="310"/>
                  </a:cubicBezTo>
                  <a:cubicBezTo>
                    <a:pt x="619" y="321"/>
                    <a:pt x="614" y="332"/>
                    <a:pt x="612" y="344"/>
                  </a:cubicBezTo>
                  <a:lnTo>
                    <a:pt x="613" y="344"/>
                  </a:lnTo>
                  <a:moveTo>
                    <a:pt x="619" y="384"/>
                  </a:moveTo>
                  <a:lnTo>
                    <a:pt x="615" y="399"/>
                  </a:lnTo>
                  <a:lnTo>
                    <a:pt x="611" y="401"/>
                  </a:lnTo>
                  <a:lnTo>
                    <a:pt x="608" y="403"/>
                  </a:lnTo>
                  <a:cubicBezTo>
                    <a:pt x="609" y="400"/>
                    <a:pt x="610" y="396"/>
                    <a:pt x="612" y="393"/>
                  </a:cubicBezTo>
                  <a:lnTo>
                    <a:pt x="619" y="384"/>
                  </a:lnTo>
                  <a:moveTo>
                    <a:pt x="560" y="423"/>
                  </a:moveTo>
                  <a:lnTo>
                    <a:pt x="560" y="422"/>
                  </a:lnTo>
                  <a:cubicBezTo>
                    <a:pt x="557" y="430"/>
                    <a:pt x="554" y="439"/>
                    <a:pt x="552" y="448"/>
                  </a:cubicBezTo>
                  <a:cubicBezTo>
                    <a:pt x="548" y="451"/>
                    <a:pt x="544" y="455"/>
                    <a:pt x="540" y="458"/>
                  </a:cubicBezTo>
                  <a:cubicBezTo>
                    <a:pt x="544" y="447"/>
                    <a:pt x="546" y="435"/>
                    <a:pt x="546" y="423"/>
                  </a:cubicBezTo>
                  <a:cubicBezTo>
                    <a:pt x="546" y="422"/>
                    <a:pt x="546" y="422"/>
                    <a:pt x="545" y="421"/>
                  </a:cubicBezTo>
                  <a:cubicBezTo>
                    <a:pt x="545" y="421"/>
                    <a:pt x="545" y="420"/>
                    <a:pt x="544" y="420"/>
                  </a:cubicBezTo>
                  <a:lnTo>
                    <a:pt x="543" y="420"/>
                  </a:lnTo>
                  <a:cubicBezTo>
                    <a:pt x="542" y="420"/>
                    <a:pt x="542" y="420"/>
                    <a:pt x="541" y="420"/>
                  </a:cubicBezTo>
                  <a:lnTo>
                    <a:pt x="540" y="421"/>
                  </a:lnTo>
                  <a:cubicBezTo>
                    <a:pt x="540" y="422"/>
                    <a:pt x="540" y="422"/>
                    <a:pt x="540" y="423"/>
                  </a:cubicBezTo>
                  <a:cubicBezTo>
                    <a:pt x="538" y="432"/>
                    <a:pt x="536" y="441"/>
                    <a:pt x="532" y="450"/>
                  </a:cubicBezTo>
                  <a:cubicBezTo>
                    <a:pt x="529" y="457"/>
                    <a:pt x="528" y="465"/>
                    <a:pt x="525" y="472"/>
                  </a:cubicBezTo>
                  <a:cubicBezTo>
                    <a:pt x="516" y="482"/>
                    <a:pt x="507" y="492"/>
                    <a:pt x="499" y="502"/>
                  </a:cubicBezTo>
                  <a:cubicBezTo>
                    <a:pt x="498" y="504"/>
                    <a:pt x="497" y="506"/>
                    <a:pt x="496" y="507"/>
                  </a:cubicBezTo>
                  <a:cubicBezTo>
                    <a:pt x="492" y="515"/>
                    <a:pt x="488" y="522"/>
                    <a:pt x="485" y="530"/>
                  </a:cubicBezTo>
                  <a:cubicBezTo>
                    <a:pt x="498" y="497"/>
                    <a:pt x="513" y="466"/>
                    <a:pt x="530" y="436"/>
                  </a:cubicBezTo>
                  <a:cubicBezTo>
                    <a:pt x="547" y="407"/>
                    <a:pt x="566" y="379"/>
                    <a:pt x="586" y="353"/>
                  </a:cubicBezTo>
                  <a:cubicBezTo>
                    <a:pt x="589" y="350"/>
                    <a:pt x="591" y="347"/>
                    <a:pt x="593" y="344"/>
                  </a:cubicBezTo>
                  <a:cubicBezTo>
                    <a:pt x="588" y="360"/>
                    <a:pt x="581" y="375"/>
                    <a:pt x="576" y="391"/>
                  </a:cubicBezTo>
                  <a:cubicBezTo>
                    <a:pt x="576" y="388"/>
                    <a:pt x="576" y="385"/>
                    <a:pt x="576" y="382"/>
                  </a:cubicBezTo>
                  <a:cubicBezTo>
                    <a:pt x="576" y="381"/>
                    <a:pt x="576" y="381"/>
                    <a:pt x="575" y="380"/>
                  </a:cubicBezTo>
                  <a:cubicBezTo>
                    <a:pt x="574" y="379"/>
                    <a:pt x="575" y="380"/>
                    <a:pt x="574" y="379"/>
                  </a:cubicBezTo>
                  <a:cubicBezTo>
                    <a:pt x="573" y="378"/>
                    <a:pt x="573" y="378"/>
                    <a:pt x="572" y="378"/>
                  </a:cubicBezTo>
                  <a:cubicBezTo>
                    <a:pt x="572" y="378"/>
                    <a:pt x="571" y="378"/>
                    <a:pt x="570" y="379"/>
                  </a:cubicBezTo>
                  <a:cubicBezTo>
                    <a:pt x="570" y="379"/>
                    <a:pt x="569" y="379"/>
                    <a:pt x="569" y="380"/>
                  </a:cubicBezTo>
                  <a:cubicBezTo>
                    <a:pt x="569" y="380"/>
                    <a:pt x="569" y="381"/>
                    <a:pt x="569" y="382"/>
                  </a:cubicBezTo>
                  <a:cubicBezTo>
                    <a:pt x="564" y="396"/>
                    <a:pt x="559" y="410"/>
                    <a:pt x="553" y="423"/>
                  </a:cubicBezTo>
                  <a:cubicBezTo>
                    <a:pt x="551" y="426"/>
                    <a:pt x="556" y="428"/>
                    <a:pt x="558" y="425"/>
                  </a:cubicBezTo>
                  <a:lnTo>
                    <a:pt x="560" y="423"/>
                  </a:lnTo>
                  <a:moveTo>
                    <a:pt x="484" y="610"/>
                  </a:moveTo>
                  <a:cubicBezTo>
                    <a:pt x="482" y="609"/>
                    <a:pt x="480" y="609"/>
                    <a:pt x="478" y="609"/>
                  </a:cubicBezTo>
                  <a:lnTo>
                    <a:pt x="477" y="609"/>
                  </a:lnTo>
                  <a:cubicBezTo>
                    <a:pt x="482" y="605"/>
                    <a:pt x="486" y="601"/>
                    <a:pt x="489" y="596"/>
                  </a:cubicBezTo>
                  <a:cubicBezTo>
                    <a:pt x="486" y="602"/>
                    <a:pt x="484" y="607"/>
                    <a:pt x="482" y="611"/>
                  </a:cubicBezTo>
                  <a:lnTo>
                    <a:pt x="484" y="610"/>
                  </a:lnTo>
                  <a:moveTo>
                    <a:pt x="526" y="718"/>
                  </a:moveTo>
                  <a:cubicBezTo>
                    <a:pt x="522" y="711"/>
                    <a:pt x="517" y="703"/>
                    <a:pt x="512" y="696"/>
                  </a:cubicBezTo>
                  <a:lnTo>
                    <a:pt x="517" y="700"/>
                  </a:lnTo>
                  <a:cubicBezTo>
                    <a:pt x="517" y="701"/>
                    <a:pt x="517" y="702"/>
                    <a:pt x="517" y="703"/>
                  </a:cubicBezTo>
                  <a:cubicBezTo>
                    <a:pt x="517" y="704"/>
                    <a:pt x="516" y="704"/>
                    <a:pt x="517" y="705"/>
                  </a:cubicBezTo>
                  <a:cubicBezTo>
                    <a:pt x="517" y="706"/>
                    <a:pt x="519" y="706"/>
                    <a:pt x="520" y="707"/>
                  </a:cubicBezTo>
                  <a:cubicBezTo>
                    <a:pt x="521" y="707"/>
                    <a:pt x="522" y="708"/>
                    <a:pt x="523" y="708"/>
                  </a:cubicBezTo>
                  <a:cubicBezTo>
                    <a:pt x="524" y="709"/>
                    <a:pt x="525" y="711"/>
                    <a:pt x="526" y="712"/>
                  </a:cubicBezTo>
                  <a:cubicBezTo>
                    <a:pt x="526" y="715"/>
                    <a:pt x="526" y="718"/>
                    <a:pt x="526" y="720"/>
                  </a:cubicBezTo>
                  <a:lnTo>
                    <a:pt x="526" y="718"/>
                  </a:lnTo>
                  <a:moveTo>
                    <a:pt x="535" y="738"/>
                  </a:moveTo>
                  <a:lnTo>
                    <a:pt x="531" y="728"/>
                  </a:lnTo>
                  <a:cubicBezTo>
                    <a:pt x="531" y="728"/>
                    <a:pt x="531" y="724"/>
                    <a:pt x="531" y="722"/>
                  </a:cubicBezTo>
                  <a:cubicBezTo>
                    <a:pt x="532" y="724"/>
                    <a:pt x="534" y="726"/>
                    <a:pt x="535" y="727"/>
                  </a:cubicBezTo>
                  <a:cubicBezTo>
                    <a:pt x="534" y="731"/>
                    <a:pt x="533" y="735"/>
                    <a:pt x="533" y="739"/>
                  </a:cubicBezTo>
                  <a:lnTo>
                    <a:pt x="535" y="738"/>
                  </a:lnTo>
                  <a:moveTo>
                    <a:pt x="563" y="752"/>
                  </a:moveTo>
                  <a:lnTo>
                    <a:pt x="563" y="751"/>
                  </a:lnTo>
                  <a:cubicBezTo>
                    <a:pt x="562" y="750"/>
                    <a:pt x="562" y="750"/>
                    <a:pt x="561" y="749"/>
                  </a:cubicBezTo>
                  <a:cubicBezTo>
                    <a:pt x="560" y="749"/>
                    <a:pt x="559" y="748"/>
                    <a:pt x="558" y="748"/>
                  </a:cubicBezTo>
                  <a:cubicBezTo>
                    <a:pt x="559" y="748"/>
                    <a:pt x="559" y="747"/>
                    <a:pt x="560" y="746"/>
                  </a:cubicBezTo>
                  <a:cubicBezTo>
                    <a:pt x="560" y="745"/>
                    <a:pt x="561" y="744"/>
                    <a:pt x="561" y="743"/>
                  </a:cubicBezTo>
                  <a:cubicBezTo>
                    <a:pt x="561" y="742"/>
                    <a:pt x="561" y="741"/>
                    <a:pt x="561" y="741"/>
                  </a:cubicBezTo>
                  <a:lnTo>
                    <a:pt x="564" y="739"/>
                  </a:lnTo>
                  <a:cubicBezTo>
                    <a:pt x="562" y="744"/>
                    <a:pt x="562" y="748"/>
                    <a:pt x="561" y="753"/>
                  </a:cubicBezTo>
                  <a:lnTo>
                    <a:pt x="563" y="752"/>
                  </a:lnTo>
                  <a:moveTo>
                    <a:pt x="594" y="786"/>
                  </a:moveTo>
                  <a:cubicBezTo>
                    <a:pt x="594" y="786"/>
                    <a:pt x="594" y="784"/>
                    <a:pt x="593" y="784"/>
                  </a:cubicBezTo>
                  <a:lnTo>
                    <a:pt x="593" y="783"/>
                  </a:lnTo>
                  <a:cubicBezTo>
                    <a:pt x="593" y="775"/>
                    <a:pt x="594" y="767"/>
                    <a:pt x="595" y="760"/>
                  </a:cubicBezTo>
                  <a:cubicBezTo>
                    <a:pt x="595" y="764"/>
                    <a:pt x="595" y="768"/>
                    <a:pt x="595" y="772"/>
                  </a:cubicBezTo>
                  <a:cubicBezTo>
                    <a:pt x="595" y="776"/>
                    <a:pt x="595" y="780"/>
                    <a:pt x="595" y="785"/>
                  </a:cubicBezTo>
                  <a:lnTo>
                    <a:pt x="594" y="786"/>
                  </a:lnTo>
                  <a:moveTo>
                    <a:pt x="627" y="917"/>
                  </a:moveTo>
                  <a:cubicBezTo>
                    <a:pt x="628" y="918"/>
                    <a:pt x="628" y="918"/>
                    <a:pt x="629" y="918"/>
                  </a:cubicBezTo>
                  <a:cubicBezTo>
                    <a:pt x="630" y="918"/>
                    <a:pt x="631" y="918"/>
                    <a:pt x="632" y="917"/>
                  </a:cubicBezTo>
                  <a:cubicBezTo>
                    <a:pt x="632" y="918"/>
                    <a:pt x="632" y="919"/>
                    <a:pt x="632" y="920"/>
                  </a:cubicBezTo>
                  <a:cubicBezTo>
                    <a:pt x="632" y="924"/>
                    <a:pt x="632" y="928"/>
                    <a:pt x="633" y="931"/>
                  </a:cubicBezTo>
                  <a:lnTo>
                    <a:pt x="627" y="917"/>
                  </a:lnTo>
                  <a:moveTo>
                    <a:pt x="768" y="987"/>
                  </a:moveTo>
                  <a:cubicBezTo>
                    <a:pt x="774" y="993"/>
                    <a:pt x="779" y="999"/>
                    <a:pt x="785" y="1005"/>
                  </a:cubicBezTo>
                  <a:cubicBezTo>
                    <a:pt x="784" y="1005"/>
                    <a:pt x="784" y="1004"/>
                    <a:pt x="783" y="1004"/>
                  </a:cubicBezTo>
                  <a:cubicBezTo>
                    <a:pt x="783" y="1004"/>
                    <a:pt x="782" y="1004"/>
                    <a:pt x="782" y="1003"/>
                  </a:cubicBezTo>
                  <a:cubicBezTo>
                    <a:pt x="776" y="997"/>
                    <a:pt x="770" y="991"/>
                    <a:pt x="764" y="986"/>
                  </a:cubicBezTo>
                  <a:lnTo>
                    <a:pt x="768" y="987"/>
                  </a:lnTo>
                  <a:moveTo>
                    <a:pt x="691" y="1032"/>
                  </a:moveTo>
                  <a:cubicBezTo>
                    <a:pt x="693" y="1033"/>
                    <a:pt x="694" y="1035"/>
                    <a:pt x="696" y="1036"/>
                  </a:cubicBezTo>
                  <a:cubicBezTo>
                    <a:pt x="711" y="1069"/>
                    <a:pt x="728" y="1101"/>
                    <a:pt x="746" y="1132"/>
                  </a:cubicBezTo>
                  <a:cubicBezTo>
                    <a:pt x="752" y="1143"/>
                    <a:pt x="759" y="1154"/>
                    <a:pt x="765" y="1164"/>
                  </a:cubicBezTo>
                  <a:cubicBezTo>
                    <a:pt x="767" y="1168"/>
                    <a:pt x="768" y="1171"/>
                    <a:pt x="770" y="1175"/>
                  </a:cubicBezTo>
                  <a:cubicBezTo>
                    <a:pt x="818" y="1276"/>
                    <a:pt x="806" y="1394"/>
                    <a:pt x="835" y="1501"/>
                  </a:cubicBezTo>
                  <a:lnTo>
                    <a:pt x="835" y="1502"/>
                  </a:lnTo>
                  <a:cubicBezTo>
                    <a:pt x="835" y="1502"/>
                    <a:pt x="836" y="1503"/>
                    <a:pt x="837" y="1503"/>
                  </a:cubicBezTo>
                  <a:lnTo>
                    <a:pt x="838" y="1504"/>
                  </a:lnTo>
                  <a:cubicBezTo>
                    <a:pt x="838" y="1551"/>
                    <a:pt x="843" y="1602"/>
                    <a:pt x="830" y="1646"/>
                  </a:cubicBezTo>
                  <a:cubicBezTo>
                    <a:pt x="827" y="1658"/>
                    <a:pt x="822" y="1675"/>
                    <a:pt x="819" y="1691"/>
                  </a:cubicBezTo>
                  <a:cubicBezTo>
                    <a:pt x="818" y="1689"/>
                    <a:pt x="817" y="1688"/>
                    <a:pt x="816" y="1686"/>
                  </a:cubicBezTo>
                  <a:cubicBezTo>
                    <a:pt x="783" y="1628"/>
                    <a:pt x="758" y="1566"/>
                    <a:pt x="742" y="1501"/>
                  </a:cubicBezTo>
                  <a:cubicBezTo>
                    <a:pt x="740" y="1477"/>
                    <a:pt x="737" y="1454"/>
                    <a:pt x="736" y="1431"/>
                  </a:cubicBezTo>
                  <a:lnTo>
                    <a:pt x="736" y="1430"/>
                  </a:lnTo>
                  <a:cubicBezTo>
                    <a:pt x="736" y="1430"/>
                    <a:pt x="735" y="1429"/>
                    <a:pt x="735" y="1428"/>
                  </a:cubicBezTo>
                  <a:cubicBezTo>
                    <a:pt x="734" y="1427"/>
                    <a:pt x="734" y="1427"/>
                    <a:pt x="734" y="1427"/>
                  </a:cubicBezTo>
                  <a:cubicBezTo>
                    <a:pt x="733" y="1426"/>
                    <a:pt x="732" y="1426"/>
                    <a:pt x="731" y="1426"/>
                  </a:cubicBezTo>
                  <a:cubicBezTo>
                    <a:pt x="730" y="1426"/>
                    <a:pt x="730" y="1426"/>
                    <a:pt x="729" y="1427"/>
                  </a:cubicBezTo>
                  <a:lnTo>
                    <a:pt x="728" y="1427"/>
                  </a:lnTo>
                  <a:cubicBezTo>
                    <a:pt x="727" y="1415"/>
                    <a:pt x="726" y="1403"/>
                    <a:pt x="725" y="1391"/>
                  </a:cubicBezTo>
                  <a:lnTo>
                    <a:pt x="726" y="1390"/>
                  </a:lnTo>
                  <a:cubicBezTo>
                    <a:pt x="726" y="1389"/>
                    <a:pt x="727" y="1389"/>
                    <a:pt x="727" y="1388"/>
                  </a:cubicBezTo>
                  <a:cubicBezTo>
                    <a:pt x="728" y="1376"/>
                    <a:pt x="729" y="1364"/>
                    <a:pt x="729" y="1352"/>
                  </a:cubicBezTo>
                  <a:cubicBezTo>
                    <a:pt x="729" y="1311"/>
                    <a:pt x="721" y="1271"/>
                    <a:pt x="705" y="1234"/>
                  </a:cubicBezTo>
                  <a:cubicBezTo>
                    <a:pt x="705" y="1234"/>
                    <a:pt x="706" y="1234"/>
                    <a:pt x="707" y="1234"/>
                  </a:cubicBezTo>
                  <a:cubicBezTo>
                    <a:pt x="708" y="1234"/>
                    <a:pt x="709" y="1234"/>
                    <a:pt x="709" y="1234"/>
                  </a:cubicBezTo>
                  <a:cubicBezTo>
                    <a:pt x="710" y="1233"/>
                    <a:pt x="711" y="1232"/>
                    <a:pt x="711" y="1232"/>
                  </a:cubicBezTo>
                  <a:cubicBezTo>
                    <a:pt x="712" y="1231"/>
                    <a:pt x="712" y="1230"/>
                    <a:pt x="712" y="1229"/>
                  </a:cubicBezTo>
                  <a:cubicBezTo>
                    <a:pt x="723" y="1155"/>
                    <a:pt x="683" y="1092"/>
                    <a:pt x="653" y="1026"/>
                  </a:cubicBezTo>
                  <a:cubicBezTo>
                    <a:pt x="654" y="1026"/>
                    <a:pt x="654" y="1027"/>
                    <a:pt x="654" y="1027"/>
                  </a:cubicBezTo>
                  <a:cubicBezTo>
                    <a:pt x="655" y="1027"/>
                    <a:pt x="656" y="1027"/>
                    <a:pt x="657" y="1027"/>
                  </a:cubicBezTo>
                  <a:cubicBezTo>
                    <a:pt x="658" y="1027"/>
                    <a:pt x="659" y="1027"/>
                    <a:pt x="659" y="1027"/>
                  </a:cubicBezTo>
                  <a:cubicBezTo>
                    <a:pt x="660" y="1026"/>
                    <a:pt x="660" y="1026"/>
                    <a:pt x="661" y="1025"/>
                  </a:cubicBezTo>
                  <a:cubicBezTo>
                    <a:pt x="661" y="1024"/>
                    <a:pt x="662" y="1024"/>
                    <a:pt x="662" y="1024"/>
                  </a:cubicBezTo>
                  <a:cubicBezTo>
                    <a:pt x="663" y="1019"/>
                    <a:pt x="663" y="1015"/>
                    <a:pt x="663" y="1011"/>
                  </a:cubicBezTo>
                  <a:cubicBezTo>
                    <a:pt x="663" y="999"/>
                    <a:pt x="660" y="987"/>
                    <a:pt x="654" y="976"/>
                  </a:cubicBezTo>
                  <a:cubicBezTo>
                    <a:pt x="653" y="976"/>
                    <a:pt x="653" y="975"/>
                    <a:pt x="653" y="975"/>
                  </a:cubicBezTo>
                  <a:cubicBezTo>
                    <a:pt x="656" y="979"/>
                    <a:pt x="659" y="983"/>
                    <a:pt x="662" y="988"/>
                  </a:cubicBezTo>
                  <a:lnTo>
                    <a:pt x="667" y="996"/>
                  </a:lnTo>
                  <a:cubicBezTo>
                    <a:pt x="667" y="997"/>
                    <a:pt x="667" y="997"/>
                    <a:pt x="667" y="997"/>
                  </a:cubicBezTo>
                  <a:cubicBezTo>
                    <a:pt x="667" y="998"/>
                    <a:pt x="667" y="998"/>
                    <a:pt x="667" y="999"/>
                  </a:cubicBezTo>
                  <a:lnTo>
                    <a:pt x="671" y="1004"/>
                  </a:lnTo>
                  <a:cubicBezTo>
                    <a:pt x="672" y="1009"/>
                    <a:pt x="674" y="1013"/>
                    <a:pt x="677" y="1017"/>
                  </a:cubicBezTo>
                  <a:cubicBezTo>
                    <a:pt x="680" y="1023"/>
                    <a:pt x="684" y="1028"/>
                    <a:pt x="689" y="1033"/>
                  </a:cubicBezTo>
                  <a:lnTo>
                    <a:pt x="691" y="1032"/>
                  </a:lnTo>
                  <a:moveTo>
                    <a:pt x="625" y="812"/>
                  </a:moveTo>
                  <a:cubicBezTo>
                    <a:pt x="636" y="785"/>
                    <a:pt x="648" y="760"/>
                    <a:pt x="662" y="735"/>
                  </a:cubicBezTo>
                  <a:cubicBezTo>
                    <a:pt x="672" y="718"/>
                    <a:pt x="682" y="702"/>
                    <a:pt x="693" y="687"/>
                  </a:cubicBezTo>
                  <a:cubicBezTo>
                    <a:pt x="718" y="665"/>
                    <a:pt x="741" y="647"/>
                    <a:pt x="767" y="628"/>
                  </a:cubicBezTo>
                  <a:cubicBezTo>
                    <a:pt x="774" y="623"/>
                    <a:pt x="781" y="618"/>
                    <a:pt x="787" y="614"/>
                  </a:cubicBezTo>
                  <a:cubicBezTo>
                    <a:pt x="749" y="648"/>
                    <a:pt x="714" y="687"/>
                    <a:pt x="684" y="730"/>
                  </a:cubicBezTo>
                  <a:cubicBezTo>
                    <a:pt x="661" y="756"/>
                    <a:pt x="641" y="783"/>
                    <a:pt x="624" y="813"/>
                  </a:cubicBezTo>
                  <a:lnTo>
                    <a:pt x="625" y="812"/>
                  </a:lnTo>
                  <a:moveTo>
                    <a:pt x="686" y="866"/>
                  </a:moveTo>
                  <a:cubicBezTo>
                    <a:pt x="689" y="856"/>
                    <a:pt x="690" y="846"/>
                    <a:pt x="691" y="836"/>
                  </a:cubicBezTo>
                  <a:cubicBezTo>
                    <a:pt x="691" y="835"/>
                    <a:pt x="691" y="834"/>
                    <a:pt x="691" y="833"/>
                  </a:cubicBezTo>
                  <a:cubicBezTo>
                    <a:pt x="691" y="832"/>
                    <a:pt x="691" y="832"/>
                    <a:pt x="691" y="831"/>
                  </a:cubicBezTo>
                  <a:cubicBezTo>
                    <a:pt x="693" y="826"/>
                    <a:pt x="695" y="821"/>
                    <a:pt x="697" y="816"/>
                  </a:cubicBezTo>
                  <a:cubicBezTo>
                    <a:pt x="708" y="801"/>
                    <a:pt x="719" y="786"/>
                    <a:pt x="730" y="772"/>
                  </a:cubicBezTo>
                  <a:cubicBezTo>
                    <a:pt x="754" y="741"/>
                    <a:pt x="788" y="715"/>
                    <a:pt x="806" y="681"/>
                  </a:cubicBezTo>
                  <a:cubicBezTo>
                    <a:pt x="806" y="681"/>
                    <a:pt x="806" y="682"/>
                    <a:pt x="807" y="681"/>
                  </a:cubicBezTo>
                  <a:cubicBezTo>
                    <a:pt x="808" y="680"/>
                    <a:pt x="807" y="679"/>
                    <a:pt x="807" y="678"/>
                  </a:cubicBezTo>
                  <a:cubicBezTo>
                    <a:pt x="807" y="677"/>
                    <a:pt x="807" y="676"/>
                    <a:pt x="807" y="675"/>
                  </a:cubicBezTo>
                  <a:cubicBezTo>
                    <a:pt x="806" y="675"/>
                    <a:pt x="806" y="675"/>
                    <a:pt x="806" y="675"/>
                  </a:cubicBezTo>
                  <a:cubicBezTo>
                    <a:pt x="864" y="642"/>
                    <a:pt x="924" y="614"/>
                    <a:pt x="979" y="578"/>
                  </a:cubicBezTo>
                  <a:cubicBezTo>
                    <a:pt x="982" y="576"/>
                    <a:pt x="979" y="572"/>
                    <a:pt x="976" y="573"/>
                  </a:cubicBezTo>
                  <a:cubicBezTo>
                    <a:pt x="945" y="586"/>
                    <a:pt x="914" y="600"/>
                    <a:pt x="885" y="617"/>
                  </a:cubicBezTo>
                  <a:cubicBezTo>
                    <a:pt x="876" y="622"/>
                    <a:pt x="868" y="627"/>
                    <a:pt x="860" y="632"/>
                  </a:cubicBezTo>
                  <a:cubicBezTo>
                    <a:pt x="852" y="636"/>
                    <a:pt x="844" y="641"/>
                    <a:pt x="837" y="645"/>
                  </a:cubicBezTo>
                  <a:cubicBezTo>
                    <a:pt x="815" y="658"/>
                    <a:pt x="793" y="672"/>
                    <a:pt x="773" y="688"/>
                  </a:cubicBezTo>
                  <a:lnTo>
                    <a:pt x="770" y="690"/>
                  </a:lnTo>
                  <a:cubicBezTo>
                    <a:pt x="765" y="694"/>
                    <a:pt x="760" y="698"/>
                    <a:pt x="755" y="703"/>
                  </a:cubicBezTo>
                  <a:lnTo>
                    <a:pt x="755" y="704"/>
                  </a:lnTo>
                  <a:cubicBezTo>
                    <a:pt x="741" y="719"/>
                    <a:pt x="728" y="733"/>
                    <a:pt x="716" y="749"/>
                  </a:cubicBezTo>
                  <a:cubicBezTo>
                    <a:pt x="713" y="752"/>
                    <a:pt x="711" y="756"/>
                    <a:pt x="708" y="759"/>
                  </a:cubicBezTo>
                  <a:cubicBezTo>
                    <a:pt x="710" y="757"/>
                    <a:pt x="711" y="755"/>
                    <a:pt x="712" y="753"/>
                  </a:cubicBezTo>
                  <a:cubicBezTo>
                    <a:pt x="713" y="751"/>
                    <a:pt x="715" y="748"/>
                    <a:pt x="716" y="746"/>
                  </a:cubicBezTo>
                  <a:cubicBezTo>
                    <a:pt x="716" y="745"/>
                    <a:pt x="716" y="744"/>
                    <a:pt x="716" y="744"/>
                  </a:cubicBezTo>
                  <a:cubicBezTo>
                    <a:pt x="716" y="743"/>
                    <a:pt x="717" y="742"/>
                    <a:pt x="716" y="741"/>
                  </a:cubicBezTo>
                  <a:cubicBezTo>
                    <a:pt x="715" y="740"/>
                    <a:pt x="715" y="740"/>
                    <a:pt x="715" y="740"/>
                  </a:cubicBezTo>
                  <a:lnTo>
                    <a:pt x="719" y="734"/>
                  </a:lnTo>
                  <a:cubicBezTo>
                    <a:pt x="752" y="694"/>
                    <a:pt x="791" y="656"/>
                    <a:pt x="816" y="610"/>
                  </a:cubicBezTo>
                  <a:cubicBezTo>
                    <a:pt x="816" y="609"/>
                    <a:pt x="817" y="608"/>
                    <a:pt x="817" y="607"/>
                  </a:cubicBezTo>
                  <a:cubicBezTo>
                    <a:pt x="817" y="605"/>
                    <a:pt x="816" y="604"/>
                    <a:pt x="816" y="603"/>
                  </a:cubicBezTo>
                  <a:cubicBezTo>
                    <a:pt x="815" y="602"/>
                    <a:pt x="814" y="601"/>
                    <a:pt x="813" y="600"/>
                  </a:cubicBezTo>
                  <a:cubicBezTo>
                    <a:pt x="812" y="600"/>
                    <a:pt x="811" y="599"/>
                    <a:pt x="810" y="599"/>
                  </a:cubicBezTo>
                  <a:cubicBezTo>
                    <a:pt x="823" y="591"/>
                    <a:pt x="835" y="584"/>
                    <a:pt x="847" y="576"/>
                  </a:cubicBezTo>
                  <a:cubicBezTo>
                    <a:pt x="863" y="567"/>
                    <a:pt x="877" y="565"/>
                    <a:pt x="887" y="549"/>
                  </a:cubicBezTo>
                  <a:cubicBezTo>
                    <a:pt x="889" y="546"/>
                    <a:pt x="885" y="542"/>
                    <a:pt x="882" y="545"/>
                  </a:cubicBezTo>
                  <a:cubicBezTo>
                    <a:pt x="871" y="554"/>
                    <a:pt x="852" y="557"/>
                    <a:pt x="839" y="564"/>
                  </a:cubicBezTo>
                  <a:cubicBezTo>
                    <a:pt x="812" y="580"/>
                    <a:pt x="787" y="598"/>
                    <a:pt x="761" y="616"/>
                  </a:cubicBezTo>
                  <a:cubicBezTo>
                    <a:pt x="749" y="624"/>
                    <a:pt x="736" y="632"/>
                    <a:pt x="724" y="641"/>
                  </a:cubicBezTo>
                  <a:cubicBezTo>
                    <a:pt x="732" y="627"/>
                    <a:pt x="740" y="614"/>
                    <a:pt x="747" y="600"/>
                  </a:cubicBezTo>
                  <a:cubicBezTo>
                    <a:pt x="750" y="593"/>
                    <a:pt x="741" y="589"/>
                    <a:pt x="736" y="592"/>
                  </a:cubicBezTo>
                  <a:cubicBezTo>
                    <a:pt x="706" y="617"/>
                    <a:pt x="681" y="647"/>
                    <a:pt x="662" y="680"/>
                  </a:cubicBezTo>
                  <a:cubicBezTo>
                    <a:pt x="659" y="685"/>
                    <a:pt x="657" y="690"/>
                    <a:pt x="654" y="695"/>
                  </a:cubicBezTo>
                  <a:cubicBezTo>
                    <a:pt x="644" y="712"/>
                    <a:pt x="635" y="730"/>
                    <a:pt x="625" y="750"/>
                  </a:cubicBezTo>
                  <a:cubicBezTo>
                    <a:pt x="635" y="708"/>
                    <a:pt x="650" y="667"/>
                    <a:pt x="667" y="627"/>
                  </a:cubicBezTo>
                  <a:cubicBezTo>
                    <a:pt x="679" y="611"/>
                    <a:pt x="689" y="595"/>
                    <a:pt x="699" y="578"/>
                  </a:cubicBezTo>
                  <a:cubicBezTo>
                    <a:pt x="701" y="573"/>
                    <a:pt x="704" y="568"/>
                    <a:pt x="707" y="564"/>
                  </a:cubicBezTo>
                  <a:cubicBezTo>
                    <a:pt x="708" y="561"/>
                    <a:pt x="704" y="557"/>
                    <a:pt x="701" y="559"/>
                  </a:cubicBezTo>
                  <a:cubicBezTo>
                    <a:pt x="684" y="569"/>
                    <a:pt x="670" y="583"/>
                    <a:pt x="660" y="600"/>
                  </a:cubicBezTo>
                  <a:lnTo>
                    <a:pt x="659" y="600"/>
                  </a:lnTo>
                  <a:cubicBezTo>
                    <a:pt x="658" y="600"/>
                    <a:pt x="657" y="600"/>
                    <a:pt x="656" y="601"/>
                  </a:cubicBezTo>
                  <a:cubicBezTo>
                    <a:pt x="655" y="601"/>
                    <a:pt x="655" y="601"/>
                    <a:pt x="655" y="601"/>
                  </a:cubicBezTo>
                  <a:cubicBezTo>
                    <a:pt x="632" y="619"/>
                    <a:pt x="619" y="651"/>
                    <a:pt x="607" y="676"/>
                  </a:cubicBezTo>
                  <a:cubicBezTo>
                    <a:pt x="594" y="699"/>
                    <a:pt x="585" y="723"/>
                    <a:pt x="578" y="748"/>
                  </a:cubicBezTo>
                  <a:cubicBezTo>
                    <a:pt x="579" y="728"/>
                    <a:pt x="581" y="709"/>
                    <a:pt x="583" y="689"/>
                  </a:cubicBezTo>
                  <a:cubicBezTo>
                    <a:pt x="592" y="672"/>
                    <a:pt x="601" y="654"/>
                    <a:pt x="610" y="637"/>
                  </a:cubicBezTo>
                  <a:cubicBezTo>
                    <a:pt x="623" y="613"/>
                    <a:pt x="644" y="587"/>
                    <a:pt x="643" y="559"/>
                  </a:cubicBezTo>
                  <a:cubicBezTo>
                    <a:pt x="643" y="551"/>
                    <a:pt x="633" y="552"/>
                    <a:pt x="630" y="557"/>
                  </a:cubicBezTo>
                  <a:cubicBezTo>
                    <a:pt x="626" y="565"/>
                    <a:pt x="622" y="573"/>
                    <a:pt x="617" y="581"/>
                  </a:cubicBezTo>
                  <a:cubicBezTo>
                    <a:pt x="610" y="593"/>
                    <a:pt x="603" y="605"/>
                    <a:pt x="595" y="616"/>
                  </a:cubicBezTo>
                  <a:cubicBezTo>
                    <a:pt x="599" y="601"/>
                    <a:pt x="603" y="586"/>
                    <a:pt x="609" y="572"/>
                  </a:cubicBezTo>
                  <a:cubicBezTo>
                    <a:pt x="609" y="571"/>
                    <a:pt x="610" y="570"/>
                    <a:pt x="610" y="569"/>
                  </a:cubicBezTo>
                  <a:cubicBezTo>
                    <a:pt x="610" y="568"/>
                    <a:pt x="609" y="568"/>
                    <a:pt x="609" y="567"/>
                  </a:cubicBezTo>
                  <a:cubicBezTo>
                    <a:pt x="608" y="566"/>
                    <a:pt x="608" y="565"/>
                    <a:pt x="607" y="565"/>
                  </a:cubicBezTo>
                  <a:cubicBezTo>
                    <a:pt x="606" y="565"/>
                    <a:pt x="605" y="564"/>
                    <a:pt x="605" y="564"/>
                  </a:cubicBezTo>
                  <a:cubicBezTo>
                    <a:pt x="604" y="564"/>
                    <a:pt x="603" y="565"/>
                    <a:pt x="602" y="565"/>
                  </a:cubicBezTo>
                  <a:lnTo>
                    <a:pt x="601" y="566"/>
                  </a:lnTo>
                  <a:cubicBezTo>
                    <a:pt x="581" y="586"/>
                    <a:pt x="579" y="620"/>
                    <a:pt x="576" y="648"/>
                  </a:cubicBezTo>
                  <a:cubicBezTo>
                    <a:pt x="573" y="653"/>
                    <a:pt x="570" y="658"/>
                    <a:pt x="568" y="662"/>
                  </a:cubicBezTo>
                  <a:cubicBezTo>
                    <a:pt x="563" y="672"/>
                    <a:pt x="556" y="684"/>
                    <a:pt x="550" y="696"/>
                  </a:cubicBezTo>
                  <a:lnTo>
                    <a:pt x="549" y="693"/>
                  </a:lnTo>
                  <a:cubicBezTo>
                    <a:pt x="550" y="663"/>
                    <a:pt x="554" y="632"/>
                    <a:pt x="560" y="602"/>
                  </a:cubicBezTo>
                  <a:cubicBezTo>
                    <a:pt x="568" y="569"/>
                    <a:pt x="587" y="534"/>
                    <a:pt x="587" y="500"/>
                  </a:cubicBezTo>
                  <a:cubicBezTo>
                    <a:pt x="587" y="492"/>
                    <a:pt x="575" y="490"/>
                    <a:pt x="570" y="496"/>
                  </a:cubicBezTo>
                  <a:cubicBezTo>
                    <a:pt x="566" y="502"/>
                    <a:pt x="561" y="509"/>
                    <a:pt x="557" y="516"/>
                  </a:cubicBezTo>
                  <a:cubicBezTo>
                    <a:pt x="539" y="548"/>
                    <a:pt x="529" y="583"/>
                    <a:pt x="527" y="620"/>
                  </a:cubicBezTo>
                  <a:cubicBezTo>
                    <a:pt x="526" y="619"/>
                    <a:pt x="525" y="618"/>
                    <a:pt x="524" y="618"/>
                  </a:cubicBezTo>
                  <a:cubicBezTo>
                    <a:pt x="522" y="617"/>
                    <a:pt x="520" y="616"/>
                    <a:pt x="518" y="616"/>
                  </a:cubicBezTo>
                  <a:cubicBezTo>
                    <a:pt x="516" y="616"/>
                    <a:pt x="514" y="617"/>
                    <a:pt x="513" y="618"/>
                  </a:cubicBezTo>
                  <a:cubicBezTo>
                    <a:pt x="511" y="619"/>
                    <a:pt x="510" y="620"/>
                    <a:pt x="509" y="622"/>
                  </a:cubicBezTo>
                  <a:cubicBezTo>
                    <a:pt x="508" y="623"/>
                    <a:pt x="507" y="624"/>
                    <a:pt x="507" y="626"/>
                  </a:cubicBezTo>
                  <a:cubicBezTo>
                    <a:pt x="506" y="631"/>
                    <a:pt x="505" y="637"/>
                    <a:pt x="505" y="643"/>
                  </a:cubicBezTo>
                  <a:lnTo>
                    <a:pt x="501" y="633"/>
                  </a:lnTo>
                  <a:cubicBezTo>
                    <a:pt x="503" y="626"/>
                    <a:pt x="507" y="619"/>
                    <a:pt x="509" y="611"/>
                  </a:cubicBezTo>
                  <a:cubicBezTo>
                    <a:pt x="512" y="599"/>
                    <a:pt x="518" y="588"/>
                    <a:pt x="522" y="577"/>
                  </a:cubicBezTo>
                  <a:cubicBezTo>
                    <a:pt x="524" y="570"/>
                    <a:pt x="522" y="563"/>
                    <a:pt x="524" y="557"/>
                  </a:cubicBezTo>
                  <a:cubicBezTo>
                    <a:pt x="525" y="556"/>
                    <a:pt x="525" y="555"/>
                    <a:pt x="525" y="555"/>
                  </a:cubicBezTo>
                  <a:cubicBezTo>
                    <a:pt x="525" y="554"/>
                    <a:pt x="525" y="552"/>
                    <a:pt x="524" y="551"/>
                  </a:cubicBezTo>
                  <a:cubicBezTo>
                    <a:pt x="523" y="550"/>
                    <a:pt x="523" y="550"/>
                    <a:pt x="522" y="549"/>
                  </a:cubicBezTo>
                  <a:cubicBezTo>
                    <a:pt x="521" y="548"/>
                    <a:pt x="519" y="548"/>
                    <a:pt x="518" y="548"/>
                  </a:cubicBezTo>
                  <a:cubicBezTo>
                    <a:pt x="516" y="548"/>
                    <a:pt x="516" y="549"/>
                    <a:pt x="515" y="549"/>
                  </a:cubicBezTo>
                  <a:cubicBezTo>
                    <a:pt x="514" y="549"/>
                    <a:pt x="514" y="550"/>
                    <a:pt x="513" y="550"/>
                  </a:cubicBezTo>
                  <a:lnTo>
                    <a:pt x="512" y="552"/>
                  </a:lnTo>
                  <a:lnTo>
                    <a:pt x="516" y="543"/>
                  </a:lnTo>
                  <a:cubicBezTo>
                    <a:pt x="523" y="532"/>
                    <a:pt x="530" y="522"/>
                    <a:pt x="538" y="513"/>
                  </a:cubicBezTo>
                  <a:cubicBezTo>
                    <a:pt x="551" y="499"/>
                    <a:pt x="565" y="487"/>
                    <a:pt x="580" y="476"/>
                  </a:cubicBezTo>
                  <a:cubicBezTo>
                    <a:pt x="583" y="481"/>
                    <a:pt x="595" y="481"/>
                    <a:pt x="596" y="474"/>
                  </a:cubicBezTo>
                  <a:cubicBezTo>
                    <a:pt x="596" y="470"/>
                    <a:pt x="597" y="466"/>
                    <a:pt x="597" y="463"/>
                  </a:cubicBezTo>
                  <a:cubicBezTo>
                    <a:pt x="604" y="457"/>
                    <a:pt x="611" y="452"/>
                    <a:pt x="617" y="447"/>
                  </a:cubicBezTo>
                  <a:cubicBezTo>
                    <a:pt x="618" y="447"/>
                    <a:pt x="619" y="448"/>
                    <a:pt x="620" y="448"/>
                  </a:cubicBezTo>
                  <a:cubicBezTo>
                    <a:pt x="622" y="448"/>
                    <a:pt x="623" y="446"/>
                    <a:pt x="625" y="446"/>
                  </a:cubicBezTo>
                  <a:cubicBezTo>
                    <a:pt x="626" y="445"/>
                    <a:pt x="627" y="445"/>
                    <a:pt x="628" y="443"/>
                  </a:cubicBezTo>
                  <a:cubicBezTo>
                    <a:pt x="628" y="442"/>
                    <a:pt x="629" y="441"/>
                    <a:pt x="629" y="440"/>
                  </a:cubicBezTo>
                  <a:lnTo>
                    <a:pt x="629" y="436"/>
                  </a:lnTo>
                  <a:cubicBezTo>
                    <a:pt x="632" y="433"/>
                    <a:pt x="635" y="430"/>
                    <a:pt x="638" y="428"/>
                  </a:cubicBezTo>
                  <a:cubicBezTo>
                    <a:pt x="640" y="429"/>
                    <a:pt x="641" y="429"/>
                    <a:pt x="643" y="429"/>
                  </a:cubicBezTo>
                  <a:cubicBezTo>
                    <a:pt x="645" y="429"/>
                    <a:pt x="646" y="429"/>
                    <a:pt x="648" y="428"/>
                  </a:cubicBezTo>
                  <a:cubicBezTo>
                    <a:pt x="649" y="427"/>
                    <a:pt x="650" y="426"/>
                    <a:pt x="651" y="424"/>
                  </a:cubicBezTo>
                  <a:cubicBezTo>
                    <a:pt x="654" y="419"/>
                    <a:pt x="655" y="414"/>
                    <a:pt x="657" y="409"/>
                  </a:cubicBezTo>
                  <a:lnTo>
                    <a:pt x="667" y="403"/>
                  </a:lnTo>
                  <a:cubicBezTo>
                    <a:pt x="668" y="402"/>
                    <a:pt x="669" y="401"/>
                    <a:pt x="670" y="400"/>
                  </a:cubicBezTo>
                  <a:cubicBezTo>
                    <a:pt x="671" y="398"/>
                    <a:pt x="671" y="396"/>
                    <a:pt x="671" y="395"/>
                  </a:cubicBezTo>
                  <a:cubicBezTo>
                    <a:pt x="671" y="393"/>
                    <a:pt x="671" y="392"/>
                    <a:pt x="670" y="391"/>
                  </a:cubicBezTo>
                  <a:lnTo>
                    <a:pt x="670" y="390"/>
                  </a:lnTo>
                  <a:cubicBezTo>
                    <a:pt x="701" y="359"/>
                    <a:pt x="735" y="331"/>
                    <a:pt x="772" y="308"/>
                  </a:cubicBezTo>
                  <a:cubicBezTo>
                    <a:pt x="773" y="307"/>
                    <a:pt x="774" y="307"/>
                    <a:pt x="775" y="306"/>
                  </a:cubicBezTo>
                  <a:cubicBezTo>
                    <a:pt x="779" y="303"/>
                    <a:pt x="784" y="301"/>
                    <a:pt x="790" y="300"/>
                  </a:cubicBezTo>
                  <a:cubicBezTo>
                    <a:pt x="791" y="301"/>
                    <a:pt x="793" y="301"/>
                    <a:pt x="794" y="301"/>
                  </a:cubicBezTo>
                  <a:cubicBezTo>
                    <a:pt x="796" y="301"/>
                    <a:pt x="798" y="300"/>
                    <a:pt x="800" y="299"/>
                  </a:cubicBezTo>
                  <a:cubicBezTo>
                    <a:pt x="802" y="298"/>
                    <a:pt x="803" y="297"/>
                    <a:pt x="804" y="295"/>
                  </a:cubicBezTo>
                  <a:cubicBezTo>
                    <a:pt x="809" y="294"/>
                    <a:pt x="814" y="292"/>
                    <a:pt x="819" y="290"/>
                  </a:cubicBezTo>
                  <a:cubicBezTo>
                    <a:pt x="834" y="303"/>
                    <a:pt x="850" y="314"/>
                    <a:pt x="867" y="325"/>
                  </a:cubicBezTo>
                  <a:cubicBezTo>
                    <a:pt x="873" y="332"/>
                    <a:pt x="879" y="339"/>
                    <a:pt x="885" y="345"/>
                  </a:cubicBezTo>
                  <a:cubicBezTo>
                    <a:pt x="868" y="349"/>
                    <a:pt x="852" y="356"/>
                    <a:pt x="837" y="365"/>
                  </a:cubicBezTo>
                  <a:cubicBezTo>
                    <a:pt x="836" y="365"/>
                    <a:pt x="836" y="365"/>
                    <a:pt x="836" y="365"/>
                  </a:cubicBezTo>
                  <a:cubicBezTo>
                    <a:pt x="794" y="387"/>
                    <a:pt x="768" y="423"/>
                    <a:pt x="734" y="455"/>
                  </a:cubicBezTo>
                  <a:cubicBezTo>
                    <a:pt x="732" y="456"/>
                    <a:pt x="734" y="459"/>
                    <a:pt x="737" y="458"/>
                  </a:cubicBezTo>
                  <a:cubicBezTo>
                    <a:pt x="769" y="435"/>
                    <a:pt x="799" y="405"/>
                    <a:pt x="834" y="387"/>
                  </a:cubicBezTo>
                  <a:cubicBezTo>
                    <a:pt x="835" y="386"/>
                    <a:pt x="836" y="385"/>
                    <a:pt x="838" y="384"/>
                  </a:cubicBezTo>
                  <a:cubicBezTo>
                    <a:pt x="852" y="376"/>
                    <a:pt x="869" y="370"/>
                    <a:pt x="885" y="368"/>
                  </a:cubicBezTo>
                  <a:cubicBezTo>
                    <a:pt x="891" y="367"/>
                    <a:pt x="897" y="366"/>
                    <a:pt x="902" y="363"/>
                  </a:cubicBezTo>
                  <a:lnTo>
                    <a:pt x="906" y="366"/>
                  </a:lnTo>
                  <a:cubicBezTo>
                    <a:pt x="906" y="368"/>
                    <a:pt x="907" y="370"/>
                    <a:pt x="908" y="371"/>
                  </a:cubicBezTo>
                  <a:cubicBezTo>
                    <a:pt x="918" y="385"/>
                    <a:pt x="929" y="398"/>
                    <a:pt x="941" y="410"/>
                  </a:cubicBezTo>
                  <a:cubicBezTo>
                    <a:pt x="908" y="422"/>
                    <a:pt x="875" y="436"/>
                    <a:pt x="844" y="452"/>
                  </a:cubicBezTo>
                  <a:cubicBezTo>
                    <a:pt x="832" y="457"/>
                    <a:pt x="820" y="464"/>
                    <a:pt x="809" y="470"/>
                  </a:cubicBezTo>
                  <a:cubicBezTo>
                    <a:pt x="783" y="485"/>
                    <a:pt x="760" y="503"/>
                    <a:pt x="739" y="525"/>
                  </a:cubicBezTo>
                  <a:cubicBezTo>
                    <a:pt x="738" y="526"/>
                    <a:pt x="740" y="528"/>
                    <a:pt x="742" y="527"/>
                  </a:cubicBezTo>
                  <a:cubicBezTo>
                    <a:pt x="760" y="512"/>
                    <a:pt x="779" y="500"/>
                    <a:pt x="799" y="488"/>
                  </a:cubicBezTo>
                  <a:cubicBezTo>
                    <a:pt x="818" y="477"/>
                    <a:pt x="839" y="467"/>
                    <a:pt x="860" y="458"/>
                  </a:cubicBezTo>
                  <a:cubicBezTo>
                    <a:pt x="889" y="447"/>
                    <a:pt x="920" y="434"/>
                    <a:pt x="951" y="426"/>
                  </a:cubicBezTo>
                  <a:cubicBezTo>
                    <a:pt x="951" y="425"/>
                    <a:pt x="951" y="425"/>
                    <a:pt x="952" y="425"/>
                  </a:cubicBezTo>
                  <a:lnTo>
                    <a:pt x="953" y="424"/>
                  </a:lnTo>
                  <a:cubicBezTo>
                    <a:pt x="965" y="442"/>
                    <a:pt x="975" y="466"/>
                    <a:pt x="994" y="476"/>
                  </a:cubicBezTo>
                  <a:cubicBezTo>
                    <a:pt x="994" y="476"/>
                    <a:pt x="995" y="476"/>
                    <a:pt x="996" y="476"/>
                  </a:cubicBezTo>
                  <a:cubicBezTo>
                    <a:pt x="997" y="476"/>
                    <a:pt x="997" y="476"/>
                    <a:pt x="998" y="475"/>
                  </a:cubicBezTo>
                  <a:cubicBezTo>
                    <a:pt x="999" y="474"/>
                    <a:pt x="999" y="474"/>
                    <a:pt x="1000" y="473"/>
                  </a:cubicBezTo>
                  <a:cubicBezTo>
                    <a:pt x="1001" y="472"/>
                    <a:pt x="1001" y="472"/>
                    <a:pt x="1001" y="471"/>
                  </a:cubicBezTo>
                  <a:lnTo>
                    <a:pt x="1001" y="470"/>
                  </a:lnTo>
                  <a:cubicBezTo>
                    <a:pt x="1001" y="467"/>
                    <a:pt x="1001" y="463"/>
                    <a:pt x="1001" y="459"/>
                  </a:cubicBezTo>
                  <a:cubicBezTo>
                    <a:pt x="1009" y="475"/>
                    <a:pt x="1017" y="491"/>
                    <a:pt x="1024" y="507"/>
                  </a:cubicBezTo>
                  <a:cubicBezTo>
                    <a:pt x="1034" y="534"/>
                    <a:pt x="1053" y="555"/>
                    <a:pt x="1064" y="581"/>
                  </a:cubicBezTo>
                  <a:cubicBezTo>
                    <a:pt x="1068" y="591"/>
                    <a:pt x="1073" y="600"/>
                    <a:pt x="1078" y="608"/>
                  </a:cubicBezTo>
                  <a:cubicBezTo>
                    <a:pt x="1081" y="613"/>
                    <a:pt x="1084" y="618"/>
                    <a:pt x="1087" y="623"/>
                  </a:cubicBezTo>
                  <a:cubicBezTo>
                    <a:pt x="1065" y="618"/>
                    <a:pt x="1043" y="615"/>
                    <a:pt x="1021" y="615"/>
                  </a:cubicBezTo>
                  <a:cubicBezTo>
                    <a:pt x="1019" y="615"/>
                    <a:pt x="1018" y="615"/>
                    <a:pt x="1016" y="615"/>
                  </a:cubicBezTo>
                  <a:cubicBezTo>
                    <a:pt x="988" y="615"/>
                    <a:pt x="955" y="617"/>
                    <a:pt x="933" y="634"/>
                  </a:cubicBezTo>
                  <a:cubicBezTo>
                    <a:pt x="933" y="635"/>
                    <a:pt x="933" y="635"/>
                    <a:pt x="933" y="635"/>
                  </a:cubicBezTo>
                  <a:lnTo>
                    <a:pt x="933" y="636"/>
                  </a:lnTo>
                  <a:cubicBezTo>
                    <a:pt x="934" y="636"/>
                    <a:pt x="934" y="636"/>
                    <a:pt x="934" y="636"/>
                  </a:cubicBezTo>
                  <a:cubicBezTo>
                    <a:pt x="956" y="627"/>
                    <a:pt x="991" y="632"/>
                    <a:pt x="1015" y="630"/>
                  </a:cubicBezTo>
                  <a:cubicBezTo>
                    <a:pt x="1018" y="630"/>
                    <a:pt x="1021" y="630"/>
                    <a:pt x="1024" y="630"/>
                  </a:cubicBezTo>
                  <a:cubicBezTo>
                    <a:pt x="1041" y="630"/>
                    <a:pt x="1058" y="633"/>
                    <a:pt x="1074" y="639"/>
                  </a:cubicBezTo>
                  <a:cubicBezTo>
                    <a:pt x="1082" y="643"/>
                    <a:pt x="1090" y="645"/>
                    <a:pt x="1098" y="645"/>
                  </a:cubicBezTo>
                  <a:cubicBezTo>
                    <a:pt x="1100" y="645"/>
                    <a:pt x="1101" y="644"/>
                    <a:pt x="1103" y="644"/>
                  </a:cubicBezTo>
                  <a:lnTo>
                    <a:pt x="1103" y="643"/>
                  </a:lnTo>
                  <a:cubicBezTo>
                    <a:pt x="1107" y="649"/>
                    <a:pt x="1112" y="655"/>
                    <a:pt x="1117" y="661"/>
                  </a:cubicBezTo>
                  <a:cubicBezTo>
                    <a:pt x="1142" y="690"/>
                    <a:pt x="1168" y="698"/>
                    <a:pt x="1202" y="711"/>
                  </a:cubicBezTo>
                  <a:cubicBezTo>
                    <a:pt x="1203" y="711"/>
                    <a:pt x="1203" y="711"/>
                    <a:pt x="1204" y="711"/>
                  </a:cubicBezTo>
                  <a:cubicBezTo>
                    <a:pt x="1204" y="711"/>
                    <a:pt x="1205" y="711"/>
                    <a:pt x="1206" y="710"/>
                  </a:cubicBezTo>
                  <a:cubicBezTo>
                    <a:pt x="1206" y="710"/>
                    <a:pt x="1207" y="710"/>
                    <a:pt x="1207" y="709"/>
                  </a:cubicBezTo>
                  <a:lnTo>
                    <a:pt x="1207" y="708"/>
                  </a:lnTo>
                  <a:cubicBezTo>
                    <a:pt x="1208" y="708"/>
                    <a:pt x="1208" y="709"/>
                    <a:pt x="1209" y="710"/>
                  </a:cubicBezTo>
                  <a:cubicBezTo>
                    <a:pt x="1217" y="725"/>
                    <a:pt x="1225" y="741"/>
                    <a:pt x="1232" y="757"/>
                  </a:cubicBezTo>
                  <a:cubicBezTo>
                    <a:pt x="1234" y="764"/>
                    <a:pt x="1237" y="770"/>
                    <a:pt x="1241" y="776"/>
                  </a:cubicBezTo>
                  <a:cubicBezTo>
                    <a:pt x="1243" y="780"/>
                    <a:pt x="1246" y="784"/>
                    <a:pt x="1248" y="788"/>
                  </a:cubicBezTo>
                  <a:cubicBezTo>
                    <a:pt x="1248" y="787"/>
                    <a:pt x="1248" y="787"/>
                    <a:pt x="1247" y="787"/>
                  </a:cubicBezTo>
                  <a:cubicBezTo>
                    <a:pt x="1234" y="779"/>
                    <a:pt x="1221" y="770"/>
                    <a:pt x="1209" y="759"/>
                  </a:cubicBezTo>
                  <a:cubicBezTo>
                    <a:pt x="1189" y="739"/>
                    <a:pt x="1150" y="725"/>
                    <a:pt x="1124" y="713"/>
                  </a:cubicBezTo>
                  <a:cubicBezTo>
                    <a:pt x="1093" y="698"/>
                    <a:pt x="1060" y="685"/>
                    <a:pt x="1027" y="675"/>
                  </a:cubicBezTo>
                  <a:cubicBezTo>
                    <a:pt x="916" y="641"/>
                    <a:pt x="729" y="716"/>
                    <a:pt x="703" y="839"/>
                  </a:cubicBezTo>
                  <a:cubicBezTo>
                    <a:pt x="703" y="840"/>
                    <a:pt x="703" y="841"/>
                    <a:pt x="703" y="841"/>
                  </a:cubicBezTo>
                  <a:cubicBezTo>
                    <a:pt x="704" y="842"/>
                    <a:pt x="704" y="842"/>
                    <a:pt x="705" y="843"/>
                  </a:cubicBezTo>
                  <a:lnTo>
                    <a:pt x="706" y="843"/>
                  </a:lnTo>
                  <a:cubicBezTo>
                    <a:pt x="707" y="843"/>
                    <a:pt x="707" y="843"/>
                    <a:pt x="707" y="843"/>
                  </a:cubicBezTo>
                  <a:cubicBezTo>
                    <a:pt x="700" y="851"/>
                    <a:pt x="693" y="859"/>
                    <a:pt x="685" y="867"/>
                  </a:cubicBezTo>
                  <a:lnTo>
                    <a:pt x="686" y="866"/>
                  </a:lnTo>
                  <a:moveTo>
                    <a:pt x="1304" y="1310"/>
                  </a:moveTo>
                  <a:lnTo>
                    <a:pt x="1304" y="1310"/>
                  </a:lnTo>
                  <a:moveTo>
                    <a:pt x="1321" y="1342"/>
                  </a:moveTo>
                  <a:cubicBezTo>
                    <a:pt x="1322" y="1342"/>
                    <a:pt x="1323" y="1342"/>
                    <a:pt x="1324" y="1342"/>
                  </a:cubicBezTo>
                  <a:cubicBezTo>
                    <a:pt x="1325" y="1342"/>
                    <a:pt x="1326" y="1342"/>
                    <a:pt x="1327" y="1342"/>
                  </a:cubicBezTo>
                  <a:lnTo>
                    <a:pt x="1327" y="1343"/>
                  </a:lnTo>
                  <a:cubicBezTo>
                    <a:pt x="1327" y="1345"/>
                    <a:pt x="1327" y="1347"/>
                    <a:pt x="1327" y="1349"/>
                  </a:cubicBezTo>
                  <a:cubicBezTo>
                    <a:pt x="1327" y="1352"/>
                    <a:pt x="1327" y="1356"/>
                    <a:pt x="1328" y="1359"/>
                  </a:cubicBezTo>
                  <a:cubicBezTo>
                    <a:pt x="1324" y="1354"/>
                    <a:pt x="1322" y="1349"/>
                    <a:pt x="1319" y="1343"/>
                  </a:cubicBezTo>
                  <a:lnTo>
                    <a:pt x="1321" y="1342"/>
                  </a:lnTo>
                  <a:moveTo>
                    <a:pt x="1335" y="1212"/>
                  </a:moveTo>
                  <a:cubicBezTo>
                    <a:pt x="1331" y="1209"/>
                    <a:pt x="1327" y="1206"/>
                    <a:pt x="1323" y="1204"/>
                  </a:cubicBezTo>
                  <a:cubicBezTo>
                    <a:pt x="1312" y="1198"/>
                    <a:pt x="1301" y="1193"/>
                    <a:pt x="1290" y="1190"/>
                  </a:cubicBezTo>
                  <a:cubicBezTo>
                    <a:pt x="1258" y="1179"/>
                    <a:pt x="1234" y="1156"/>
                    <a:pt x="1205" y="1140"/>
                  </a:cubicBezTo>
                  <a:cubicBezTo>
                    <a:pt x="1161" y="1116"/>
                    <a:pt x="1118" y="1060"/>
                    <a:pt x="1089" y="1019"/>
                  </a:cubicBezTo>
                  <a:cubicBezTo>
                    <a:pt x="1087" y="1016"/>
                    <a:pt x="1085" y="1012"/>
                    <a:pt x="1083" y="1009"/>
                  </a:cubicBezTo>
                  <a:cubicBezTo>
                    <a:pt x="1082" y="1008"/>
                    <a:pt x="1081" y="1007"/>
                    <a:pt x="1081" y="1005"/>
                  </a:cubicBezTo>
                  <a:cubicBezTo>
                    <a:pt x="1081" y="1005"/>
                    <a:pt x="1081" y="1004"/>
                    <a:pt x="1081" y="1003"/>
                  </a:cubicBezTo>
                  <a:cubicBezTo>
                    <a:pt x="1081" y="1001"/>
                    <a:pt x="1080" y="1000"/>
                    <a:pt x="1080" y="999"/>
                  </a:cubicBezTo>
                  <a:cubicBezTo>
                    <a:pt x="1079" y="998"/>
                    <a:pt x="1080" y="998"/>
                    <a:pt x="1080" y="998"/>
                  </a:cubicBezTo>
                  <a:cubicBezTo>
                    <a:pt x="1065" y="978"/>
                    <a:pt x="1072" y="944"/>
                    <a:pt x="1049" y="934"/>
                  </a:cubicBezTo>
                  <a:cubicBezTo>
                    <a:pt x="1048" y="934"/>
                    <a:pt x="1047" y="934"/>
                    <a:pt x="1046" y="934"/>
                  </a:cubicBezTo>
                  <a:cubicBezTo>
                    <a:pt x="1045" y="934"/>
                    <a:pt x="1044" y="934"/>
                    <a:pt x="1043" y="935"/>
                  </a:cubicBezTo>
                  <a:cubicBezTo>
                    <a:pt x="1042" y="935"/>
                    <a:pt x="1041" y="936"/>
                    <a:pt x="1041" y="937"/>
                  </a:cubicBezTo>
                  <a:cubicBezTo>
                    <a:pt x="1040" y="938"/>
                    <a:pt x="1040" y="939"/>
                    <a:pt x="1040" y="939"/>
                  </a:cubicBezTo>
                  <a:cubicBezTo>
                    <a:pt x="1040" y="941"/>
                    <a:pt x="1040" y="943"/>
                    <a:pt x="1040" y="945"/>
                  </a:cubicBezTo>
                  <a:cubicBezTo>
                    <a:pt x="1040" y="960"/>
                    <a:pt x="1044" y="976"/>
                    <a:pt x="1052" y="990"/>
                  </a:cubicBezTo>
                  <a:lnTo>
                    <a:pt x="1052" y="991"/>
                  </a:lnTo>
                  <a:cubicBezTo>
                    <a:pt x="1020" y="976"/>
                    <a:pt x="998" y="932"/>
                    <a:pt x="976" y="908"/>
                  </a:cubicBezTo>
                  <a:cubicBezTo>
                    <a:pt x="945" y="875"/>
                    <a:pt x="928" y="843"/>
                    <a:pt x="886" y="821"/>
                  </a:cubicBezTo>
                  <a:cubicBezTo>
                    <a:pt x="862" y="810"/>
                    <a:pt x="836" y="804"/>
                    <a:pt x="809" y="804"/>
                  </a:cubicBezTo>
                  <a:cubicBezTo>
                    <a:pt x="808" y="804"/>
                    <a:pt x="806" y="804"/>
                    <a:pt x="805" y="805"/>
                  </a:cubicBezTo>
                  <a:cubicBezTo>
                    <a:pt x="804" y="804"/>
                    <a:pt x="802" y="804"/>
                    <a:pt x="801" y="804"/>
                  </a:cubicBezTo>
                  <a:cubicBezTo>
                    <a:pt x="788" y="804"/>
                    <a:pt x="776" y="805"/>
                    <a:pt x="764" y="807"/>
                  </a:cubicBezTo>
                  <a:cubicBezTo>
                    <a:pt x="774" y="802"/>
                    <a:pt x="784" y="798"/>
                    <a:pt x="795" y="796"/>
                  </a:cubicBezTo>
                  <a:cubicBezTo>
                    <a:pt x="826" y="787"/>
                    <a:pt x="859" y="782"/>
                    <a:pt x="891" y="782"/>
                  </a:cubicBezTo>
                  <a:cubicBezTo>
                    <a:pt x="946" y="786"/>
                    <a:pt x="1002" y="830"/>
                    <a:pt x="1052" y="852"/>
                  </a:cubicBezTo>
                  <a:cubicBezTo>
                    <a:pt x="1082" y="864"/>
                    <a:pt x="1112" y="878"/>
                    <a:pt x="1140" y="895"/>
                  </a:cubicBezTo>
                  <a:cubicBezTo>
                    <a:pt x="1150" y="901"/>
                    <a:pt x="1160" y="907"/>
                    <a:pt x="1170" y="913"/>
                  </a:cubicBezTo>
                  <a:cubicBezTo>
                    <a:pt x="1192" y="992"/>
                    <a:pt x="1261" y="1038"/>
                    <a:pt x="1305" y="1104"/>
                  </a:cubicBezTo>
                  <a:cubicBezTo>
                    <a:pt x="1316" y="1117"/>
                    <a:pt x="1326" y="1132"/>
                    <a:pt x="1334" y="1147"/>
                  </a:cubicBezTo>
                  <a:cubicBezTo>
                    <a:pt x="1344" y="1165"/>
                    <a:pt x="1353" y="1183"/>
                    <a:pt x="1360" y="1202"/>
                  </a:cubicBezTo>
                  <a:cubicBezTo>
                    <a:pt x="1369" y="1227"/>
                    <a:pt x="1375" y="1253"/>
                    <a:pt x="1380" y="1279"/>
                  </a:cubicBezTo>
                  <a:cubicBezTo>
                    <a:pt x="1377" y="1271"/>
                    <a:pt x="1374" y="1265"/>
                    <a:pt x="1370" y="1258"/>
                  </a:cubicBezTo>
                  <a:cubicBezTo>
                    <a:pt x="1360" y="1241"/>
                    <a:pt x="1348" y="1226"/>
                    <a:pt x="1334" y="1213"/>
                  </a:cubicBezTo>
                  <a:lnTo>
                    <a:pt x="1335" y="1212"/>
                  </a:lnTo>
                  <a:moveTo>
                    <a:pt x="1187" y="924"/>
                  </a:moveTo>
                  <a:lnTo>
                    <a:pt x="1187" y="924"/>
                  </a:lnTo>
                  <a:moveTo>
                    <a:pt x="1221" y="979"/>
                  </a:moveTo>
                  <a:cubicBezTo>
                    <a:pt x="1227" y="986"/>
                    <a:pt x="1234" y="992"/>
                    <a:pt x="1239" y="998"/>
                  </a:cubicBezTo>
                  <a:lnTo>
                    <a:pt x="1247" y="1008"/>
                  </a:lnTo>
                  <a:cubicBezTo>
                    <a:pt x="1249" y="1011"/>
                    <a:pt x="1249" y="1014"/>
                    <a:pt x="1251" y="1017"/>
                  </a:cubicBezTo>
                  <a:cubicBezTo>
                    <a:pt x="1251" y="1018"/>
                    <a:pt x="1253" y="1019"/>
                    <a:pt x="1254" y="1021"/>
                  </a:cubicBezTo>
                  <a:cubicBezTo>
                    <a:pt x="1241" y="1008"/>
                    <a:pt x="1230" y="994"/>
                    <a:pt x="1219" y="980"/>
                  </a:cubicBezTo>
                  <a:lnTo>
                    <a:pt x="1221" y="979"/>
                  </a:lnTo>
                  <a:moveTo>
                    <a:pt x="1394" y="1184"/>
                  </a:moveTo>
                  <a:lnTo>
                    <a:pt x="1388" y="1170"/>
                  </a:lnTo>
                  <a:lnTo>
                    <a:pt x="1394" y="1181"/>
                  </a:lnTo>
                  <a:lnTo>
                    <a:pt x="1395" y="1184"/>
                  </a:lnTo>
                  <a:lnTo>
                    <a:pt x="1394" y="1184"/>
                  </a:lnTo>
                  <a:moveTo>
                    <a:pt x="1437" y="1108"/>
                  </a:moveTo>
                  <a:cubicBezTo>
                    <a:pt x="1456" y="1151"/>
                    <a:pt x="1468" y="1196"/>
                    <a:pt x="1471" y="1243"/>
                  </a:cubicBezTo>
                  <a:cubicBezTo>
                    <a:pt x="1471" y="1254"/>
                    <a:pt x="1476" y="1282"/>
                    <a:pt x="1475" y="1303"/>
                  </a:cubicBezTo>
                  <a:cubicBezTo>
                    <a:pt x="1458" y="1261"/>
                    <a:pt x="1439" y="1220"/>
                    <a:pt x="1416" y="1181"/>
                  </a:cubicBezTo>
                  <a:cubicBezTo>
                    <a:pt x="1414" y="1178"/>
                    <a:pt x="1413" y="1175"/>
                    <a:pt x="1411" y="1173"/>
                  </a:cubicBezTo>
                  <a:cubicBezTo>
                    <a:pt x="1408" y="1168"/>
                    <a:pt x="1406" y="1163"/>
                    <a:pt x="1403" y="1158"/>
                  </a:cubicBezTo>
                  <a:cubicBezTo>
                    <a:pt x="1391" y="1138"/>
                    <a:pt x="1377" y="1118"/>
                    <a:pt x="1362" y="1100"/>
                  </a:cubicBezTo>
                  <a:cubicBezTo>
                    <a:pt x="1358" y="1091"/>
                    <a:pt x="1354" y="1083"/>
                    <a:pt x="1349" y="1075"/>
                  </a:cubicBezTo>
                  <a:cubicBezTo>
                    <a:pt x="1337" y="1055"/>
                    <a:pt x="1324" y="1036"/>
                    <a:pt x="1308" y="1019"/>
                  </a:cubicBezTo>
                  <a:cubicBezTo>
                    <a:pt x="1292" y="1001"/>
                    <a:pt x="1274" y="984"/>
                    <a:pt x="1254" y="969"/>
                  </a:cubicBezTo>
                  <a:cubicBezTo>
                    <a:pt x="1240" y="954"/>
                    <a:pt x="1225" y="941"/>
                    <a:pt x="1209" y="928"/>
                  </a:cubicBezTo>
                  <a:cubicBezTo>
                    <a:pt x="1209" y="927"/>
                    <a:pt x="1208" y="926"/>
                    <a:pt x="1208" y="925"/>
                  </a:cubicBezTo>
                  <a:cubicBezTo>
                    <a:pt x="1207" y="924"/>
                    <a:pt x="1207" y="923"/>
                    <a:pt x="1206" y="923"/>
                  </a:cubicBezTo>
                  <a:lnTo>
                    <a:pt x="1199" y="918"/>
                  </a:lnTo>
                  <a:cubicBezTo>
                    <a:pt x="1199" y="918"/>
                    <a:pt x="1199" y="917"/>
                    <a:pt x="1198" y="917"/>
                  </a:cubicBezTo>
                  <a:cubicBezTo>
                    <a:pt x="1197" y="917"/>
                    <a:pt x="1196" y="916"/>
                    <a:pt x="1194" y="916"/>
                  </a:cubicBezTo>
                  <a:cubicBezTo>
                    <a:pt x="1176" y="902"/>
                    <a:pt x="1157" y="889"/>
                    <a:pt x="1137" y="877"/>
                  </a:cubicBezTo>
                  <a:cubicBezTo>
                    <a:pt x="1117" y="866"/>
                    <a:pt x="1095" y="855"/>
                    <a:pt x="1073" y="847"/>
                  </a:cubicBezTo>
                  <a:cubicBezTo>
                    <a:pt x="1017" y="824"/>
                    <a:pt x="964" y="788"/>
                    <a:pt x="905" y="774"/>
                  </a:cubicBezTo>
                  <a:cubicBezTo>
                    <a:pt x="895" y="772"/>
                    <a:pt x="886" y="772"/>
                    <a:pt x="876" y="772"/>
                  </a:cubicBezTo>
                  <a:cubicBezTo>
                    <a:pt x="857" y="772"/>
                    <a:pt x="838" y="774"/>
                    <a:pt x="820" y="779"/>
                  </a:cubicBezTo>
                  <a:cubicBezTo>
                    <a:pt x="767" y="789"/>
                    <a:pt x="767" y="795"/>
                    <a:pt x="722" y="820"/>
                  </a:cubicBezTo>
                  <a:cubicBezTo>
                    <a:pt x="722" y="820"/>
                    <a:pt x="721" y="820"/>
                    <a:pt x="721" y="821"/>
                  </a:cubicBezTo>
                  <a:lnTo>
                    <a:pt x="721" y="822"/>
                  </a:lnTo>
                  <a:cubicBezTo>
                    <a:pt x="717" y="824"/>
                    <a:pt x="713" y="828"/>
                    <a:pt x="711" y="832"/>
                  </a:cubicBezTo>
                  <a:cubicBezTo>
                    <a:pt x="764" y="710"/>
                    <a:pt x="930" y="661"/>
                    <a:pt x="1048" y="698"/>
                  </a:cubicBezTo>
                  <a:cubicBezTo>
                    <a:pt x="1074" y="707"/>
                    <a:pt x="1099" y="718"/>
                    <a:pt x="1124" y="731"/>
                  </a:cubicBezTo>
                  <a:cubicBezTo>
                    <a:pt x="1136" y="736"/>
                    <a:pt x="1149" y="742"/>
                    <a:pt x="1160" y="749"/>
                  </a:cubicBezTo>
                  <a:cubicBezTo>
                    <a:pt x="1175" y="757"/>
                    <a:pt x="1189" y="767"/>
                    <a:pt x="1202" y="778"/>
                  </a:cubicBezTo>
                  <a:cubicBezTo>
                    <a:pt x="1222" y="799"/>
                    <a:pt x="1249" y="806"/>
                    <a:pt x="1265" y="833"/>
                  </a:cubicBezTo>
                  <a:cubicBezTo>
                    <a:pt x="1280" y="857"/>
                    <a:pt x="1308" y="869"/>
                    <a:pt x="1316" y="898"/>
                  </a:cubicBezTo>
                  <a:cubicBezTo>
                    <a:pt x="1316" y="898"/>
                    <a:pt x="1316" y="899"/>
                    <a:pt x="1317" y="900"/>
                  </a:cubicBezTo>
                  <a:cubicBezTo>
                    <a:pt x="1317" y="901"/>
                    <a:pt x="1318" y="901"/>
                    <a:pt x="1320" y="902"/>
                  </a:cubicBezTo>
                  <a:cubicBezTo>
                    <a:pt x="1321" y="902"/>
                    <a:pt x="1322" y="903"/>
                    <a:pt x="1323" y="903"/>
                  </a:cubicBezTo>
                  <a:cubicBezTo>
                    <a:pt x="1324" y="903"/>
                    <a:pt x="1326" y="903"/>
                    <a:pt x="1327" y="902"/>
                  </a:cubicBezTo>
                  <a:cubicBezTo>
                    <a:pt x="1333" y="912"/>
                    <a:pt x="1339" y="922"/>
                    <a:pt x="1345" y="932"/>
                  </a:cubicBezTo>
                  <a:cubicBezTo>
                    <a:pt x="1378" y="989"/>
                    <a:pt x="1408" y="1049"/>
                    <a:pt x="1435" y="1110"/>
                  </a:cubicBezTo>
                  <a:lnTo>
                    <a:pt x="1437" y="110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2"/>
            <p:cNvSpPr/>
            <p:nvPr/>
          </p:nvSpPr>
          <p:spPr>
            <a:xfrm>
              <a:off x="9291600" y="3664800"/>
              <a:ext cx="172080" cy="257400"/>
            </a:xfrm>
            <a:custGeom>
              <a:avLst/>
              <a:gdLst/>
              <a:ahLst/>
              <a:cxnLst/>
              <a:rect l="l" t="t" r="r" b="b"/>
              <a:pathLst>
                <a:path w="478" h="715" extrusionOk="0">
                  <a:moveTo>
                    <a:pt x="255" y="345"/>
                  </a:moveTo>
                  <a:cubicBezTo>
                    <a:pt x="282" y="401"/>
                    <a:pt x="323" y="450"/>
                    <a:pt x="355" y="503"/>
                  </a:cubicBezTo>
                  <a:cubicBezTo>
                    <a:pt x="373" y="530"/>
                    <a:pt x="391" y="558"/>
                    <a:pt x="407" y="586"/>
                  </a:cubicBezTo>
                  <a:cubicBezTo>
                    <a:pt x="430" y="627"/>
                    <a:pt x="452" y="668"/>
                    <a:pt x="471" y="710"/>
                  </a:cubicBezTo>
                  <a:cubicBezTo>
                    <a:pt x="473" y="714"/>
                    <a:pt x="477" y="712"/>
                    <a:pt x="477" y="709"/>
                  </a:cubicBezTo>
                  <a:cubicBezTo>
                    <a:pt x="474" y="648"/>
                    <a:pt x="425" y="579"/>
                    <a:pt x="392" y="530"/>
                  </a:cubicBezTo>
                  <a:cubicBezTo>
                    <a:pt x="355" y="474"/>
                    <a:pt x="324" y="412"/>
                    <a:pt x="283" y="360"/>
                  </a:cubicBezTo>
                  <a:cubicBezTo>
                    <a:pt x="267" y="338"/>
                    <a:pt x="253" y="315"/>
                    <a:pt x="240" y="292"/>
                  </a:cubicBezTo>
                  <a:cubicBezTo>
                    <a:pt x="235" y="284"/>
                    <a:pt x="231" y="276"/>
                    <a:pt x="226" y="268"/>
                  </a:cubicBezTo>
                  <a:cubicBezTo>
                    <a:pt x="207" y="233"/>
                    <a:pt x="181" y="204"/>
                    <a:pt x="162" y="170"/>
                  </a:cubicBezTo>
                  <a:cubicBezTo>
                    <a:pt x="142" y="136"/>
                    <a:pt x="103" y="106"/>
                    <a:pt x="78" y="72"/>
                  </a:cubicBezTo>
                  <a:cubicBezTo>
                    <a:pt x="55" y="46"/>
                    <a:pt x="31" y="22"/>
                    <a:pt x="4" y="1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2" y="0"/>
                    <a:pt x="3" y="0"/>
                    <a:pt x="2" y="1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1" y="4"/>
                  </a:lnTo>
                  <a:cubicBezTo>
                    <a:pt x="29" y="32"/>
                    <a:pt x="55" y="62"/>
                    <a:pt x="79" y="94"/>
                  </a:cubicBezTo>
                  <a:cubicBezTo>
                    <a:pt x="104" y="128"/>
                    <a:pt x="136" y="153"/>
                    <a:pt x="156" y="190"/>
                  </a:cubicBezTo>
                  <a:cubicBezTo>
                    <a:pt x="185" y="242"/>
                    <a:pt x="229" y="290"/>
                    <a:pt x="255" y="3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32"/>
            <p:cNvSpPr/>
            <p:nvPr/>
          </p:nvSpPr>
          <p:spPr>
            <a:xfrm>
              <a:off x="9331560" y="3758400"/>
              <a:ext cx="177120" cy="390240"/>
            </a:xfrm>
            <a:custGeom>
              <a:avLst/>
              <a:gdLst/>
              <a:ahLst/>
              <a:cxnLst/>
              <a:rect l="l" t="t" r="r" b="b"/>
              <a:pathLst>
                <a:path w="492" h="1084" extrusionOk="0">
                  <a:moveTo>
                    <a:pt x="479" y="700"/>
                  </a:moveTo>
                  <a:cubicBezTo>
                    <a:pt x="473" y="750"/>
                    <a:pt x="470" y="799"/>
                    <a:pt x="470" y="849"/>
                  </a:cubicBezTo>
                  <a:cubicBezTo>
                    <a:pt x="470" y="872"/>
                    <a:pt x="471" y="896"/>
                    <a:pt x="472" y="919"/>
                  </a:cubicBezTo>
                  <a:cubicBezTo>
                    <a:pt x="472" y="947"/>
                    <a:pt x="468" y="975"/>
                    <a:pt x="461" y="1003"/>
                  </a:cubicBezTo>
                  <a:cubicBezTo>
                    <a:pt x="460" y="1007"/>
                    <a:pt x="458" y="1012"/>
                    <a:pt x="457" y="1017"/>
                  </a:cubicBezTo>
                  <a:cubicBezTo>
                    <a:pt x="457" y="1015"/>
                    <a:pt x="457" y="1014"/>
                    <a:pt x="457" y="1012"/>
                  </a:cubicBezTo>
                  <a:cubicBezTo>
                    <a:pt x="457" y="939"/>
                    <a:pt x="447" y="867"/>
                    <a:pt x="427" y="797"/>
                  </a:cubicBezTo>
                  <a:cubicBezTo>
                    <a:pt x="418" y="765"/>
                    <a:pt x="411" y="733"/>
                    <a:pt x="406" y="701"/>
                  </a:cubicBezTo>
                  <a:cubicBezTo>
                    <a:pt x="406" y="700"/>
                    <a:pt x="406" y="700"/>
                    <a:pt x="406" y="700"/>
                  </a:cubicBezTo>
                  <a:cubicBezTo>
                    <a:pt x="406" y="696"/>
                    <a:pt x="405" y="692"/>
                    <a:pt x="403" y="689"/>
                  </a:cubicBezTo>
                  <a:cubicBezTo>
                    <a:pt x="401" y="686"/>
                    <a:pt x="399" y="683"/>
                    <a:pt x="395" y="681"/>
                  </a:cubicBezTo>
                  <a:cubicBezTo>
                    <a:pt x="393" y="680"/>
                    <a:pt x="391" y="679"/>
                    <a:pt x="389" y="678"/>
                  </a:cubicBezTo>
                  <a:cubicBezTo>
                    <a:pt x="387" y="668"/>
                    <a:pt x="383" y="658"/>
                    <a:pt x="377" y="648"/>
                  </a:cubicBezTo>
                  <a:cubicBezTo>
                    <a:pt x="375" y="644"/>
                    <a:pt x="372" y="640"/>
                    <a:pt x="369" y="636"/>
                  </a:cubicBezTo>
                  <a:cubicBezTo>
                    <a:pt x="341" y="598"/>
                    <a:pt x="343" y="553"/>
                    <a:pt x="328" y="510"/>
                  </a:cubicBezTo>
                  <a:cubicBezTo>
                    <a:pt x="314" y="470"/>
                    <a:pt x="297" y="432"/>
                    <a:pt x="276" y="396"/>
                  </a:cubicBezTo>
                  <a:cubicBezTo>
                    <a:pt x="274" y="393"/>
                    <a:pt x="273" y="391"/>
                    <a:pt x="272" y="389"/>
                  </a:cubicBezTo>
                  <a:cubicBezTo>
                    <a:pt x="270" y="386"/>
                    <a:pt x="269" y="384"/>
                    <a:pt x="268" y="382"/>
                  </a:cubicBezTo>
                  <a:cubicBezTo>
                    <a:pt x="259" y="366"/>
                    <a:pt x="251" y="350"/>
                    <a:pt x="244" y="333"/>
                  </a:cubicBezTo>
                  <a:lnTo>
                    <a:pt x="241" y="324"/>
                  </a:lnTo>
                  <a:cubicBezTo>
                    <a:pt x="253" y="313"/>
                    <a:pt x="228" y="274"/>
                    <a:pt x="223" y="262"/>
                  </a:cubicBezTo>
                  <a:lnTo>
                    <a:pt x="223" y="261"/>
                  </a:lnTo>
                  <a:cubicBezTo>
                    <a:pt x="222" y="260"/>
                    <a:pt x="221" y="259"/>
                    <a:pt x="220" y="259"/>
                  </a:cubicBezTo>
                  <a:cubicBezTo>
                    <a:pt x="219" y="258"/>
                    <a:pt x="219" y="258"/>
                    <a:pt x="218" y="258"/>
                  </a:cubicBezTo>
                  <a:lnTo>
                    <a:pt x="211" y="258"/>
                  </a:lnTo>
                  <a:cubicBezTo>
                    <a:pt x="210" y="258"/>
                    <a:pt x="208" y="258"/>
                    <a:pt x="207" y="259"/>
                  </a:cubicBezTo>
                  <a:cubicBezTo>
                    <a:pt x="206" y="259"/>
                    <a:pt x="206" y="260"/>
                    <a:pt x="205" y="261"/>
                  </a:cubicBezTo>
                  <a:cubicBezTo>
                    <a:pt x="205" y="262"/>
                    <a:pt x="204" y="263"/>
                    <a:pt x="204" y="264"/>
                  </a:cubicBezTo>
                  <a:cubicBezTo>
                    <a:pt x="204" y="267"/>
                    <a:pt x="204" y="269"/>
                    <a:pt x="204" y="272"/>
                  </a:cubicBezTo>
                  <a:cubicBezTo>
                    <a:pt x="204" y="283"/>
                    <a:pt x="207" y="293"/>
                    <a:pt x="212" y="302"/>
                  </a:cubicBezTo>
                  <a:cubicBezTo>
                    <a:pt x="213" y="303"/>
                    <a:pt x="213" y="304"/>
                    <a:pt x="214" y="305"/>
                  </a:cubicBezTo>
                  <a:lnTo>
                    <a:pt x="211" y="302"/>
                  </a:lnTo>
                  <a:cubicBezTo>
                    <a:pt x="202" y="292"/>
                    <a:pt x="194" y="281"/>
                    <a:pt x="187" y="270"/>
                  </a:cubicBezTo>
                  <a:cubicBezTo>
                    <a:pt x="171" y="244"/>
                    <a:pt x="150" y="220"/>
                    <a:pt x="127" y="199"/>
                  </a:cubicBezTo>
                  <a:cubicBezTo>
                    <a:pt x="119" y="190"/>
                    <a:pt x="111" y="180"/>
                    <a:pt x="105" y="170"/>
                  </a:cubicBezTo>
                  <a:cubicBezTo>
                    <a:pt x="101" y="161"/>
                    <a:pt x="96" y="153"/>
                    <a:pt x="93" y="143"/>
                  </a:cubicBezTo>
                  <a:cubicBezTo>
                    <a:pt x="84" y="124"/>
                    <a:pt x="70" y="109"/>
                    <a:pt x="61" y="90"/>
                  </a:cubicBezTo>
                  <a:cubicBezTo>
                    <a:pt x="56" y="79"/>
                    <a:pt x="51" y="68"/>
                    <a:pt x="45" y="58"/>
                  </a:cubicBezTo>
                  <a:cubicBezTo>
                    <a:pt x="33" y="38"/>
                    <a:pt x="20" y="19"/>
                    <a:pt x="5" y="2"/>
                  </a:cubicBezTo>
                  <a:cubicBezTo>
                    <a:pt x="3" y="0"/>
                    <a:pt x="0" y="2"/>
                    <a:pt x="1" y="5"/>
                  </a:cubicBezTo>
                  <a:cubicBezTo>
                    <a:pt x="29" y="58"/>
                    <a:pt x="59" y="109"/>
                    <a:pt x="84" y="164"/>
                  </a:cubicBezTo>
                  <a:cubicBezTo>
                    <a:pt x="87" y="169"/>
                    <a:pt x="90" y="174"/>
                    <a:pt x="93" y="180"/>
                  </a:cubicBezTo>
                  <a:cubicBezTo>
                    <a:pt x="102" y="194"/>
                    <a:pt x="112" y="209"/>
                    <a:pt x="125" y="220"/>
                  </a:cubicBezTo>
                  <a:cubicBezTo>
                    <a:pt x="149" y="245"/>
                    <a:pt x="171" y="273"/>
                    <a:pt x="189" y="302"/>
                  </a:cubicBezTo>
                  <a:cubicBezTo>
                    <a:pt x="194" y="311"/>
                    <a:pt x="202" y="318"/>
                    <a:pt x="211" y="324"/>
                  </a:cubicBezTo>
                  <a:cubicBezTo>
                    <a:pt x="216" y="326"/>
                    <a:pt x="221" y="328"/>
                    <a:pt x="226" y="330"/>
                  </a:cubicBezTo>
                  <a:cubicBezTo>
                    <a:pt x="231" y="344"/>
                    <a:pt x="236" y="358"/>
                    <a:pt x="242" y="371"/>
                  </a:cubicBezTo>
                  <a:cubicBezTo>
                    <a:pt x="252" y="395"/>
                    <a:pt x="267" y="416"/>
                    <a:pt x="277" y="440"/>
                  </a:cubicBezTo>
                  <a:cubicBezTo>
                    <a:pt x="297" y="485"/>
                    <a:pt x="313" y="531"/>
                    <a:pt x="325" y="579"/>
                  </a:cubicBezTo>
                  <a:cubicBezTo>
                    <a:pt x="334" y="627"/>
                    <a:pt x="371" y="660"/>
                    <a:pt x="373" y="709"/>
                  </a:cubicBezTo>
                  <a:cubicBezTo>
                    <a:pt x="373" y="711"/>
                    <a:pt x="373" y="713"/>
                    <a:pt x="374" y="714"/>
                  </a:cubicBezTo>
                  <a:cubicBezTo>
                    <a:pt x="375" y="716"/>
                    <a:pt x="376" y="717"/>
                    <a:pt x="377" y="718"/>
                  </a:cubicBezTo>
                  <a:cubicBezTo>
                    <a:pt x="379" y="718"/>
                    <a:pt x="381" y="719"/>
                    <a:pt x="382" y="719"/>
                  </a:cubicBezTo>
                  <a:cubicBezTo>
                    <a:pt x="384" y="719"/>
                    <a:pt x="386" y="718"/>
                    <a:pt x="387" y="718"/>
                  </a:cubicBezTo>
                  <a:cubicBezTo>
                    <a:pt x="388" y="717"/>
                    <a:pt x="389" y="716"/>
                    <a:pt x="390" y="715"/>
                  </a:cubicBezTo>
                  <a:cubicBezTo>
                    <a:pt x="395" y="732"/>
                    <a:pt x="399" y="754"/>
                    <a:pt x="399" y="756"/>
                  </a:cubicBezTo>
                  <a:cubicBezTo>
                    <a:pt x="404" y="788"/>
                    <a:pt x="410" y="819"/>
                    <a:pt x="418" y="851"/>
                  </a:cubicBezTo>
                  <a:cubicBezTo>
                    <a:pt x="435" y="918"/>
                    <a:pt x="432" y="982"/>
                    <a:pt x="438" y="1050"/>
                  </a:cubicBezTo>
                  <a:cubicBezTo>
                    <a:pt x="438" y="1051"/>
                    <a:pt x="439" y="1052"/>
                    <a:pt x="439" y="1053"/>
                  </a:cubicBezTo>
                  <a:lnTo>
                    <a:pt x="440" y="1054"/>
                  </a:lnTo>
                  <a:cubicBezTo>
                    <a:pt x="439" y="1059"/>
                    <a:pt x="438" y="1063"/>
                    <a:pt x="437" y="1068"/>
                  </a:cubicBezTo>
                  <a:cubicBezTo>
                    <a:pt x="436" y="1079"/>
                    <a:pt x="452" y="1083"/>
                    <a:pt x="454" y="1072"/>
                  </a:cubicBezTo>
                  <a:cubicBezTo>
                    <a:pt x="459" y="1044"/>
                    <a:pt x="473" y="1021"/>
                    <a:pt x="482" y="994"/>
                  </a:cubicBezTo>
                  <a:cubicBezTo>
                    <a:pt x="486" y="975"/>
                    <a:pt x="489" y="956"/>
                    <a:pt x="489" y="936"/>
                  </a:cubicBezTo>
                  <a:cubicBezTo>
                    <a:pt x="491" y="911"/>
                    <a:pt x="491" y="886"/>
                    <a:pt x="491" y="860"/>
                  </a:cubicBezTo>
                  <a:cubicBezTo>
                    <a:pt x="491" y="807"/>
                    <a:pt x="488" y="753"/>
                    <a:pt x="482" y="701"/>
                  </a:cubicBezTo>
                  <a:cubicBezTo>
                    <a:pt x="483" y="698"/>
                    <a:pt x="479" y="697"/>
                    <a:pt x="479" y="70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32"/>
            <p:cNvSpPr/>
            <p:nvPr/>
          </p:nvSpPr>
          <p:spPr>
            <a:xfrm>
              <a:off x="9148680" y="3291480"/>
              <a:ext cx="240120" cy="47520"/>
            </a:xfrm>
            <a:custGeom>
              <a:avLst/>
              <a:gdLst/>
              <a:ahLst/>
              <a:cxnLst/>
              <a:rect l="l" t="t" r="r" b="b"/>
              <a:pathLst>
                <a:path w="667" h="132" extrusionOk="0">
                  <a:moveTo>
                    <a:pt x="260" y="75"/>
                  </a:moveTo>
                  <a:cubicBezTo>
                    <a:pt x="215" y="88"/>
                    <a:pt x="164" y="94"/>
                    <a:pt x="117" y="104"/>
                  </a:cubicBezTo>
                  <a:cubicBezTo>
                    <a:pt x="78" y="112"/>
                    <a:pt x="40" y="122"/>
                    <a:pt x="1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lnTo>
                    <a:pt x="0" y="130"/>
                  </a:lnTo>
                  <a:lnTo>
                    <a:pt x="1" y="130"/>
                  </a:lnTo>
                  <a:cubicBezTo>
                    <a:pt x="2" y="131"/>
                    <a:pt x="1" y="131"/>
                    <a:pt x="1" y="131"/>
                  </a:cubicBezTo>
                  <a:cubicBezTo>
                    <a:pt x="46" y="126"/>
                    <a:pt x="91" y="118"/>
                    <a:pt x="136" y="109"/>
                  </a:cubicBezTo>
                  <a:cubicBezTo>
                    <a:pt x="186" y="100"/>
                    <a:pt x="246" y="80"/>
                    <a:pt x="298" y="82"/>
                  </a:cubicBezTo>
                  <a:cubicBezTo>
                    <a:pt x="303" y="83"/>
                    <a:pt x="308" y="83"/>
                    <a:pt x="313" y="83"/>
                  </a:cubicBezTo>
                  <a:cubicBezTo>
                    <a:pt x="364" y="83"/>
                    <a:pt x="414" y="74"/>
                    <a:pt x="463" y="57"/>
                  </a:cubicBezTo>
                  <a:cubicBezTo>
                    <a:pt x="484" y="50"/>
                    <a:pt x="511" y="44"/>
                    <a:pt x="536" y="35"/>
                  </a:cubicBezTo>
                  <a:cubicBezTo>
                    <a:pt x="579" y="32"/>
                    <a:pt x="621" y="28"/>
                    <a:pt x="664" y="22"/>
                  </a:cubicBezTo>
                  <a:cubicBezTo>
                    <a:pt x="666" y="22"/>
                    <a:pt x="666" y="20"/>
                    <a:pt x="664" y="20"/>
                  </a:cubicBezTo>
                  <a:cubicBezTo>
                    <a:pt x="631" y="20"/>
                    <a:pt x="597" y="21"/>
                    <a:pt x="564" y="21"/>
                  </a:cubicBezTo>
                  <a:cubicBezTo>
                    <a:pt x="569" y="18"/>
                    <a:pt x="575" y="14"/>
                    <a:pt x="579" y="9"/>
                  </a:cubicBezTo>
                  <a:cubicBezTo>
                    <a:pt x="583" y="5"/>
                    <a:pt x="578" y="0"/>
                    <a:pt x="573" y="2"/>
                  </a:cubicBezTo>
                  <a:cubicBezTo>
                    <a:pt x="554" y="10"/>
                    <a:pt x="534" y="16"/>
                    <a:pt x="514" y="22"/>
                  </a:cubicBezTo>
                  <a:cubicBezTo>
                    <a:pt x="413" y="22"/>
                    <a:pt x="312" y="22"/>
                    <a:pt x="212" y="27"/>
                  </a:cubicBezTo>
                  <a:cubicBezTo>
                    <a:pt x="211" y="27"/>
                    <a:pt x="211" y="28"/>
                    <a:pt x="210" y="28"/>
                  </a:cubicBezTo>
                  <a:cubicBezTo>
                    <a:pt x="209" y="28"/>
                    <a:pt x="209" y="29"/>
                    <a:pt x="209" y="29"/>
                  </a:cubicBezTo>
                  <a:cubicBezTo>
                    <a:pt x="208" y="30"/>
                    <a:pt x="208" y="30"/>
                    <a:pt x="208" y="31"/>
                  </a:cubicBezTo>
                  <a:cubicBezTo>
                    <a:pt x="208" y="32"/>
                    <a:pt x="208" y="32"/>
                    <a:pt x="209" y="33"/>
                  </a:cubicBezTo>
                  <a:cubicBezTo>
                    <a:pt x="209" y="33"/>
                    <a:pt x="209" y="34"/>
                    <a:pt x="210" y="34"/>
                  </a:cubicBezTo>
                  <a:cubicBezTo>
                    <a:pt x="211" y="34"/>
                    <a:pt x="211" y="34"/>
                    <a:pt x="212" y="34"/>
                  </a:cubicBezTo>
                  <a:cubicBezTo>
                    <a:pt x="297" y="39"/>
                    <a:pt x="383" y="41"/>
                    <a:pt x="469" y="38"/>
                  </a:cubicBezTo>
                  <a:cubicBezTo>
                    <a:pt x="449" y="44"/>
                    <a:pt x="430" y="50"/>
                    <a:pt x="412" y="55"/>
                  </a:cubicBezTo>
                  <a:cubicBezTo>
                    <a:pt x="363" y="67"/>
                    <a:pt x="308" y="59"/>
                    <a:pt x="260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2"/>
            <p:cNvSpPr/>
            <p:nvPr/>
          </p:nvSpPr>
          <p:spPr>
            <a:xfrm>
              <a:off x="9354960" y="3216240"/>
              <a:ext cx="475200" cy="225000"/>
            </a:xfrm>
            <a:custGeom>
              <a:avLst/>
              <a:gdLst/>
              <a:ahLst/>
              <a:cxnLst/>
              <a:rect l="l" t="t" r="r" b="b"/>
              <a:pathLst>
                <a:path w="1320" h="625" extrusionOk="0">
                  <a:moveTo>
                    <a:pt x="1266" y="568"/>
                  </a:moveTo>
                  <a:cubicBezTo>
                    <a:pt x="1244" y="546"/>
                    <a:pt x="1221" y="527"/>
                    <a:pt x="1199" y="506"/>
                  </a:cubicBezTo>
                  <a:cubicBezTo>
                    <a:pt x="1173" y="481"/>
                    <a:pt x="1144" y="460"/>
                    <a:pt x="1113" y="442"/>
                  </a:cubicBezTo>
                  <a:cubicBezTo>
                    <a:pt x="1092" y="430"/>
                    <a:pt x="1071" y="420"/>
                    <a:pt x="1050" y="412"/>
                  </a:cubicBezTo>
                  <a:cubicBezTo>
                    <a:pt x="993" y="388"/>
                    <a:pt x="932" y="367"/>
                    <a:pt x="882" y="330"/>
                  </a:cubicBezTo>
                  <a:cubicBezTo>
                    <a:pt x="879" y="327"/>
                    <a:pt x="875" y="325"/>
                    <a:pt x="872" y="323"/>
                  </a:cubicBezTo>
                  <a:cubicBezTo>
                    <a:pt x="856" y="314"/>
                    <a:pt x="840" y="307"/>
                    <a:pt x="823" y="300"/>
                  </a:cubicBezTo>
                  <a:cubicBezTo>
                    <a:pt x="789" y="284"/>
                    <a:pt x="752" y="249"/>
                    <a:pt x="720" y="227"/>
                  </a:cubicBezTo>
                  <a:cubicBezTo>
                    <a:pt x="720" y="227"/>
                    <a:pt x="719" y="227"/>
                    <a:pt x="719" y="226"/>
                  </a:cubicBezTo>
                  <a:cubicBezTo>
                    <a:pt x="719" y="226"/>
                    <a:pt x="718" y="226"/>
                    <a:pt x="717" y="226"/>
                  </a:cubicBezTo>
                  <a:cubicBezTo>
                    <a:pt x="716" y="226"/>
                    <a:pt x="715" y="225"/>
                    <a:pt x="714" y="226"/>
                  </a:cubicBezTo>
                  <a:cubicBezTo>
                    <a:pt x="713" y="227"/>
                    <a:pt x="713" y="227"/>
                    <a:pt x="712" y="228"/>
                  </a:cubicBezTo>
                  <a:cubicBezTo>
                    <a:pt x="711" y="229"/>
                    <a:pt x="712" y="230"/>
                    <a:pt x="712" y="231"/>
                  </a:cubicBezTo>
                  <a:cubicBezTo>
                    <a:pt x="712" y="232"/>
                    <a:pt x="712" y="233"/>
                    <a:pt x="712" y="233"/>
                  </a:cubicBezTo>
                  <a:cubicBezTo>
                    <a:pt x="713" y="234"/>
                    <a:pt x="713" y="234"/>
                    <a:pt x="713" y="235"/>
                  </a:cubicBezTo>
                  <a:cubicBezTo>
                    <a:pt x="739" y="256"/>
                    <a:pt x="715" y="248"/>
                    <a:pt x="705" y="245"/>
                  </a:cubicBezTo>
                  <a:cubicBezTo>
                    <a:pt x="670" y="236"/>
                    <a:pt x="636" y="222"/>
                    <a:pt x="603" y="206"/>
                  </a:cubicBezTo>
                  <a:cubicBezTo>
                    <a:pt x="584" y="195"/>
                    <a:pt x="565" y="187"/>
                    <a:pt x="544" y="180"/>
                  </a:cubicBezTo>
                  <a:cubicBezTo>
                    <a:pt x="525" y="170"/>
                    <a:pt x="504" y="161"/>
                    <a:pt x="483" y="153"/>
                  </a:cubicBezTo>
                  <a:cubicBezTo>
                    <a:pt x="481" y="152"/>
                    <a:pt x="480" y="151"/>
                    <a:pt x="478" y="150"/>
                  </a:cubicBezTo>
                  <a:cubicBezTo>
                    <a:pt x="462" y="140"/>
                    <a:pt x="444" y="134"/>
                    <a:pt x="426" y="129"/>
                  </a:cubicBezTo>
                  <a:cubicBezTo>
                    <a:pt x="374" y="110"/>
                    <a:pt x="322" y="88"/>
                    <a:pt x="269" y="73"/>
                  </a:cubicBezTo>
                  <a:cubicBezTo>
                    <a:pt x="224" y="60"/>
                    <a:pt x="182" y="26"/>
                    <a:pt x="136" y="21"/>
                  </a:cubicBezTo>
                  <a:cubicBezTo>
                    <a:pt x="110" y="18"/>
                    <a:pt x="86" y="13"/>
                    <a:pt x="61" y="4"/>
                  </a:cubicBezTo>
                  <a:cubicBezTo>
                    <a:pt x="52" y="0"/>
                    <a:pt x="48" y="8"/>
                    <a:pt x="36" y="2"/>
                  </a:cubicBezTo>
                  <a:cubicBezTo>
                    <a:pt x="34" y="2"/>
                    <a:pt x="33" y="4"/>
                    <a:pt x="34" y="5"/>
                  </a:cubicBezTo>
                  <a:cubicBezTo>
                    <a:pt x="36" y="6"/>
                    <a:pt x="38" y="8"/>
                    <a:pt x="40" y="9"/>
                  </a:cubicBezTo>
                  <a:cubicBezTo>
                    <a:pt x="48" y="13"/>
                    <a:pt x="57" y="16"/>
                    <a:pt x="66" y="17"/>
                  </a:cubicBezTo>
                  <a:cubicBezTo>
                    <a:pt x="119" y="22"/>
                    <a:pt x="170" y="47"/>
                    <a:pt x="219" y="67"/>
                  </a:cubicBezTo>
                  <a:cubicBezTo>
                    <a:pt x="265" y="87"/>
                    <a:pt x="313" y="104"/>
                    <a:pt x="362" y="117"/>
                  </a:cubicBezTo>
                  <a:cubicBezTo>
                    <a:pt x="402" y="126"/>
                    <a:pt x="440" y="141"/>
                    <a:pt x="475" y="161"/>
                  </a:cubicBezTo>
                  <a:cubicBezTo>
                    <a:pt x="476" y="162"/>
                    <a:pt x="477" y="162"/>
                    <a:pt x="478" y="162"/>
                  </a:cubicBezTo>
                  <a:cubicBezTo>
                    <a:pt x="401" y="152"/>
                    <a:pt x="324" y="147"/>
                    <a:pt x="247" y="147"/>
                  </a:cubicBezTo>
                  <a:cubicBezTo>
                    <a:pt x="167" y="144"/>
                    <a:pt x="87" y="155"/>
                    <a:pt x="8" y="153"/>
                  </a:cubicBezTo>
                  <a:cubicBezTo>
                    <a:pt x="7" y="153"/>
                    <a:pt x="6" y="153"/>
                    <a:pt x="5" y="154"/>
                  </a:cubicBezTo>
                  <a:cubicBezTo>
                    <a:pt x="3" y="155"/>
                    <a:pt x="3" y="156"/>
                    <a:pt x="2" y="157"/>
                  </a:cubicBezTo>
                  <a:cubicBezTo>
                    <a:pt x="1" y="158"/>
                    <a:pt x="0" y="159"/>
                    <a:pt x="0" y="161"/>
                  </a:cubicBezTo>
                  <a:cubicBezTo>
                    <a:pt x="0" y="162"/>
                    <a:pt x="1" y="164"/>
                    <a:pt x="2" y="166"/>
                  </a:cubicBezTo>
                  <a:cubicBezTo>
                    <a:pt x="3" y="168"/>
                    <a:pt x="3" y="168"/>
                    <a:pt x="5" y="169"/>
                  </a:cubicBezTo>
                  <a:cubicBezTo>
                    <a:pt x="5" y="169"/>
                    <a:pt x="6" y="169"/>
                    <a:pt x="7" y="170"/>
                  </a:cubicBezTo>
                  <a:cubicBezTo>
                    <a:pt x="22" y="175"/>
                    <a:pt x="36" y="181"/>
                    <a:pt x="50" y="189"/>
                  </a:cubicBezTo>
                  <a:cubicBezTo>
                    <a:pt x="76" y="199"/>
                    <a:pt x="104" y="203"/>
                    <a:pt x="129" y="212"/>
                  </a:cubicBezTo>
                  <a:cubicBezTo>
                    <a:pt x="138" y="215"/>
                    <a:pt x="147" y="218"/>
                    <a:pt x="156" y="222"/>
                  </a:cubicBezTo>
                  <a:cubicBezTo>
                    <a:pt x="158" y="231"/>
                    <a:pt x="154" y="234"/>
                    <a:pt x="145" y="231"/>
                  </a:cubicBezTo>
                  <a:cubicBezTo>
                    <a:pt x="136" y="231"/>
                    <a:pt x="128" y="231"/>
                    <a:pt x="119" y="231"/>
                  </a:cubicBezTo>
                  <a:cubicBezTo>
                    <a:pt x="118" y="231"/>
                    <a:pt x="118" y="233"/>
                    <a:pt x="119" y="233"/>
                  </a:cubicBezTo>
                  <a:cubicBezTo>
                    <a:pt x="129" y="235"/>
                    <a:pt x="138" y="236"/>
                    <a:pt x="148" y="236"/>
                  </a:cubicBezTo>
                  <a:cubicBezTo>
                    <a:pt x="155" y="236"/>
                    <a:pt x="162" y="235"/>
                    <a:pt x="169" y="234"/>
                  </a:cubicBezTo>
                  <a:cubicBezTo>
                    <a:pt x="170" y="234"/>
                    <a:pt x="170" y="233"/>
                    <a:pt x="171" y="233"/>
                  </a:cubicBezTo>
                  <a:lnTo>
                    <a:pt x="171" y="232"/>
                  </a:lnTo>
                  <a:cubicBezTo>
                    <a:pt x="175" y="217"/>
                    <a:pt x="154" y="211"/>
                    <a:pt x="143" y="206"/>
                  </a:cubicBezTo>
                  <a:cubicBezTo>
                    <a:pt x="132" y="201"/>
                    <a:pt x="117" y="196"/>
                    <a:pt x="104" y="191"/>
                  </a:cubicBezTo>
                  <a:cubicBezTo>
                    <a:pt x="87" y="186"/>
                    <a:pt x="71" y="178"/>
                    <a:pt x="55" y="172"/>
                  </a:cubicBezTo>
                  <a:cubicBezTo>
                    <a:pt x="76" y="170"/>
                    <a:pt x="98" y="168"/>
                    <a:pt x="119" y="168"/>
                  </a:cubicBezTo>
                  <a:cubicBezTo>
                    <a:pt x="168" y="168"/>
                    <a:pt x="218" y="167"/>
                    <a:pt x="266" y="168"/>
                  </a:cubicBezTo>
                  <a:cubicBezTo>
                    <a:pt x="300" y="170"/>
                    <a:pt x="335" y="175"/>
                    <a:pt x="369" y="177"/>
                  </a:cubicBezTo>
                  <a:cubicBezTo>
                    <a:pt x="410" y="179"/>
                    <a:pt x="455" y="187"/>
                    <a:pt x="495" y="178"/>
                  </a:cubicBezTo>
                  <a:lnTo>
                    <a:pt x="496" y="178"/>
                  </a:lnTo>
                  <a:cubicBezTo>
                    <a:pt x="497" y="177"/>
                    <a:pt x="498" y="177"/>
                    <a:pt x="498" y="176"/>
                  </a:cubicBezTo>
                  <a:cubicBezTo>
                    <a:pt x="499" y="175"/>
                    <a:pt x="499" y="174"/>
                    <a:pt x="499" y="174"/>
                  </a:cubicBezTo>
                  <a:cubicBezTo>
                    <a:pt x="503" y="177"/>
                    <a:pt x="507" y="180"/>
                    <a:pt x="511" y="182"/>
                  </a:cubicBezTo>
                  <a:cubicBezTo>
                    <a:pt x="516" y="185"/>
                    <a:pt x="522" y="188"/>
                    <a:pt x="528" y="190"/>
                  </a:cubicBezTo>
                  <a:cubicBezTo>
                    <a:pt x="556" y="198"/>
                    <a:pt x="583" y="210"/>
                    <a:pt x="608" y="224"/>
                  </a:cubicBezTo>
                  <a:cubicBezTo>
                    <a:pt x="610" y="225"/>
                    <a:pt x="612" y="226"/>
                    <a:pt x="613" y="227"/>
                  </a:cubicBezTo>
                  <a:cubicBezTo>
                    <a:pt x="637" y="239"/>
                    <a:pt x="663" y="249"/>
                    <a:pt x="689" y="254"/>
                  </a:cubicBezTo>
                  <a:cubicBezTo>
                    <a:pt x="705" y="261"/>
                    <a:pt x="722" y="267"/>
                    <a:pt x="739" y="271"/>
                  </a:cubicBezTo>
                  <a:cubicBezTo>
                    <a:pt x="740" y="271"/>
                    <a:pt x="741" y="272"/>
                    <a:pt x="742" y="271"/>
                  </a:cubicBezTo>
                  <a:cubicBezTo>
                    <a:pt x="743" y="270"/>
                    <a:pt x="744" y="269"/>
                    <a:pt x="744" y="269"/>
                  </a:cubicBezTo>
                  <a:cubicBezTo>
                    <a:pt x="745" y="268"/>
                    <a:pt x="745" y="267"/>
                    <a:pt x="745" y="266"/>
                  </a:cubicBezTo>
                  <a:cubicBezTo>
                    <a:pt x="745" y="265"/>
                    <a:pt x="745" y="265"/>
                    <a:pt x="745" y="265"/>
                  </a:cubicBezTo>
                  <a:lnTo>
                    <a:pt x="744" y="262"/>
                  </a:lnTo>
                  <a:cubicBezTo>
                    <a:pt x="784" y="292"/>
                    <a:pt x="826" y="320"/>
                    <a:pt x="869" y="345"/>
                  </a:cubicBezTo>
                  <a:cubicBezTo>
                    <a:pt x="911" y="369"/>
                    <a:pt x="953" y="390"/>
                    <a:pt x="997" y="409"/>
                  </a:cubicBezTo>
                  <a:cubicBezTo>
                    <a:pt x="1067" y="443"/>
                    <a:pt x="1129" y="464"/>
                    <a:pt x="1188" y="517"/>
                  </a:cubicBezTo>
                  <a:cubicBezTo>
                    <a:pt x="1218" y="544"/>
                    <a:pt x="1247" y="572"/>
                    <a:pt x="1276" y="600"/>
                  </a:cubicBezTo>
                  <a:cubicBezTo>
                    <a:pt x="1281" y="606"/>
                    <a:pt x="1288" y="612"/>
                    <a:pt x="1296" y="616"/>
                  </a:cubicBezTo>
                  <a:cubicBezTo>
                    <a:pt x="1301" y="619"/>
                    <a:pt x="1307" y="622"/>
                    <a:pt x="1314" y="624"/>
                  </a:cubicBezTo>
                  <a:lnTo>
                    <a:pt x="1315" y="624"/>
                  </a:lnTo>
                  <a:cubicBezTo>
                    <a:pt x="1315" y="624"/>
                    <a:pt x="1316" y="624"/>
                    <a:pt x="1317" y="623"/>
                  </a:cubicBezTo>
                  <a:lnTo>
                    <a:pt x="1318" y="622"/>
                  </a:lnTo>
                  <a:cubicBezTo>
                    <a:pt x="1318" y="621"/>
                    <a:pt x="1319" y="621"/>
                    <a:pt x="1319" y="620"/>
                  </a:cubicBezTo>
                  <a:cubicBezTo>
                    <a:pt x="1319" y="619"/>
                    <a:pt x="1319" y="619"/>
                    <a:pt x="1318" y="618"/>
                  </a:cubicBezTo>
                  <a:lnTo>
                    <a:pt x="1317" y="617"/>
                  </a:lnTo>
                  <a:cubicBezTo>
                    <a:pt x="1317" y="617"/>
                    <a:pt x="1316" y="617"/>
                    <a:pt x="1316" y="616"/>
                  </a:cubicBezTo>
                  <a:cubicBezTo>
                    <a:pt x="1298" y="602"/>
                    <a:pt x="1280" y="586"/>
                    <a:pt x="1266" y="5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8932320" y="3189240"/>
              <a:ext cx="1032480" cy="434160"/>
            </a:xfrm>
            <a:custGeom>
              <a:avLst/>
              <a:gdLst/>
              <a:ahLst/>
              <a:cxnLst/>
              <a:rect l="l" t="t" r="r" b="b"/>
              <a:pathLst>
                <a:path w="2868" h="1206" extrusionOk="0">
                  <a:moveTo>
                    <a:pt x="2866" y="1187"/>
                  </a:moveTo>
                  <a:cubicBezTo>
                    <a:pt x="2846" y="1164"/>
                    <a:pt x="2826" y="1141"/>
                    <a:pt x="2810" y="1116"/>
                  </a:cubicBezTo>
                  <a:lnTo>
                    <a:pt x="2807" y="1107"/>
                  </a:lnTo>
                  <a:cubicBezTo>
                    <a:pt x="2793" y="1067"/>
                    <a:pt x="2776" y="1027"/>
                    <a:pt x="2756" y="989"/>
                  </a:cubicBezTo>
                  <a:cubicBezTo>
                    <a:pt x="2738" y="952"/>
                    <a:pt x="2728" y="913"/>
                    <a:pt x="2707" y="876"/>
                  </a:cubicBezTo>
                  <a:cubicBezTo>
                    <a:pt x="2691" y="847"/>
                    <a:pt x="2673" y="820"/>
                    <a:pt x="2658" y="790"/>
                  </a:cubicBezTo>
                  <a:cubicBezTo>
                    <a:pt x="2643" y="756"/>
                    <a:pt x="2626" y="723"/>
                    <a:pt x="2607" y="690"/>
                  </a:cubicBezTo>
                  <a:cubicBezTo>
                    <a:pt x="2585" y="651"/>
                    <a:pt x="2559" y="613"/>
                    <a:pt x="2532" y="576"/>
                  </a:cubicBezTo>
                  <a:cubicBezTo>
                    <a:pt x="2482" y="514"/>
                    <a:pt x="2437" y="444"/>
                    <a:pt x="2377" y="391"/>
                  </a:cubicBezTo>
                  <a:cubicBezTo>
                    <a:pt x="2345" y="364"/>
                    <a:pt x="2319" y="333"/>
                    <a:pt x="2286" y="307"/>
                  </a:cubicBezTo>
                  <a:cubicBezTo>
                    <a:pt x="2270" y="294"/>
                    <a:pt x="2252" y="282"/>
                    <a:pt x="2234" y="272"/>
                  </a:cubicBezTo>
                  <a:cubicBezTo>
                    <a:pt x="2219" y="263"/>
                    <a:pt x="2203" y="255"/>
                    <a:pt x="2186" y="248"/>
                  </a:cubicBezTo>
                  <a:cubicBezTo>
                    <a:pt x="2113" y="217"/>
                    <a:pt x="2041" y="179"/>
                    <a:pt x="1966" y="152"/>
                  </a:cubicBezTo>
                  <a:cubicBezTo>
                    <a:pt x="1887" y="123"/>
                    <a:pt x="1805" y="100"/>
                    <a:pt x="1724" y="80"/>
                  </a:cubicBezTo>
                  <a:cubicBezTo>
                    <a:pt x="1643" y="59"/>
                    <a:pt x="1554" y="70"/>
                    <a:pt x="1472" y="68"/>
                  </a:cubicBezTo>
                  <a:cubicBezTo>
                    <a:pt x="1448" y="61"/>
                    <a:pt x="1423" y="57"/>
                    <a:pt x="1398" y="57"/>
                  </a:cubicBezTo>
                  <a:cubicBezTo>
                    <a:pt x="1397" y="57"/>
                    <a:pt x="1396" y="57"/>
                    <a:pt x="1395" y="57"/>
                  </a:cubicBezTo>
                  <a:cubicBezTo>
                    <a:pt x="1376" y="57"/>
                    <a:pt x="1357" y="55"/>
                    <a:pt x="1339" y="50"/>
                  </a:cubicBezTo>
                  <a:lnTo>
                    <a:pt x="1340" y="50"/>
                  </a:lnTo>
                  <a:cubicBezTo>
                    <a:pt x="1347" y="50"/>
                    <a:pt x="1347" y="40"/>
                    <a:pt x="1342" y="38"/>
                  </a:cubicBezTo>
                  <a:cubicBezTo>
                    <a:pt x="1314" y="28"/>
                    <a:pt x="1287" y="23"/>
                    <a:pt x="1260" y="12"/>
                  </a:cubicBezTo>
                  <a:cubicBezTo>
                    <a:pt x="1235" y="4"/>
                    <a:pt x="1210" y="0"/>
                    <a:pt x="1184" y="0"/>
                  </a:cubicBezTo>
                  <a:cubicBezTo>
                    <a:pt x="1179" y="0"/>
                    <a:pt x="1174" y="0"/>
                    <a:pt x="1169" y="0"/>
                  </a:cubicBezTo>
                  <a:cubicBezTo>
                    <a:pt x="1100" y="1"/>
                    <a:pt x="1030" y="8"/>
                    <a:pt x="962" y="23"/>
                  </a:cubicBezTo>
                  <a:cubicBezTo>
                    <a:pt x="940" y="26"/>
                    <a:pt x="920" y="34"/>
                    <a:pt x="900" y="44"/>
                  </a:cubicBezTo>
                  <a:cubicBezTo>
                    <a:pt x="881" y="51"/>
                    <a:pt x="861" y="59"/>
                    <a:pt x="839" y="65"/>
                  </a:cubicBezTo>
                  <a:cubicBezTo>
                    <a:pt x="793" y="80"/>
                    <a:pt x="748" y="100"/>
                    <a:pt x="705" y="124"/>
                  </a:cubicBezTo>
                  <a:cubicBezTo>
                    <a:pt x="704" y="125"/>
                    <a:pt x="703" y="126"/>
                    <a:pt x="702" y="126"/>
                  </a:cubicBezTo>
                  <a:cubicBezTo>
                    <a:pt x="639" y="162"/>
                    <a:pt x="580" y="201"/>
                    <a:pt x="539" y="259"/>
                  </a:cubicBezTo>
                  <a:cubicBezTo>
                    <a:pt x="545" y="233"/>
                    <a:pt x="555" y="203"/>
                    <a:pt x="577" y="191"/>
                  </a:cubicBezTo>
                  <a:cubicBezTo>
                    <a:pt x="583" y="188"/>
                    <a:pt x="580" y="179"/>
                    <a:pt x="573" y="181"/>
                  </a:cubicBezTo>
                  <a:cubicBezTo>
                    <a:pt x="547" y="189"/>
                    <a:pt x="521" y="200"/>
                    <a:pt x="497" y="214"/>
                  </a:cubicBezTo>
                  <a:cubicBezTo>
                    <a:pt x="474" y="227"/>
                    <a:pt x="454" y="242"/>
                    <a:pt x="434" y="259"/>
                  </a:cubicBezTo>
                  <a:cubicBezTo>
                    <a:pt x="416" y="277"/>
                    <a:pt x="399" y="296"/>
                    <a:pt x="384" y="316"/>
                  </a:cubicBezTo>
                  <a:cubicBezTo>
                    <a:pt x="383" y="316"/>
                    <a:pt x="383" y="316"/>
                    <a:pt x="383" y="316"/>
                  </a:cubicBezTo>
                  <a:cubicBezTo>
                    <a:pt x="383" y="316"/>
                    <a:pt x="382" y="316"/>
                    <a:pt x="381" y="316"/>
                  </a:cubicBezTo>
                  <a:lnTo>
                    <a:pt x="380" y="316"/>
                  </a:lnTo>
                  <a:cubicBezTo>
                    <a:pt x="379" y="316"/>
                    <a:pt x="379" y="316"/>
                    <a:pt x="379" y="316"/>
                  </a:cubicBezTo>
                  <a:cubicBezTo>
                    <a:pt x="268" y="383"/>
                    <a:pt x="168" y="458"/>
                    <a:pt x="104" y="573"/>
                  </a:cubicBezTo>
                  <a:cubicBezTo>
                    <a:pt x="48" y="673"/>
                    <a:pt x="33" y="796"/>
                    <a:pt x="25" y="909"/>
                  </a:cubicBezTo>
                  <a:cubicBezTo>
                    <a:pt x="20" y="899"/>
                    <a:pt x="16" y="888"/>
                    <a:pt x="14" y="876"/>
                  </a:cubicBezTo>
                  <a:cubicBezTo>
                    <a:pt x="13" y="869"/>
                    <a:pt x="0" y="869"/>
                    <a:pt x="1" y="876"/>
                  </a:cubicBezTo>
                  <a:cubicBezTo>
                    <a:pt x="2" y="934"/>
                    <a:pt x="8" y="991"/>
                    <a:pt x="18" y="1047"/>
                  </a:cubicBezTo>
                  <a:cubicBezTo>
                    <a:pt x="26" y="1089"/>
                    <a:pt x="49" y="1121"/>
                    <a:pt x="62" y="1160"/>
                  </a:cubicBezTo>
                  <a:cubicBezTo>
                    <a:pt x="62" y="1161"/>
                    <a:pt x="62" y="1160"/>
                    <a:pt x="63" y="1161"/>
                  </a:cubicBezTo>
                  <a:cubicBezTo>
                    <a:pt x="64" y="1162"/>
                    <a:pt x="64" y="1163"/>
                    <a:pt x="64" y="1163"/>
                  </a:cubicBezTo>
                  <a:cubicBezTo>
                    <a:pt x="65" y="1163"/>
                    <a:pt x="66" y="1163"/>
                    <a:pt x="66" y="1164"/>
                  </a:cubicBezTo>
                  <a:cubicBezTo>
                    <a:pt x="64" y="1165"/>
                    <a:pt x="63" y="1167"/>
                    <a:pt x="61" y="1169"/>
                  </a:cubicBezTo>
                  <a:cubicBezTo>
                    <a:pt x="59" y="1170"/>
                    <a:pt x="61" y="1171"/>
                    <a:pt x="62" y="1170"/>
                  </a:cubicBezTo>
                  <a:cubicBezTo>
                    <a:pt x="66" y="1169"/>
                    <a:pt x="69" y="1167"/>
                    <a:pt x="73" y="1165"/>
                  </a:cubicBezTo>
                  <a:cubicBezTo>
                    <a:pt x="88" y="1156"/>
                    <a:pt x="102" y="1143"/>
                    <a:pt x="111" y="1128"/>
                  </a:cubicBezTo>
                  <a:cubicBezTo>
                    <a:pt x="112" y="1127"/>
                    <a:pt x="112" y="1127"/>
                    <a:pt x="113" y="1127"/>
                  </a:cubicBezTo>
                  <a:cubicBezTo>
                    <a:pt x="114" y="1126"/>
                    <a:pt x="114" y="1126"/>
                    <a:pt x="115" y="1125"/>
                  </a:cubicBezTo>
                  <a:cubicBezTo>
                    <a:pt x="115" y="1124"/>
                    <a:pt x="115" y="1123"/>
                    <a:pt x="116" y="1123"/>
                  </a:cubicBezTo>
                  <a:cubicBezTo>
                    <a:pt x="120" y="1118"/>
                    <a:pt x="124" y="1113"/>
                    <a:pt x="128" y="1108"/>
                  </a:cubicBezTo>
                  <a:cubicBezTo>
                    <a:pt x="156" y="1082"/>
                    <a:pt x="221" y="1089"/>
                    <a:pt x="251" y="1104"/>
                  </a:cubicBezTo>
                  <a:cubicBezTo>
                    <a:pt x="252" y="1104"/>
                    <a:pt x="252" y="1104"/>
                    <a:pt x="252" y="1104"/>
                  </a:cubicBezTo>
                  <a:lnTo>
                    <a:pt x="253" y="1104"/>
                  </a:lnTo>
                  <a:cubicBezTo>
                    <a:pt x="254" y="1104"/>
                    <a:pt x="255" y="1104"/>
                    <a:pt x="255" y="1104"/>
                  </a:cubicBezTo>
                  <a:cubicBezTo>
                    <a:pt x="256" y="1104"/>
                    <a:pt x="256" y="1103"/>
                    <a:pt x="256" y="1103"/>
                  </a:cubicBezTo>
                  <a:cubicBezTo>
                    <a:pt x="257" y="1102"/>
                    <a:pt x="257" y="1102"/>
                    <a:pt x="257" y="1101"/>
                  </a:cubicBezTo>
                  <a:cubicBezTo>
                    <a:pt x="257" y="1101"/>
                    <a:pt x="257" y="1100"/>
                    <a:pt x="256" y="1099"/>
                  </a:cubicBezTo>
                  <a:cubicBezTo>
                    <a:pt x="251" y="1093"/>
                    <a:pt x="246" y="1089"/>
                    <a:pt x="239" y="1085"/>
                  </a:cubicBezTo>
                  <a:cubicBezTo>
                    <a:pt x="232" y="1081"/>
                    <a:pt x="223" y="1078"/>
                    <a:pt x="214" y="1077"/>
                  </a:cubicBezTo>
                  <a:lnTo>
                    <a:pt x="221" y="1073"/>
                  </a:lnTo>
                  <a:cubicBezTo>
                    <a:pt x="221" y="1074"/>
                    <a:pt x="222" y="1074"/>
                    <a:pt x="222" y="1074"/>
                  </a:cubicBezTo>
                  <a:cubicBezTo>
                    <a:pt x="223" y="1075"/>
                    <a:pt x="223" y="1075"/>
                    <a:pt x="224" y="1075"/>
                  </a:cubicBezTo>
                  <a:cubicBezTo>
                    <a:pt x="250" y="1069"/>
                    <a:pt x="267" y="1035"/>
                    <a:pt x="283" y="1016"/>
                  </a:cubicBezTo>
                  <a:cubicBezTo>
                    <a:pt x="307" y="990"/>
                    <a:pt x="320" y="959"/>
                    <a:pt x="342" y="933"/>
                  </a:cubicBezTo>
                  <a:cubicBezTo>
                    <a:pt x="390" y="878"/>
                    <a:pt x="416" y="809"/>
                    <a:pt x="456" y="748"/>
                  </a:cubicBezTo>
                  <a:cubicBezTo>
                    <a:pt x="458" y="745"/>
                    <a:pt x="454" y="742"/>
                    <a:pt x="451" y="744"/>
                  </a:cubicBezTo>
                  <a:cubicBezTo>
                    <a:pt x="400" y="783"/>
                    <a:pt x="381" y="864"/>
                    <a:pt x="340" y="914"/>
                  </a:cubicBezTo>
                  <a:cubicBezTo>
                    <a:pt x="320" y="937"/>
                    <a:pt x="309" y="963"/>
                    <a:pt x="291" y="987"/>
                  </a:cubicBezTo>
                  <a:cubicBezTo>
                    <a:pt x="281" y="998"/>
                    <a:pt x="271" y="1008"/>
                    <a:pt x="260" y="1019"/>
                  </a:cubicBezTo>
                  <a:cubicBezTo>
                    <a:pt x="250" y="1030"/>
                    <a:pt x="244" y="1044"/>
                    <a:pt x="234" y="1055"/>
                  </a:cubicBezTo>
                  <a:cubicBezTo>
                    <a:pt x="234" y="1048"/>
                    <a:pt x="230" y="1041"/>
                    <a:pt x="222" y="1044"/>
                  </a:cubicBezTo>
                  <a:lnTo>
                    <a:pt x="212" y="1046"/>
                  </a:lnTo>
                  <a:lnTo>
                    <a:pt x="230" y="1036"/>
                  </a:lnTo>
                  <a:cubicBezTo>
                    <a:pt x="240" y="1030"/>
                    <a:pt x="260" y="1025"/>
                    <a:pt x="260" y="1010"/>
                  </a:cubicBezTo>
                  <a:lnTo>
                    <a:pt x="260" y="1009"/>
                  </a:lnTo>
                  <a:cubicBezTo>
                    <a:pt x="260" y="1008"/>
                    <a:pt x="260" y="1007"/>
                    <a:pt x="259" y="1006"/>
                  </a:cubicBezTo>
                  <a:cubicBezTo>
                    <a:pt x="259" y="1006"/>
                    <a:pt x="258" y="1004"/>
                    <a:pt x="257" y="1004"/>
                  </a:cubicBezTo>
                  <a:cubicBezTo>
                    <a:pt x="256" y="1003"/>
                    <a:pt x="256" y="1004"/>
                    <a:pt x="255" y="1004"/>
                  </a:cubicBezTo>
                  <a:cubicBezTo>
                    <a:pt x="254" y="1004"/>
                    <a:pt x="253" y="1003"/>
                    <a:pt x="252" y="1004"/>
                  </a:cubicBezTo>
                  <a:cubicBezTo>
                    <a:pt x="251" y="1005"/>
                    <a:pt x="251" y="1005"/>
                    <a:pt x="251" y="1005"/>
                  </a:cubicBezTo>
                  <a:cubicBezTo>
                    <a:pt x="245" y="1009"/>
                    <a:pt x="231" y="1008"/>
                    <a:pt x="224" y="1011"/>
                  </a:cubicBezTo>
                  <a:cubicBezTo>
                    <a:pt x="221" y="1012"/>
                    <a:pt x="217" y="1014"/>
                    <a:pt x="214" y="1016"/>
                  </a:cubicBezTo>
                  <a:cubicBezTo>
                    <a:pt x="209" y="1019"/>
                    <a:pt x="204" y="1022"/>
                    <a:pt x="200" y="1025"/>
                  </a:cubicBezTo>
                  <a:lnTo>
                    <a:pt x="194" y="1029"/>
                  </a:lnTo>
                  <a:lnTo>
                    <a:pt x="196" y="1027"/>
                  </a:lnTo>
                  <a:cubicBezTo>
                    <a:pt x="208" y="1013"/>
                    <a:pt x="221" y="1000"/>
                    <a:pt x="236" y="989"/>
                  </a:cubicBezTo>
                  <a:cubicBezTo>
                    <a:pt x="243" y="983"/>
                    <a:pt x="247" y="975"/>
                    <a:pt x="254" y="969"/>
                  </a:cubicBezTo>
                  <a:cubicBezTo>
                    <a:pt x="254" y="968"/>
                    <a:pt x="255" y="968"/>
                    <a:pt x="255" y="967"/>
                  </a:cubicBezTo>
                  <a:cubicBezTo>
                    <a:pt x="256" y="966"/>
                    <a:pt x="257" y="964"/>
                    <a:pt x="257" y="963"/>
                  </a:cubicBezTo>
                  <a:cubicBezTo>
                    <a:pt x="257" y="962"/>
                    <a:pt x="256" y="960"/>
                    <a:pt x="255" y="959"/>
                  </a:cubicBezTo>
                  <a:cubicBezTo>
                    <a:pt x="254" y="958"/>
                    <a:pt x="254" y="957"/>
                    <a:pt x="253" y="956"/>
                  </a:cubicBezTo>
                  <a:cubicBezTo>
                    <a:pt x="252" y="955"/>
                    <a:pt x="252" y="955"/>
                    <a:pt x="251" y="955"/>
                  </a:cubicBezTo>
                  <a:cubicBezTo>
                    <a:pt x="249" y="955"/>
                    <a:pt x="247" y="955"/>
                    <a:pt x="246" y="955"/>
                  </a:cubicBezTo>
                  <a:cubicBezTo>
                    <a:pt x="240" y="955"/>
                    <a:pt x="235" y="956"/>
                    <a:pt x="230" y="959"/>
                  </a:cubicBezTo>
                  <a:cubicBezTo>
                    <a:pt x="228" y="960"/>
                    <a:pt x="226" y="962"/>
                    <a:pt x="223" y="964"/>
                  </a:cubicBezTo>
                  <a:cubicBezTo>
                    <a:pt x="212" y="973"/>
                    <a:pt x="201" y="983"/>
                    <a:pt x="190" y="994"/>
                  </a:cubicBezTo>
                  <a:lnTo>
                    <a:pt x="192" y="991"/>
                  </a:lnTo>
                  <a:cubicBezTo>
                    <a:pt x="214" y="952"/>
                    <a:pt x="242" y="918"/>
                    <a:pt x="266" y="880"/>
                  </a:cubicBezTo>
                  <a:lnTo>
                    <a:pt x="266" y="879"/>
                  </a:lnTo>
                  <a:cubicBezTo>
                    <a:pt x="267" y="878"/>
                    <a:pt x="267" y="876"/>
                    <a:pt x="267" y="875"/>
                  </a:cubicBezTo>
                  <a:cubicBezTo>
                    <a:pt x="267" y="873"/>
                    <a:pt x="267" y="871"/>
                    <a:pt x="266" y="870"/>
                  </a:cubicBezTo>
                  <a:cubicBezTo>
                    <a:pt x="265" y="869"/>
                    <a:pt x="264" y="867"/>
                    <a:pt x="262" y="867"/>
                  </a:cubicBezTo>
                  <a:cubicBezTo>
                    <a:pt x="260" y="866"/>
                    <a:pt x="260" y="865"/>
                    <a:pt x="258" y="865"/>
                  </a:cubicBezTo>
                  <a:cubicBezTo>
                    <a:pt x="257" y="865"/>
                    <a:pt x="256" y="866"/>
                    <a:pt x="255" y="866"/>
                  </a:cubicBezTo>
                  <a:cubicBezTo>
                    <a:pt x="253" y="867"/>
                    <a:pt x="251" y="868"/>
                    <a:pt x="249" y="869"/>
                  </a:cubicBezTo>
                  <a:cubicBezTo>
                    <a:pt x="230" y="880"/>
                    <a:pt x="215" y="895"/>
                    <a:pt x="205" y="913"/>
                  </a:cubicBezTo>
                  <a:lnTo>
                    <a:pt x="219" y="876"/>
                  </a:lnTo>
                  <a:cubicBezTo>
                    <a:pt x="238" y="871"/>
                    <a:pt x="256" y="863"/>
                    <a:pt x="273" y="853"/>
                  </a:cubicBezTo>
                  <a:cubicBezTo>
                    <a:pt x="281" y="849"/>
                    <a:pt x="288" y="844"/>
                    <a:pt x="295" y="839"/>
                  </a:cubicBezTo>
                  <a:cubicBezTo>
                    <a:pt x="313" y="822"/>
                    <a:pt x="338" y="809"/>
                    <a:pt x="357" y="794"/>
                  </a:cubicBezTo>
                  <a:cubicBezTo>
                    <a:pt x="375" y="778"/>
                    <a:pt x="391" y="762"/>
                    <a:pt x="406" y="745"/>
                  </a:cubicBezTo>
                  <a:cubicBezTo>
                    <a:pt x="445" y="704"/>
                    <a:pt x="493" y="671"/>
                    <a:pt x="533" y="632"/>
                  </a:cubicBezTo>
                  <a:cubicBezTo>
                    <a:pt x="574" y="593"/>
                    <a:pt x="604" y="556"/>
                    <a:pt x="651" y="525"/>
                  </a:cubicBezTo>
                  <a:cubicBezTo>
                    <a:pt x="654" y="524"/>
                    <a:pt x="655" y="518"/>
                    <a:pt x="651" y="517"/>
                  </a:cubicBezTo>
                  <a:lnTo>
                    <a:pt x="643" y="516"/>
                  </a:lnTo>
                  <a:cubicBezTo>
                    <a:pt x="676" y="507"/>
                    <a:pt x="708" y="496"/>
                    <a:pt x="739" y="483"/>
                  </a:cubicBezTo>
                  <a:cubicBezTo>
                    <a:pt x="781" y="466"/>
                    <a:pt x="817" y="431"/>
                    <a:pt x="859" y="410"/>
                  </a:cubicBezTo>
                  <a:lnTo>
                    <a:pt x="860" y="409"/>
                  </a:lnTo>
                  <a:cubicBezTo>
                    <a:pt x="861" y="408"/>
                    <a:pt x="860" y="408"/>
                    <a:pt x="860" y="407"/>
                  </a:cubicBezTo>
                  <a:lnTo>
                    <a:pt x="860" y="406"/>
                  </a:lnTo>
                  <a:cubicBezTo>
                    <a:pt x="859" y="406"/>
                    <a:pt x="859" y="405"/>
                    <a:pt x="859" y="405"/>
                  </a:cubicBezTo>
                  <a:cubicBezTo>
                    <a:pt x="858" y="405"/>
                    <a:pt x="858" y="405"/>
                    <a:pt x="857" y="405"/>
                  </a:cubicBezTo>
                  <a:cubicBezTo>
                    <a:pt x="808" y="417"/>
                    <a:pt x="767" y="454"/>
                    <a:pt x="720" y="472"/>
                  </a:cubicBezTo>
                  <a:cubicBezTo>
                    <a:pt x="663" y="493"/>
                    <a:pt x="604" y="509"/>
                    <a:pt x="544" y="518"/>
                  </a:cubicBezTo>
                  <a:cubicBezTo>
                    <a:pt x="543" y="518"/>
                    <a:pt x="542" y="518"/>
                    <a:pt x="541" y="519"/>
                  </a:cubicBezTo>
                  <a:cubicBezTo>
                    <a:pt x="540" y="519"/>
                    <a:pt x="539" y="520"/>
                    <a:pt x="538" y="522"/>
                  </a:cubicBezTo>
                  <a:cubicBezTo>
                    <a:pt x="537" y="523"/>
                    <a:pt x="537" y="523"/>
                    <a:pt x="537" y="525"/>
                  </a:cubicBezTo>
                  <a:cubicBezTo>
                    <a:pt x="537" y="526"/>
                    <a:pt x="537" y="528"/>
                    <a:pt x="538" y="529"/>
                  </a:cubicBezTo>
                  <a:cubicBezTo>
                    <a:pt x="539" y="530"/>
                    <a:pt x="540" y="531"/>
                    <a:pt x="541" y="532"/>
                  </a:cubicBezTo>
                  <a:cubicBezTo>
                    <a:pt x="542" y="533"/>
                    <a:pt x="543" y="533"/>
                    <a:pt x="544" y="533"/>
                  </a:cubicBezTo>
                  <a:cubicBezTo>
                    <a:pt x="545" y="533"/>
                    <a:pt x="545" y="533"/>
                    <a:pt x="545" y="533"/>
                  </a:cubicBezTo>
                  <a:cubicBezTo>
                    <a:pt x="564" y="531"/>
                    <a:pt x="583" y="529"/>
                    <a:pt x="602" y="525"/>
                  </a:cubicBezTo>
                  <a:lnTo>
                    <a:pt x="624" y="524"/>
                  </a:lnTo>
                  <a:cubicBezTo>
                    <a:pt x="649" y="522"/>
                    <a:pt x="631" y="526"/>
                    <a:pt x="624" y="531"/>
                  </a:cubicBezTo>
                  <a:cubicBezTo>
                    <a:pt x="612" y="539"/>
                    <a:pt x="600" y="547"/>
                    <a:pt x="588" y="556"/>
                  </a:cubicBezTo>
                  <a:cubicBezTo>
                    <a:pt x="570" y="574"/>
                    <a:pt x="553" y="592"/>
                    <a:pt x="537" y="612"/>
                  </a:cubicBezTo>
                  <a:cubicBezTo>
                    <a:pt x="515" y="637"/>
                    <a:pt x="488" y="657"/>
                    <a:pt x="465" y="680"/>
                  </a:cubicBezTo>
                  <a:cubicBezTo>
                    <a:pt x="447" y="697"/>
                    <a:pt x="425" y="710"/>
                    <a:pt x="408" y="726"/>
                  </a:cubicBezTo>
                  <a:cubicBezTo>
                    <a:pt x="380" y="752"/>
                    <a:pt x="356" y="780"/>
                    <a:pt x="326" y="805"/>
                  </a:cubicBezTo>
                  <a:cubicBezTo>
                    <a:pt x="309" y="817"/>
                    <a:pt x="292" y="828"/>
                    <a:pt x="274" y="839"/>
                  </a:cubicBezTo>
                  <a:cubicBezTo>
                    <a:pt x="258" y="848"/>
                    <a:pt x="242" y="856"/>
                    <a:pt x="225" y="864"/>
                  </a:cubicBezTo>
                  <a:cubicBezTo>
                    <a:pt x="240" y="826"/>
                    <a:pt x="254" y="788"/>
                    <a:pt x="267" y="750"/>
                  </a:cubicBezTo>
                  <a:lnTo>
                    <a:pt x="267" y="749"/>
                  </a:lnTo>
                  <a:cubicBezTo>
                    <a:pt x="267" y="748"/>
                    <a:pt x="267" y="748"/>
                    <a:pt x="267" y="747"/>
                  </a:cubicBezTo>
                  <a:cubicBezTo>
                    <a:pt x="275" y="734"/>
                    <a:pt x="284" y="720"/>
                    <a:pt x="292" y="706"/>
                  </a:cubicBezTo>
                  <a:cubicBezTo>
                    <a:pt x="325" y="651"/>
                    <a:pt x="380" y="610"/>
                    <a:pt x="407" y="553"/>
                  </a:cubicBezTo>
                  <a:cubicBezTo>
                    <a:pt x="408" y="552"/>
                    <a:pt x="408" y="550"/>
                    <a:pt x="408" y="549"/>
                  </a:cubicBezTo>
                  <a:cubicBezTo>
                    <a:pt x="408" y="547"/>
                    <a:pt x="408" y="546"/>
                    <a:pt x="407" y="545"/>
                  </a:cubicBezTo>
                  <a:cubicBezTo>
                    <a:pt x="406" y="544"/>
                    <a:pt x="405" y="543"/>
                    <a:pt x="404" y="542"/>
                  </a:cubicBezTo>
                  <a:cubicBezTo>
                    <a:pt x="403" y="541"/>
                    <a:pt x="401" y="541"/>
                    <a:pt x="400" y="541"/>
                  </a:cubicBezTo>
                  <a:cubicBezTo>
                    <a:pt x="399" y="541"/>
                    <a:pt x="397" y="541"/>
                    <a:pt x="396" y="542"/>
                  </a:cubicBezTo>
                  <a:cubicBezTo>
                    <a:pt x="395" y="542"/>
                    <a:pt x="395" y="542"/>
                    <a:pt x="395" y="543"/>
                  </a:cubicBezTo>
                  <a:cubicBezTo>
                    <a:pt x="364" y="567"/>
                    <a:pt x="337" y="595"/>
                    <a:pt x="314" y="626"/>
                  </a:cubicBezTo>
                  <a:cubicBezTo>
                    <a:pt x="378" y="529"/>
                    <a:pt x="456" y="442"/>
                    <a:pt x="546" y="367"/>
                  </a:cubicBezTo>
                  <a:cubicBezTo>
                    <a:pt x="618" y="309"/>
                    <a:pt x="694" y="257"/>
                    <a:pt x="775" y="210"/>
                  </a:cubicBezTo>
                  <a:cubicBezTo>
                    <a:pt x="813" y="188"/>
                    <a:pt x="852" y="167"/>
                    <a:pt x="892" y="148"/>
                  </a:cubicBezTo>
                  <a:cubicBezTo>
                    <a:pt x="947" y="124"/>
                    <a:pt x="1004" y="105"/>
                    <a:pt x="1062" y="92"/>
                  </a:cubicBezTo>
                  <a:cubicBezTo>
                    <a:pt x="1127" y="71"/>
                    <a:pt x="1193" y="59"/>
                    <a:pt x="1261" y="56"/>
                  </a:cubicBezTo>
                  <a:cubicBezTo>
                    <a:pt x="1303" y="58"/>
                    <a:pt x="1343" y="71"/>
                    <a:pt x="1385" y="72"/>
                  </a:cubicBezTo>
                  <a:cubicBezTo>
                    <a:pt x="1417" y="72"/>
                    <a:pt x="1447" y="84"/>
                    <a:pt x="1479" y="85"/>
                  </a:cubicBezTo>
                  <a:cubicBezTo>
                    <a:pt x="1499" y="86"/>
                    <a:pt x="1519" y="90"/>
                    <a:pt x="1538" y="99"/>
                  </a:cubicBezTo>
                  <a:cubicBezTo>
                    <a:pt x="1556" y="104"/>
                    <a:pt x="1576" y="107"/>
                    <a:pt x="1595" y="109"/>
                  </a:cubicBezTo>
                  <a:cubicBezTo>
                    <a:pt x="1621" y="114"/>
                    <a:pt x="1648" y="119"/>
                    <a:pt x="1674" y="125"/>
                  </a:cubicBezTo>
                  <a:cubicBezTo>
                    <a:pt x="1700" y="131"/>
                    <a:pt x="1725" y="147"/>
                    <a:pt x="1753" y="154"/>
                  </a:cubicBezTo>
                  <a:cubicBezTo>
                    <a:pt x="1787" y="167"/>
                    <a:pt x="1821" y="182"/>
                    <a:pt x="1853" y="198"/>
                  </a:cubicBezTo>
                  <a:cubicBezTo>
                    <a:pt x="1867" y="204"/>
                    <a:pt x="1881" y="210"/>
                    <a:pt x="1896" y="214"/>
                  </a:cubicBezTo>
                  <a:cubicBezTo>
                    <a:pt x="1890" y="213"/>
                    <a:pt x="1939" y="232"/>
                    <a:pt x="1940" y="234"/>
                  </a:cubicBezTo>
                  <a:cubicBezTo>
                    <a:pt x="1940" y="236"/>
                    <a:pt x="1947" y="235"/>
                    <a:pt x="1947" y="232"/>
                  </a:cubicBezTo>
                  <a:lnTo>
                    <a:pt x="1947" y="229"/>
                  </a:lnTo>
                  <a:cubicBezTo>
                    <a:pt x="1947" y="228"/>
                    <a:pt x="1947" y="227"/>
                    <a:pt x="1946" y="226"/>
                  </a:cubicBezTo>
                  <a:lnTo>
                    <a:pt x="1945" y="225"/>
                  </a:lnTo>
                  <a:cubicBezTo>
                    <a:pt x="1945" y="224"/>
                    <a:pt x="1944" y="224"/>
                    <a:pt x="1944" y="224"/>
                  </a:cubicBezTo>
                  <a:cubicBezTo>
                    <a:pt x="1919" y="214"/>
                    <a:pt x="1897" y="202"/>
                    <a:pt x="1872" y="192"/>
                  </a:cubicBezTo>
                  <a:cubicBezTo>
                    <a:pt x="1840" y="180"/>
                    <a:pt x="1806" y="157"/>
                    <a:pt x="1774" y="148"/>
                  </a:cubicBezTo>
                  <a:cubicBezTo>
                    <a:pt x="1746" y="141"/>
                    <a:pt x="1721" y="124"/>
                    <a:pt x="1695" y="117"/>
                  </a:cubicBezTo>
                  <a:cubicBezTo>
                    <a:pt x="1663" y="109"/>
                    <a:pt x="1630" y="104"/>
                    <a:pt x="1598" y="97"/>
                  </a:cubicBezTo>
                  <a:cubicBezTo>
                    <a:pt x="1565" y="89"/>
                    <a:pt x="1539" y="83"/>
                    <a:pt x="1508" y="78"/>
                  </a:cubicBezTo>
                  <a:cubicBezTo>
                    <a:pt x="1570" y="85"/>
                    <a:pt x="1634" y="74"/>
                    <a:pt x="1696" y="86"/>
                  </a:cubicBezTo>
                  <a:cubicBezTo>
                    <a:pt x="1780" y="102"/>
                    <a:pt x="1864" y="125"/>
                    <a:pt x="1945" y="155"/>
                  </a:cubicBezTo>
                  <a:cubicBezTo>
                    <a:pt x="2012" y="179"/>
                    <a:pt x="2074" y="210"/>
                    <a:pt x="2140" y="238"/>
                  </a:cubicBezTo>
                  <a:cubicBezTo>
                    <a:pt x="2172" y="249"/>
                    <a:pt x="2202" y="264"/>
                    <a:pt x="2232" y="280"/>
                  </a:cubicBezTo>
                  <a:cubicBezTo>
                    <a:pt x="2244" y="287"/>
                    <a:pt x="2255" y="295"/>
                    <a:pt x="2267" y="302"/>
                  </a:cubicBezTo>
                  <a:cubicBezTo>
                    <a:pt x="2303" y="332"/>
                    <a:pt x="2337" y="364"/>
                    <a:pt x="2368" y="398"/>
                  </a:cubicBezTo>
                  <a:cubicBezTo>
                    <a:pt x="2493" y="522"/>
                    <a:pt x="2583" y="673"/>
                    <a:pt x="2656" y="833"/>
                  </a:cubicBezTo>
                  <a:cubicBezTo>
                    <a:pt x="2672" y="866"/>
                    <a:pt x="2696" y="895"/>
                    <a:pt x="2712" y="927"/>
                  </a:cubicBezTo>
                  <a:cubicBezTo>
                    <a:pt x="2721" y="947"/>
                    <a:pt x="2729" y="967"/>
                    <a:pt x="2736" y="988"/>
                  </a:cubicBezTo>
                  <a:cubicBezTo>
                    <a:pt x="2723" y="967"/>
                    <a:pt x="2710" y="946"/>
                    <a:pt x="2695" y="927"/>
                  </a:cubicBezTo>
                  <a:cubicBezTo>
                    <a:pt x="2657" y="877"/>
                    <a:pt x="2620" y="827"/>
                    <a:pt x="2581" y="778"/>
                  </a:cubicBezTo>
                  <a:cubicBezTo>
                    <a:pt x="2562" y="752"/>
                    <a:pt x="2539" y="729"/>
                    <a:pt x="2518" y="705"/>
                  </a:cubicBezTo>
                  <a:cubicBezTo>
                    <a:pt x="2507" y="689"/>
                    <a:pt x="2494" y="675"/>
                    <a:pt x="2480" y="663"/>
                  </a:cubicBezTo>
                  <a:cubicBezTo>
                    <a:pt x="2479" y="663"/>
                    <a:pt x="2478" y="664"/>
                    <a:pt x="2478" y="664"/>
                  </a:cubicBezTo>
                  <a:cubicBezTo>
                    <a:pt x="2492" y="682"/>
                    <a:pt x="2505" y="700"/>
                    <a:pt x="2516" y="719"/>
                  </a:cubicBezTo>
                  <a:cubicBezTo>
                    <a:pt x="2516" y="721"/>
                    <a:pt x="2517" y="722"/>
                    <a:pt x="2518" y="723"/>
                  </a:cubicBezTo>
                  <a:cubicBezTo>
                    <a:pt x="2537" y="750"/>
                    <a:pt x="2561" y="773"/>
                    <a:pt x="2580" y="799"/>
                  </a:cubicBezTo>
                  <a:cubicBezTo>
                    <a:pt x="2617" y="849"/>
                    <a:pt x="2653" y="899"/>
                    <a:pt x="2690" y="949"/>
                  </a:cubicBezTo>
                  <a:cubicBezTo>
                    <a:pt x="2705" y="972"/>
                    <a:pt x="2720" y="996"/>
                    <a:pt x="2734" y="1020"/>
                  </a:cubicBezTo>
                  <a:cubicBezTo>
                    <a:pt x="2748" y="1044"/>
                    <a:pt x="2761" y="1070"/>
                    <a:pt x="2774" y="1095"/>
                  </a:cubicBezTo>
                  <a:cubicBezTo>
                    <a:pt x="2779" y="1105"/>
                    <a:pt x="2785" y="1115"/>
                    <a:pt x="2792" y="1127"/>
                  </a:cubicBezTo>
                  <a:cubicBezTo>
                    <a:pt x="2796" y="1144"/>
                    <a:pt x="2803" y="1160"/>
                    <a:pt x="2812" y="1175"/>
                  </a:cubicBezTo>
                  <a:cubicBezTo>
                    <a:pt x="2816" y="1182"/>
                    <a:pt x="2820" y="1189"/>
                    <a:pt x="2825" y="1195"/>
                  </a:cubicBezTo>
                  <a:cubicBezTo>
                    <a:pt x="2834" y="1205"/>
                    <a:pt x="2850" y="1192"/>
                    <a:pt x="2841" y="1182"/>
                  </a:cubicBezTo>
                  <a:lnTo>
                    <a:pt x="2840" y="1181"/>
                  </a:lnTo>
                  <a:cubicBezTo>
                    <a:pt x="2842" y="1183"/>
                    <a:pt x="2845" y="1185"/>
                    <a:pt x="2848" y="1187"/>
                  </a:cubicBezTo>
                  <a:cubicBezTo>
                    <a:pt x="2852" y="1189"/>
                    <a:pt x="2856" y="1191"/>
                    <a:pt x="2861" y="1193"/>
                  </a:cubicBezTo>
                  <a:lnTo>
                    <a:pt x="2862" y="1193"/>
                  </a:lnTo>
                  <a:cubicBezTo>
                    <a:pt x="2863" y="1193"/>
                    <a:pt x="2863" y="1192"/>
                    <a:pt x="2864" y="1192"/>
                  </a:cubicBezTo>
                  <a:cubicBezTo>
                    <a:pt x="2865" y="1191"/>
                    <a:pt x="2865" y="1192"/>
                    <a:pt x="2866" y="1191"/>
                  </a:cubicBezTo>
                  <a:cubicBezTo>
                    <a:pt x="2867" y="1190"/>
                    <a:pt x="2866" y="1189"/>
                    <a:pt x="2866" y="1189"/>
                  </a:cubicBezTo>
                  <a:cubicBezTo>
                    <a:pt x="2866" y="1188"/>
                    <a:pt x="2866" y="1188"/>
                    <a:pt x="2866" y="1187"/>
                  </a:cubicBezTo>
                  <a:moveTo>
                    <a:pt x="117" y="1105"/>
                  </a:moveTo>
                  <a:lnTo>
                    <a:pt x="117" y="1105"/>
                  </a:lnTo>
                  <a:moveTo>
                    <a:pt x="152" y="1083"/>
                  </a:moveTo>
                  <a:lnTo>
                    <a:pt x="152" y="1083"/>
                  </a:lnTo>
                  <a:moveTo>
                    <a:pt x="650" y="263"/>
                  </a:moveTo>
                  <a:cubicBezTo>
                    <a:pt x="626" y="282"/>
                    <a:pt x="597" y="296"/>
                    <a:pt x="573" y="317"/>
                  </a:cubicBezTo>
                  <a:cubicBezTo>
                    <a:pt x="540" y="347"/>
                    <a:pt x="505" y="376"/>
                    <a:pt x="470" y="404"/>
                  </a:cubicBezTo>
                  <a:cubicBezTo>
                    <a:pt x="422" y="441"/>
                    <a:pt x="382" y="498"/>
                    <a:pt x="345" y="546"/>
                  </a:cubicBezTo>
                  <a:cubicBezTo>
                    <a:pt x="331" y="563"/>
                    <a:pt x="319" y="581"/>
                    <a:pt x="306" y="600"/>
                  </a:cubicBezTo>
                  <a:cubicBezTo>
                    <a:pt x="268" y="626"/>
                    <a:pt x="247" y="680"/>
                    <a:pt x="226" y="720"/>
                  </a:cubicBezTo>
                  <a:cubicBezTo>
                    <a:pt x="216" y="739"/>
                    <a:pt x="206" y="759"/>
                    <a:pt x="196" y="779"/>
                  </a:cubicBezTo>
                  <a:cubicBezTo>
                    <a:pt x="197" y="772"/>
                    <a:pt x="198" y="765"/>
                    <a:pt x="198" y="758"/>
                  </a:cubicBezTo>
                  <a:cubicBezTo>
                    <a:pt x="198" y="751"/>
                    <a:pt x="197" y="744"/>
                    <a:pt x="196" y="737"/>
                  </a:cubicBezTo>
                  <a:cubicBezTo>
                    <a:pt x="196" y="736"/>
                    <a:pt x="195" y="735"/>
                    <a:pt x="195" y="734"/>
                  </a:cubicBezTo>
                  <a:cubicBezTo>
                    <a:pt x="194" y="733"/>
                    <a:pt x="194" y="731"/>
                    <a:pt x="192" y="731"/>
                  </a:cubicBezTo>
                  <a:cubicBezTo>
                    <a:pt x="191" y="730"/>
                    <a:pt x="189" y="729"/>
                    <a:pt x="187" y="729"/>
                  </a:cubicBezTo>
                  <a:cubicBezTo>
                    <a:pt x="185" y="729"/>
                    <a:pt x="184" y="730"/>
                    <a:pt x="182" y="731"/>
                  </a:cubicBezTo>
                  <a:cubicBezTo>
                    <a:pt x="181" y="731"/>
                    <a:pt x="180" y="733"/>
                    <a:pt x="179" y="734"/>
                  </a:cubicBezTo>
                  <a:cubicBezTo>
                    <a:pt x="179" y="734"/>
                    <a:pt x="179" y="735"/>
                    <a:pt x="178" y="735"/>
                  </a:cubicBezTo>
                  <a:cubicBezTo>
                    <a:pt x="162" y="775"/>
                    <a:pt x="150" y="817"/>
                    <a:pt x="143" y="860"/>
                  </a:cubicBezTo>
                  <a:cubicBezTo>
                    <a:pt x="143" y="855"/>
                    <a:pt x="143" y="850"/>
                    <a:pt x="143" y="844"/>
                  </a:cubicBezTo>
                  <a:cubicBezTo>
                    <a:pt x="143" y="814"/>
                    <a:pt x="141" y="783"/>
                    <a:pt x="137" y="753"/>
                  </a:cubicBezTo>
                  <a:cubicBezTo>
                    <a:pt x="136" y="747"/>
                    <a:pt x="127" y="748"/>
                    <a:pt x="126" y="753"/>
                  </a:cubicBezTo>
                  <a:cubicBezTo>
                    <a:pt x="119" y="804"/>
                    <a:pt x="115" y="854"/>
                    <a:pt x="115" y="905"/>
                  </a:cubicBezTo>
                  <a:cubicBezTo>
                    <a:pt x="115" y="913"/>
                    <a:pt x="115" y="920"/>
                    <a:pt x="115" y="928"/>
                  </a:cubicBezTo>
                  <a:cubicBezTo>
                    <a:pt x="115" y="948"/>
                    <a:pt x="115" y="968"/>
                    <a:pt x="115" y="989"/>
                  </a:cubicBezTo>
                  <a:cubicBezTo>
                    <a:pt x="115" y="974"/>
                    <a:pt x="112" y="960"/>
                    <a:pt x="104" y="947"/>
                  </a:cubicBezTo>
                  <a:cubicBezTo>
                    <a:pt x="103" y="945"/>
                    <a:pt x="101" y="942"/>
                    <a:pt x="99" y="940"/>
                  </a:cubicBezTo>
                  <a:cubicBezTo>
                    <a:pt x="98" y="939"/>
                    <a:pt x="98" y="939"/>
                    <a:pt x="97" y="938"/>
                  </a:cubicBezTo>
                  <a:cubicBezTo>
                    <a:pt x="96" y="937"/>
                    <a:pt x="95" y="938"/>
                    <a:pt x="94" y="938"/>
                  </a:cubicBezTo>
                  <a:cubicBezTo>
                    <a:pt x="93" y="938"/>
                    <a:pt x="92" y="938"/>
                    <a:pt x="92" y="938"/>
                  </a:cubicBezTo>
                  <a:cubicBezTo>
                    <a:pt x="91" y="939"/>
                    <a:pt x="91" y="940"/>
                    <a:pt x="90" y="941"/>
                  </a:cubicBezTo>
                  <a:cubicBezTo>
                    <a:pt x="89" y="942"/>
                    <a:pt x="89" y="942"/>
                    <a:pt x="89" y="943"/>
                  </a:cubicBezTo>
                  <a:cubicBezTo>
                    <a:pt x="89" y="944"/>
                    <a:pt x="89" y="945"/>
                    <a:pt x="89" y="945"/>
                  </a:cubicBezTo>
                  <a:cubicBezTo>
                    <a:pt x="93" y="969"/>
                    <a:pt x="96" y="994"/>
                    <a:pt x="97" y="1018"/>
                  </a:cubicBezTo>
                  <a:cubicBezTo>
                    <a:pt x="101" y="1052"/>
                    <a:pt x="97" y="1087"/>
                    <a:pt x="100" y="1121"/>
                  </a:cubicBezTo>
                  <a:cubicBezTo>
                    <a:pt x="90" y="1133"/>
                    <a:pt x="81" y="1146"/>
                    <a:pt x="70" y="1158"/>
                  </a:cubicBezTo>
                  <a:cubicBezTo>
                    <a:pt x="70" y="1131"/>
                    <a:pt x="54" y="1112"/>
                    <a:pt x="44" y="1088"/>
                  </a:cubicBezTo>
                  <a:cubicBezTo>
                    <a:pt x="26" y="1033"/>
                    <a:pt x="16" y="976"/>
                    <a:pt x="15" y="919"/>
                  </a:cubicBezTo>
                  <a:cubicBezTo>
                    <a:pt x="18" y="922"/>
                    <a:pt x="21" y="926"/>
                    <a:pt x="26" y="928"/>
                  </a:cubicBezTo>
                  <a:cubicBezTo>
                    <a:pt x="26" y="928"/>
                    <a:pt x="26" y="929"/>
                    <a:pt x="27" y="929"/>
                  </a:cubicBezTo>
                  <a:cubicBezTo>
                    <a:pt x="28" y="929"/>
                    <a:pt x="29" y="930"/>
                    <a:pt x="30" y="930"/>
                  </a:cubicBezTo>
                  <a:cubicBezTo>
                    <a:pt x="31" y="930"/>
                    <a:pt x="33" y="929"/>
                    <a:pt x="34" y="929"/>
                  </a:cubicBezTo>
                  <a:cubicBezTo>
                    <a:pt x="35" y="928"/>
                    <a:pt x="36" y="927"/>
                    <a:pt x="36" y="926"/>
                  </a:cubicBezTo>
                  <a:cubicBezTo>
                    <a:pt x="37" y="925"/>
                    <a:pt x="37" y="924"/>
                    <a:pt x="37" y="922"/>
                  </a:cubicBezTo>
                  <a:cubicBezTo>
                    <a:pt x="48" y="808"/>
                    <a:pt x="63" y="683"/>
                    <a:pt x="119" y="581"/>
                  </a:cubicBezTo>
                  <a:cubicBezTo>
                    <a:pt x="121" y="578"/>
                    <a:pt x="122" y="575"/>
                    <a:pt x="124" y="572"/>
                  </a:cubicBezTo>
                  <a:cubicBezTo>
                    <a:pt x="156" y="517"/>
                    <a:pt x="198" y="469"/>
                    <a:pt x="248" y="429"/>
                  </a:cubicBezTo>
                  <a:cubicBezTo>
                    <a:pt x="282" y="402"/>
                    <a:pt x="321" y="378"/>
                    <a:pt x="354" y="350"/>
                  </a:cubicBezTo>
                  <a:cubicBezTo>
                    <a:pt x="347" y="359"/>
                    <a:pt x="340" y="367"/>
                    <a:pt x="333" y="375"/>
                  </a:cubicBezTo>
                  <a:cubicBezTo>
                    <a:pt x="274" y="442"/>
                    <a:pt x="229" y="549"/>
                    <a:pt x="234" y="639"/>
                  </a:cubicBezTo>
                  <a:lnTo>
                    <a:pt x="235" y="640"/>
                  </a:lnTo>
                  <a:lnTo>
                    <a:pt x="236" y="641"/>
                  </a:lnTo>
                  <a:lnTo>
                    <a:pt x="237" y="641"/>
                  </a:lnTo>
                  <a:lnTo>
                    <a:pt x="238" y="641"/>
                  </a:lnTo>
                  <a:cubicBezTo>
                    <a:pt x="238" y="640"/>
                    <a:pt x="239" y="640"/>
                    <a:pt x="239" y="640"/>
                  </a:cubicBezTo>
                  <a:cubicBezTo>
                    <a:pt x="239" y="639"/>
                    <a:pt x="239" y="639"/>
                    <a:pt x="239" y="639"/>
                  </a:cubicBezTo>
                  <a:cubicBezTo>
                    <a:pt x="243" y="591"/>
                    <a:pt x="255" y="545"/>
                    <a:pt x="274" y="502"/>
                  </a:cubicBezTo>
                  <a:cubicBezTo>
                    <a:pt x="296" y="448"/>
                    <a:pt x="329" y="409"/>
                    <a:pt x="363" y="361"/>
                  </a:cubicBezTo>
                  <a:cubicBezTo>
                    <a:pt x="404" y="303"/>
                    <a:pt x="458" y="255"/>
                    <a:pt x="520" y="219"/>
                  </a:cubicBezTo>
                  <a:cubicBezTo>
                    <a:pt x="528" y="214"/>
                    <a:pt x="537" y="209"/>
                    <a:pt x="546" y="205"/>
                  </a:cubicBezTo>
                  <a:cubicBezTo>
                    <a:pt x="532" y="231"/>
                    <a:pt x="523" y="259"/>
                    <a:pt x="521" y="288"/>
                  </a:cubicBezTo>
                  <a:cubicBezTo>
                    <a:pt x="521" y="294"/>
                    <a:pt x="528" y="296"/>
                    <a:pt x="531" y="291"/>
                  </a:cubicBezTo>
                  <a:cubicBezTo>
                    <a:pt x="598" y="173"/>
                    <a:pt x="745" y="116"/>
                    <a:pt x="873" y="68"/>
                  </a:cubicBezTo>
                  <a:lnTo>
                    <a:pt x="871" y="71"/>
                  </a:lnTo>
                  <a:cubicBezTo>
                    <a:pt x="854" y="94"/>
                    <a:pt x="835" y="115"/>
                    <a:pt x="814" y="134"/>
                  </a:cubicBezTo>
                  <a:cubicBezTo>
                    <a:pt x="806" y="140"/>
                    <a:pt x="798" y="147"/>
                    <a:pt x="792" y="154"/>
                  </a:cubicBezTo>
                  <a:cubicBezTo>
                    <a:pt x="784" y="164"/>
                    <a:pt x="779" y="176"/>
                    <a:pt x="772" y="186"/>
                  </a:cubicBezTo>
                  <a:cubicBezTo>
                    <a:pt x="757" y="193"/>
                    <a:pt x="743" y="201"/>
                    <a:pt x="729" y="209"/>
                  </a:cubicBezTo>
                  <a:cubicBezTo>
                    <a:pt x="702" y="225"/>
                    <a:pt x="675" y="243"/>
                    <a:pt x="650" y="263"/>
                  </a:cubicBezTo>
                  <a:moveTo>
                    <a:pt x="1215" y="51"/>
                  </a:moveTo>
                  <a:lnTo>
                    <a:pt x="1215" y="52"/>
                  </a:lnTo>
                  <a:cubicBezTo>
                    <a:pt x="1214" y="52"/>
                    <a:pt x="1214" y="52"/>
                    <a:pt x="1214" y="53"/>
                  </a:cubicBezTo>
                  <a:lnTo>
                    <a:pt x="1213" y="53"/>
                  </a:lnTo>
                  <a:cubicBezTo>
                    <a:pt x="1083" y="59"/>
                    <a:pt x="956" y="94"/>
                    <a:pt x="840" y="154"/>
                  </a:cubicBezTo>
                  <a:lnTo>
                    <a:pt x="789" y="179"/>
                  </a:lnTo>
                  <a:cubicBezTo>
                    <a:pt x="800" y="157"/>
                    <a:pt x="822" y="143"/>
                    <a:pt x="838" y="124"/>
                  </a:cubicBezTo>
                  <a:cubicBezTo>
                    <a:pt x="846" y="115"/>
                    <a:pt x="908" y="64"/>
                    <a:pt x="907" y="65"/>
                  </a:cubicBezTo>
                  <a:cubicBezTo>
                    <a:pt x="908" y="64"/>
                    <a:pt x="910" y="63"/>
                    <a:pt x="911" y="62"/>
                  </a:cubicBezTo>
                  <a:cubicBezTo>
                    <a:pt x="932" y="51"/>
                    <a:pt x="954" y="43"/>
                    <a:pt x="978" y="39"/>
                  </a:cubicBezTo>
                  <a:cubicBezTo>
                    <a:pt x="1041" y="27"/>
                    <a:pt x="1105" y="21"/>
                    <a:pt x="1169" y="20"/>
                  </a:cubicBezTo>
                  <a:cubicBezTo>
                    <a:pt x="1173" y="20"/>
                    <a:pt x="1177" y="19"/>
                    <a:pt x="1182" y="19"/>
                  </a:cubicBezTo>
                  <a:cubicBezTo>
                    <a:pt x="1211" y="19"/>
                    <a:pt x="1240" y="26"/>
                    <a:pt x="1266" y="37"/>
                  </a:cubicBezTo>
                  <a:cubicBezTo>
                    <a:pt x="1269" y="39"/>
                    <a:pt x="1272" y="39"/>
                    <a:pt x="1274" y="40"/>
                  </a:cubicBezTo>
                  <a:cubicBezTo>
                    <a:pt x="1271" y="40"/>
                    <a:pt x="1268" y="40"/>
                    <a:pt x="1264" y="40"/>
                  </a:cubicBezTo>
                  <a:cubicBezTo>
                    <a:pt x="1247" y="40"/>
                    <a:pt x="1230" y="44"/>
                    <a:pt x="1215" y="52"/>
                  </a:cubicBezTo>
                  <a:lnTo>
                    <a:pt x="1215" y="5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9064080" y="3953520"/>
              <a:ext cx="132480" cy="315000"/>
            </a:xfrm>
            <a:custGeom>
              <a:avLst/>
              <a:gdLst/>
              <a:ahLst/>
              <a:cxnLst/>
              <a:rect l="l" t="t" r="r" b="b"/>
              <a:pathLst>
                <a:path w="368" h="875" extrusionOk="0">
                  <a:moveTo>
                    <a:pt x="367" y="870"/>
                  </a:moveTo>
                  <a:cubicBezTo>
                    <a:pt x="351" y="781"/>
                    <a:pt x="342" y="688"/>
                    <a:pt x="313" y="601"/>
                  </a:cubicBezTo>
                  <a:cubicBezTo>
                    <a:pt x="299" y="557"/>
                    <a:pt x="285" y="512"/>
                    <a:pt x="274" y="466"/>
                  </a:cubicBezTo>
                  <a:cubicBezTo>
                    <a:pt x="268" y="443"/>
                    <a:pt x="260" y="420"/>
                    <a:pt x="250" y="398"/>
                  </a:cubicBezTo>
                  <a:cubicBezTo>
                    <a:pt x="243" y="382"/>
                    <a:pt x="240" y="354"/>
                    <a:pt x="232" y="340"/>
                  </a:cubicBezTo>
                  <a:cubicBezTo>
                    <a:pt x="213" y="306"/>
                    <a:pt x="204" y="259"/>
                    <a:pt x="193" y="220"/>
                  </a:cubicBezTo>
                  <a:cubicBezTo>
                    <a:pt x="189" y="206"/>
                    <a:pt x="175" y="193"/>
                    <a:pt x="170" y="179"/>
                  </a:cubicBezTo>
                  <a:cubicBezTo>
                    <a:pt x="165" y="165"/>
                    <a:pt x="158" y="151"/>
                    <a:pt x="151" y="138"/>
                  </a:cubicBezTo>
                  <a:cubicBezTo>
                    <a:pt x="148" y="134"/>
                    <a:pt x="146" y="130"/>
                    <a:pt x="143" y="125"/>
                  </a:cubicBezTo>
                  <a:cubicBezTo>
                    <a:pt x="112" y="72"/>
                    <a:pt x="64" y="15"/>
                    <a:pt x="0" y="0"/>
                  </a:cubicBezTo>
                  <a:lnTo>
                    <a:pt x="0" y="1"/>
                  </a:lnTo>
                  <a:cubicBezTo>
                    <a:pt x="20" y="9"/>
                    <a:pt x="16" y="10"/>
                    <a:pt x="29" y="21"/>
                  </a:cubicBezTo>
                  <a:cubicBezTo>
                    <a:pt x="48" y="38"/>
                    <a:pt x="91" y="64"/>
                    <a:pt x="102" y="89"/>
                  </a:cubicBezTo>
                  <a:cubicBezTo>
                    <a:pt x="109" y="100"/>
                    <a:pt x="116" y="110"/>
                    <a:pt x="124" y="120"/>
                  </a:cubicBezTo>
                  <a:cubicBezTo>
                    <a:pt x="127" y="123"/>
                    <a:pt x="129" y="127"/>
                    <a:pt x="131" y="131"/>
                  </a:cubicBezTo>
                  <a:cubicBezTo>
                    <a:pt x="140" y="147"/>
                    <a:pt x="149" y="165"/>
                    <a:pt x="157" y="183"/>
                  </a:cubicBezTo>
                  <a:cubicBezTo>
                    <a:pt x="168" y="212"/>
                    <a:pt x="181" y="237"/>
                    <a:pt x="191" y="268"/>
                  </a:cubicBezTo>
                  <a:cubicBezTo>
                    <a:pt x="200" y="298"/>
                    <a:pt x="211" y="329"/>
                    <a:pt x="220" y="360"/>
                  </a:cubicBezTo>
                  <a:cubicBezTo>
                    <a:pt x="230" y="398"/>
                    <a:pt x="249" y="433"/>
                    <a:pt x="259" y="470"/>
                  </a:cubicBezTo>
                  <a:cubicBezTo>
                    <a:pt x="272" y="515"/>
                    <a:pt x="284" y="561"/>
                    <a:pt x="298" y="605"/>
                  </a:cubicBezTo>
                  <a:cubicBezTo>
                    <a:pt x="327" y="691"/>
                    <a:pt x="335" y="783"/>
                    <a:pt x="361" y="870"/>
                  </a:cubicBezTo>
                  <a:cubicBezTo>
                    <a:pt x="362" y="874"/>
                    <a:pt x="367" y="873"/>
                    <a:pt x="367" y="8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9181440" y="4244760"/>
              <a:ext cx="72720" cy="296640"/>
            </a:xfrm>
            <a:custGeom>
              <a:avLst/>
              <a:gdLst/>
              <a:ahLst/>
              <a:cxnLst/>
              <a:rect l="l" t="t" r="r" b="b"/>
              <a:pathLst>
                <a:path w="202" h="824" extrusionOk="0">
                  <a:moveTo>
                    <a:pt x="101" y="5"/>
                  </a:moveTo>
                  <a:cubicBezTo>
                    <a:pt x="98" y="0"/>
                    <a:pt x="90" y="5"/>
                    <a:pt x="93" y="10"/>
                  </a:cubicBezTo>
                  <a:cubicBezTo>
                    <a:pt x="123" y="76"/>
                    <a:pt x="137" y="151"/>
                    <a:pt x="155" y="221"/>
                  </a:cubicBezTo>
                  <a:cubicBezTo>
                    <a:pt x="172" y="283"/>
                    <a:pt x="182" y="347"/>
                    <a:pt x="187" y="411"/>
                  </a:cubicBezTo>
                  <a:cubicBezTo>
                    <a:pt x="181" y="373"/>
                    <a:pt x="168" y="336"/>
                    <a:pt x="149" y="302"/>
                  </a:cubicBezTo>
                  <a:cubicBezTo>
                    <a:pt x="143" y="291"/>
                    <a:pt x="136" y="281"/>
                    <a:pt x="128" y="271"/>
                  </a:cubicBezTo>
                  <a:lnTo>
                    <a:pt x="127" y="270"/>
                  </a:lnTo>
                  <a:lnTo>
                    <a:pt x="126" y="270"/>
                  </a:lnTo>
                  <a:cubicBezTo>
                    <a:pt x="125" y="270"/>
                    <a:pt x="125" y="270"/>
                    <a:pt x="124" y="270"/>
                  </a:cubicBezTo>
                  <a:lnTo>
                    <a:pt x="123" y="271"/>
                  </a:lnTo>
                  <a:cubicBezTo>
                    <a:pt x="123" y="272"/>
                    <a:pt x="123" y="272"/>
                    <a:pt x="123" y="273"/>
                  </a:cubicBezTo>
                  <a:lnTo>
                    <a:pt x="123" y="274"/>
                  </a:lnTo>
                  <a:cubicBezTo>
                    <a:pt x="157" y="323"/>
                    <a:pt x="165" y="372"/>
                    <a:pt x="177" y="429"/>
                  </a:cubicBezTo>
                  <a:cubicBezTo>
                    <a:pt x="187" y="476"/>
                    <a:pt x="172" y="531"/>
                    <a:pt x="170" y="578"/>
                  </a:cubicBezTo>
                  <a:cubicBezTo>
                    <a:pt x="169" y="628"/>
                    <a:pt x="163" y="681"/>
                    <a:pt x="157" y="731"/>
                  </a:cubicBezTo>
                  <a:cubicBezTo>
                    <a:pt x="155" y="746"/>
                    <a:pt x="156" y="762"/>
                    <a:pt x="154" y="778"/>
                  </a:cubicBezTo>
                  <a:cubicBezTo>
                    <a:pt x="154" y="787"/>
                    <a:pt x="149" y="791"/>
                    <a:pt x="142" y="780"/>
                  </a:cubicBezTo>
                  <a:cubicBezTo>
                    <a:pt x="141" y="780"/>
                    <a:pt x="141" y="779"/>
                    <a:pt x="141" y="779"/>
                  </a:cubicBezTo>
                  <a:cubicBezTo>
                    <a:pt x="136" y="770"/>
                    <a:pt x="133" y="761"/>
                    <a:pt x="133" y="752"/>
                  </a:cubicBezTo>
                  <a:cubicBezTo>
                    <a:pt x="133" y="751"/>
                    <a:pt x="133" y="751"/>
                    <a:pt x="133" y="751"/>
                  </a:cubicBezTo>
                  <a:cubicBezTo>
                    <a:pt x="134" y="750"/>
                    <a:pt x="134" y="750"/>
                    <a:pt x="134" y="749"/>
                  </a:cubicBezTo>
                  <a:cubicBezTo>
                    <a:pt x="134" y="744"/>
                    <a:pt x="133" y="740"/>
                    <a:pt x="132" y="736"/>
                  </a:cubicBezTo>
                  <a:cubicBezTo>
                    <a:pt x="132" y="732"/>
                    <a:pt x="132" y="732"/>
                    <a:pt x="132" y="730"/>
                  </a:cubicBezTo>
                  <a:cubicBezTo>
                    <a:pt x="132" y="729"/>
                    <a:pt x="132" y="728"/>
                    <a:pt x="131" y="727"/>
                  </a:cubicBezTo>
                  <a:cubicBezTo>
                    <a:pt x="131" y="727"/>
                    <a:pt x="131" y="726"/>
                    <a:pt x="130" y="726"/>
                  </a:cubicBezTo>
                  <a:cubicBezTo>
                    <a:pt x="116" y="646"/>
                    <a:pt x="71" y="580"/>
                    <a:pt x="45" y="504"/>
                  </a:cubicBezTo>
                  <a:cubicBezTo>
                    <a:pt x="10" y="402"/>
                    <a:pt x="37" y="293"/>
                    <a:pt x="25" y="189"/>
                  </a:cubicBezTo>
                  <a:cubicBezTo>
                    <a:pt x="25" y="187"/>
                    <a:pt x="22" y="187"/>
                    <a:pt x="21" y="189"/>
                  </a:cubicBezTo>
                  <a:cubicBezTo>
                    <a:pt x="18" y="220"/>
                    <a:pt x="12" y="252"/>
                    <a:pt x="11" y="283"/>
                  </a:cubicBezTo>
                  <a:cubicBezTo>
                    <a:pt x="9" y="334"/>
                    <a:pt x="0" y="396"/>
                    <a:pt x="11" y="446"/>
                  </a:cubicBezTo>
                  <a:cubicBezTo>
                    <a:pt x="17" y="489"/>
                    <a:pt x="31" y="530"/>
                    <a:pt x="52" y="569"/>
                  </a:cubicBezTo>
                  <a:cubicBezTo>
                    <a:pt x="80" y="620"/>
                    <a:pt x="103" y="673"/>
                    <a:pt x="121" y="728"/>
                  </a:cubicBezTo>
                  <a:cubicBezTo>
                    <a:pt x="119" y="744"/>
                    <a:pt x="123" y="823"/>
                    <a:pt x="157" y="810"/>
                  </a:cubicBezTo>
                  <a:cubicBezTo>
                    <a:pt x="185" y="799"/>
                    <a:pt x="179" y="717"/>
                    <a:pt x="180" y="697"/>
                  </a:cubicBezTo>
                  <a:cubicBezTo>
                    <a:pt x="189" y="628"/>
                    <a:pt x="194" y="559"/>
                    <a:pt x="194" y="490"/>
                  </a:cubicBezTo>
                  <a:cubicBezTo>
                    <a:pt x="194" y="483"/>
                    <a:pt x="194" y="476"/>
                    <a:pt x="194" y="469"/>
                  </a:cubicBezTo>
                  <a:cubicBezTo>
                    <a:pt x="197" y="470"/>
                    <a:pt x="201" y="469"/>
                    <a:pt x="201" y="465"/>
                  </a:cubicBezTo>
                  <a:cubicBezTo>
                    <a:pt x="200" y="376"/>
                    <a:pt x="188" y="288"/>
                    <a:pt x="164" y="202"/>
                  </a:cubicBezTo>
                  <a:cubicBezTo>
                    <a:pt x="150" y="134"/>
                    <a:pt x="128" y="68"/>
                    <a:pt x="101" y="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2"/>
            <p:cNvSpPr/>
            <p:nvPr/>
          </p:nvSpPr>
          <p:spPr>
            <a:xfrm>
              <a:off x="9190080" y="4134240"/>
              <a:ext cx="72000" cy="222480"/>
            </a:xfrm>
            <a:custGeom>
              <a:avLst/>
              <a:gdLst/>
              <a:ahLst/>
              <a:cxnLst/>
              <a:rect l="l" t="t" r="r" b="b"/>
              <a:pathLst>
                <a:path w="200" h="618" extrusionOk="0">
                  <a:moveTo>
                    <a:pt x="189" y="232"/>
                  </a:moveTo>
                  <a:cubicBezTo>
                    <a:pt x="185" y="290"/>
                    <a:pt x="190" y="348"/>
                    <a:pt x="179" y="405"/>
                  </a:cubicBezTo>
                  <a:cubicBezTo>
                    <a:pt x="178" y="416"/>
                    <a:pt x="177" y="427"/>
                    <a:pt x="177" y="437"/>
                  </a:cubicBezTo>
                  <a:cubicBezTo>
                    <a:pt x="177" y="441"/>
                    <a:pt x="177" y="444"/>
                    <a:pt x="178" y="448"/>
                  </a:cubicBezTo>
                  <a:cubicBezTo>
                    <a:pt x="177" y="456"/>
                    <a:pt x="175" y="464"/>
                    <a:pt x="171" y="471"/>
                  </a:cubicBezTo>
                  <a:cubicBezTo>
                    <a:pt x="169" y="458"/>
                    <a:pt x="167" y="445"/>
                    <a:pt x="165" y="432"/>
                  </a:cubicBezTo>
                  <a:cubicBezTo>
                    <a:pt x="155" y="381"/>
                    <a:pt x="156" y="330"/>
                    <a:pt x="145" y="279"/>
                  </a:cubicBezTo>
                  <a:cubicBezTo>
                    <a:pt x="125" y="178"/>
                    <a:pt x="81" y="75"/>
                    <a:pt x="6" y="2"/>
                  </a:cubicBezTo>
                  <a:cubicBezTo>
                    <a:pt x="4" y="0"/>
                    <a:pt x="0" y="4"/>
                    <a:pt x="2" y="6"/>
                  </a:cubicBezTo>
                  <a:cubicBezTo>
                    <a:pt x="67" y="77"/>
                    <a:pt x="105" y="175"/>
                    <a:pt x="125" y="267"/>
                  </a:cubicBezTo>
                  <a:cubicBezTo>
                    <a:pt x="138" y="322"/>
                    <a:pt x="137" y="378"/>
                    <a:pt x="147" y="433"/>
                  </a:cubicBezTo>
                  <a:cubicBezTo>
                    <a:pt x="158" y="492"/>
                    <a:pt x="153" y="555"/>
                    <a:pt x="164" y="614"/>
                  </a:cubicBezTo>
                  <a:cubicBezTo>
                    <a:pt x="164" y="615"/>
                    <a:pt x="164" y="614"/>
                    <a:pt x="165" y="615"/>
                  </a:cubicBezTo>
                  <a:lnTo>
                    <a:pt x="165" y="616"/>
                  </a:lnTo>
                  <a:cubicBezTo>
                    <a:pt x="166" y="617"/>
                    <a:pt x="166" y="617"/>
                    <a:pt x="167" y="617"/>
                  </a:cubicBezTo>
                  <a:cubicBezTo>
                    <a:pt x="167" y="617"/>
                    <a:pt x="168" y="617"/>
                    <a:pt x="168" y="616"/>
                  </a:cubicBezTo>
                  <a:cubicBezTo>
                    <a:pt x="168" y="616"/>
                    <a:pt x="169" y="616"/>
                    <a:pt x="169" y="615"/>
                  </a:cubicBezTo>
                  <a:lnTo>
                    <a:pt x="169" y="614"/>
                  </a:lnTo>
                  <a:cubicBezTo>
                    <a:pt x="174" y="589"/>
                    <a:pt x="176" y="564"/>
                    <a:pt x="176" y="538"/>
                  </a:cubicBezTo>
                  <a:cubicBezTo>
                    <a:pt x="176" y="519"/>
                    <a:pt x="175" y="499"/>
                    <a:pt x="172" y="480"/>
                  </a:cubicBezTo>
                  <a:cubicBezTo>
                    <a:pt x="182" y="451"/>
                    <a:pt x="188" y="421"/>
                    <a:pt x="192" y="390"/>
                  </a:cubicBezTo>
                  <a:cubicBezTo>
                    <a:pt x="196" y="361"/>
                    <a:pt x="199" y="331"/>
                    <a:pt x="199" y="301"/>
                  </a:cubicBezTo>
                  <a:cubicBezTo>
                    <a:pt x="199" y="277"/>
                    <a:pt x="197" y="254"/>
                    <a:pt x="194" y="230"/>
                  </a:cubicBezTo>
                  <a:cubicBezTo>
                    <a:pt x="194" y="229"/>
                    <a:pt x="194" y="229"/>
                    <a:pt x="193" y="229"/>
                  </a:cubicBezTo>
                  <a:lnTo>
                    <a:pt x="192" y="228"/>
                  </a:lnTo>
                  <a:cubicBezTo>
                    <a:pt x="191" y="228"/>
                    <a:pt x="191" y="229"/>
                    <a:pt x="191" y="229"/>
                  </a:cubicBezTo>
                  <a:cubicBezTo>
                    <a:pt x="190" y="229"/>
                    <a:pt x="190" y="229"/>
                    <a:pt x="190" y="230"/>
                  </a:cubicBezTo>
                  <a:cubicBezTo>
                    <a:pt x="189" y="230"/>
                    <a:pt x="189" y="231"/>
                    <a:pt x="189" y="231"/>
                  </a:cubicBezTo>
                  <a:lnTo>
                    <a:pt x="189" y="23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2"/>
            <p:cNvSpPr/>
            <p:nvPr/>
          </p:nvSpPr>
          <p:spPr>
            <a:xfrm>
              <a:off x="9260640" y="4150440"/>
              <a:ext cx="32040" cy="120240"/>
            </a:xfrm>
            <a:custGeom>
              <a:avLst/>
              <a:gdLst/>
              <a:ahLst/>
              <a:cxnLst/>
              <a:rect l="l" t="t" r="r" b="b"/>
              <a:pathLst>
                <a:path w="89" h="334" extrusionOk="0">
                  <a:moveTo>
                    <a:pt x="82" y="3"/>
                  </a:moveTo>
                  <a:cubicBezTo>
                    <a:pt x="82" y="3"/>
                    <a:pt x="83" y="3"/>
                    <a:pt x="82" y="2"/>
                  </a:cubicBezTo>
                  <a:cubicBezTo>
                    <a:pt x="82" y="1"/>
                    <a:pt x="81" y="2"/>
                    <a:pt x="80" y="1"/>
                  </a:cubicBezTo>
                  <a:cubicBezTo>
                    <a:pt x="80" y="0"/>
                    <a:pt x="79" y="0"/>
                    <a:pt x="78" y="0"/>
                  </a:cubicBezTo>
                  <a:cubicBezTo>
                    <a:pt x="78" y="0"/>
                    <a:pt x="77" y="0"/>
                    <a:pt x="76" y="1"/>
                  </a:cubicBezTo>
                  <a:lnTo>
                    <a:pt x="75" y="2"/>
                  </a:lnTo>
                  <a:cubicBezTo>
                    <a:pt x="75" y="3"/>
                    <a:pt x="75" y="3"/>
                    <a:pt x="75" y="3"/>
                  </a:cubicBezTo>
                  <a:cubicBezTo>
                    <a:pt x="67" y="64"/>
                    <a:pt x="56" y="124"/>
                    <a:pt x="44" y="184"/>
                  </a:cubicBezTo>
                  <a:cubicBezTo>
                    <a:pt x="37" y="215"/>
                    <a:pt x="37" y="268"/>
                    <a:pt x="16" y="292"/>
                  </a:cubicBezTo>
                  <a:cubicBezTo>
                    <a:pt x="15" y="294"/>
                    <a:pt x="14" y="296"/>
                    <a:pt x="12" y="298"/>
                  </a:cubicBezTo>
                  <a:cubicBezTo>
                    <a:pt x="7" y="307"/>
                    <a:pt x="4" y="317"/>
                    <a:pt x="2" y="327"/>
                  </a:cubicBezTo>
                  <a:cubicBezTo>
                    <a:pt x="0" y="331"/>
                    <a:pt x="5" y="333"/>
                    <a:pt x="7" y="330"/>
                  </a:cubicBezTo>
                  <a:cubicBezTo>
                    <a:pt x="40" y="288"/>
                    <a:pt x="47" y="254"/>
                    <a:pt x="55" y="202"/>
                  </a:cubicBezTo>
                  <a:cubicBezTo>
                    <a:pt x="67" y="138"/>
                    <a:pt x="88" y="69"/>
                    <a:pt x="82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8670600" y="4024080"/>
              <a:ext cx="106920" cy="158400"/>
            </a:xfrm>
            <a:custGeom>
              <a:avLst/>
              <a:gdLst/>
              <a:ahLst/>
              <a:cxnLst/>
              <a:rect l="l" t="t" r="r" b="b"/>
              <a:pathLst>
                <a:path w="297" h="440" extrusionOk="0">
                  <a:moveTo>
                    <a:pt x="132" y="219"/>
                  </a:moveTo>
                  <a:cubicBezTo>
                    <a:pt x="119" y="204"/>
                    <a:pt x="104" y="189"/>
                    <a:pt x="89" y="176"/>
                  </a:cubicBezTo>
                  <a:cubicBezTo>
                    <a:pt x="53" y="143"/>
                    <a:pt x="35" y="100"/>
                    <a:pt x="4" y="63"/>
                  </a:cubicBezTo>
                  <a:cubicBezTo>
                    <a:pt x="3" y="62"/>
                    <a:pt x="3" y="62"/>
                    <a:pt x="2" y="62"/>
                  </a:cubicBezTo>
                  <a:lnTo>
                    <a:pt x="1" y="63"/>
                  </a:lnTo>
                  <a:cubicBezTo>
                    <a:pt x="0" y="64"/>
                    <a:pt x="0" y="63"/>
                    <a:pt x="0" y="64"/>
                  </a:cubicBezTo>
                  <a:lnTo>
                    <a:pt x="0" y="65"/>
                  </a:lnTo>
                  <a:lnTo>
                    <a:pt x="0" y="66"/>
                  </a:lnTo>
                  <a:cubicBezTo>
                    <a:pt x="21" y="102"/>
                    <a:pt x="37" y="146"/>
                    <a:pt x="69" y="174"/>
                  </a:cubicBezTo>
                  <a:cubicBezTo>
                    <a:pt x="101" y="201"/>
                    <a:pt x="124" y="230"/>
                    <a:pt x="156" y="253"/>
                  </a:cubicBezTo>
                  <a:cubicBezTo>
                    <a:pt x="156" y="253"/>
                    <a:pt x="155" y="253"/>
                    <a:pt x="156" y="254"/>
                  </a:cubicBezTo>
                  <a:cubicBezTo>
                    <a:pt x="157" y="255"/>
                    <a:pt x="157" y="254"/>
                    <a:pt x="158" y="254"/>
                  </a:cubicBezTo>
                  <a:lnTo>
                    <a:pt x="159" y="254"/>
                  </a:lnTo>
                  <a:cubicBezTo>
                    <a:pt x="159" y="253"/>
                    <a:pt x="160" y="253"/>
                    <a:pt x="160" y="253"/>
                  </a:cubicBezTo>
                  <a:cubicBezTo>
                    <a:pt x="160" y="252"/>
                    <a:pt x="160" y="252"/>
                    <a:pt x="160" y="251"/>
                  </a:cubicBezTo>
                  <a:lnTo>
                    <a:pt x="160" y="250"/>
                  </a:lnTo>
                  <a:cubicBezTo>
                    <a:pt x="137" y="208"/>
                    <a:pt x="118" y="164"/>
                    <a:pt x="104" y="119"/>
                  </a:cubicBezTo>
                  <a:cubicBezTo>
                    <a:pt x="122" y="150"/>
                    <a:pt x="139" y="182"/>
                    <a:pt x="158" y="213"/>
                  </a:cubicBezTo>
                  <a:cubicBezTo>
                    <a:pt x="176" y="244"/>
                    <a:pt x="205" y="277"/>
                    <a:pt x="228" y="308"/>
                  </a:cubicBezTo>
                  <a:cubicBezTo>
                    <a:pt x="234" y="317"/>
                    <a:pt x="239" y="326"/>
                    <a:pt x="245" y="336"/>
                  </a:cubicBezTo>
                  <a:cubicBezTo>
                    <a:pt x="263" y="367"/>
                    <a:pt x="278" y="400"/>
                    <a:pt x="288" y="435"/>
                  </a:cubicBezTo>
                  <a:cubicBezTo>
                    <a:pt x="290" y="439"/>
                    <a:pt x="296" y="437"/>
                    <a:pt x="296" y="433"/>
                  </a:cubicBezTo>
                  <a:cubicBezTo>
                    <a:pt x="296" y="366"/>
                    <a:pt x="244" y="285"/>
                    <a:pt x="200" y="236"/>
                  </a:cubicBezTo>
                  <a:cubicBezTo>
                    <a:pt x="164" y="197"/>
                    <a:pt x="143" y="148"/>
                    <a:pt x="114" y="103"/>
                  </a:cubicBezTo>
                  <a:cubicBezTo>
                    <a:pt x="102" y="86"/>
                    <a:pt x="91" y="67"/>
                    <a:pt x="80" y="49"/>
                  </a:cubicBezTo>
                  <a:cubicBezTo>
                    <a:pt x="77" y="44"/>
                    <a:pt x="73" y="39"/>
                    <a:pt x="69" y="35"/>
                  </a:cubicBezTo>
                  <a:cubicBezTo>
                    <a:pt x="64" y="24"/>
                    <a:pt x="58" y="15"/>
                    <a:pt x="52" y="5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41" y="2"/>
                    <a:pt x="41" y="3"/>
                    <a:pt x="40" y="4"/>
                  </a:cubicBezTo>
                  <a:cubicBezTo>
                    <a:pt x="39" y="5"/>
                    <a:pt x="39" y="6"/>
                    <a:pt x="39" y="7"/>
                  </a:cubicBezTo>
                  <a:cubicBezTo>
                    <a:pt x="39" y="8"/>
                    <a:pt x="39" y="8"/>
                    <a:pt x="39" y="9"/>
                  </a:cubicBezTo>
                  <a:cubicBezTo>
                    <a:pt x="41" y="20"/>
                    <a:pt x="45" y="30"/>
                    <a:pt x="51" y="40"/>
                  </a:cubicBezTo>
                  <a:cubicBezTo>
                    <a:pt x="55" y="46"/>
                    <a:pt x="59" y="52"/>
                    <a:pt x="64" y="58"/>
                  </a:cubicBezTo>
                  <a:cubicBezTo>
                    <a:pt x="89" y="114"/>
                    <a:pt x="106" y="174"/>
                    <a:pt x="138" y="226"/>
                  </a:cubicBezTo>
                  <a:cubicBezTo>
                    <a:pt x="158" y="258"/>
                    <a:pt x="141" y="230"/>
                    <a:pt x="132" y="2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8680680" y="3866760"/>
              <a:ext cx="240840" cy="618120"/>
            </a:xfrm>
            <a:custGeom>
              <a:avLst/>
              <a:gdLst/>
              <a:ahLst/>
              <a:cxnLst/>
              <a:rect l="l" t="t" r="r" b="b"/>
              <a:pathLst>
                <a:path w="669" h="1717" extrusionOk="0">
                  <a:moveTo>
                    <a:pt x="235" y="273"/>
                  </a:moveTo>
                  <a:cubicBezTo>
                    <a:pt x="197" y="241"/>
                    <a:pt x="163" y="204"/>
                    <a:pt x="123" y="175"/>
                  </a:cubicBezTo>
                  <a:cubicBezTo>
                    <a:pt x="83" y="145"/>
                    <a:pt x="48" y="104"/>
                    <a:pt x="5" y="81"/>
                  </a:cubicBezTo>
                  <a:cubicBezTo>
                    <a:pt x="3" y="80"/>
                    <a:pt x="0" y="84"/>
                    <a:pt x="2" y="85"/>
                  </a:cubicBezTo>
                  <a:cubicBezTo>
                    <a:pt x="21" y="102"/>
                    <a:pt x="38" y="119"/>
                    <a:pt x="53" y="139"/>
                  </a:cubicBezTo>
                  <a:cubicBezTo>
                    <a:pt x="67" y="154"/>
                    <a:pt x="83" y="168"/>
                    <a:pt x="101" y="180"/>
                  </a:cubicBezTo>
                  <a:cubicBezTo>
                    <a:pt x="146" y="211"/>
                    <a:pt x="182" y="252"/>
                    <a:pt x="224" y="286"/>
                  </a:cubicBezTo>
                  <a:cubicBezTo>
                    <a:pt x="265" y="322"/>
                    <a:pt x="301" y="363"/>
                    <a:pt x="330" y="409"/>
                  </a:cubicBezTo>
                  <a:cubicBezTo>
                    <a:pt x="341" y="425"/>
                    <a:pt x="351" y="453"/>
                    <a:pt x="364" y="476"/>
                  </a:cubicBezTo>
                  <a:cubicBezTo>
                    <a:pt x="367" y="492"/>
                    <a:pt x="370" y="507"/>
                    <a:pt x="374" y="523"/>
                  </a:cubicBezTo>
                  <a:cubicBezTo>
                    <a:pt x="374" y="524"/>
                    <a:pt x="375" y="524"/>
                    <a:pt x="375" y="524"/>
                  </a:cubicBezTo>
                  <a:cubicBezTo>
                    <a:pt x="376" y="525"/>
                    <a:pt x="377" y="525"/>
                    <a:pt x="377" y="525"/>
                  </a:cubicBezTo>
                  <a:cubicBezTo>
                    <a:pt x="378" y="525"/>
                    <a:pt x="378" y="525"/>
                    <a:pt x="379" y="524"/>
                  </a:cubicBezTo>
                  <a:cubicBezTo>
                    <a:pt x="379" y="523"/>
                    <a:pt x="380" y="524"/>
                    <a:pt x="381" y="523"/>
                  </a:cubicBezTo>
                  <a:cubicBezTo>
                    <a:pt x="388" y="594"/>
                    <a:pt x="400" y="664"/>
                    <a:pt x="416" y="734"/>
                  </a:cubicBezTo>
                  <a:cubicBezTo>
                    <a:pt x="420" y="749"/>
                    <a:pt x="421" y="781"/>
                    <a:pt x="427" y="808"/>
                  </a:cubicBezTo>
                  <a:cubicBezTo>
                    <a:pt x="418" y="799"/>
                    <a:pt x="410" y="788"/>
                    <a:pt x="403" y="777"/>
                  </a:cubicBezTo>
                  <a:cubicBezTo>
                    <a:pt x="364" y="715"/>
                    <a:pt x="319" y="660"/>
                    <a:pt x="297" y="588"/>
                  </a:cubicBezTo>
                  <a:lnTo>
                    <a:pt x="296" y="587"/>
                  </a:lnTo>
                  <a:lnTo>
                    <a:pt x="296" y="585"/>
                  </a:lnTo>
                  <a:lnTo>
                    <a:pt x="296" y="584"/>
                  </a:lnTo>
                  <a:cubicBezTo>
                    <a:pt x="296" y="583"/>
                    <a:pt x="295" y="584"/>
                    <a:pt x="295" y="583"/>
                  </a:cubicBezTo>
                  <a:cubicBezTo>
                    <a:pt x="294" y="582"/>
                    <a:pt x="294" y="582"/>
                    <a:pt x="294" y="582"/>
                  </a:cubicBezTo>
                  <a:cubicBezTo>
                    <a:pt x="293" y="582"/>
                    <a:pt x="293" y="582"/>
                    <a:pt x="292" y="583"/>
                  </a:cubicBezTo>
                  <a:lnTo>
                    <a:pt x="291" y="584"/>
                  </a:lnTo>
                  <a:lnTo>
                    <a:pt x="291" y="585"/>
                  </a:lnTo>
                  <a:cubicBezTo>
                    <a:pt x="284" y="624"/>
                    <a:pt x="281" y="664"/>
                    <a:pt x="281" y="704"/>
                  </a:cubicBezTo>
                  <a:cubicBezTo>
                    <a:pt x="281" y="713"/>
                    <a:pt x="281" y="722"/>
                    <a:pt x="281" y="730"/>
                  </a:cubicBezTo>
                  <a:cubicBezTo>
                    <a:pt x="280" y="747"/>
                    <a:pt x="280" y="763"/>
                    <a:pt x="280" y="780"/>
                  </a:cubicBezTo>
                  <a:cubicBezTo>
                    <a:pt x="280" y="820"/>
                    <a:pt x="282" y="861"/>
                    <a:pt x="288" y="901"/>
                  </a:cubicBezTo>
                  <a:cubicBezTo>
                    <a:pt x="296" y="949"/>
                    <a:pt x="340" y="999"/>
                    <a:pt x="339" y="1049"/>
                  </a:cubicBezTo>
                  <a:cubicBezTo>
                    <a:pt x="339" y="1076"/>
                    <a:pt x="339" y="1103"/>
                    <a:pt x="364" y="1118"/>
                  </a:cubicBezTo>
                  <a:cubicBezTo>
                    <a:pt x="365" y="1118"/>
                    <a:pt x="366" y="1118"/>
                    <a:pt x="368" y="1118"/>
                  </a:cubicBezTo>
                  <a:cubicBezTo>
                    <a:pt x="369" y="1118"/>
                    <a:pt x="371" y="1117"/>
                    <a:pt x="372" y="1117"/>
                  </a:cubicBezTo>
                  <a:cubicBezTo>
                    <a:pt x="373" y="1116"/>
                    <a:pt x="374" y="1115"/>
                    <a:pt x="375" y="1114"/>
                  </a:cubicBezTo>
                  <a:cubicBezTo>
                    <a:pt x="376" y="1113"/>
                    <a:pt x="376" y="1112"/>
                    <a:pt x="377" y="1111"/>
                  </a:cubicBezTo>
                  <a:cubicBezTo>
                    <a:pt x="379" y="1107"/>
                    <a:pt x="381" y="1104"/>
                    <a:pt x="382" y="1100"/>
                  </a:cubicBezTo>
                  <a:cubicBezTo>
                    <a:pt x="391" y="1150"/>
                    <a:pt x="408" y="1198"/>
                    <a:pt x="434" y="1242"/>
                  </a:cubicBezTo>
                  <a:cubicBezTo>
                    <a:pt x="447" y="1266"/>
                    <a:pt x="464" y="1289"/>
                    <a:pt x="483" y="1310"/>
                  </a:cubicBezTo>
                  <a:cubicBezTo>
                    <a:pt x="486" y="1334"/>
                    <a:pt x="492" y="1357"/>
                    <a:pt x="497" y="1380"/>
                  </a:cubicBezTo>
                  <a:cubicBezTo>
                    <a:pt x="509" y="1424"/>
                    <a:pt x="521" y="1499"/>
                    <a:pt x="566" y="1523"/>
                  </a:cubicBezTo>
                  <a:cubicBezTo>
                    <a:pt x="567" y="1523"/>
                    <a:pt x="568" y="1524"/>
                    <a:pt x="569" y="1524"/>
                  </a:cubicBezTo>
                  <a:cubicBezTo>
                    <a:pt x="570" y="1524"/>
                    <a:pt x="570" y="1523"/>
                    <a:pt x="571" y="1523"/>
                  </a:cubicBezTo>
                  <a:cubicBezTo>
                    <a:pt x="572" y="1523"/>
                    <a:pt x="572" y="1522"/>
                    <a:pt x="573" y="1521"/>
                  </a:cubicBezTo>
                  <a:cubicBezTo>
                    <a:pt x="573" y="1521"/>
                    <a:pt x="573" y="1520"/>
                    <a:pt x="573" y="1519"/>
                  </a:cubicBezTo>
                  <a:cubicBezTo>
                    <a:pt x="573" y="1518"/>
                    <a:pt x="573" y="1517"/>
                    <a:pt x="573" y="1517"/>
                  </a:cubicBezTo>
                  <a:lnTo>
                    <a:pt x="573" y="1516"/>
                  </a:lnTo>
                  <a:lnTo>
                    <a:pt x="573" y="1515"/>
                  </a:lnTo>
                  <a:cubicBezTo>
                    <a:pt x="578" y="1500"/>
                    <a:pt x="582" y="1485"/>
                    <a:pt x="585" y="1470"/>
                  </a:cubicBezTo>
                  <a:cubicBezTo>
                    <a:pt x="585" y="1509"/>
                    <a:pt x="589" y="1548"/>
                    <a:pt x="595" y="1586"/>
                  </a:cubicBezTo>
                  <a:cubicBezTo>
                    <a:pt x="603" y="1622"/>
                    <a:pt x="616" y="1657"/>
                    <a:pt x="635" y="1689"/>
                  </a:cubicBezTo>
                  <a:cubicBezTo>
                    <a:pt x="639" y="1697"/>
                    <a:pt x="645" y="1705"/>
                    <a:pt x="650" y="1712"/>
                  </a:cubicBezTo>
                  <a:cubicBezTo>
                    <a:pt x="652" y="1716"/>
                    <a:pt x="658" y="1712"/>
                    <a:pt x="657" y="1709"/>
                  </a:cubicBezTo>
                  <a:cubicBezTo>
                    <a:pt x="646" y="1671"/>
                    <a:pt x="627" y="1638"/>
                    <a:pt x="616" y="1600"/>
                  </a:cubicBezTo>
                  <a:cubicBezTo>
                    <a:pt x="601" y="1542"/>
                    <a:pt x="593" y="1482"/>
                    <a:pt x="593" y="1421"/>
                  </a:cubicBezTo>
                  <a:cubicBezTo>
                    <a:pt x="593" y="1419"/>
                    <a:pt x="593" y="1416"/>
                    <a:pt x="593" y="1414"/>
                  </a:cubicBezTo>
                  <a:cubicBezTo>
                    <a:pt x="595" y="1383"/>
                    <a:pt x="596" y="1351"/>
                    <a:pt x="596" y="1321"/>
                  </a:cubicBezTo>
                  <a:cubicBezTo>
                    <a:pt x="596" y="1290"/>
                    <a:pt x="595" y="1260"/>
                    <a:pt x="593" y="1229"/>
                  </a:cubicBezTo>
                  <a:cubicBezTo>
                    <a:pt x="593" y="1225"/>
                    <a:pt x="587" y="1224"/>
                    <a:pt x="587" y="1229"/>
                  </a:cubicBezTo>
                  <a:cubicBezTo>
                    <a:pt x="587" y="1257"/>
                    <a:pt x="585" y="1286"/>
                    <a:pt x="585" y="1314"/>
                  </a:cubicBezTo>
                  <a:cubicBezTo>
                    <a:pt x="585" y="1342"/>
                    <a:pt x="579" y="1367"/>
                    <a:pt x="578" y="1393"/>
                  </a:cubicBezTo>
                  <a:cubicBezTo>
                    <a:pt x="577" y="1431"/>
                    <a:pt x="569" y="1468"/>
                    <a:pt x="568" y="1505"/>
                  </a:cubicBezTo>
                  <a:cubicBezTo>
                    <a:pt x="534" y="1440"/>
                    <a:pt x="510" y="1370"/>
                    <a:pt x="498" y="1297"/>
                  </a:cubicBezTo>
                  <a:lnTo>
                    <a:pt x="498" y="1296"/>
                  </a:lnTo>
                  <a:cubicBezTo>
                    <a:pt x="498" y="1295"/>
                    <a:pt x="498" y="1295"/>
                    <a:pt x="498" y="1294"/>
                  </a:cubicBezTo>
                  <a:cubicBezTo>
                    <a:pt x="498" y="1253"/>
                    <a:pt x="493" y="1214"/>
                    <a:pt x="493" y="1173"/>
                  </a:cubicBezTo>
                  <a:cubicBezTo>
                    <a:pt x="493" y="1164"/>
                    <a:pt x="493" y="1154"/>
                    <a:pt x="493" y="1145"/>
                  </a:cubicBezTo>
                  <a:cubicBezTo>
                    <a:pt x="493" y="1114"/>
                    <a:pt x="492" y="1083"/>
                    <a:pt x="489" y="1052"/>
                  </a:cubicBezTo>
                  <a:cubicBezTo>
                    <a:pt x="481" y="993"/>
                    <a:pt x="484" y="931"/>
                    <a:pt x="465" y="875"/>
                  </a:cubicBezTo>
                  <a:cubicBezTo>
                    <a:pt x="465" y="874"/>
                    <a:pt x="465" y="874"/>
                    <a:pt x="465" y="874"/>
                  </a:cubicBezTo>
                  <a:cubicBezTo>
                    <a:pt x="465" y="873"/>
                    <a:pt x="464" y="873"/>
                    <a:pt x="464" y="873"/>
                  </a:cubicBezTo>
                  <a:cubicBezTo>
                    <a:pt x="463" y="872"/>
                    <a:pt x="462" y="872"/>
                    <a:pt x="462" y="872"/>
                  </a:cubicBezTo>
                  <a:cubicBezTo>
                    <a:pt x="461" y="872"/>
                    <a:pt x="460" y="872"/>
                    <a:pt x="460" y="873"/>
                  </a:cubicBezTo>
                  <a:cubicBezTo>
                    <a:pt x="459" y="874"/>
                    <a:pt x="459" y="873"/>
                    <a:pt x="459" y="874"/>
                  </a:cubicBezTo>
                  <a:cubicBezTo>
                    <a:pt x="458" y="875"/>
                    <a:pt x="458" y="875"/>
                    <a:pt x="458" y="876"/>
                  </a:cubicBezTo>
                  <a:lnTo>
                    <a:pt x="458" y="877"/>
                  </a:lnTo>
                  <a:cubicBezTo>
                    <a:pt x="475" y="938"/>
                    <a:pt x="470" y="1006"/>
                    <a:pt x="478" y="1069"/>
                  </a:cubicBezTo>
                  <a:cubicBezTo>
                    <a:pt x="480" y="1097"/>
                    <a:pt x="481" y="1125"/>
                    <a:pt x="481" y="1153"/>
                  </a:cubicBezTo>
                  <a:cubicBezTo>
                    <a:pt x="481" y="1165"/>
                    <a:pt x="481" y="1178"/>
                    <a:pt x="480" y="1191"/>
                  </a:cubicBezTo>
                  <a:cubicBezTo>
                    <a:pt x="480" y="1192"/>
                    <a:pt x="480" y="1193"/>
                    <a:pt x="480" y="1195"/>
                  </a:cubicBezTo>
                  <a:cubicBezTo>
                    <a:pt x="479" y="1208"/>
                    <a:pt x="479" y="1221"/>
                    <a:pt x="479" y="1234"/>
                  </a:cubicBezTo>
                  <a:cubicBezTo>
                    <a:pt x="479" y="1252"/>
                    <a:pt x="480" y="1269"/>
                    <a:pt x="482" y="1287"/>
                  </a:cubicBezTo>
                  <a:cubicBezTo>
                    <a:pt x="460" y="1238"/>
                    <a:pt x="440" y="1190"/>
                    <a:pt x="418" y="1142"/>
                  </a:cubicBezTo>
                  <a:cubicBezTo>
                    <a:pt x="401" y="1099"/>
                    <a:pt x="393" y="1054"/>
                    <a:pt x="393" y="1008"/>
                  </a:cubicBezTo>
                  <a:cubicBezTo>
                    <a:pt x="393" y="1006"/>
                    <a:pt x="393" y="1005"/>
                    <a:pt x="393" y="1004"/>
                  </a:cubicBezTo>
                  <a:cubicBezTo>
                    <a:pt x="393" y="999"/>
                    <a:pt x="393" y="993"/>
                    <a:pt x="393" y="988"/>
                  </a:cubicBezTo>
                  <a:cubicBezTo>
                    <a:pt x="393" y="942"/>
                    <a:pt x="408" y="894"/>
                    <a:pt x="404" y="850"/>
                  </a:cubicBezTo>
                  <a:cubicBezTo>
                    <a:pt x="404" y="845"/>
                    <a:pt x="397" y="846"/>
                    <a:pt x="395" y="850"/>
                  </a:cubicBezTo>
                  <a:cubicBezTo>
                    <a:pt x="382" y="892"/>
                    <a:pt x="375" y="935"/>
                    <a:pt x="375" y="979"/>
                  </a:cubicBezTo>
                  <a:cubicBezTo>
                    <a:pt x="375" y="987"/>
                    <a:pt x="375" y="995"/>
                    <a:pt x="376" y="1003"/>
                  </a:cubicBezTo>
                  <a:cubicBezTo>
                    <a:pt x="376" y="1013"/>
                    <a:pt x="376" y="1023"/>
                    <a:pt x="376" y="1032"/>
                  </a:cubicBezTo>
                  <a:cubicBezTo>
                    <a:pt x="376" y="1033"/>
                    <a:pt x="376" y="1033"/>
                    <a:pt x="376" y="1034"/>
                  </a:cubicBezTo>
                  <a:cubicBezTo>
                    <a:pt x="376" y="1051"/>
                    <a:pt x="373" y="1068"/>
                    <a:pt x="369" y="1085"/>
                  </a:cubicBezTo>
                  <a:cubicBezTo>
                    <a:pt x="364" y="1107"/>
                    <a:pt x="357" y="1077"/>
                    <a:pt x="357" y="1070"/>
                  </a:cubicBezTo>
                  <a:cubicBezTo>
                    <a:pt x="355" y="1048"/>
                    <a:pt x="360" y="1028"/>
                    <a:pt x="350" y="1007"/>
                  </a:cubicBezTo>
                  <a:cubicBezTo>
                    <a:pt x="321" y="949"/>
                    <a:pt x="303" y="886"/>
                    <a:pt x="299" y="821"/>
                  </a:cubicBezTo>
                  <a:cubicBezTo>
                    <a:pt x="296" y="774"/>
                    <a:pt x="294" y="728"/>
                    <a:pt x="294" y="681"/>
                  </a:cubicBezTo>
                  <a:cubicBezTo>
                    <a:pt x="294" y="657"/>
                    <a:pt x="295" y="633"/>
                    <a:pt x="295" y="608"/>
                  </a:cubicBezTo>
                  <a:cubicBezTo>
                    <a:pt x="306" y="644"/>
                    <a:pt x="320" y="678"/>
                    <a:pt x="339" y="710"/>
                  </a:cubicBezTo>
                  <a:cubicBezTo>
                    <a:pt x="347" y="724"/>
                    <a:pt x="356" y="737"/>
                    <a:pt x="365" y="750"/>
                  </a:cubicBezTo>
                  <a:cubicBezTo>
                    <a:pt x="392" y="789"/>
                    <a:pt x="413" y="831"/>
                    <a:pt x="455" y="855"/>
                  </a:cubicBezTo>
                  <a:cubicBezTo>
                    <a:pt x="456" y="855"/>
                    <a:pt x="457" y="856"/>
                    <a:pt x="457" y="856"/>
                  </a:cubicBezTo>
                  <a:cubicBezTo>
                    <a:pt x="458" y="856"/>
                    <a:pt x="458" y="855"/>
                    <a:pt x="459" y="855"/>
                  </a:cubicBezTo>
                  <a:lnTo>
                    <a:pt x="460" y="855"/>
                  </a:lnTo>
                  <a:cubicBezTo>
                    <a:pt x="470" y="857"/>
                    <a:pt x="475" y="842"/>
                    <a:pt x="466" y="839"/>
                  </a:cubicBezTo>
                  <a:cubicBezTo>
                    <a:pt x="450" y="833"/>
                    <a:pt x="446" y="787"/>
                    <a:pt x="443" y="774"/>
                  </a:cubicBezTo>
                  <a:cubicBezTo>
                    <a:pt x="438" y="746"/>
                    <a:pt x="431" y="718"/>
                    <a:pt x="424" y="690"/>
                  </a:cubicBezTo>
                  <a:cubicBezTo>
                    <a:pt x="415" y="659"/>
                    <a:pt x="418" y="626"/>
                    <a:pt x="409" y="595"/>
                  </a:cubicBezTo>
                  <a:cubicBezTo>
                    <a:pt x="400" y="564"/>
                    <a:pt x="393" y="536"/>
                    <a:pt x="387" y="507"/>
                  </a:cubicBezTo>
                  <a:cubicBezTo>
                    <a:pt x="386" y="507"/>
                    <a:pt x="386" y="506"/>
                    <a:pt x="386" y="506"/>
                  </a:cubicBezTo>
                  <a:lnTo>
                    <a:pt x="386" y="505"/>
                  </a:lnTo>
                  <a:cubicBezTo>
                    <a:pt x="385" y="505"/>
                    <a:pt x="386" y="505"/>
                    <a:pt x="386" y="504"/>
                  </a:cubicBezTo>
                  <a:cubicBezTo>
                    <a:pt x="388" y="506"/>
                    <a:pt x="390" y="508"/>
                    <a:pt x="393" y="509"/>
                  </a:cubicBezTo>
                  <a:cubicBezTo>
                    <a:pt x="394" y="510"/>
                    <a:pt x="395" y="511"/>
                    <a:pt x="397" y="511"/>
                  </a:cubicBezTo>
                  <a:lnTo>
                    <a:pt x="398" y="512"/>
                  </a:lnTo>
                  <a:cubicBezTo>
                    <a:pt x="399" y="512"/>
                    <a:pt x="399" y="511"/>
                    <a:pt x="400" y="511"/>
                  </a:cubicBezTo>
                  <a:cubicBezTo>
                    <a:pt x="401" y="511"/>
                    <a:pt x="401" y="510"/>
                    <a:pt x="402" y="509"/>
                  </a:cubicBezTo>
                  <a:cubicBezTo>
                    <a:pt x="402" y="509"/>
                    <a:pt x="402" y="508"/>
                    <a:pt x="402" y="507"/>
                  </a:cubicBezTo>
                  <a:cubicBezTo>
                    <a:pt x="402" y="507"/>
                    <a:pt x="402" y="506"/>
                    <a:pt x="402" y="505"/>
                  </a:cubicBezTo>
                  <a:cubicBezTo>
                    <a:pt x="401" y="505"/>
                    <a:pt x="401" y="505"/>
                    <a:pt x="401" y="505"/>
                  </a:cubicBezTo>
                  <a:cubicBezTo>
                    <a:pt x="399" y="501"/>
                    <a:pt x="396" y="497"/>
                    <a:pt x="394" y="493"/>
                  </a:cubicBezTo>
                  <a:cubicBezTo>
                    <a:pt x="390" y="486"/>
                    <a:pt x="386" y="480"/>
                    <a:pt x="384" y="472"/>
                  </a:cubicBezTo>
                  <a:cubicBezTo>
                    <a:pt x="380" y="450"/>
                    <a:pt x="373" y="428"/>
                    <a:pt x="371" y="404"/>
                  </a:cubicBezTo>
                  <a:cubicBezTo>
                    <a:pt x="368" y="366"/>
                    <a:pt x="348" y="326"/>
                    <a:pt x="336" y="290"/>
                  </a:cubicBezTo>
                  <a:cubicBezTo>
                    <a:pt x="324" y="257"/>
                    <a:pt x="309" y="226"/>
                    <a:pt x="292" y="196"/>
                  </a:cubicBezTo>
                  <a:cubicBezTo>
                    <a:pt x="290" y="193"/>
                    <a:pt x="288" y="189"/>
                    <a:pt x="286" y="186"/>
                  </a:cubicBezTo>
                  <a:cubicBezTo>
                    <a:pt x="282" y="178"/>
                    <a:pt x="277" y="170"/>
                    <a:pt x="273" y="162"/>
                  </a:cubicBezTo>
                  <a:cubicBezTo>
                    <a:pt x="259" y="139"/>
                    <a:pt x="244" y="117"/>
                    <a:pt x="226" y="97"/>
                  </a:cubicBezTo>
                  <a:cubicBezTo>
                    <a:pt x="275" y="129"/>
                    <a:pt x="320" y="170"/>
                    <a:pt x="369" y="202"/>
                  </a:cubicBezTo>
                  <a:cubicBezTo>
                    <a:pt x="402" y="226"/>
                    <a:pt x="429" y="257"/>
                    <a:pt x="449" y="292"/>
                  </a:cubicBezTo>
                  <a:cubicBezTo>
                    <a:pt x="452" y="297"/>
                    <a:pt x="455" y="302"/>
                    <a:pt x="457" y="307"/>
                  </a:cubicBezTo>
                  <a:cubicBezTo>
                    <a:pt x="482" y="349"/>
                    <a:pt x="517" y="396"/>
                    <a:pt x="534" y="442"/>
                  </a:cubicBezTo>
                  <a:lnTo>
                    <a:pt x="534" y="444"/>
                  </a:lnTo>
                  <a:cubicBezTo>
                    <a:pt x="534" y="445"/>
                    <a:pt x="535" y="446"/>
                    <a:pt x="535" y="446"/>
                  </a:cubicBezTo>
                  <a:cubicBezTo>
                    <a:pt x="535" y="447"/>
                    <a:pt x="536" y="447"/>
                    <a:pt x="536" y="448"/>
                  </a:cubicBezTo>
                  <a:lnTo>
                    <a:pt x="536" y="450"/>
                  </a:lnTo>
                  <a:cubicBezTo>
                    <a:pt x="536" y="450"/>
                    <a:pt x="535" y="450"/>
                    <a:pt x="536" y="451"/>
                  </a:cubicBezTo>
                  <a:cubicBezTo>
                    <a:pt x="536" y="452"/>
                    <a:pt x="537" y="452"/>
                    <a:pt x="538" y="452"/>
                  </a:cubicBezTo>
                  <a:cubicBezTo>
                    <a:pt x="538" y="452"/>
                    <a:pt x="539" y="452"/>
                    <a:pt x="540" y="452"/>
                  </a:cubicBezTo>
                  <a:cubicBezTo>
                    <a:pt x="540" y="452"/>
                    <a:pt x="541" y="452"/>
                    <a:pt x="542" y="452"/>
                  </a:cubicBezTo>
                  <a:lnTo>
                    <a:pt x="543" y="451"/>
                  </a:lnTo>
                  <a:cubicBezTo>
                    <a:pt x="543" y="450"/>
                    <a:pt x="543" y="449"/>
                    <a:pt x="543" y="449"/>
                  </a:cubicBezTo>
                  <a:lnTo>
                    <a:pt x="543" y="448"/>
                  </a:lnTo>
                  <a:cubicBezTo>
                    <a:pt x="544" y="448"/>
                    <a:pt x="544" y="447"/>
                    <a:pt x="545" y="446"/>
                  </a:cubicBezTo>
                  <a:cubicBezTo>
                    <a:pt x="545" y="445"/>
                    <a:pt x="546" y="445"/>
                    <a:pt x="546" y="444"/>
                  </a:cubicBezTo>
                  <a:cubicBezTo>
                    <a:pt x="546" y="436"/>
                    <a:pt x="547" y="429"/>
                    <a:pt x="547" y="421"/>
                  </a:cubicBezTo>
                  <a:cubicBezTo>
                    <a:pt x="547" y="341"/>
                    <a:pt x="525" y="262"/>
                    <a:pt x="485" y="192"/>
                  </a:cubicBezTo>
                  <a:cubicBezTo>
                    <a:pt x="469" y="164"/>
                    <a:pt x="450" y="138"/>
                    <a:pt x="428" y="114"/>
                  </a:cubicBezTo>
                  <a:cubicBezTo>
                    <a:pt x="438" y="118"/>
                    <a:pt x="447" y="123"/>
                    <a:pt x="457" y="128"/>
                  </a:cubicBezTo>
                  <a:cubicBezTo>
                    <a:pt x="465" y="133"/>
                    <a:pt x="473" y="138"/>
                    <a:pt x="481" y="144"/>
                  </a:cubicBezTo>
                  <a:cubicBezTo>
                    <a:pt x="522" y="174"/>
                    <a:pt x="559" y="209"/>
                    <a:pt x="591" y="249"/>
                  </a:cubicBezTo>
                  <a:cubicBezTo>
                    <a:pt x="610" y="273"/>
                    <a:pt x="633" y="309"/>
                    <a:pt x="660" y="325"/>
                  </a:cubicBezTo>
                  <a:cubicBezTo>
                    <a:pt x="664" y="327"/>
                    <a:pt x="668" y="321"/>
                    <a:pt x="665" y="318"/>
                  </a:cubicBezTo>
                  <a:cubicBezTo>
                    <a:pt x="653" y="308"/>
                    <a:pt x="648" y="286"/>
                    <a:pt x="639" y="272"/>
                  </a:cubicBezTo>
                  <a:cubicBezTo>
                    <a:pt x="630" y="258"/>
                    <a:pt x="614" y="249"/>
                    <a:pt x="605" y="237"/>
                  </a:cubicBezTo>
                  <a:cubicBezTo>
                    <a:pt x="575" y="199"/>
                    <a:pt x="540" y="165"/>
                    <a:pt x="501" y="136"/>
                  </a:cubicBezTo>
                  <a:cubicBezTo>
                    <a:pt x="492" y="130"/>
                    <a:pt x="481" y="125"/>
                    <a:pt x="472" y="119"/>
                  </a:cubicBezTo>
                  <a:cubicBezTo>
                    <a:pt x="439" y="101"/>
                    <a:pt x="405" y="85"/>
                    <a:pt x="370" y="73"/>
                  </a:cubicBezTo>
                  <a:cubicBezTo>
                    <a:pt x="312" y="52"/>
                    <a:pt x="257" y="24"/>
                    <a:pt x="201" y="0"/>
                  </a:cubicBezTo>
                  <a:cubicBezTo>
                    <a:pt x="199" y="0"/>
                    <a:pt x="197" y="2"/>
                    <a:pt x="199" y="3"/>
                  </a:cubicBezTo>
                  <a:cubicBezTo>
                    <a:pt x="218" y="16"/>
                    <a:pt x="237" y="27"/>
                    <a:pt x="256" y="38"/>
                  </a:cubicBezTo>
                  <a:cubicBezTo>
                    <a:pt x="274" y="49"/>
                    <a:pt x="293" y="59"/>
                    <a:pt x="311" y="68"/>
                  </a:cubicBezTo>
                  <a:cubicBezTo>
                    <a:pt x="344" y="83"/>
                    <a:pt x="380" y="94"/>
                    <a:pt x="415" y="108"/>
                  </a:cubicBezTo>
                  <a:cubicBezTo>
                    <a:pt x="485" y="190"/>
                    <a:pt x="513" y="292"/>
                    <a:pt x="527" y="397"/>
                  </a:cubicBezTo>
                  <a:cubicBezTo>
                    <a:pt x="514" y="367"/>
                    <a:pt x="495" y="338"/>
                    <a:pt x="481" y="312"/>
                  </a:cubicBezTo>
                  <a:cubicBezTo>
                    <a:pt x="458" y="269"/>
                    <a:pt x="430" y="215"/>
                    <a:pt x="386" y="191"/>
                  </a:cubicBezTo>
                  <a:cubicBezTo>
                    <a:pt x="347" y="169"/>
                    <a:pt x="319" y="133"/>
                    <a:pt x="277" y="117"/>
                  </a:cubicBezTo>
                  <a:cubicBezTo>
                    <a:pt x="260" y="111"/>
                    <a:pt x="244" y="89"/>
                    <a:pt x="228" y="80"/>
                  </a:cubicBezTo>
                  <a:cubicBezTo>
                    <a:pt x="221" y="76"/>
                    <a:pt x="161" y="60"/>
                    <a:pt x="159" y="55"/>
                  </a:cubicBezTo>
                  <a:cubicBezTo>
                    <a:pt x="157" y="50"/>
                    <a:pt x="152" y="51"/>
                    <a:pt x="152" y="55"/>
                  </a:cubicBezTo>
                  <a:lnTo>
                    <a:pt x="152" y="59"/>
                  </a:lnTo>
                  <a:cubicBezTo>
                    <a:pt x="152" y="60"/>
                    <a:pt x="153" y="60"/>
                    <a:pt x="153" y="61"/>
                  </a:cubicBezTo>
                  <a:lnTo>
                    <a:pt x="154" y="62"/>
                  </a:lnTo>
                  <a:lnTo>
                    <a:pt x="155" y="62"/>
                  </a:lnTo>
                  <a:cubicBezTo>
                    <a:pt x="171" y="68"/>
                    <a:pt x="187" y="76"/>
                    <a:pt x="202" y="84"/>
                  </a:cubicBezTo>
                  <a:cubicBezTo>
                    <a:pt x="202" y="85"/>
                    <a:pt x="202" y="85"/>
                    <a:pt x="202" y="85"/>
                  </a:cubicBezTo>
                  <a:lnTo>
                    <a:pt x="202" y="86"/>
                  </a:lnTo>
                  <a:cubicBezTo>
                    <a:pt x="236" y="109"/>
                    <a:pt x="257" y="155"/>
                    <a:pt x="275" y="189"/>
                  </a:cubicBezTo>
                  <a:cubicBezTo>
                    <a:pt x="276" y="190"/>
                    <a:pt x="276" y="191"/>
                    <a:pt x="276" y="191"/>
                  </a:cubicBezTo>
                  <a:cubicBezTo>
                    <a:pt x="293" y="219"/>
                    <a:pt x="306" y="248"/>
                    <a:pt x="316" y="279"/>
                  </a:cubicBezTo>
                  <a:cubicBezTo>
                    <a:pt x="328" y="316"/>
                    <a:pt x="340" y="354"/>
                    <a:pt x="349" y="392"/>
                  </a:cubicBezTo>
                  <a:cubicBezTo>
                    <a:pt x="350" y="400"/>
                    <a:pt x="352" y="408"/>
                    <a:pt x="353" y="416"/>
                  </a:cubicBezTo>
                  <a:cubicBezTo>
                    <a:pt x="344" y="400"/>
                    <a:pt x="334" y="385"/>
                    <a:pt x="324" y="370"/>
                  </a:cubicBezTo>
                  <a:cubicBezTo>
                    <a:pt x="299" y="334"/>
                    <a:pt x="269" y="301"/>
                    <a:pt x="235" y="27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8829720" y="4052880"/>
              <a:ext cx="66960" cy="126000"/>
            </a:xfrm>
            <a:custGeom>
              <a:avLst/>
              <a:gdLst/>
              <a:ahLst/>
              <a:cxnLst/>
              <a:rect l="l" t="t" r="r" b="b"/>
              <a:pathLst>
                <a:path w="186" h="350" extrusionOk="0">
                  <a:moveTo>
                    <a:pt x="182" y="332"/>
                  </a:moveTo>
                  <a:cubicBezTo>
                    <a:pt x="177" y="288"/>
                    <a:pt x="164" y="244"/>
                    <a:pt x="155" y="202"/>
                  </a:cubicBezTo>
                  <a:cubicBezTo>
                    <a:pt x="142" y="133"/>
                    <a:pt x="119" y="67"/>
                    <a:pt x="86" y="5"/>
                  </a:cubicBezTo>
                  <a:cubicBezTo>
                    <a:pt x="83" y="0"/>
                    <a:pt x="76" y="4"/>
                    <a:pt x="78" y="9"/>
                  </a:cubicBezTo>
                  <a:cubicBezTo>
                    <a:pt x="106" y="63"/>
                    <a:pt x="115" y="123"/>
                    <a:pt x="133" y="181"/>
                  </a:cubicBezTo>
                  <a:cubicBezTo>
                    <a:pt x="146" y="225"/>
                    <a:pt x="157" y="270"/>
                    <a:pt x="164" y="315"/>
                  </a:cubicBezTo>
                  <a:cubicBezTo>
                    <a:pt x="127" y="280"/>
                    <a:pt x="84" y="241"/>
                    <a:pt x="64" y="196"/>
                  </a:cubicBezTo>
                  <a:cubicBezTo>
                    <a:pt x="54" y="171"/>
                    <a:pt x="42" y="147"/>
                    <a:pt x="29" y="124"/>
                  </a:cubicBezTo>
                  <a:cubicBezTo>
                    <a:pt x="22" y="112"/>
                    <a:pt x="14" y="100"/>
                    <a:pt x="7" y="88"/>
                  </a:cubicBezTo>
                  <a:cubicBezTo>
                    <a:pt x="6" y="88"/>
                    <a:pt x="6" y="88"/>
                    <a:pt x="6" y="88"/>
                  </a:cubicBezTo>
                  <a:cubicBezTo>
                    <a:pt x="5" y="87"/>
                    <a:pt x="5" y="87"/>
                    <a:pt x="4" y="87"/>
                  </a:cubicBezTo>
                  <a:cubicBezTo>
                    <a:pt x="3" y="87"/>
                    <a:pt x="3" y="87"/>
                    <a:pt x="2" y="88"/>
                  </a:cubicBezTo>
                  <a:lnTo>
                    <a:pt x="1" y="89"/>
                  </a:lnTo>
                  <a:cubicBezTo>
                    <a:pt x="0" y="90"/>
                    <a:pt x="0" y="90"/>
                    <a:pt x="0" y="91"/>
                  </a:cubicBezTo>
                  <a:lnTo>
                    <a:pt x="0" y="92"/>
                  </a:lnTo>
                  <a:cubicBezTo>
                    <a:pt x="9" y="107"/>
                    <a:pt x="16" y="130"/>
                    <a:pt x="24" y="146"/>
                  </a:cubicBezTo>
                  <a:cubicBezTo>
                    <a:pt x="38" y="173"/>
                    <a:pt x="51" y="202"/>
                    <a:pt x="66" y="228"/>
                  </a:cubicBezTo>
                  <a:cubicBezTo>
                    <a:pt x="85" y="254"/>
                    <a:pt x="107" y="279"/>
                    <a:pt x="131" y="300"/>
                  </a:cubicBezTo>
                  <a:cubicBezTo>
                    <a:pt x="142" y="312"/>
                    <a:pt x="153" y="323"/>
                    <a:pt x="166" y="332"/>
                  </a:cubicBezTo>
                  <a:cubicBezTo>
                    <a:pt x="166" y="335"/>
                    <a:pt x="167" y="339"/>
                    <a:pt x="168" y="342"/>
                  </a:cubicBezTo>
                  <a:cubicBezTo>
                    <a:pt x="168" y="343"/>
                    <a:pt x="168" y="344"/>
                    <a:pt x="169" y="345"/>
                  </a:cubicBezTo>
                  <a:cubicBezTo>
                    <a:pt x="169" y="346"/>
                    <a:pt x="170" y="348"/>
                    <a:pt x="172" y="348"/>
                  </a:cubicBezTo>
                  <a:cubicBezTo>
                    <a:pt x="174" y="349"/>
                    <a:pt x="173" y="349"/>
                    <a:pt x="175" y="349"/>
                  </a:cubicBezTo>
                  <a:cubicBezTo>
                    <a:pt x="176" y="349"/>
                    <a:pt x="178" y="349"/>
                    <a:pt x="179" y="348"/>
                  </a:cubicBezTo>
                  <a:cubicBezTo>
                    <a:pt x="180" y="348"/>
                    <a:pt x="181" y="346"/>
                    <a:pt x="182" y="345"/>
                  </a:cubicBezTo>
                  <a:cubicBezTo>
                    <a:pt x="183" y="344"/>
                    <a:pt x="183" y="342"/>
                    <a:pt x="183" y="341"/>
                  </a:cubicBezTo>
                  <a:lnTo>
                    <a:pt x="183" y="340"/>
                  </a:lnTo>
                  <a:lnTo>
                    <a:pt x="183" y="338"/>
                  </a:lnTo>
                  <a:lnTo>
                    <a:pt x="184" y="338"/>
                  </a:lnTo>
                  <a:lnTo>
                    <a:pt x="185" y="337"/>
                  </a:lnTo>
                  <a:cubicBezTo>
                    <a:pt x="185" y="336"/>
                    <a:pt x="185" y="336"/>
                    <a:pt x="185" y="335"/>
                  </a:cubicBezTo>
                  <a:cubicBezTo>
                    <a:pt x="185" y="334"/>
                    <a:pt x="185" y="334"/>
                    <a:pt x="185" y="333"/>
                  </a:cubicBezTo>
                  <a:lnTo>
                    <a:pt x="184" y="332"/>
                  </a:lnTo>
                  <a:cubicBezTo>
                    <a:pt x="183" y="332"/>
                    <a:pt x="183" y="332"/>
                    <a:pt x="182" y="33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2"/>
            <p:cNvSpPr/>
            <p:nvPr/>
          </p:nvSpPr>
          <p:spPr>
            <a:xfrm>
              <a:off x="8870400" y="4175640"/>
              <a:ext cx="39600" cy="119160"/>
            </a:xfrm>
            <a:custGeom>
              <a:avLst/>
              <a:gdLst/>
              <a:ahLst/>
              <a:cxnLst/>
              <a:rect l="l" t="t" r="r" b="b"/>
              <a:pathLst>
                <a:path w="110" h="331" extrusionOk="0">
                  <a:moveTo>
                    <a:pt x="30" y="329"/>
                  </a:moveTo>
                  <a:cubicBezTo>
                    <a:pt x="37" y="317"/>
                    <a:pt x="40" y="304"/>
                    <a:pt x="41" y="291"/>
                  </a:cubicBezTo>
                  <a:cubicBezTo>
                    <a:pt x="59" y="244"/>
                    <a:pt x="66" y="193"/>
                    <a:pt x="86" y="148"/>
                  </a:cubicBezTo>
                  <a:cubicBezTo>
                    <a:pt x="101" y="110"/>
                    <a:pt x="109" y="69"/>
                    <a:pt x="109" y="27"/>
                  </a:cubicBezTo>
                  <a:cubicBezTo>
                    <a:pt x="109" y="21"/>
                    <a:pt x="109" y="14"/>
                    <a:pt x="108" y="7"/>
                  </a:cubicBezTo>
                  <a:lnTo>
                    <a:pt x="108" y="6"/>
                  </a:lnTo>
                  <a:cubicBezTo>
                    <a:pt x="108" y="6"/>
                    <a:pt x="107" y="6"/>
                    <a:pt x="107" y="5"/>
                  </a:cubicBezTo>
                  <a:lnTo>
                    <a:pt x="106" y="5"/>
                  </a:lnTo>
                  <a:cubicBezTo>
                    <a:pt x="105" y="5"/>
                    <a:pt x="105" y="4"/>
                    <a:pt x="104" y="5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1" y="87"/>
                    <a:pt x="66" y="164"/>
                    <a:pt x="37" y="240"/>
                  </a:cubicBezTo>
                  <a:cubicBezTo>
                    <a:pt x="34" y="224"/>
                    <a:pt x="29" y="208"/>
                    <a:pt x="25" y="194"/>
                  </a:cubicBezTo>
                  <a:cubicBezTo>
                    <a:pt x="8" y="131"/>
                    <a:pt x="25" y="63"/>
                    <a:pt x="4" y="2"/>
                  </a:cubicBezTo>
                  <a:cubicBezTo>
                    <a:pt x="4" y="0"/>
                    <a:pt x="0" y="2"/>
                    <a:pt x="0" y="3"/>
                  </a:cubicBezTo>
                  <a:cubicBezTo>
                    <a:pt x="7" y="56"/>
                    <a:pt x="0" y="111"/>
                    <a:pt x="5" y="165"/>
                  </a:cubicBezTo>
                  <a:cubicBezTo>
                    <a:pt x="9" y="204"/>
                    <a:pt x="20" y="240"/>
                    <a:pt x="23" y="278"/>
                  </a:cubicBezTo>
                  <a:cubicBezTo>
                    <a:pt x="20" y="288"/>
                    <a:pt x="16" y="299"/>
                    <a:pt x="13" y="309"/>
                  </a:cubicBezTo>
                  <a:cubicBezTo>
                    <a:pt x="13" y="310"/>
                    <a:pt x="13" y="311"/>
                    <a:pt x="13" y="311"/>
                  </a:cubicBezTo>
                  <a:cubicBezTo>
                    <a:pt x="13" y="313"/>
                    <a:pt x="14" y="314"/>
                    <a:pt x="15" y="316"/>
                  </a:cubicBezTo>
                  <a:cubicBezTo>
                    <a:pt x="16" y="317"/>
                    <a:pt x="16" y="319"/>
                    <a:pt x="18" y="320"/>
                  </a:cubicBezTo>
                  <a:cubicBezTo>
                    <a:pt x="20" y="321"/>
                    <a:pt x="22" y="321"/>
                    <a:pt x="23" y="321"/>
                  </a:cubicBezTo>
                  <a:cubicBezTo>
                    <a:pt x="24" y="321"/>
                    <a:pt x="24" y="321"/>
                    <a:pt x="24" y="321"/>
                  </a:cubicBezTo>
                  <a:cubicBezTo>
                    <a:pt x="24" y="323"/>
                    <a:pt x="24" y="325"/>
                    <a:pt x="24" y="326"/>
                  </a:cubicBezTo>
                  <a:cubicBezTo>
                    <a:pt x="24" y="327"/>
                    <a:pt x="24" y="328"/>
                    <a:pt x="24" y="328"/>
                  </a:cubicBezTo>
                  <a:cubicBezTo>
                    <a:pt x="25" y="329"/>
                    <a:pt x="25" y="328"/>
                    <a:pt x="26" y="329"/>
                  </a:cubicBezTo>
                  <a:cubicBezTo>
                    <a:pt x="27" y="330"/>
                    <a:pt x="27" y="330"/>
                    <a:pt x="27" y="330"/>
                  </a:cubicBezTo>
                  <a:cubicBezTo>
                    <a:pt x="28" y="330"/>
                    <a:pt x="28" y="330"/>
                    <a:pt x="29" y="329"/>
                  </a:cubicBezTo>
                  <a:cubicBezTo>
                    <a:pt x="30" y="328"/>
                    <a:pt x="30" y="329"/>
                    <a:pt x="30" y="32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2"/>
            <p:cNvSpPr/>
            <p:nvPr/>
          </p:nvSpPr>
          <p:spPr>
            <a:xfrm>
              <a:off x="8919360" y="4367520"/>
              <a:ext cx="45000" cy="219240"/>
            </a:xfrm>
            <a:custGeom>
              <a:avLst/>
              <a:gdLst/>
              <a:ahLst/>
              <a:cxnLst/>
              <a:rect l="l" t="t" r="r" b="b"/>
              <a:pathLst>
                <a:path w="125" h="609" extrusionOk="0">
                  <a:moveTo>
                    <a:pt x="2" y="305"/>
                  </a:moveTo>
                  <a:cubicBezTo>
                    <a:pt x="2" y="308"/>
                    <a:pt x="6" y="309"/>
                    <a:pt x="7" y="305"/>
                  </a:cubicBezTo>
                  <a:cubicBezTo>
                    <a:pt x="10" y="295"/>
                    <a:pt x="12" y="286"/>
                    <a:pt x="14" y="276"/>
                  </a:cubicBezTo>
                  <a:cubicBezTo>
                    <a:pt x="14" y="279"/>
                    <a:pt x="14" y="281"/>
                    <a:pt x="14" y="284"/>
                  </a:cubicBezTo>
                  <a:cubicBezTo>
                    <a:pt x="14" y="384"/>
                    <a:pt x="33" y="483"/>
                    <a:pt x="68" y="576"/>
                  </a:cubicBezTo>
                  <a:lnTo>
                    <a:pt x="69" y="577"/>
                  </a:lnTo>
                  <a:cubicBezTo>
                    <a:pt x="69" y="578"/>
                    <a:pt x="70" y="579"/>
                    <a:pt x="71" y="579"/>
                  </a:cubicBezTo>
                  <a:cubicBezTo>
                    <a:pt x="72" y="579"/>
                    <a:pt x="72" y="580"/>
                    <a:pt x="72" y="580"/>
                  </a:cubicBezTo>
                  <a:cubicBezTo>
                    <a:pt x="72" y="586"/>
                    <a:pt x="70" y="592"/>
                    <a:pt x="69" y="597"/>
                  </a:cubicBezTo>
                  <a:cubicBezTo>
                    <a:pt x="67" y="602"/>
                    <a:pt x="74" y="608"/>
                    <a:pt x="77" y="602"/>
                  </a:cubicBezTo>
                  <a:cubicBezTo>
                    <a:pt x="78" y="602"/>
                    <a:pt x="78" y="601"/>
                    <a:pt x="79" y="600"/>
                  </a:cubicBezTo>
                  <a:cubicBezTo>
                    <a:pt x="89" y="582"/>
                    <a:pt x="95" y="562"/>
                    <a:pt x="97" y="542"/>
                  </a:cubicBezTo>
                  <a:cubicBezTo>
                    <a:pt x="103" y="493"/>
                    <a:pt x="107" y="444"/>
                    <a:pt x="113" y="393"/>
                  </a:cubicBezTo>
                  <a:cubicBezTo>
                    <a:pt x="124" y="285"/>
                    <a:pt x="103" y="172"/>
                    <a:pt x="101" y="64"/>
                  </a:cubicBezTo>
                  <a:cubicBezTo>
                    <a:pt x="101" y="60"/>
                    <a:pt x="95" y="59"/>
                    <a:pt x="95" y="64"/>
                  </a:cubicBezTo>
                  <a:cubicBezTo>
                    <a:pt x="93" y="176"/>
                    <a:pt x="104" y="292"/>
                    <a:pt x="92" y="405"/>
                  </a:cubicBezTo>
                  <a:cubicBezTo>
                    <a:pt x="90" y="425"/>
                    <a:pt x="87" y="446"/>
                    <a:pt x="83" y="466"/>
                  </a:cubicBezTo>
                  <a:cubicBezTo>
                    <a:pt x="79" y="486"/>
                    <a:pt x="87" y="505"/>
                    <a:pt x="80" y="525"/>
                  </a:cubicBezTo>
                  <a:cubicBezTo>
                    <a:pt x="78" y="533"/>
                    <a:pt x="76" y="541"/>
                    <a:pt x="75" y="549"/>
                  </a:cubicBezTo>
                  <a:cubicBezTo>
                    <a:pt x="73" y="537"/>
                    <a:pt x="71" y="524"/>
                    <a:pt x="70" y="521"/>
                  </a:cubicBezTo>
                  <a:cubicBezTo>
                    <a:pt x="63" y="493"/>
                    <a:pt x="56" y="466"/>
                    <a:pt x="49" y="438"/>
                  </a:cubicBezTo>
                  <a:cubicBezTo>
                    <a:pt x="39" y="390"/>
                    <a:pt x="34" y="341"/>
                    <a:pt x="34" y="292"/>
                  </a:cubicBezTo>
                  <a:cubicBezTo>
                    <a:pt x="34" y="286"/>
                    <a:pt x="34" y="280"/>
                    <a:pt x="35" y="274"/>
                  </a:cubicBezTo>
                  <a:cubicBezTo>
                    <a:pt x="35" y="228"/>
                    <a:pt x="32" y="183"/>
                    <a:pt x="33" y="138"/>
                  </a:cubicBezTo>
                  <a:cubicBezTo>
                    <a:pt x="35" y="93"/>
                    <a:pt x="47" y="49"/>
                    <a:pt x="43" y="5"/>
                  </a:cubicBezTo>
                  <a:cubicBezTo>
                    <a:pt x="43" y="0"/>
                    <a:pt x="35" y="0"/>
                    <a:pt x="35" y="5"/>
                  </a:cubicBezTo>
                  <a:cubicBezTo>
                    <a:pt x="34" y="29"/>
                    <a:pt x="24" y="53"/>
                    <a:pt x="21" y="77"/>
                  </a:cubicBezTo>
                  <a:lnTo>
                    <a:pt x="20" y="76"/>
                  </a:lnTo>
                  <a:lnTo>
                    <a:pt x="19" y="76"/>
                  </a:lnTo>
                  <a:lnTo>
                    <a:pt x="18" y="76"/>
                  </a:lnTo>
                  <a:cubicBezTo>
                    <a:pt x="18" y="77"/>
                    <a:pt x="18" y="77"/>
                    <a:pt x="17" y="77"/>
                  </a:cubicBezTo>
                  <a:cubicBezTo>
                    <a:pt x="3" y="96"/>
                    <a:pt x="10" y="125"/>
                    <a:pt x="9" y="147"/>
                  </a:cubicBezTo>
                  <a:cubicBezTo>
                    <a:pt x="9" y="173"/>
                    <a:pt x="8" y="200"/>
                    <a:pt x="8" y="227"/>
                  </a:cubicBezTo>
                  <a:cubicBezTo>
                    <a:pt x="8" y="253"/>
                    <a:pt x="0" y="279"/>
                    <a:pt x="2" y="305"/>
                  </a:cubicBezTo>
                  <a:moveTo>
                    <a:pt x="21" y="82"/>
                  </a:moveTo>
                  <a:cubicBezTo>
                    <a:pt x="21" y="85"/>
                    <a:pt x="21" y="88"/>
                    <a:pt x="21" y="91"/>
                  </a:cubicBezTo>
                  <a:cubicBezTo>
                    <a:pt x="21" y="107"/>
                    <a:pt x="20" y="124"/>
                    <a:pt x="18" y="141"/>
                  </a:cubicBezTo>
                  <a:cubicBezTo>
                    <a:pt x="16" y="133"/>
                    <a:pt x="15" y="125"/>
                    <a:pt x="15" y="117"/>
                  </a:cubicBezTo>
                  <a:cubicBezTo>
                    <a:pt x="15" y="105"/>
                    <a:pt x="17" y="93"/>
                    <a:pt x="20" y="82"/>
                  </a:cubicBezTo>
                  <a:lnTo>
                    <a:pt x="21" y="8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2"/>
            <p:cNvSpPr/>
            <p:nvPr/>
          </p:nvSpPr>
          <p:spPr>
            <a:xfrm>
              <a:off x="7907400" y="4034880"/>
              <a:ext cx="110520" cy="65160"/>
            </a:xfrm>
            <a:custGeom>
              <a:avLst/>
              <a:gdLst/>
              <a:ahLst/>
              <a:cxnLst/>
              <a:rect l="l" t="t" r="r" b="b"/>
              <a:pathLst>
                <a:path w="307" h="181" extrusionOk="0">
                  <a:moveTo>
                    <a:pt x="300" y="134"/>
                  </a:moveTo>
                  <a:cubicBezTo>
                    <a:pt x="257" y="124"/>
                    <a:pt x="205" y="142"/>
                    <a:pt x="175" y="99"/>
                  </a:cubicBezTo>
                  <a:cubicBezTo>
                    <a:pt x="151" y="65"/>
                    <a:pt x="123" y="40"/>
                    <a:pt x="108" y="0"/>
                  </a:cubicBezTo>
                  <a:lnTo>
                    <a:pt x="107" y="0"/>
                  </a:lnTo>
                  <a:cubicBezTo>
                    <a:pt x="106" y="0"/>
                    <a:pt x="106" y="0"/>
                    <a:pt x="106" y="0"/>
                  </a:cubicBezTo>
                  <a:cubicBezTo>
                    <a:pt x="106" y="3"/>
                    <a:pt x="106" y="5"/>
                    <a:pt x="106" y="8"/>
                  </a:cubicBezTo>
                  <a:cubicBezTo>
                    <a:pt x="106" y="20"/>
                    <a:pt x="109" y="31"/>
                    <a:pt x="115" y="42"/>
                  </a:cubicBezTo>
                  <a:cubicBezTo>
                    <a:pt x="116" y="43"/>
                    <a:pt x="117" y="45"/>
                    <a:pt x="118" y="47"/>
                  </a:cubicBezTo>
                  <a:lnTo>
                    <a:pt x="119" y="49"/>
                  </a:lnTo>
                  <a:cubicBezTo>
                    <a:pt x="119" y="49"/>
                    <a:pt x="120" y="49"/>
                    <a:pt x="119" y="50"/>
                  </a:cubicBezTo>
                  <a:cubicBezTo>
                    <a:pt x="118" y="51"/>
                    <a:pt x="117" y="51"/>
                    <a:pt x="116" y="52"/>
                  </a:cubicBezTo>
                  <a:cubicBezTo>
                    <a:pt x="108" y="71"/>
                    <a:pt x="101" y="91"/>
                    <a:pt x="96" y="111"/>
                  </a:cubicBezTo>
                  <a:cubicBezTo>
                    <a:pt x="94" y="119"/>
                    <a:pt x="92" y="127"/>
                    <a:pt x="92" y="135"/>
                  </a:cubicBezTo>
                  <a:cubicBezTo>
                    <a:pt x="92" y="139"/>
                    <a:pt x="93" y="143"/>
                    <a:pt x="93" y="147"/>
                  </a:cubicBezTo>
                  <a:cubicBezTo>
                    <a:pt x="93" y="151"/>
                    <a:pt x="92" y="155"/>
                    <a:pt x="92" y="159"/>
                  </a:cubicBezTo>
                  <a:cubicBezTo>
                    <a:pt x="82" y="154"/>
                    <a:pt x="71" y="148"/>
                    <a:pt x="62" y="143"/>
                  </a:cubicBezTo>
                  <a:cubicBezTo>
                    <a:pt x="52" y="137"/>
                    <a:pt x="44" y="132"/>
                    <a:pt x="35" y="126"/>
                  </a:cubicBezTo>
                  <a:cubicBezTo>
                    <a:pt x="23" y="116"/>
                    <a:pt x="20" y="93"/>
                    <a:pt x="4" y="89"/>
                  </a:cubicBezTo>
                  <a:lnTo>
                    <a:pt x="3" y="89"/>
                  </a:lnTo>
                  <a:lnTo>
                    <a:pt x="2" y="90"/>
                  </a:lnTo>
                  <a:cubicBezTo>
                    <a:pt x="2" y="91"/>
                    <a:pt x="1" y="91"/>
                    <a:pt x="1" y="91"/>
                  </a:cubicBezTo>
                  <a:cubicBezTo>
                    <a:pt x="1" y="92"/>
                    <a:pt x="2" y="92"/>
                    <a:pt x="2" y="92"/>
                  </a:cubicBezTo>
                  <a:lnTo>
                    <a:pt x="3" y="95"/>
                  </a:lnTo>
                  <a:lnTo>
                    <a:pt x="5" y="95"/>
                  </a:lnTo>
                  <a:cubicBezTo>
                    <a:pt x="0" y="114"/>
                    <a:pt x="19" y="137"/>
                    <a:pt x="35" y="149"/>
                  </a:cubicBezTo>
                  <a:cubicBezTo>
                    <a:pt x="39" y="152"/>
                    <a:pt x="44" y="155"/>
                    <a:pt x="49" y="158"/>
                  </a:cubicBezTo>
                  <a:cubicBezTo>
                    <a:pt x="55" y="161"/>
                    <a:pt x="61" y="164"/>
                    <a:pt x="67" y="167"/>
                  </a:cubicBezTo>
                  <a:cubicBezTo>
                    <a:pt x="69" y="169"/>
                    <a:pt x="71" y="170"/>
                    <a:pt x="73" y="171"/>
                  </a:cubicBezTo>
                  <a:cubicBezTo>
                    <a:pt x="80" y="175"/>
                    <a:pt x="87" y="178"/>
                    <a:pt x="94" y="180"/>
                  </a:cubicBezTo>
                  <a:cubicBezTo>
                    <a:pt x="114" y="180"/>
                    <a:pt x="114" y="158"/>
                    <a:pt x="114" y="143"/>
                  </a:cubicBezTo>
                  <a:cubicBezTo>
                    <a:pt x="114" y="117"/>
                    <a:pt x="133" y="92"/>
                    <a:pt x="131" y="66"/>
                  </a:cubicBezTo>
                  <a:cubicBezTo>
                    <a:pt x="137" y="74"/>
                    <a:pt x="142" y="81"/>
                    <a:pt x="148" y="88"/>
                  </a:cubicBezTo>
                  <a:cubicBezTo>
                    <a:pt x="155" y="99"/>
                    <a:pt x="163" y="110"/>
                    <a:pt x="172" y="120"/>
                  </a:cubicBezTo>
                  <a:cubicBezTo>
                    <a:pt x="206" y="152"/>
                    <a:pt x="258" y="155"/>
                    <a:pt x="301" y="143"/>
                  </a:cubicBezTo>
                  <a:cubicBezTo>
                    <a:pt x="302" y="143"/>
                    <a:pt x="302" y="143"/>
                    <a:pt x="303" y="143"/>
                  </a:cubicBezTo>
                  <a:cubicBezTo>
                    <a:pt x="304" y="142"/>
                    <a:pt x="304" y="142"/>
                    <a:pt x="305" y="141"/>
                  </a:cubicBezTo>
                  <a:cubicBezTo>
                    <a:pt x="306" y="140"/>
                    <a:pt x="305" y="139"/>
                    <a:pt x="305" y="138"/>
                  </a:cubicBezTo>
                  <a:cubicBezTo>
                    <a:pt x="305" y="138"/>
                    <a:pt x="306" y="137"/>
                    <a:pt x="305" y="136"/>
                  </a:cubicBezTo>
                  <a:cubicBezTo>
                    <a:pt x="304" y="135"/>
                    <a:pt x="304" y="135"/>
                    <a:pt x="303" y="134"/>
                  </a:cubicBezTo>
                  <a:cubicBezTo>
                    <a:pt x="302" y="133"/>
                    <a:pt x="301" y="134"/>
                    <a:pt x="301" y="134"/>
                  </a:cubicBezTo>
                  <a:cubicBezTo>
                    <a:pt x="300" y="134"/>
                    <a:pt x="300" y="134"/>
                    <a:pt x="300" y="13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2"/>
            <p:cNvSpPr/>
            <p:nvPr/>
          </p:nvSpPr>
          <p:spPr>
            <a:xfrm>
              <a:off x="7986240" y="3969720"/>
              <a:ext cx="105840" cy="106920"/>
            </a:xfrm>
            <a:custGeom>
              <a:avLst/>
              <a:gdLst/>
              <a:ahLst/>
              <a:cxnLst/>
              <a:rect l="l" t="t" r="r" b="b"/>
              <a:pathLst>
                <a:path w="294" h="297" extrusionOk="0">
                  <a:moveTo>
                    <a:pt x="144" y="221"/>
                  </a:moveTo>
                  <a:cubicBezTo>
                    <a:pt x="156" y="209"/>
                    <a:pt x="142" y="178"/>
                    <a:pt x="137" y="166"/>
                  </a:cubicBezTo>
                  <a:cubicBezTo>
                    <a:pt x="129" y="144"/>
                    <a:pt x="131" y="127"/>
                    <a:pt x="124" y="107"/>
                  </a:cubicBezTo>
                  <a:cubicBezTo>
                    <a:pt x="128" y="110"/>
                    <a:pt x="133" y="113"/>
                    <a:pt x="137" y="116"/>
                  </a:cubicBezTo>
                  <a:cubicBezTo>
                    <a:pt x="151" y="124"/>
                    <a:pt x="166" y="128"/>
                    <a:pt x="182" y="128"/>
                  </a:cubicBezTo>
                  <a:cubicBezTo>
                    <a:pt x="198" y="128"/>
                    <a:pt x="214" y="124"/>
                    <a:pt x="227" y="116"/>
                  </a:cubicBezTo>
                  <a:cubicBezTo>
                    <a:pt x="231" y="114"/>
                    <a:pt x="234" y="112"/>
                    <a:pt x="237" y="110"/>
                  </a:cubicBezTo>
                  <a:cubicBezTo>
                    <a:pt x="237" y="109"/>
                    <a:pt x="238" y="109"/>
                    <a:pt x="238" y="108"/>
                  </a:cubicBezTo>
                  <a:cubicBezTo>
                    <a:pt x="239" y="107"/>
                    <a:pt x="239" y="105"/>
                    <a:pt x="239" y="104"/>
                  </a:cubicBezTo>
                  <a:cubicBezTo>
                    <a:pt x="239" y="102"/>
                    <a:pt x="239" y="101"/>
                    <a:pt x="238" y="100"/>
                  </a:cubicBezTo>
                  <a:cubicBezTo>
                    <a:pt x="229" y="80"/>
                    <a:pt x="224" y="58"/>
                    <a:pt x="224" y="37"/>
                  </a:cubicBezTo>
                  <a:cubicBezTo>
                    <a:pt x="224" y="36"/>
                    <a:pt x="224" y="35"/>
                    <a:pt x="224" y="35"/>
                  </a:cubicBezTo>
                  <a:cubicBezTo>
                    <a:pt x="252" y="45"/>
                    <a:pt x="293" y="39"/>
                    <a:pt x="289" y="9"/>
                  </a:cubicBezTo>
                  <a:cubicBezTo>
                    <a:pt x="289" y="8"/>
                    <a:pt x="289" y="7"/>
                    <a:pt x="288" y="5"/>
                  </a:cubicBezTo>
                  <a:cubicBezTo>
                    <a:pt x="287" y="4"/>
                    <a:pt x="287" y="4"/>
                    <a:pt x="285" y="3"/>
                  </a:cubicBezTo>
                  <a:cubicBezTo>
                    <a:pt x="283" y="2"/>
                    <a:pt x="283" y="2"/>
                    <a:pt x="282" y="2"/>
                  </a:cubicBezTo>
                  <a:cubicBezTo>
                    <a:pt x="280" y="2"/>
                    <a:pt x="279" y="2"/>
                    <a:pt x="278" y="3"/>
                  </a:cubicBezTo>
                  <a:cubicBezTo>
                    <a:pt x="277" y="4"/>
                    <a:pt x="276" y="4"/>
                    <a:pt x="275" y="5"/>
                  </a:cubicBezTo>
                  <a:cubicBezTo>
                    <a:pt x="274" y="7"/>
                    <a:pt x="274" y="8"/>
                    <a:pt x="274" y="9"/>
                  </a:cubicBezTo>
                  <a:cubicBezTo>
                    <a:pt x="271" y="23"/>
                    <a:pt x="233" y="24"/>
                    <a:pt x="220" y="15"/>
                  </a:cubicBezTo>
                  <a:cubicBezTo>
                    <a:pt x="219" y="11"/>
                    <a:pt x="217" y="7"/>
                    <a:pt x="215" y="4"/>
                  </a:cubicBezTo>
                  <a:cubicBezTo>
                    <a:pt x="214" y="3"/>
                    <a:pt x="214" y="2"/>
                    <a:pt x="212" y="1"/>
                  </a:cubicBezTo>
                  <a:cubicBezTo>
                    <a:pt x="211" y="0"/>
                    <a:pt x="210" y="0"/>
                    <a:pt x="209" y="0"/>
                  </a:cubicBezTo>
                  <a:cubicBezTo>
                    <a:pt x="208" y="0"/>
                    <a:pt x="206" y="0"/>
                    <a:pt x="205" y="1"/>
                  </a:cubicBezTo>
                  <a:cubicBezTo>
                    <a:pt x="204" y="2"/>
                    <a:pt x="204" y="3"/>
                    <a:pt x="203" y="4"/>
                  </a:cubicBezTo>
                  <a:cubicBezTo>
                    <a:pt x="202" y="5"/>
                    <a:pt x="202" y="5"/>
                    <a:pt x="202" y="7"/>
                  </a:cubicBezTo>
                  <a:cubicBezTo>
                    <a:pt x="202" y="8"/>
                    <a:pt x="202" y="8"/>
                    <a:pt x="202" y="9"/>
                  </a:cubicBezTo>
                  <a:cubicBezTo>
                    <a:pt x="202" y="13"/>
                    <a:pt x="203" y="17"/>
                    <a:pt x="204" y="20"/>
                  </a:cubicBezTo>
                  <a:cubicBezTo>
                    <a:pt x="205" y="22"/>
                    <a:pt x="207" y="23"/>
                    <a:pt x="208" y="24"/>
                  </a:cubicBezTo>
                  <a:cubicBezTo>
                    <a:pt x="212" y="46"/>
                    <a:pt x="205" y="72"/>
                    <a:pt x="213" y="91"/>
                  </a:cubicBezTo>
                  <a:cubicBezTo>
                    <a:pt x="229" y="132"/>
                    <a:pt x="126" y="91"/>
                    <a:pt x="113" y="87"/>
                  </a:cubicBezTo>
                  <a:lnTo>
                    <a:pt x="112" y="87"/>
                  </a:lnTo>
                  <a:cubicBezTo>
                    <a:pt x="110" y="87"/>
                    <a:pt x="110" y="87"/>
                    <a:pt x="109" y="88"/>
                  </a:cubicBezTo>
                  <a:cubicBezTo>
                    <a:pt x="108" y="89"/>
                    <a:pt x="107" y="89"/>
                    <a:pt x="106" y="90"/>
                  </a:cubicBezTo>
                  <a:cubicBezTo>
                    <a:pt x="105" y="91"/>
                    <a:pt x="106" y="92"/>
                    <a:pt x="106" y="93"/>
                  </a:cubicBezTo>
                  <a:cubicBezTo>
                    <a:pt x="106" y="94"/>
                    <a:pt x="105" y="95"/>
                    <a:pt x="106" y="96"/>
                  </a:cubicBezTo>
                  <a:cubicBezTo>
                    <a:pt x="107" y="97"/>
                    <a:pt x="107" y="97"/>
                    <a:pt x="107" y="97"/>
                  </a:cubicBezTo>
                  <a:cubicBezTo>
                    <a:pt x="134" y="119"/>
                    <a:pt x="119" y="136"/>
                    <a:pt x="124" y="160"/>
                  </a:cubicBezTo>
                  <a:cubicBezTo>
                    <a:pt x="128" y="183"/>
                    <a:pt x="144" y="223"/>
                    <a:pt x="102" y="209"/>
                  </a:cubicBezTo>
                  <a:cubicBezTo>
                    <a:pt x="72" y="199"/>
                    <a:pt x="45" y="172"/>
                    <a:pt x="14" y="167"/>
                  </a:cubicBezTo>
                  <a:cubicBezTo>
                    <a:pt x="12" y="157"/>
                    <a:pt x="10" y="147"/>
                    <a:pt x="9" y="137"/>
                  </a:cubicBezTo>
                  <a:cubicBezTo>
                    <a:pt x="9" y="134"/>
                    <a:pt x="4" y="134"/>
                    <a:pt x="4" y="137"/>
                  </a:cubicBezTo>
                  <a:cubicBezTo>
                    <a:pt x="3" y="145"/>
                    <a:pt x="3" y="153"/>
                    <a:pt x="3" y="160"/>
                  </a:cubicBezTo>
                  <a:cubicBezTo>
                    <a:pt x="3" y="163"/>
                    <a:pt x="3" y="165"/>
                    <a:pt x="3" y="167"/>
                  </a:cubicBezTo>
                  <a:cubicBezTo>
                    <a:pt x="2" y="168"/>
                    <a:pt x="1" y="169"/>
                    <a:pt x="1" y="169"/>
                  </a:cubicBezTo>
                  <a:cubicBezTo>
                    <a:pt x="1" y="170"/>
                    <a:pt x="0" y="170"/>
                    <a:pt x="0" y="172"/>
                  </a:cubicBezTo>
                  <a:cubicBezTo>
                    <a:pt x="0" y="173"/>
                    <a:pt x="1" y="175"/>
                    <a:pt x="1" y="176"/>
                  </a:cubicBezTo>
                  <a:cubicBezTo>
                    <a:pt x="1" y="176"/>
                    <a:pt x="2" y="177"/>
                    <a:pt x="3" y="178"/>
                  </a:cubicBezTo>
                  <a:cubicBezTo>
                    <a:pt x="4" y="192"/>
                    <a:pt x="7" y="207"/>
                    <a:pt x="14" y="221"/>
                  </a:cubicBezTo>
                  <a:cubicBezTo>
                    <a:pt x="16" y="226"/>
                    <a:pt x="18" y="231"/>
                    <a:pt x="21" y="236"/>
                  </a:cubicBezTo>
                  <a:cubicBezTo>
                    <a:pt x="24" y="242"/>
                    <a:pt x="30" y="249"/>
                    <a:pt x="34" y="255"/>
                  </a:cubicBezTo>
                  <a:cubicBezTo>
                    <a:pt x="45" y="266"/>
                    <a:pt x="54" y="277"/>
                    <a:pt x="63" y="289"/>
                  </a:cubicBezTo>
                  <a:cubicBezTo>
                    <a:pt x="65" y="293"/>
                    <a:pt x="68" y="294"/>
                    <a:pt x="72" y="295"/>
                  </a:cubicBezTo>
                  <a:cubicBezTo>
                    <a:pt x="72" y="296"/>
                    <a:pt x="73" y="296"/>
                    <a:pt x="74" y="296"/>
                  </a:cubicBezTo>
                  <a:cubicBezTo>
                    <a:pt x="75" y="296"/>
                    <a:pt x="76" y="296"/>
                    <a:pt x="77" y="295"/>
                  </a:cubicBezTo>
                  <a:cubicBezTo>
                    <a:pt x="78" y="294"/>
                    <a:pt x="79" y="294"/>
                    <a:pt x="80" y="293"/>
                  </a:cubicBezTo>
                  <a:cubicBezTo>
                    <a:pt x="81" y="292"/>
                    <a:pt x="80" y="291"/>
                    <a:pt x="80" y="290"/>
                  </a:cubicBezTo>
                  <a:cubicBezTo>
                    <a:pt x="80" y="289"/>
                    <a:pt x="80" y="289"/>
                    <a:pt x="80" y="288"/>
                  </a:cubicBezTo>
                  <a:cubicBezTo>
                    <a:pt x="77" y="280"/>
                    <a:pt x="73" y="272"/>
                    <a:pt x="69" y="264"/>
                  </a:cubicBezTo>
                  <a:cubicBezTo>
                    <a:pt x="66" y="259"/>
                    <a:pt x="63" y="254"/>
                    <a:pt x="59" y="249"/>
                  </a:cubicBezTo>
                  <a:cubicBezTo>
                    <a:pt x="49" y="234"/>
                    <a:pt x="47" y="216"/>
                    <a:pt x="33" y="203"/>
                  </a:cubicBezTo>
                  <a:cubicBezTo>
                    <a:pt x="31" y="201"/>
                    <a:pt x="26" y="203"/>
                    <a:pt x="27" y="207"/>
                  </a:cubicBezTo>
                  <a:cubicBezTo>
                    <a:pt x="30" y="214"/>
                    <a:pt x="33" y="220"/>
                    <a:pt x="36" y="226"/>
                  </a:cubicBezTo>
                  <a:cubicBezTo>
                    <a:pt x="35" y="225"/>
                    <a:pt x="35" y="224"/>
                    <a:pt x="34" y="223"/>
                  </a:cubicBezTo>
                  <a:cubicBezTo>
                    <a:pt x="26" y="210"/>
                    <a:pt x="20" y="196"/>
                    <a:pt x="16" y="181"/>
                  </a:cubicBezTo>
                  <a:cubicBezTo>
                    <a:pt x="53" y="196"/>
                    <a:pt x="111" y="255"/>
                    <a:pt x="144" y="22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2"/>
            <p:cNvSpPr/>
            <p:nvPr/>
          </p:nvSpPr>
          <p:spPr>
            <a:xfrm>
              <a:off x="7855920" y="3567600"/>
              <a:ext cx="131400" cy="722880"/>
            </a:xfrm>
            <a:custGeom>
              <a:avLst/>
              <a:gdLst/>
              <a:ahLst/>
              <a:cxnLst/>
              <a:rect l="l" t="t" r="r" b="b"/>
              <a:pathLst>
                <a:path w="365" h="2008" extrusionOk="0">
                  <a:moveTo>
                    <a:pt x="337" y="2005"/>
                  </a:moveTo>
                  <a:cubicBezTo>
                    <a:pt x="341" y="2007"/>
                    <a:pt x="345" y="2001"/>
                    <a:pt x="342" y="1998"/>
                  </a:cubicBezTo>
                  <a:cubicBezTo>
                    <a:pt x="322" y="1979"/>
                    <a:pt x="293" y="1973"/>
                    <a:pt x="271" y="1957"/>
                  </a:cubicBezTo>
                  <a:cubicBezTo>
                    <a:pt x="244" y="1937"/>
                    <a:pt x="221" y="1914"/>
                    <a:pt x="197" y="1892"/>
                  </a:cubicBezTo>
                  <a:cubicBezTo>
                    <a:pt x="173" y="1871"/>
                    <a:pt x="141" y="1842"/>
                    <a:pt x="130" y="1807"/>
                  </a:cubicBezTo>
                  <a:cubicBezTo>
                    <a:pt x="122" y="1781"/>
                    <a:pt x="117" y="1755"/>
                    <a:pt x="115" y="1728"/>
                  </a:cubicBezTo>
                  <a:cubicBezTo>
                    <a:pt x="129" y="1751"/>
                    <a:pt x="145" y="1773"/>
                    <a:pt x="159" y="1795"/>
                  </a:cubicBezTo>
                  <a:cubicBezTo>
                    <a:pt x="169" y="1811"/>
                    <a:pt x="180" y="1825"/>
                    <a:pt x="193" y="1838"/>
                  </a:cubicBezTo>
                  <a:cubicBezTo>
                    <a:pt x="193" y="1846"/>
                    <a:pt x="194" y="1853"/>
                    <a:pt x="196" y="1860"/>
                  </a:cubicBezTo>
                  <a:cubicBezTo>
                    <a:pt x="197" y="1868"/>
                    <a:pt x="206" y="1864"/>
                    <a:pt x="206" y="1859"/>
                  </a:cubicBezTo>
                  <a:cubicBezTo>
                    <a:pt x="205" y="1854"/>
                    <a:pt x="205" y="1852"/>
                    <a:pt x="204" y="1848"/>
                  </a:cubicBezTo>
                  <a:lnTo>
                    <a:pt x="208" y="1852"/>
                  </a:lnTo>
                  <a:lnTo>
                    <a:pt x="209" y="1852"/>
                  </a:lnTo>
                  <a:cubicBezTo>
                    <a:pt x="209" y="1853"/>
                    <a:pt x="210" y="1853"/>
                    <a:pt x="211" y="1853"/>
                  </a:cubicBezTo>
                  <a:lnTo>
                    <a:pt x="212" y="1852"/>
                  </a:lnTo>
                  <a:cubicBezTo>
                    <a:pt x="213" y="1852"/>
                    <a:pt x="213" y="1852"/>
                    <a:pt x="214" y="1851"/>
                  </a:cubicBezTo>
                  <a:cubicBezTo>
                    <a:pt x="215" y="1851"/>
                    <a:pt x="214" y="1850"/>
                    <a:pt x="214" y="1849"/>
                  </a:cubicBezTo>
                  <a:cubicBezTo>
                    <a:pt x="214" y="1848"/>
                    <a:pt x="214" y="1848"/>
                    <a:pt x="214" y="1847"/>
                  </a:cubicBezTo>
                  <a:cubicBezTo>
                    <a:pt x="210" y="1840"/>
                    <a:pt x="205" y="1833"/>
                    <a:pt x="201" y="1826"/>
                  </a:cubicBezTo>
                  <a:cubicBezTo>
                    <a:pt x="201" y="1824"/>
                    <a:pt x="201" y="1822"/>
                    <a:pt x="201" y="1820"/>
                  </a:cubicBezTo>
                  <a:cubicBezTo>
                    <a:pt x="201" y="1819"/>
                    <a:pt x="201" y="1817"/>
                    <a:pt x="201" y="1815"/>
                  </a:cubicBezTo>
                  <a:cubicBezTo>
                    <a:pt x="202" y="1809"/>
                    <a:pt x="202" y="1803"/>
                    <a:pt x="202" y="1797"/>
                  </a:cubicBezTo>
                  <a:cubicBezTo>
                    <a:pt x="202" y="1791"/>
                    <a:pt x="202" y="1785"/>
                    <a:pt x="201" y="1779"/>
                  </a:cubicBezTo>
                  <a:cubicBezTo>
                    <a:pt x="191" y="1741"/>
                    <a:pt x="185" y="1701"/>
                    <a:pt x="183" y="1661"/>
                  </a:cubicBezTo>
                  <a:cubicBezTo>
                    <a:pt x="201" y="1677"/>
                    <a:pt x="221" y="1689"/>
                    <a:pt x="238" y="1705"/>
                  </a:cubicBezTo>
                  <a:cubicBezTo>
                    <a:pt x="264" y="1726"/>
                    <a:pt x="304" y="1749"/>
                    <a:pt x="338" y="1739"/>
                  </a:cubicBezTo>
                  <a:cubicBezTo>
                    <a:pt x="339" y="1738"/>
                    <a:pt x="339" y="1738"/>
                    <a:pt x="339" y="1738"/>
                  </a:cubicBezTo>
                  <a:cubicBezTo>
                    <a:pt x="340" y="1738"/>
                    <a:pt x="340" y="1738"/>
                    <a:pt x="341" y="1737"/>
                  </a:cubicBezTo>
                  <a:cubicBezTo>
                    <a:pt x="342" y="1737"/>
                    <a:pt x="341" y="1735"/>
                    <a:pt x="341" y="1734"/>
                  </a:cubicBezTo>
                  <a:cubicBezTo>
                    <a:pt x="341" y="1734"/>
                    <a:pt x="342" y="1733"/>
                    <a:pt x="341" y="1732"/>
                  </a:cubicBezTo>
                  <a:cubicBezTo>
                    <a:pt x="340" y="1732"/>
                    <a:pt x="340" y="1731"/>
                    <a:pt x="339" y="1731"/>
                  </a:cubicBezTo>
                  <a:cubicBezTo>
                    <a:pt x="339" y="1731"/>
                    <a:pt x="339" y="1730"/>
                    <a:pt x="338" y="1730"/>
                  </a:cubicBezTo>
                  <a:cubicBezTo>
                    <a:pt x="334" y="1729"/>
                    <a:pt x="330" y="1727"/>
                    <a:pt x="326" y="1726"/>
                  </a:cubicBezTo>
                  <a:cubicBezTo>
                    <a:pt x="336" y="1706"/>
                    <a:pt x="330" y="1676"/>
                    <a:pt x="328" y="1655"/>
                  </a:cubicBezTo>
                  <a:cubicBezTo>
                    <a:pt x="325" y="1623"/>
                    <a:pt x="320" y="1582"/>
                    <a:pt x="295" y="1559"/>
                  </a:cubicBezTo>
                  <a:cubicBezTo>
                    <a:pt x="295" y="1559"/>
                    <a:pt x="295" y="1560"/>
                    <a:pt x="294" y="1559"/>
                  </a:cubicBezTo>
                  <a:cubicBezTo>
                    <a:pt x="293" y="1559"/>
                    <a:pt x="293" y="1558"/>
                    <a:pt x="292" y="1558"/>
                  </a:cubicBezTo>
                  <a:cubicBezTo>
                    <a:pt x="292" y="1558"/>
                    <a:pt x="292" y="1559"/>
                    <a:pt x="291" y="1559"/>
                  </a:cubicBezTo>
                  <a:cubicBezTo>
                    <a:pt x="290" y="1560"/>
                    <a:pt x="289" y="1559"/>
                    <a:pt x="289" y="1560"/>
                  </a:cubicBezTo>
                  <a:cubicBezTo>
                    <a:pt x="289" y="1561"/>
                    <a:pt x="289" y="1561"/>
                    <a:pt x="289" y="1562"/>
                  </a:cubicBezTo>
                  <a:lnTo>
                    <a:pt x="289" y="1563"/>
                  </a:lnTo>
                  <a:cubicBezTo>
                    <a:pt x="296" y="1584"/>
                    <a:pt x="302" y="1605"/>
                    <a:pt x="306" y="1626"/>
                  </a:cubicBezTo>
                  <a:cubicBezTo>
                    <a:pt x="310" y="1643"/>
                    <a:pt x="312" y="1661"/>
                    <a:pt x="314" y="1678"/>
                  </a:cubicBezTo>
                  <a:cubicBezTo>
                    <a:pt x="315" y="1685"/>
                    <a:pt x="316" y="1693"/>
                    <a:pt x="316" y="1700"/>
                  </a:cubicBezTo>
                  <a:cubicBezTo>
                    <a:pt x="316" y="1708"/>
                    <a:pt x="315" y="1716"/>
                    <a:pt x="314" y="1723"/>
                  </a:cubicBezTo>
                  <a:cubicBezTo>
                    <a:pt x="307" y="1722"/>
                    <a:pt x="301" y="1720"/>
                    <a:pt x="294" y="1719"/>
                  </a:cubicBezTo>
                  <a:cubicBezTo>
                    <a:pt x="285" y="1716"/>
                    <a:pt x="275" y="1712"/>
                    <a:pt x="267" y="1707"/>
                  </a:cubicBezTo>
                  <a:cubicBezTo>
                    <a:pt x="256" y="1700"/>
                    <a:pt x="246" y="1693"/>
                    <a:pt x="237" y="1684"/>
                  </a:cubicBezTo>
                  <a:cubicBezTo>
                    <a:pt x="209" y="1660"/>
                    <a:pt x="180" y="1637"/>
                    <a:pt x="152" y="1614"/>
                  </a:cubicBezTo>
                  <a:cubicBezTo>
                    <a:pt x="151" y="1614"/>
                    <a:pt x="152" y="1614"/>
                    <a:pt x="151" y="1613"/>
                  </a:cubicBezTo>
                  <a:cubicBezTo>
                    <a:pt x="150" y="1613"/>
                    <a:pt x="150" y="1613"/>
                    <a:pt x="149" y="1613"/>
                  </a:cubicBezTo>
                  <a:lnTo>
                    <a:pt x="148" y="1613"/>
                  </a:lnTo>
                  <a:cubicBezTo>
                    <a:pt x="147" y="1614"/>
                    <a:pt x="147" y="1614"/>
                    <a:pt x="146" y="1615"/>
                  </a:cubicBezTo>
                  <a:lnTo>
                    <a:pt x="146" y="1616"/>
                  </a:lnTo>
                  <a:cubicBezTo>
                    <a:pt x="146" y="1617"/>
                    <a:pt x="146" y="1617"/>
                    <a:pt x="146" y="1618"/>
                  </a:cubicBezTo>
                  <a:lnTo>
                    <a:pt x="147" y="1618"/>
                  </a:lnTo>
                  <a:cubicBezTo>
                    <a:pt x="156" y="1632"/>
                    <a:pt x="166" y="1644"/>
                    <a:pt x="177" y="1656"/>
                  </a:cubicBezTo>
                  <a:cubicBezTo>
                    <a:pt x="177" y="1691"/>
                    <a:pt x="179" y="1725"/>
                    <a:pt x="184" y="1759"/>
                  </a:cubicBezTo>
                  <a:cubicBezTo>
                    <a:pt x="185" y="1775"/>
                    <a:pt x="186" y="1790"/>
                    <a:pt x="187" y="1806"/>
                  </a:cubicBezTo>
                  <a:cubicBezTo>
                    <a:pt x="161" y="1764"/>
                    <a:pt x="132" y="1723"/>
                    <a:pt x="106" y="1681"/>
                  </a:cubicBezTo>
                  <a:cubicBezTo>
                    <a:pt x="105" y="1681"/>
                    <a:pt x="105" y="1680"/>
                    <a:pt x="105" y="1680"/>
                  </a:cubicBezTo>
                  <a:cubicBezTo>
                    <a:pt x="86" y="1646"/>
                    <a:pt x="71" y="1609"/>
                    <a:pt x="63" y="1571"/>
                  </a:cubicBezTo>
                  <a:cubicBezTo>
                    <a:pt x="59" y="1547"/>
                    <a:pt x="57" y="1522"/>
                    <a:pt x="57" y="1497"/>
                  </a:cubicBezTo>
                  <a:cubicBezTo>
                    <a:pt x="57" y="1493"/>
                    <a:pt x="57" y="1489"/>
                    <a:pt x="57" y="1484"/>
                  </a:cubicBezTo>
                  <a:lnTo>
                    <a:pt x="57" y="1485"/>
                  </a:lnTo>
                  <a:cubicBezTo>
                    <a:pt x="67" y="1520"/>
                    <a:pt x="102" y="1539"/>
                    <a:pt x="120" y="1569"/>
                  </a:cubicBezTo>
                  <a:cubicBezTo>
                    <a:pt x="123" y="1575"/>
                    <a:pt x="131" y="1571"/>
                    <a:pt x="131" y="1565"/>
                  </a:cubicBezTo>
                  <a:cubicBezTo>
                    <a:pt x="134" y="1551"/>
                    <a:pt x="138" y="1537"/>
                    <a:pt x="144" y="1523"/>
                  </a:cubicBezTo>
                  <a:cubicBezTo>
                    <a:pt x="146" y="1510"/>
                    <a:pt x="146" y="1486"/>
                    <a:pt x="148" y="1475"/>
                  </a:cubicBezTo>
                  <a:cubicBezTo>
                    <a:pt x="149" y="1464"/>
                    <a:pt x="150" y="1453"/>
                    <a:pt x="150" y="1442"/>
                  </a:cubicBezTo>
                  <a:cubicBezTo>
                    <a:pt x="150" y="1431"/>
                    <a:pt x="149" y="1420"/>
                    <a:pt x="148" y="1409"/>
                  </a:cubicBezTo>
                  <a:cubicBezTo>
                    <a:pt x="148" y="1409"/>
                    <a:pt x="148" y="1408"/>
                    <a:pt x="147" y="1408"/>
                  </a:cubicBezTo>
                  <a:cubicBezTo>
                    <a:pt x="147" y="1408"/>
                    <a:pt x="147" y="1407"/>
                    <a:pt x="146" y="1407"/>
                  </a:cubicBezTo>
                  <a:lnTo>
                    <a:pt x="145" y="1407"/>
                  </a:lnTo>
                  <a:lnTo>
                    <a:pt x="144" y="1407"/>
                  </a:lnTo>
                  <a:cubicBezTo>
                    <a:pt x="143" y="1407"/>
                    <a:pt x="143" y="1408"/>
                    <a:pt x="143" y="1408"/>
                  </a:cubicBezTo>
                  <a:cubicBezTo>
                    <a:pt x="142" y="1408"/>
                    <a:pt x="142" y="1409"/>
                    <a:pt x="142" y="1409"/>
                  </a:cubicBezTo>
                  <a:cubicBezTo>
                    <a:pt x="138" y="1441"/>
                    <a:pt x="133" y="1473"/>
                    <a:pt x="132" y="1505"/>
                  </a:cubicBezTo>
                  <a:cubicBezTo>
                    <a:pt x="130" y="1519"/>
                    <a:pt x="127" y="1533"/>
                    <a:pt x="122" y="1547"/>
                  </a:cubicBezTo>
                  <a:cubicBezTo>
                    <a:pt x="110" y="1527"/>
                    <a:pt x="94" y="1513"/>
                    <a:pt x="81" y="1494"/>
                  </a:cubicBezTo>
                  <a:cubicBezTo>
                    <a:pt x="58" y="1460"/>
                    <a:pt x="54" y="1409"/>
                    <a:pt x="55" y="1371"/>
                  </a:cubicBezTo>
                  <a:cubicBezTo>
                    <a:pt x="54" y="1355"/>
                    <a:pt x="53" y="1339"/>
                    <a:pt x="53" y="1323"/>
                  </a:cubicBezTo>
                  <a:cubicBezTo>
                    <a:pt x="53" y="1307"/>
                    <a:pt x="54" y="1291"/>
                    <a:pt x="55" y="1275"/>
                  </a:cubicBezTo>
                  <a:cubicBezTo>
                    <a:pt x="55" y="1273"/>
                    <a:pt x="55" y="1271"/>
                    <a:pt x="56" y="1270"/>
                  </a:cubicBezTo>
                  <a:lnTo>
                    <a:pt x="57" y="1270"/>
                  </a:lnTo>
                  <a:cubicBezTo>
                    <a:pt x="58" y="1271"/>
                    <a:pt x="59" y="1271"/>
                    <a:pt x="60" y="1271"/>
                  </a:cubicBezTo>
                  <a:cubicBezTo>
                    <a:pt x="61" y="1271"/>
                    <a:pt x="62" y="1271"/>
                    <a:pt x="63" y="1270"/>
                  </a:cubicBezTo>
                  <a:cubicBezTo>
                    <a:pt x="64" y="1270"/>
                    <a:pt x="65" y="1269"/>
                    <a:pt x="65" y="1268"/>
                  </a:cubicBezTo>
                  <a:cubicBezTo>
                    <a:pt x="85" y="1243"/>
                    <a:pt x="87" y="1205"/>
                    <a:pt x="92" y="1176"/>
                  </a:cubicBezTo>
                  <a:cubicBezTo>
                    <a:pt x="99" y="1140"/>
                    <a:pt x="117" y="1107"/>
                    <a:pt x="119" y="1071"/>
                  </a:cubicBezTo>
                  <a:cubicBezTo>
                    <a:pt x="119" y="1070"/>
                    <a:pt x="119" y="1071"/>
                    <a:pt x="118" y="1069"/>
                  </a:cubicBezTo>
                  <a:cubicBezTo>
                    <a:pt x="117" y="1068"/>
                    <a:pt x="118" y="1068"/>
                    <a:pt x="117" y="1067"/>
                  </a:cubicBezTo>
                  <a:cubicBezTo>
                    <a:pt x="116" y="1067"/>
                    <a:pt x="116" y="1067"/>
                    <a:pt x="115" y="1067"/>
                  </a:cubicBezTo>
                  <a:cubicBezTo>
                    <a:pt x="114" y="1067"/>
                    <a:pt x="113" y="1067"/>
                    <a:pt x="113" y="1067"/>
                  </a:cubicBezTo>
                  <a:cubicBezTo>
                    <a:pt x="112" y="1068"/>
                    <a:pt x="112" y="1068"/>
                    <a:pt x="111" y="1069"/>
                  </a:cubicBezTo>
                  <a:cubicBezTo>
                    <a:pt x="92" y="1120"/>
                    <a:pt x="77" y="1172"/>
                    <a:pt x="68" y="1226"/>
                  </a:cubicBezTo>
                  <a:cubicBezTo>
                    <a:pt x="67" y="1233"/>
                    <a:pt x="65" y="1239"/>
                    <a:pt x="63" y="1246"/>
                  </a:cubicBezTo>
                  <a:cubicBezTo>
                    <a:pt x="62" y="1248"/>
                    <a:pt x="62" y="1250"/>
                    <a:pt x="60" y="1252"/>
                  </a:cubicBezTo>
                  <a:cubicBezTo>
                    <a:pt x="59" y="1253"/>
                    <a:pt x="60" y="1253"/>
                    <a:pt x="59" y="1254"/>
                  </a:cubicBezTo>
                  <a:cubicBezTo>
                    <a:pt x="62" y="1244"/>
                    <a:pt x="64" y="1235"/>
                    <a:pt x="64" y="1225"/>
                  </a:cubicBezTo>
                  <a:cubicBezTo>
                    <a:pt x="64" y="1223"/>
                    <a:pt x="64" y="1220"/>
                    <a:pt x="63" y="1218"/>
                  </a:cubicBezTo>
                  <a:lnTo>
                    <a:pt x="63" y="1217"/>
                  </a:lnTo>
                  <a:lnTo>
                    <a:pt x="62" y="1216"/>
                  </a:lnTo>
                  <a:lnTo>
                    <a:pt x="61" y="1216"/>
                  </a:lnTo>
                  <a:cubicBezTo>
                    <a:pt x="60" y="1216"/>
                    <a:pt x="60" y="1216"/>
                    <a:pt x="59" y="1216"/>
                  </a:cubicBezTo>
                  <a:cubicBezTo>
                    <a:pt x="58" y="1217"/>
                    <a:pt x="59" y="1217"/>
                    <a:pt x="58" y="1217"/>
                  </a:cubicBezTo>
                  <a:cubicBezTo>
                    <a:pt x="57" y="1218"/>
                    <a:pt x="58" y="1218"/>
                    <a:pt x="58" y="1218"/>
                  </a:cubicBezTo>
                  <a:cubicBezTo>
                    <a:pt x="56" y="1228"/>
                    <a:pt x="53" y="1238"/>
                    <a:pt x="50" y="1247"/>
                  </a:cubicBezTo>
                  <a:cubicBezTo>
                    <a:pt x="46" y="1238"/>
                    <a:pt x="43" y="1229"/>
                    <a:pt x="42" y="1220"/>
                  </a:cubicBezTo>
                  <a:cubicBezTo>
                    <a:pt x="38" y="1203"/>
                    <a:pt x="32" y="1186"/>
                    <a:pt x="24" y="1171"/>
                  </a:cubicBezTo>
                  <a:cubicBezTo>
                    <a:pt x="2" y="1108"/>
                    <a:pt x="14" y="1034"/>
                    <a:pt x="30" y="966"/>
                  </a:cubicBezTo>
                  <a:cubicBezTo>
                    <a:pt x="30" y="968"/>
                    <a:pt x="31" y="969"/>
                    <a:pt x="32" y="971"/>
                  </a:cubicBezTo>
                  <a:cubicBezTo>
                    <a:pt x="33" y="973"/>
                    <a:pt x="34" y="974"/>
                    <a:pt x="36" y="976"/>
                  </a:cubicBezTo>
                  <a:cubicBezTo>
                    <a:pt x="36" y="977"/>
                    <a:pt x="37" y="977"/>
                    <a:pt x="37" y="977"/>
                  </a:cubicBezTo>
                  <a:cubicBezTo>
                    <a:pt x="38" y="978"/>
                    <a:pt x="39" y="978"/>
                    <a:pt x="41" y="978"/>
                  </a:cubicBezTo>
                  <a:cubicBezTo>
                    <a:pt x="42" y="978"/>
                    <a:pt x="43" y="978"/>
                    <a:pt x="44" y="977"/>
                  </a:cubicBezTo>
                  <a:cubicBezTo>
                    <a:pt x="45" y="977"/>
                    <a:pt x="45" y="977"/>
                    <a:pt x="46" y="976"/>
                  </a:cubicBezTo>
                  <a:cubicBezTo>
                    <a:pt x="74" y="954"/>
                    <a:pt x="92" y="909"/>
                    <a:pt x="106" y="875"/>
                  </a:cubicBezTo>
                  <a:cubicBezTo>
                    <a:pt x="106" y="876"/>
                    <a:pt x="106" y="876"/>
                    <a:pt x="106" y="877"/>
                  </a:cubicBezTo>
                  <a:cubicBezTo>
                    <a:pt x="106" y="888"/>
                    <a:pt x="109" y="898"/>
                    <a:pt x="114" y="908"/>
                  </a:cubicBezTo>
                  <a:cubicBezTo>
                    <a:pt x="117" y="919"/>
                    <a:pt x="122" y="930"/>
                    <a:pt x="127" y="939"/>
                  </a:cubicBezTo>
                  <a:cubicBezTo>
                    <a:pt x="133" y="950"/>
                    <a:pt x="140" y="958"/>
                    <a:pt x="148" y="967"/>
                  </a:cubicBezTo>
                  <a:cubicBezTo>
                    <a:pt x="149" y="967"/>
                    <a:pt x="149" y="968"/>
                    <a:pt x="149" y="968"/>
                  </a:cubicBezTo>
                  <a:cubicBezTo>
                    <a:pt x="150" y="968"/>
                    <a:pt x="152" y="969"/>
                    <a:pt x="153" y="969"/>
                  </a:cubicBezTo>
                  <a:cubicBezTo>
                    <a:pt x="154" y="969"/>
                    <a:pt x="156" y="969"/>
                    <a:pt x="157" y="968"/>
                  </a:cubicBezTo>
                  <a:cubicBezTo>
                    <a:pt x="158" y="968"/>
                    <a:pt x="158" y="967"/>
                    <a:pt x="159" y="966"/>
                  </a:cubicBezTo>
                  <a:cubicBezTo>
                    <a:pt x="166" y="953"/>
                    <a:pt x="173" y="939"/>
                    <a:pt x="179" y="925"/>
                  </a:cubicBezTo>
                  <a:cubicBezTo>
                    <a:pt x="185" y="914"/>
                    <a:pt x="192" y="905"/>
                    <a:pt x="198" y="895"/>
                  </a:cubicBezTo>
                  <a:cubicBezTo>
                    <a:pt x="206" y="900"/>
                    <a:pt x="210" y="914"/>
                    <a:pt x="215" y="920"/>
                  </a:cubicBezTo>
                  <a:cubicBezTo>
                    <a:pt x="218" y="923"/>
                    <a:pt x="221" y="926"/>
                    <a:pt x="224" y="927"/>
                  </a:cubicBezTo>
                  <a:cubicBezTo>
                    <a:pt x="228" y="930"/>
                    <a:pt x="232" y="931"/>
                    <a:pt x="237" y="931"/>
                  </a:cubicBezTo>
                  <a:cubicBezTo>
                    <a:pt x="238" y="932"/>
                    <a:pt x="239" y="932"/>
                    <a:pt x="240" y="932"/>
                  </a:cubicBezTo>
                  <a:cubicBezTo>
                    <a:pt x="243" y="932"/>
                    <a:pt x="247" y="931"/>
                    <a:pt x="250" y="929"/>
                  </a:cubicBezTo>
                  <a:cubicBezTo>
                    <a:pt x="253" y="927"/>
                    <a:pt x="255" y="925"/>
                    <a:pt x="257" y="922"/>
                  </a:cubicBezTo>
                  <a:cubicBezTo>
                    <a:pt x="259" y="919"/>
                    <a:pt x="259" y="915"/>
                    <a:pt x="259" y="912"/>
                  </a:cubicBezTo>
                  <a:cubicBezTo>
                    <a:pt x="259" y="909"/>
                    <a:pt x="259" y="905"/>
                    <a:pt x="257" y="902"/>
                  </a:cubicBezTo>
                  <a:lnTo>
                    <a:pt x="256" y="901"/>
                  </a:lnTo>
                  <a:cubicBezTo>
                    <a:pt x="256" y="900"/>
                    <a:pt x="255" y="901"/>
                    <a:pt x="254" y="900"/>
                  </a:cubicBezTo>
                  <a:cubicBezTo>
                    <a:pt x="253" y="900"/>
                    <a:pt x="253" y="899"/>
                    <a:pt x="252" y="899"/>
                  </a:cubicBezTo>
                  <a:cubicBezTo>
                    <a:pt x="251" y="899"/>
                    <a:pt x="251" y="900"/>
                    <a:pt x="250" y="900"/>
                  </a:cubicBezTo>
                  <a:cubicBezTo>
                    <a:pt x="249" y="901"/>
                    <a:pt x="249" y="900"/>
                    <a:pt x="248" y="901"/>
                  </a:cubicBezTo>
                  <a:cubicBezTo>
                    <a:pt x="237" y="924"/>
                    <a:pt x="225" y="899"/>
                    <a:pt x="218" y="889"/>
                  </a:cubicBezTo>
                  <a:cubicBezTo>
                    <a:pt x="218" y="889"/>
                    <a:pt x="218" y="888"/>
                    <a:pt x="217" y="888"/>
                  </a:cubicBezTo>
                  <a:cubicBezTo>
                    <a:pt x="215" y="884"/>
                    <a:pt x="212" y="882"/>
                    <a:pt x="208" y="879"/>
                  </a:cubicBezTo>
                  <a:cubicBezTo>
                    <a:pt x="204" y="877"/>
                    <a:pt x="200" y="875"/>
                    <a:pt x="195" y="875"/>
                  </a:cubicBezTo>
                  <a:lnTo>
                    <a:pt x="194" y="875"/>
                  </a:lnTo>
                  <a:cubicBezTo>
                    <a:pt x="193" y="875"/>
                    <a:pt x="192" y="875"/>
                    <a:pt x="190" y="876"/>
                  </a:cubicBezTo>
                  <a:cubicBezTo>
                    <a:pt x="188" y="877"/>
                    <a:pt x="187" y="878"/>
                    <a:pt x="186" y="880"/>
                  </a:cubicBezTo>
                  <a:lnTo>
                    <a:pt x="186" y="881"/>
                  </a:lnTo>
                  <a:cubicBezTo>
                    <a:pt x="179" y="896"/>
                    <a:pt x="168" y="909"/>
                    <a:pt x="160" y="924"/>
                  </a:cubicBezTo>
                  <a:cubicBezTo>
                    <a:pt x="156" y="932"/>
                    <a:pt x="155" y="940"/>
                    <a:pt x="151" y="949"/>
                  </a:cubicBezTo>
                  <a:cubicBezTo>
                    <a:pt x="150" y="946"/>
                    <a:pt x="147" y="944"/>
                    <a:pt x="146" y="941"/>
                  </a:cubicBezTo>
                  <a:cubicBezTo>
                    <a:pt x="141" y="934"/>
                    <a:pt x="138" y="925"/>
                    <a:pt x="134" y="917"/>
                  </a:cubicBezTo>
                  <a:cubicBezTo>
                    <a:pt x="125" y="900"/>
                    <a:pt x="117" y="882"/>
                    <a:pt x="111" y="863"/>
                  </a:cubicBezTo>
                  <a:cubicBezTo>
                    <a:pt x="111" y="863"/>
                    <a:pt x="112" y="863"/>
                    <a:pt x="111" y="862"/>
                  </a:cubicBezTo>
                  <a:cubicBezTo>
                    <a:pt x="110" y="862"/>
                    <a:pt x="110" y="862"/>
                    <a:pt x="110" y="862"/>
                  </a:cubicBezTo>
                  <a:cubicBezTo>
                    <a:pt x="109" y="862"/>
                    <a:pt x="109" y="862"/>
                    <a:pt x="109" y="862"/>
                  </a:cubicBezTo>
                  <a:cubicBezTo>
                    <a:pt x="108" y="863"/>
                    <a:pt x="108" y="863"/>
                    <a:pt x="108" y="863"/>
                  </a:cubicBezTo>
                  <a:cubicBezTo>
                    <a:pt x="108" y="864"/>
                    <a:pt x="108" y="865"/>
                    <a:pt x="108" y="867"/>
                  </a:cubicBezTo>
                  <a:cubicBezTo>
                    <a:pt x="107" y="866"/>
                    <a:pt x="107" y="866"/>
                    <a:pt x="107" y="866"/>
                  </a:cubicBezTo>
                  <a:cubicBezTo>
                    <a:pt x="106" y="866"/>
                    <a:pt x="106" y="865"/>
                    <a:pt x="105" y="865"/>
                  </a:cubicBezTo>
                  <a:cubicBezTo>
                    <a:pt x="105" y="865"/>
                    <a:pt x="104" y="866"/>
                    <a:pt x="103" y="866"/>
                  </a:cubicBezTo>
                  <a:lnTo>
                    <a:pt x="103" y="867"/>
                  </a:lnTo>
                  <a:cubicBezTo>
                    <a:pt x="93" y="876"/>
                    <a:pt x="84" y="888"/>
                    <a:pt x="77" y="899"/>
                  </a:cubicBezTo>
                  <a:cubicBezTo>
                    <a:pt x="74" y="905"/>
                    <a:pt x="71" y="909"/>
                    <a:pt x="69" y="915"/>
                  </a:cubicBezTo>
                  <a:cubicBezTo>
                    <a:pt x="62" y="927"/>
                    <a:pt x="55" y="940"/>
                    <a:pt x="48" y="952"/>
                  </a:cubicBezTo>
                  <a:cubicBezTo>
                    <a:pt x="43" y="960"/>
                    <a:pt x="41" y="943"/>
                    <a:pt x="39" y="927"/>
                  </a:cubicBezTo>
                  <a:cubicBezTo>
                    <a:pt x="43" y="914"/>
                    <a:pt x="46" y="901"/>
                    <a:pt x="49" y="889"/>
                  </a:cubicBezTo>
                  <a:cubicBezTo>
                    <a:pt x="49" y="886"/>
                    <a:pt x="45" y="884"/>
                    <a:pt x="44" y="887"/>
                  </a:cubicBezTo>
                  <a:lnTo>
                    <a:pt x="38" y="906"/>
                  </a:lnTo>
                  <a:cubicBezTo>
                    <a:pt x="38" y="904"/>
                    <a:pt x="38" y="904"/>
                    <a:pt x="38" y="903"/>
                  </a:cubicBezTo>
                  <a:cubicBezTo>
                    <a:pt x="38" y="842"/>
                    <a:pt x="48" y="781"/>
                    <a:pt x="67" y="722"/>
                  </a:cubicBezTo>
                  <a:cubicBezTo>
                    <a:pt x="68" y="723"/>
                    <a:pt x="69" y="724"/>
                    <a:pt x="71" y="724"/>
                  </a:cubicBezTo>
                  <a:cubicBezTo>
                    <a:pt x="72" y="724"/>
                    <a:pt x="74" y="723"/>
                    <a:pt x="75" y="722"/>
                  </a:cubicBezTo>
                  <a:cubicBezTo>
                    <a:pt x="76" y="722"/>
                    <a:pt x="76" y="722"/>
                    <a:pt x="76" y="722"/>
                  </a:cubicBezTo>
                  <a:cubicBezTo>
                    <a:pt x="95" y="709"/>
                    <a:pt x="112" y="695"/>
                    <a:pt x="128" y="679"/>
                  </a:cubicBezTo>
                  <a:cubicBezTo>
                    <a:pt x="135" y="672"/>
                    <a:pt x="141" y="665"/>
                    <a:pt x="147" y="657"/>
                  </a:cubicBezTo>
                  <a:cubicBezTo>
                    <a:pt x="152" y="650"/>
                    <a:pt x="176" y="607"/>
                    <a:pt x="173" y="637"/>
                  </a:cubicBezTo>
                  <a:cubicBezTo>
                    <a:pt x="170" y="668"/>
                    <a:pt x="171" y="720"/>
                    <a:pt x="198" y="745"/>
                  </a:cubicBezTo>
                  <a:cubicBezTo>
                    <a:pt x="198" y="746"/>
                    <a:pt x="198" y="747"/>
                    <a:pt x="199" y="747"/>
                  </a:cubicBezTo>
                  <a:cubicBezTo>
                    <a:pt x="201" y="748"/>
                    <a:pt x="201" y="748"/>
                    <a:pt x="203" y="748"/>
                  </a:cubicBezTo>
                  <a:cubicBezTo>
                    <a:pt x="204" y="748"/>
                    <a:pt x="206" y="748"/>
                    <a:pt x="208" y="747"/>
                  </a:cubicBezTo>
                  <a:cubicBezTo>
                    <a:pt x="209" y="747"/>
                    <a:pt x="209" y="746"/>
                    <a:pt x="209" y="745"/>
                  </a:cubicBezTo>
                  <a:cubicBezTo>
                    <a:pt x="221" y="732"/>
                    <a:pt x="219" y="715"/>
                    <a:pt x="227" y="699"/>
                  </a:cubicBezTo>
                  <a:cubicBezTo>
                    <a:pt x="234" y="684"/>
                    <a:pt x="242" y="667"/>
                    <a:pt x="249" y="650"/>
                  </a:cubicBezTo>
                  <a:cubicBezTo>
                    <a:pt x="255" y="678"/>
                    <a:pt x="266" y="713"/>
                    <a:pt x="291" y="714"/>
                  </a:cubicBezTo>
                  <a:cubicBezTo>
                    <a:pt x="311" y="714"/>
                    <a:pt x="321" y="681"/>
                    <a:pt x="318" y="666"/>
                  </a:cubicBezTo>
                  <a:lnTo>
                    <a:pt x="317" y="664"/>
                  </a:lnTo>
                  <a:cubicBezTo>
                    <a:pt x="317" y="664"/>
                    <a:pt x="316" y="663"/>
                    <a:pt x="315" y="662"/>
                  </a:cubicBezTo>
                  <a:cubicBezTo>
                    <a:pt x="314" y="662"/>
                    <a:pt x="313" y="661"/>
                    <a:pt x="312" y="661"/>
                  </a:cubicBezTo>
                  <a:cubicBezTo>
                    <a:pt x="310" y="661"/>
                    <a:pt x="309" y="662"/>
                    <a:pt x="308" y="662"/>
                  </a:cubicBezTo>
                  <a:cubicBezTo>
                    <a:pt x="307" y="663"/>
                    <a:pt x="306" y="663"/>
                    <a:pt x="306" y="664"/>
                  </a:cubicBezTo>
                  <a:cubicBezTo>
                    <a:pt x="306" y="665"/>
                    <a:pt x="305" y="666"/>
                    <a:pt x="305" y="666"/>
                  </a:cubicBezTo>
                  <a:cubicBezTo>
                    <a:pt x="290" y="721"/>
                    <a:pt x="266" y="651"/>
                    <a:pt x="257" y="627"/>
                  </a:cubicBezTo>
                  <a:cubicBezTo>
                    <a:pt x="256" y="626"/>
                    <a:pt x="256" y="625"/>
                    <a:pt x="255" y="624"/>
                  </a:cubicBezTo>
                  <a:cubicBezTo>
                    <a:pt x="254" y="624"/>
                    <a:pt x="252" y="623"/>
                    <a:pt x="251" y="623"/>
                  </a:cubicBezTo>
                  <a:cubicBezTo>
                    <a:pt x="249" y="623"/>
                    <a:pt x="249" y="624"/>
                    <a:pt x="248" y="624"/>
                  </a:cubicBezTo>
                  <a:cubicBezTo>
                    <a:pt x="247" y="625"/>
                    <a:pt x="246" y="626"/>
                    <a:pt x="246" y="627"/>
                  </a:cubicBezTo>
                  <a:cubicBezTo>
                    <a:pt x="242" y="632"/>
                    <a:pt x="240" y="637"/>
                    <a:pt x="237" y="642"/>
                  </a:cubicBezTo>
                  <a:cubicBezTo>
                    <a:pt x="222" y="667"/>
                    <a:pt x="210" y="695"/>
                    <a:pt x="202" y="724"/>
                  </a:cubicBezTo>
                  <a:cubicBezTo>
                    <a:pt x="199" y="708"/>
                    <a:pt x="195" y="693"/>
                    <a:pt x="190" y="678"/>
                  </a:cubicBezTo>
                  <a:cubicBezTo>
                    <a:pt x="188" y="655"/>
                    <a:pt x="187" y="631"/>
                    <a:pt x="183" y="609"/>
                  </a:cubicBezTo>
                  <a:cubicBezTo>
                    <a:pt x="183" y="608"/>
                    <a:pt x="183" y="607"/>
                    <a:pt x="182" y="606"/>
                  </a:cubicBezTo>
                  <a:cubicBezTo>
                    <a:pt x="182" y="606"/>
                    <a:pt x="181" y="606"/>
                    <a:pt x="180" y="605"/>
                  </a:cubicBezTo>
                  <a:cubicBezTo>
                    <a:pt x="179" y="605"/>
                    <a:pt x="179" y="605"/>
                    <a:pt x="178" y="605"/>
                  </a:cubicBezTo>
                  <a:cubicBezTo>
                    <a:pt x="177" y="605"/>
                    <a:pt x="176" y="605"/>
                    <a:pt x="175" y="605"/>
                  </a:cubicBezTo>
                  <a:cubicBezTo>
                    <a:pt x="161" y="614"/>
                    <a:pt x="150" y="626"/>
                    <a:pt x="141" y="639"/>
                  </a:cubicBezTo>
                  <a:cubicBezTo>
                    <a:pt x="123" y="661"/>
                    <a:pt x="102" y="680"/>
                    <a:pt x="80" y="698"/>
                  </a:cubicBezTo>
                  <a:cubicBezTo>
                    <a:pt x="80" y="690"/>
                    <a:pt x="81" y="683"/>
                    <a:pt x="82" y="675"/>
                  </a:cubicBezTo>
                  <a:cubicBezTo>
                    <a:pt x="83" y="667"/>
                    <a:pt x="86" y="664"/>
                    <a:pt x="88" y="658"/>
                  </a:cubicBezTo>
                  <a:cubicBezTo>
                    <a:pt x="88" y="656"/>
                    <a:pt x="87" y="654"/>
                    <a:pt x="85" y="654"/>
                  </a:cubicBezTo>
                  <a:cubicBezTo>
                    <a:pt x="90" y="624"/>
                    <a:pt x="97" y="593"/>
                    <a:pt x="102" y="566"/>
                  </a:cubicBezTo>
                  <a:cubicBezTo>
                    <a:pt x="106" y="546"/>
                    <a:pt x="111" y="527"/>
                    <a:pt x="119" y="507"/>
                  </a:cubicBezTo>
                  <a:cubicBezTo>
                    <a:pt x="119" y="510"/>
                    <a:pt x="121" y="512"/>
                    <a:pt x="122" y="515"/>
                  </a:cubicBezTo>
                  <a:cubicBezTo>
                    <a:pt x="124" y="517"/>
                    <a:pt x="125" y="520"/>
                    <a:pt x="127" y="522"/>
                  </a:cubicBezTo>
                  <a:cubicBezTo>
                    <a:pt x="128" y="523"/>
                    <a:pt x="128" y="523"/>
                    <a:pt x="129" y="524"/>
                  </a:cubicBezTo>
                  <a:cubicBezTo>
                    <a:pt x="131" y="525"/>
                    <a:pt x="132" y="525"/>
                    <a:pt x="134" y="525"/>
                  </a:cubicBezTo>
                  <a:cubicBezTo>
                    <a:pt x="136" y="525"/>
                    <a:pt x="137" y="525"/>
                    <a:pt x="139" y="524"/>
                  </a:cubicBezTo>
                  <a:cubicBezTo>
                    <a:pt x="140" y="523"/>
                    <a:pt x="140" y="523"/>
                    <a:pt x="141" y="522"/>
                  </a:cubicBezTo>
                  <a:cubicBezTo>
                    <a:pt x="154" y="505"/>
                    <a:pt x="167" y="489"/>
                    <a:pt x="181" y="473"/>
                  </a:cubicBezTo>
                  <a:cubicBezTo>
                    <a:pt x="194" y="456"/>
                    <a:pt x="209" y="429"/>
                    <a:pt x="223" y="463"/>
                  </a:cubicBezTo>
                  <a:cubicBezTo>
                    <a:pt x="228" y="475"/>
                    <a:pt x="237" y="506"/>
                    <a:pt x="257" y="499"/>
                  </a:cubicBezTo>
                  <a:cubicBezTo>
                    <a:pt x="260" y="498"/>
                    <a:pt x="262" y="497"/>
                    <a:pt x="264" y="496"/>
                  </a:cubicBezTo>
                  <a:cubicBezTo>
                    <a:pt x="270" y="492"/>
                    <a:pt x="276" y="487"/>
                    <a:pt x="279" y="481"/>
                  </a:cubicBezTo>
                  <a:cubicBezTo>
                    <a:pt x="280" y="479"/>
                    <a:pt x="281" y="477"/>
                    <a:pt x="282" y="475"/>
                  </a:cubicBezTo>
                  <a:cubicBezTo>
                    <a:pt x="284" y="471"/>
                    <a:pt x="292" y="495"/>
                    <a:pt x="294" y="499"/>
                  </a:cubicBezTo>
                  <a:cubicBezTo>
                    <a:pt x="295" y="500"/>
                    <a:pt x="295" y="500"/>
                    <a:pt x="296" y="502"/>
                  </a:cubicBezTo>
                  <a:cubicBezTo>
                    <a:pt x="298" y="505"/>
                    <a:pt x="301" y="509"/>
                    <a:pt x="305" y="511"/>
                  </a:cubicBezTo>
                  <a:cubicBezTo>
                    <a:pt x="309" y="513"/>
                    <a:pt x="313" y="514"/>
                    <a:pt x="317" y="514"/>
                  </a:cubicBezTo>
                  <a:cubicBezTo>
                    <a:pt x="321" y="514"/>
                    <a:pt x="324" y="514"/>
                    <a:pt x="327" y="513"/>
                  </a:cubicBezTo>
                  <a:cubicBezTo>
                    <a:pt x="328" y="512"/>
                    <a:pt x="329" y="512"/>
                    <a:pt x="329" y="512"/>
                  </a:cubicBezTo>
                  <a:cubicBezTo>
                    <a:pt x="331" y="511"/>
                    <a:pt x="331" y="510"/>
                    <a:pt x="332" y="509"/>
                  </a:cubicBezTo>
                  <a:cubicBezTo>
                    <a:pt x="333" y="507"/>
                    <a:pt x="333" y="506"/>
                    <a:pt x="333" y="505"/>
                  </a:cubicBezTo>
                  <a:cubicBezTo>
                    <a:pt x="333" y="504"/>
                    <a:pt x="333" y="504"/>
                    <a:pt x="333" y="503"/>
                  </a:cubicBezTo>
                  <a:lnTo>
                    <a:pt x="333" y="500"/>
                  </a:lnTo>
                  <a:cubicBezTo>
                    <a:pt x="333" y="499"/>
                    <a:pt x="333" y="498"/>
                    <a:pt x="332" y="498"/>
                  </a:cubicBezTo>
                  <a:cubicBezTo>
                    <a:pt x="331" y="497"/>
                    <a:pt x="331" y="495"/>
                    <a:pt x="330" y="495"/>
                  </a:cubicBezTo>
                  <a:cubicBezTo>
                    <a:pt x="329" y="494"/>
                    <a:pt x="328" y="495"/>
                    <a:pt x="327" y="495"/>
                  </a:cubicBezTo>
                  <a:cubicBezTo>
                    <a:pt x="326" y="495"/>
                    <a:pt x="324" y="494"/>
                    <a:pt x="323" y="495"/>
                  </a:cubicBezTo>
                  <a:cubicBezTo>
                    <a:pt x="322" y="495"/>
                    <a:pt x="321" y="497"/>
                    <a:pt x="321" y="498"/>
                  </a:cubicBezTo>
                  <a:cubicBezTo>
                    <a:pt x="317" y="505"/>
                    <a:pt x="301" y="466"/>
                    <a:pt x="300" y="464"/>
                  </a:cubicBezTo>
                  <a:cubicBezTo>
                    <a:pt x="298" y="461"/>
                    <a:pt x="295" y="458"/>
                    <a:pt x="291" y="456"/>
                  </a:cubicBezTo>
                  <a:cubicBezTo>
                    <a:pt x="288" y="454"/>
                    <a:pt x="284" y="453"/>
                    <a:pt x="280" y="452"/>
                  </a:cubicBezTo>
                  <a:lnTo>
                    <a:pt x="279" y="452"/>
                  </a:lnTo>
                  <a:cubicBezTo>
                    <a:pt x="278" y="452"/>
                    <a:pt x="277" y="452"/>
                    <a:pt x="275" y="454"/>
                  </a:cubicBezTo>
                  <a:cubicBezTo>
                    <a:pt x="273" y="455"/>
                    <a:pt x="272" y="456"/>
                    <a:pt x="271" y="457"/>
                  </a:cubicBezTo>
                  <a:lnTo>
                    <a:pt x="271" y="458"/>
                  </a:lnTo>
                  <a:cubicBezTo>
                    <a:pt x="253" y="501"/>
                    <a:pt x="233" y="436"/>
                    <a:pt x="221" y="419"/>
                  </a:cubicBezTo>
                  <a:cubicBezTo>
                    <a:pt x="221" y="418"/>
                    <a:pt x="220" y="417"/>
                    <a:pt x="219" y="417"/>
                  </a:cubicBezTo>
                  <a:cubicBezTo>
                    <a:pt x="217" y="415"/>
                    <a:pt x="216" y="416"/>
                    <a:pt x="214" y="416"/>
                  </a:cubicBezTo>
                  <a:cubicBezTo>
                    <a:pt x="213" y="416"/>
                    <a:pt x="212" y="416"/>
                    <a:pt x="211" y="417"/>
                  </a:cubicBezTo>
                  <a:cubicBezTo>
                    <a:pt x="191" y="424"/>
                    <a:pt x="179" y="445"/>
                    <a:pt x="167" y="462"/>
                  </a:cubicBezTo>
                  <a:cubicBezTo>
                    <a:pt x="158" y="476"/>
                    <a:pt x="145" y="487"/>
                    <a:pt x="135" y="501"/>
                  </a:cubicBezTo>
                  <a:cubicBezTo>
                    <a:pt x="141" y="488"/>
                    <a:pt x="144" y="474"/>
                    <a:pt x="145" y="459"/>
                  </a:cubicBezTo>
                  <a:cubicBezTo>
                    <a:pt x="146" y="454"/>
                    <a:pt x="147" y="448"/>
                    <a:pt x="149" y="443"/>
                  </a:cubicBezTo>
                  <a:cubicBezTo>
                    <a:pt x="150" y="437"/>
                    <a:pt x="158" y="427"/>
                    <a:pt x="162" y="419"/>
                  </a:cubicBezTo>
                  <a:cubicBezTo>
                    <a:pt x="163" y="417"/>
                    <a:pt x="160" y="415"/>
                    <a:pt x="158" y="417"/>
                  </a:cubicBezTo>
                  <a:lnTo>
                    <a:pt x="155" y="421"/>
                  </a:lnTo>
                  <a:cubicBezTo>
                    <a:pt x="170" y="369"/>
                    <a:pt x="191" y="318"/>
                    <a:pt x="218" y="271"/>
                  </a:cubicBezTo>
                  <a:cubicBezTo>
                    <a:pt x="219" y="270"/>
                    <a:pt x="219" y="269"/>
                    <a:pt x="220" y="268"/>
                  </a:cubicBezTo>
                  <a:cubicBezTo>
                    <a:pt x="220" y="281"/>
                    <a:pt x="220" y="293"/>
                    <a:pt x="220" y="305"/>
                  </a:cubicBezTo>
                  <a:cubicBezTo>
                    <a:pt x="220" y="306"/>
                    <a:pt x="220" y="306"/>
                    <a:pt x="220" y="306"/>
                  </a:cubicBezTo>
                  <a:cubicBezTo>
                    <a:pt x="220" y="308"/>
                    <a:pt x="220" y="309"/>
                    <a:pt x="221" y="311"/>
                  </a:cubicBezTo>
                  <a:cubicBezTo>
                    <a:pt x="222" y="312"/>
                    <a:pt x="223" y="313"/>
                    <a:pt x="225" y="314"/>
                  </a:cubicBezTo>
                  <a:cubicBezTo>
                    <a:pt x="227" y="315"/>
                    <a:pt x="227" y="315"/>
                    <a:pt x="229" y="315"/>
                  </a:cubicBezTo>
                  <a:cubicBezTo>
                    <a:pt x="230" y="315"/>
                    <a:pt x="232" y="315"/>
                    <a:pt x="234" y="314"/>
                  </a:cubicBezTo>
                  <a:cubicBezTo>
                    <a:pt x="236" y="313"/>
                    <a:pt x="236" y="312"/>
                    <a:pt x="237" y="311"/>
                  </a:cubicBezTo>
                  <a:cubicBezTo>
                    <a:pt x="237" y="310"/>
                    <a:pt x="238" y="310"/>
                    <a:pt x="238" y="309"/>
                  </a:cubicBezTo>
                  <a:cubicBezTo>
                    <a:pt x="247" y="288"/>
                    <a:pt x="271" y="284"/>
                    <a:pt x="286" y="268"/>
                  </a:cubicBezTo>
                  <a:cubicBezTo>
                    <a:pt x="304" y="250"/>
                    <a:pt x="298" y="277"/>
                    <a:pt x="296" y="292"/>
                  </a:cubicBezTo>
                  <a:cubicBezTo>
                    <a:pt x="294" y="312"/>
                    <a:pt x="289" y="334"/>
                    <a:pt x="302" y="350"/>
                  </a:cubicBezTo>
                  <a:cubicBezTo>
                    <a:pt x="303" y="351"/>
                    <a:pt x="303" y="350"/>
                    <a:pt x="304" y="351"/>
                  </a:cubicBezTo>
                  <a:cubicBezTo>
                    <a:pt x="305" y="351"/>
                    <a:pt x="307" y="352"/>
                    <a:pt x="308" y="352"/>
                  </a:cubicBezTo>
                  <a:cubicBezTo>
                    <a:pt x="309" y="352"/>
                    <a:pt x="310" y="352"/>
                    <a:pt x="310" y="352"/>
                  </a:cubicBezTo>
                  <a:cubicBezTo>
                    <a:pt x="324" y="349"/>
                    <a:pt x="330" y="338"/>
                    <a:pt x="342" y="332"/>
                  </a:cubicBezTo>
                  <a:cubicBezTo>
                    <a:pt x="351" y="328"/>
                    <a:pt x="344" y="313"/>
                    <a:pt x="335" y="317"/>
                  </a:cubicBezTo>
                  <a:cubicBezTo>
                    <a:pt x="316" y="324"/>
                    <a:pt x="310" y="337"/>
                    <a:pt x="311" y="307"/>
                  </a:cubicBezTo>
                  <a:cubicBezTo>
                    <a:pt x="312" y="300"/>
                    <a:pt x="312" y="293"/>
                    <a:pt x="312" y="285"/>
                  </a:cubicBezTo>
                  <a:cubicBezTo>
                    <a:pt x="312" y="270"/>
                    <a:pt x="311" y="255"/>
                    <a:pt x="308" y="240"/>
                  </a:cubicBezTo>
                  <a:lnTo>
                    <a:pt x="308" y="239"/>
                  </a:lnTo>
                  <a:cubicBezTo>
                    <a:pt x="307" y="238"/>
                    <a:pt x="306" y="237"/>
                    <a:pt x="306" y="237"/>
                  </a:cubicBezTo>
                  <a:cubicBezTo>
                    <a:pt x="305" y="236"/>
                    <a:pt x="304" y="236"/>
                    <a:pt x="302" y="236"/>
                  </a:cubicBezTo>
                  <a:lnTo>
                    <a:pt x="301" y="236"/>
                  </a:lnTo>
                  <a:cubicBezTo>
                    <a:pt x="281" y="245"/>
                    <a:pt x="268" y="262"/>
                    <a:pt x="249" y="273"/>
                  </a:cubicBezTo>
                  <a:cubicBezTo>
                    <a:pt x="245" y="275"/>
                    <a:pt x="242" y="277"/>
                    <a:pt x="240" y="279"/>
                  </a:cubicBezTo>
                  <a:cubicBezTo>
                    <a:pt x="240" y="256"/>
                    <a:pt x="242" y="233"/>
                    <a:pt x="244" y="210"/>
                  </a:cubicBezTo>
                  <a:cubicBezTo>
                    <a:pt x="247" y="174"/>
                    <a:pt x="269" y="142"/>
                    <a:pt x="287" y="112"/>
                  </a:cubicBezTo>
                  <a:cubicBezTo>
                    <a:pt x="304" y="81"/>
                    <a:pt x="330" y="32"/>
                    <a:pt x="360" y="7"/>
                  </a:cubicBezTo>
                  <a:cubicBezTo>
                    <a:pt x="364" y="4"/>
                    <a:pt x="360" y="0"/>
                    <a:pt x="356" y="2"/>
                  </a:cubicBezTo>
                  <a:cubicBezTo>
                    <a:pt x="335" y="11"/>
                    <a:pt x="321" y="37"/>
                    <a:pt x="307" y="56"/>
                  </a:cubicBezTo>
                  <a:cubicBezTo>
                    <a:pt x="286" y="85"/>
                    <a:pt x="271" y="118"/>
                    <a:pt x="248" y="147"/>
                  </a:cubicBezTo>
                  <a:cubicBezTo>
                    <a:pt x="223" y="180"/>
                    <a:pt x="221" y="222"/>
                    <a:pt x="221" y="263"/>
                  </a:cubicBezTo>
                  <a:cubicBezTo>
                    <a:pt x="220" y="263"/>
                    <a:pt x="220" y="263"/>
                    <a:pt x="220" y="263"/>
                  </a:cubicBezTo>
                  <a:lnTo>
                    <a:pt x="219" y="263"/>
                  </a:lnTo>
                  <a:lnTo>
                    <a:pt x="218" y="263"/>
                  </a:lnTo>
                  <a:lnTo>
                    <a:pt x="217" y="263"/>
                  </a:lnTo>
                  <a:cubicBezTo>
                    <a:pt x="204" y="283"/>
                    <a:pt x="191" y="303"/>
                    <a:pt x="180" y="323"/>
                  </a:cubicBezTo>
                  <a:cubicBezTo>
                    <a:pt x="166" y="346"/>
                    <a:pt x="154" y="370"/>
                    <a:pt x="143" y="394"/>
                  </a:cubicBezTo>
                  <a:cubicBezTo>
                    <a:pt x="130" y="422"/>
                    <a:pt x="122" y="451"/>
                    <a:pt x="118" y="480"/>
                  </a:cubicBezTo>
                  <a:cubicBezTo>
                    <a:pt x="105" y="506"/>
                    <a:pt x="95" y="534"/>
                    <a:pt x="89" y="562"/>
                  </a:cubicBezTo>
                  <a:cubicBezTo>
                    <a:pt x="80" y="609"/>
                    <a:pt x="64" y="658"/>
                    <a:pt x="64" y="707"/>
                  </a:cubicBezTo>
                  <a:cubicBezTo>
                    <a:pt x="47" y="753"/>
                    <a:pt x="35" y="800"/>
                    <a:pt x="29" y="848"/>
                  </a:cubicBezTo>
                  <a:cubicBezTo>
                    <a:pt x="25" y="867"/>
                    <a:pt x="23" y="887"/>
                    <a:pt x="23" y="907"/>
                  </a:cubicBezTo>
                  <a:cubicBezTo>
                    <a:pt x="23" y="921"/>
                    <a:pt x="24" y="936"/>
                    <a:pt x="26" y="951"/>
                  </a:cubicBezTo>
                  <a:cubicBezTo>
                    <a:pt x="10" y="1002"/>
                    <a:pt x="2" y="1055"/>
                    <a:pt x="0" y="1108"/>
                  </a:cubicBezTo>
                  <a:cubicBezTo>
                    <a:pt x="0" y="1152"/>
                    <a:pt x="15" y="1219"/>
                    <a:pt x="47" y="1257"/>
                  </a:cubicBezTo>
                  <a:cubicBezTo>
                    <a:pt x="41" y="1272"/>
                    <a:pt x="38" y="1288"/>
                    <a:pt x="37" y="1304"/>
                  </a:cubicBezTo>
                  <a:cubicBezTo>
                    <a:pt x="37" y="1331"/>
                    <a:pt x="39" y="1358"/>
                    <a:pt x="39" y="1386"/>
                  </a:cubicBezTo>
                  <a:cubicBezTo>
                    <a:pt x="39" y="1387"/>
                    <a:pt x="39" y="1388"/>
                    <a:pt x="39" y="1389"/>
                  </a:cubicBezTo>
                  <a:cubicBezTo>
                    <a:pt x="39" y="1413"/>
                    <a:pt x="43" y="1436"/>
                    <a:pt x="51" y="1458"/>
                  </a:cubicBezTo>
                  <a:cubicBezTo>
                    <a:pt x="50" y="1458"/>
                    <a:pt x="50" y="1459"/>
                    <a:pt x="50" y="1459"/>
                  </a:cubicBezTo>
                  <a:cubicBezTo>
                    <a:pt x="49" y="1459"/>
                    <a:pt x="49" y="1460"/>
                    <a:pt x="49" y="1460"/>
                  </a:cubicBezTo>
                  <a:cubicBezTo>
                    <a:pt x="48" y="1461"/>
                    <a:pt x="48" y="1461"/>
                    <a:pt x="48" y="1461"/>
                  </a:cubicBezTo>
                  <a:cubicBezTo>
                    <a:pt x="34" y="1538"/>
                    <a:pt x="54" y="1605"/>
                    <a:pt x="85" y="1674"/>
                  </a:cubicBezTo>
                  <a:cubicBezTo>
                    <a:pt x="90" y="1683"/>
                    <a:pt x="95" y="1693"/>
                    <a:pt x="100" y="1702"/>
                  </a:cubicBezTo>
                  <a:cubicBezTo>
                    <a:pt x="101" y="1703"/>
                    <a:pt x="101" y="1704"/>
                    <a:pt x="102" y="1705"/>
                  </a:cubicBezTo>
                  <a:cubicBezTo>
                    <a:pt x="99" y="1718"/>
                    <a:pt x="98" y="1730"/>
                    <a:pt x="98" y="1743"/>
                  </a:cubicBezTo>
                  <a:cubicBezTo>
                    <a:pt x="98" y="1776"/>
                    <a:pt x="107" y="1810"/>
                    <a:pt x="123" y="1837"/>
                  </a:cubicBezTo>
                  <a:cubicBezTo>
                    <a:pt x="127" y="1844"/>
                    <a:pt x="130" y="1848"/>
                    <a:pt x="134" y="1853"/>
                  </a:cubicBezTo>
                  <a:cubicBezTo>
                    <a:pt x="168" y="1892"/>
                    <a:pt x="206" y="1928"/>
                    <a:pt x="246" y="1960"/>
                  </a:cubicBezTo>
                  <a:cubicBezTo>
                    <a:pt x="277" y="1990"/>
                    <a:pt x="304" y="1991"/>
                    <a:pt x="337" y="20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2"/>
            <p:cNvSpPr/>
            <p:nvPr/>
          </p:nvSpPr>
          <p:spPr>
            <a:xfrm>
              <a:off x="7923600" y="4258440"/>
              <a:ext cx="114480" cy="95040"/>
            </a:xfrm>
            <a:custGeom>
              <a:avLst/>
              <a:gdLst/>
              <a:ahLst/>
              <a:cxnLst/>
              <a:rect l="l" t="t" r="r" b="b"/>
              <a:pathLst>
                <a:path w="318" h="264" extrusionOk="0">
                  <a:moveTo>
                    <a:pt x="314" y="256"/>
                  </a:moveTo>
                  <a:cubicBezTo>
                    <a:pt x="246" y="236"/>
                    <a:pt x="182" y="186"/>
                    <a:pt x="124" y="147"/>
                  </a:cubicBezTo>
                  <a:cubicBezTo>
                    <a:pt x="100" y="130"/>
                    <a:pt x="78" y="110"/>
                    <a:pt x="59" y="88"/>
                  </a:cubicBezTo>
                  <a:cubicBezTo>
                    <a:pt x="36" y="63"/>
                    <a:pt x="26" y="29"/>
                    <a:pt x="6" y="1"/>
                  </a:cubicBezTo>
                  <a:lnTo>
                    <a:pt x="5" y="1"/>
                  </a:lnTo>
                  <a:lnTo>
                    <a:pt x="4" y="0"/>
                  </a:lnTo>
                  <a:cubicBezTo>
                    <a:pt x="3" y="0"/>
                    <a:pt x="2" y="1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4" y="31"/>
                    <a:pt x="20" y="63"/>
                    <a:pt x="37" y="87"/>
                  </a:cubicBezTo>
                  <a:cubicBezTo>
                    <a:pt x="59" y="115"/>
                    <a:pt x="84" y="140"/>
                    <a:pt x="113" y="161"/>
                  </a:cubicBezTo>
                  <a:cubicBezTo>
                    <a:pt x="171" y="201"/>
                    <a:pt x="240" y="254"/>
                    <a:pt x="313" y="262"/>
                  </a:cubicBezTo>
                  <a:cubicBezTo>
                    <a:pt x="317" y="263"/>
                    <a:pt x="317" y="257"/>
                    <a:pt x="314" y="25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2"/>
            <p:cNvSpPr/>
            <p:nvPr/>
          </p:nvSpPr>
          <p:spPr>
            <a:xfrm>
              <a:off x="7975080" y="4326120"/>
              <a:ext cx="108000" cy="75960"/>
            </a:xfrm>
            <a:custGeom>
              <a:avLst/>
              <a:gdLst/>
              <a:ahLst/>
              <a:cxnLst/>
              <a:rect l="l" t="t" r="r" b="b"/>
              <a:pathLst>
                <a:path w="300" h="211" extrusionOk="0">
                  <a:moveTo>
                    <a:pt x="219" y="171"/>
                  </a:moveTo>
                  <a:cubicBezTo>
                    <a:pt x="241" y="181"/>
                    <a:pt x="264" y="192"/>
                    <a:pt x="285" y="205"/>
                  </a:cubicBezTo>
                  <a:cubicBezTo>
                    <a:pt x="287" y="206"/>
                    <a:pt x="288" y="206"/>
                    <a:pt x="289" y="207"/>
                  </a:cubicBezTo>
                  <a:cubicBezTo>
                    <a:pt x="292" y="210"/>
                    <a:pt x="299" y="207"/>
                    <a:pt x="297" y="203"/>
                  </a:cubicBezTo>
                  <a:cubicBezTo>
                    <a:pt x="286" y="175"/>
                    <a:pt x="236" y="158"/>
                    <a:pt x="213" y="146"/>
                  </a:cubicBezTo>
                  <a:cubicBezTo>
                    <a:pt x="189" y="133"/>
                    <a:pt x="162" y="122"/>
                    <a:pt x="137" y="109"/>
                  </a:cubicBezTo>
                  <a:cubicBezTo>
                    <a:pt x="84" y="83"/>
                    <a:pt x="46" y="41"/>
                    <a:pt x="4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lnTo>
                    <a:pt x="1" y="1"/>
                  </a:ln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6" y="58"/>
                    <a:pt x="63" y="85"/>
                    <a:pt x="113" y="117"/>
                  </a:cubicBezTo>
                  <a:cubicBezTo>
                    <a:pt x="147" y="138"/>
                    <a:pt x="185" y="150"/>
                    <a:pt x="219" y="17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2"/>
            <p:cNvSpPr/>
            <p:nvPr/>
          </p:nvSpPr>
          <p:spPr>
            <a:xfrm>
              <a:off x="7970040" y="4117680"/>
              <a:ext cx="38160" cy="33480"/>
            </a:xfrm>
            <a:custGeom>
              <a:avLst/>
              <a:gdLst/>
              <a:ahLst/>
              <a:cxnLst/>
              <a:rect l="l" t="t" r="r" b="b"/>
              <a:pathLst>
                <a:path w="106" h="93" extrusionOk="0">
                  <a:moveTo>
                    <a:pt x="85" y="79"/>
                  </a:moveTo>
                  <a:cubicBezTo>
                    <a:pt x="74" y="77"/>
                    <a:pt x="64" y="73"/>
                    <a:pt x="53" y="69"/>
                  </a:cubicBezTo>
                  <a:cubicBezTo>
                    <a:pt x="41" y="65"/>
                    <a:pt x="20" y="72"/>
                    <a:pt x="10" y="62"/>
                  </a:cubicBezTo>
                  <a:cubicBezTo>
                    <a:pt x="6" y="59"/>
                    <a:pt x="0" y="64"/>
                    <a:pt x="4" y="68"/>
                  </a:cubicBezTo>
                  <a:cubicBezTo>
                    <a:pt x="14" y="78"/>
                    <a:pt x="32" y="77"/>
                    <a:pt x="45" y="78"/>
                  </a:cubicBezTo>
                  <a:cubicBezTo>
                    <a:pt x="59" y="79"/>
                    <a:pt x="72" y="92"/>
                    <a:pt x="88" y="92"/>
                  </a:cubicBezTo>
                  <a:cubicBezTo>
                    <a:pt x="104" y="92"/>
                    <a:pt x="105" y="77"/>
                    <a:pt x="105" y="64"/>
                  </a:cubicBezTo>
                  <a:cubicBezTo>
                    <a:pt x="105" y="58"/>
                    <a:pt x="105" y="49"/>
                    <a:pt x="100" y="44"/>
                  </a:cubicBezTo>
                  <a:cubicBezTo>
                    <a:pt x="98" y="43"/>
                    <a:pt x="100" y="29"/>
                    <a:pt x="100" y="27"/>
                  </a:cubicBezTo>
                  <a:lnTo>
                    <a:pt x="100" y="26"/>
                  </a:lnTo>
                  <a:cubicBezTo>
                    <a:pt x="100" y="18"/>
                    <a:pt x="98" y="11"/>
                    <a:pt x="95" y="5"/>
                  </a:cubicBezTo>
                  <a:cubicBezTo>
                    <a:pt x="94" y="1"/>
                    <a:pt x="88" y="0"/>
                    <a:pt x="86" y="5"/>
                  </a:cubicBezTo>
                  <a:cubicBezTo>
                    <a:pt x="82" y="14"/>
                    <a:pt x="80" y="24"/>
                    <a:pt x="80" y="34"/>
                  </a:cubicBezTo>
                  <a:cubicBezTo>
                    <a:pt x="80" y="40"/>
                    <a:pt x="81" y="47"/>
                    <a:pt x="83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4" y="55"/>
                    <a:pt x="85" y="56"/>
                    <a:pt x="86" y="57"/>
                  </a:cubicBezTo>
                  <a:lnTo>
                    <a:pt x="86" y="56"/>
                  </a:lnTo>
                  <a:cubicBezTo>
                    <a:pt x="86" y="59"/>
                    <a:pt x="87" y="63"/>
                    <a:pt x="88" y="67"/>
                  </a:cubicBezTo>
                  <a:cubicBezTo>
                    <a:pt x="89" y="72"/>
                    <a:pt x="92" y="80"/>
                    <a:pt x="85" y="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2"/>
            <p:cNvSpPr/>
            <p:nvPr/>
          </p:nvSpPr>
          <p:spPr>
            <a:xfrm>
              <a:off x="8022960" y="4072320"/>
              <a:ext cx="86040" cy="63720"/>
            </a:xfrm>
            <a:custGeom>
              <a:avLst/>
              <a:gdLst/>
              <a:ahLst/>
              <a:cxnLst/>
              <a:rect l="l" t="t" r="r" b="b"/>
              <a:pathLst>
                <a:path w="239" h="177" extrusionOk="0">
                  <a:moveTo>
                    <a:pt x="59" y="147"/>
                  </a:moveTo>
                  <a:cubicBezTo>
                    <a:pt x="86" y="156"/>
                    <a:pt x="133" y="176"/>
                    <a:pt x="162" y="165"/>
                  </a:cubicBezTo>
                  <a:cubicBezTo>
                    <a:pt x="169" y="162"/>
                    <a:pt x="183" y="145"/>
                    <a:pt x="180" y="137"/>
                  </a:cubicBezTo>
                  <a:cubicBezTo>
                    <a:pt x="174" y="125"/>
                    <a:pt x="168" y="114"/>
                    <a:pt x="162" y="103"/>
                  </a:cubicBezTo>
                  <a:cubicBezTo>
                    <a:pt x="150" y="82"/>
                    <a:pt x="137" y="63"/>
                    <a:pt x="123" y="44"/>
                  </a:cubicBezTo>
                  <a:cubicBezTo>
                    <a:pt x="141" y="51"/>
                    <a:pt x="158" y="58"/>
                    <a:pt x="175" y="66"/>
                  </a:cubicBezTo>
                  <a:cubicBezTo>
                    <a:pt x="183" y="69"/>
                    <a:pt x="198" y="79"/>
                    <a:pt x="207" y="76"/>
                  </a:cubicBezTo>
                  <a:cubicBezTo>
                    <a:pt x="233" y="67"/>
                    <a:pt x="238" y="28"/>
                    <a:pt x="234" y="4"/>
                  </a:cubicBezTo>
                  <a:cubicBezTo>
                    <a:pt x="234" y="3"/>
                    <a:pt x="233" y="3"/>
                    <a:pt x="233" y="2"/>
                  </a:cubicBezTo>
                  <a:cubicBezTo>
                    <a:pt x="233" y="2"/>
                    <a:pt x="232" y="1"/>
                    <a:pt x="231" y="0"/>
                  </a:cubicBezTo>
                  <a:cubicBezTo>
                    <a:pt x="230" y="0"/>
                    <a:pt x="229" y="0"/>
                    <a:pt x="229" y="0"/>
                  </a:cubicBezTo>
                  <a:cubicBezTo>
                    <a:pt x="228" y="0"/>
                    <a:pt x="227" y="0"/>
                    <a:pt x="226" y="0"/>
                  </a:cubicBezTo>
                  <a:cubicBezTo>
                    <a:pt x="225" y="1"/>
                    <a:pt x="224" y="2"/>
                    <a:pt x="224" y="2"/>
                  </a:cubicBezTo>
                  <a:cubicBezTo>
                    <a:pt x="220" y="12"/>
                    <a:pt x="216" y="21"/>
                    <a:pt x="214" y="31"/>
                  </a:cubicBezTo>
                  <a:cubicBezTo>
                    <a:pt x="206" y="57"/>
                    <a:pt x="187" y="52"/>
                    <a:pt x="167" y="45"/>
                  </a:cubicBezTo>
                  <a:cubicBezTo>
                    <a:pt x="148" y="35"/>
                    <a:pt x="128" y="29"/>
                    <a:pt x="108" y="27"/>
                  </a:cubicBezTo>
                  <a:cubicBezTo>
                    <a:pt x="107" y="27"/>
                    <a:pt x="105" y="28"/>
                    <a:pt x="104" y="28"/>
                  </a:cubicBezTo>
                  <a:cubicBezTo>
                    <a:pt x="103" y="29"/>
                    <a:pt x="103" y="30"/>
                    <a:pt x="102" y="31"/>
                  </a:cubicBezTo>
                  <a:cubicBezTo>
                    <a:pt x="101" y="32"/>
                    <a:pt x="101" y="34"/>
                    <a:pt x="101" y="35"/>
                  </a:cubicBezTo>
                  <a:cubicBezTo>
                    <a:pt x="101" y="37"/>
                    <a:pt x="101" y="37"/>
                    <a:pt x="102" y="38"/>
                  </a:cubicBezTo>
                  <a:cubicBezTo>
                    <a:pt x="102" y="39"/>
                    <a:pt x="102" y="39"/>
                    <a:pt x="102" y="39"/>
                  </a:cubicBezTo>
                  <a:cubicBezTo>
                    <a:pt x="109" y="50"/>
                    <a:pt x="174" y="134"/>
                    <a:pt x="158" y="146"/>
                  </a:cubicBezTo>
                  <a:cubicBezTo>
                    <a:pt x="141" y="158"/>
                    <a:pt x="110" y="142"/>
                    <a:pt x="94" y="138"/>
                  </a:cubicBezTo>
                  <a:cubicBezTo>
                    <a:pt x="73" y="133"/>
                    <a:pt x="52" y="125"/>
                    <a:pt x="32" y="113"/>
                  </a:cubicBezTo>
                  <a:cubicBezTo>
                    <a:pt x="23" y="108"/>
                    <a:pt x="14" y="102"/>
                    <a:pt x="6" y="95"/>
                  </a:cubicBezTo>
                  <a:cubicBezTo>
                    <a:pt x="5" y="95"/>
                    <a:pt x="5" y="95"/>
                    <a:pt x="4" y="95"/>
                  </a:cubicBezTo>
                  <a:cubicBezTo>
                    <a:pt x="3" y="95"/>
                    <a:pt x="3" y="95"/>
                    <a:pt x="2" y="95"/>
                  </a:cubicBezTo>
                  <a:cubicBezTo>
                    <a:pt x="1" y="95"/>
                    <a:pt x="1" y="96"/>
                    <a:pt x="1" y="96"/>
                  </a:cubicBezTo>
                  <a:cubicBezTo>
                    <a:pt x="0" y="97"/>
                    <a:pt x="0" y="98"/>
                    <a:pt x="0" y="98"/>
                  </a:cubicBezTo>
                  <a:cubicBezTo>
                    <a:pt x="0" y="99"/>
                    <a:pt x="0" y="100"/>
                    <a:pt x="1" y="100"/>
                  </a:cubicBezTo>
                  <a:lnTo>
                    <a:pt x="1" y="101"/>
                  </a:lnTo>
                  <a:cubicBezTo>
                    <a:pt x="15" y="117"/>
                    <a:pt x="31" y="131"/>
                    <a:pt x="49" y="141"/>
                  </a:cubicBezTo>
                  <a:cubicBezTo>
                    <a:pt x="52" y="143"/>
                    <a:pt x="56" y="145"/>
                    <a:pt x="59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2"/>
            <p:cNvSpPr/>
            <p:nvPr/>
          </p:nvSpPr>
          <p:spPr>
            <a:xfrm>
              <a:off x="7897320" y="3968280"/>
              <a:ext cx="70920" cy="42840"/>
            </a:xfrm>
            <a:custGeom>
              <a:avLst/>
              <a:gdLst/>
              <a:ahLst/>
              <a:cxnLst/>
              <a:rect l="l" t="t" r="r" b="b"/>
              <a:pathLst>
                <a:path w="197" h="119" extrusionOk="0">
                  <a:moveTo>
                    <a:pt x="121" y="85"/>
                  </a:moveTo>
                  <a:cubicBezTo>
                    <a:pt x="116" y="80"/>
                    <a:pt x="113" y="75"/>
                    <a:pt x="109" y="69"/>
                  </a:cubicBezTo>
                  <a:cubicBezTo>
                    <a:pt x="102" y="57"/>
                    <a:pt x="98" y="43"/>
                    <a:pt x="97" y="29"/>
                  </a:cubicBezTo>
                  <a:cubicBezTo>
                    <a:pt x="96" y="23"/>
                    <a:pt x="85" y="23"/>
                    <a:pt x="86" y="29"/>
                  </a:cubicBezTo>
                  <a:cubicBezTo>
                    <a:pt x="86" y="39"/>
                    <a:pt x="66" y="55"/>
                    <a:pt x="61" y="64"/>
                  </a:cubicBezTo>
                  <a:cubicBezTo>
                    <a:pt x="60" y="66"/>
                    <a:pt x="41" y="103"/>
                    <a:pt x="35" y="94"/>
                  </a:cubicBezTo>
                  <a:cubicBezTo>
                    <a:pt x="18" y="66"/>
                    <a:pt x="8" y="35"/>
                    <a:pt x="5" y="3"/>
                  </a:cubicBezTo>
                  <a:cubicBezTo>
                    <a:pt x="5" y="2"/>
                    <a:pt x="5" y="2"/>
                    <a:pt x="5" y="1"/>
                  </a:cubicBezTo>
                  <a:lnTo>
                    <a:pt x="4" y="0"/>
                  </a:lnTo>
                  <a:cubicBezTo>
                    <a:pt x="3" y="0"/>
                    <a:pt x="3" y="0"/>
                    <a:pt x="2" y="0"/>
                  </a:cubicBezTo>
                  <a:lnTo>
                    <a:pt x="1" y="0"/>
                  </a:ln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8"/>
                    <a:pt x="3" y="90"/>
                    <a:pt x="31" y="116"/>
                  </a:cubicBezTo>
                  <a:cubicBezTo>
                    <a:pt x="31" y="116"/>
                    <a:pt x="31" y="117"/>
                    <a:pt x="32" y="117"/>
                  </a:cubicBezTo>
                  <a:cubicBezTo>
                    <a:pt x="34" y="118"/>
                    <a:pt x="35" y="118"/>
                    <a:pt x="37" y="118"/>
                  </a:cubicBezTo>
                  <a:cubicBezTo>
                    <a:pt x="38" y="118"/>
                    <a:pt x="40" y="117"/>
                    <a:pt x="41" y="117"/>
                  </a:cubicBezTo>
                  <a:cubicBezTo>
                    <a:pt x="56" y="106"/>
                    <a:pt x="69" y="92"/>
                    <a:pt x="79" y="75"/>
                  </a:cubicBezTo>
                  <a:cubicBezTo>
                    <a:pt x="82" y="69"/>
                    <a:pt x="86" y="62"/>
                    <a:pt x="88" y="55"/>
                  </a:cubicBezTo>
                  <a:cubicBezTo>
                    <a:pt x="93" y="81"/>
                    <a:pt x="105" y="114"/>
                    <a:pt x="129" y="111"/>
                  </a:cubicBezTo>
                  <a:cubicBezTo>
                    <a:pt x="166" y="107"/>
                    <a:pt x="174" y="57"/>
                    <a:pt x="194" y="33"/>
                  </a:cubicBezTo>
                  <a:cubicBezTo>
                    <a:pt x="195" y="32"/>
                    <a:pt x="195" y="32"/>
                    <a:pt x="195" y="32"/>
                  </a:cubicBezTo>
                  <a:cubicBezTo>
                    <a:pt x="196" y="31"/>
                    <a:pt x="196" y="30"/>
                    <a:pt x="196" y="29"/>
                  </a:cubicBezTo>
                  <a:cubicBezTo>
                    <a:pt x="196" y="28"/>
                    <a:pt x="196" y="27"/>
                    <a:pt x="195" y="26"/>
                  </a:cubicBezTo>
                  <a:cubicBezTo>
                    <a:pt x="194" y="25"/>
                    <a:pt x="194" y="24"/>
                    <a:pt x="193" y="23"/>
                  </a:cubicBezTo>
                  <a:cubicBezTo>
                    <a:pt x="192" y="23"/>
                    <a:pt x="191" y="23"/>
                    <a:pt x="190" y="23"/>
                  </a:cubicBezTo>
                  <a:cubicBezTo>
                    <a:pt x="189" y="23"/>
                    <a:pt x="189" y="23"/>
                    <a:pt x="188" y="23"/>
                  </a:cubicBezTo>
                  <a:cubicBezTo>
                    <a:pt x="173" y="26"/>
                    <a:pt x="168" y="43"/>
                    <a:pt x="159" y="55"/>
                  </a:cubicBezTo>
                  <a:cubicBezTo>
                    <a:pt x="151" y="63"/>
                    <a:pt x="137" y="99"/>
                    <a:pt x="121" y="8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2"/>
            <p:cNvSpPr/>
            <p:nvPr/>
          </p:nvSpPr>
          <p:spPr>
            <a:xfrm>
              <a:off x="8030520" y="4199040"/>
              <a:ext cx="68760" cy="103320"/>
            </a:xfrm>
            <a:custGeom>
              <a:avLst/>
              <a:gdLst/>
              <a:ahLst/>
              <a:cxnLst/>
              <a:rect l="l" t="t" r="r" b="b"/>
              <a:pathLst>
                <a:path w="191" h="287" extrusionOk="0">
                  <a:moveTo>
                    <a:pt x="156" y="168"/>
                  </a:moveTo>
                  <a:cubicBezTo>
                    <a:pt x="165" y="170"/>
                    <a:pt x="170" y="174"/>
                    <a:pt x="176" y="176"/>
                  </a:cubicBezTo>
                  <a:cubicBezTo>
                    <a:pt x="176" y="183"/>
                    <a:pt x="188" y="187"/>
                    <a:pt x="189" y="178"/>
                  </a:cubicBezTo>
                  <a:lnTo>
                    <a:pt x="189" y="176"/>
                  </a:lnTo>
                  <a:lnTo>
                    <a:pt x="190" y="175"/>
                  </a:lnTo>
                  <a:lnTo>
                    <a:pt x="190" y="174"/>
                  </a:lnTo>
                  <a:cubicBezTo>
                    <a:pt x="190" y="173"/>
                    <a:pt x="190" y="172"/>
                    <a:pt x="190" y="172"/>
                  </a:cubicBezTo>
                  <a:cubicBezTo>
                    <a:pt x="189" y="171"/>
                    <a:pt x="189" y="171"/>
                    <a:pt x="189" y="171"/>
                  </a:cubicBezTo>
                  <a:cubicBezTo>
                    <a:pt x="189" y="163"/>
                    <a:pt x="190" y="155"/>
                    <a:pt x="190" y="147"/>
                  </a:cubicBezTo>
                  <a:cubicBezTo>
                    <a:pt x="190" y="116"/>
                    <a:pt x="183" y="85"/>
                    <a:pt x="169" y="57"/>
                  </a:cubicBezTo>
                  <a:cubicBezTo>
                    <a:pt x="159" y="39"/>
                    <a:pt x="131" y="5"/>
                    <a:pt x="110" y="0"/>
                  </a:cubicBezTo>
                  <a:lnTo>
                    <a:pt x="109" y="0"/>
                  </a:lnTo>
                  <a:lnTo>
                    <a:pt x="108" y="0"/>
                  </a:lnTo>
                  <a:lnTo>
                    <a:pt x="108" y="1"/>
                  </a:lnTo>
                  <a:lnTo>
                    <a:pt x="107" y="1"/>
                  </a:lnTo>
                  <a:cubicBezTo>
                    <a:pt x="107" y="2"/>
                    <a:pt x="108" y="2"/>
                    <a:pt x="108" y="2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28" y="11"/>
                    <a:pt x="128" y="34"/>
                    <a:pt x="144" y="45"/>
                  </a:cubicBezTo>
                  <a:cubicBezTo>
                    <a:pt x="182" y="72"/>
                    <a:pt x="177" y="123"/>
                    <a:pt x="177" y="165"/>
                  </a:cubicBezTo>
                  <a:cubicBezTo>
                    <a:pt x="171" y="162"/>
                    <a:pt x="165" y="159"/>
                    <a:pt x="159" y="156"/>
                  </a:cubicBezTo>
                  <a:cubicBezTo>
                    <a:pt x="146" y="152"/>
                    <a:pt x="133" y="148"/>
                    <a:pt x="120" y="146"/>
                  </a:cubicBezTo>
                  <a:cubicBezTo>
                    <a:pt x="112" y="144"/>
                    <a:pt x="105" y="143"/>
                    <a:pt x="99" y="141"/>
                  </a:cubicBezTo>
                  <a:cubicBezTo>
                    <a:pt x="94" y="132"/>
                    <a:pt x="89" y="122"/>
                    <a:pt x="84" y="113"/>
                  </a:cubicBezTo>
                  <a:cubicBezTo>
                    <a:pt x="78" y="102"/>
                    <a:pt x="71" y="92"/>
                    <a:pt x="64" y="82"/>
                  </a:cubicBezTo>
                  <a:lnTo>
                    <a:pt x="63" y="81"/>
                  </a:lnTo>
                  <a:cubicBezTo>
                    <a:pt x="62" y="80"/>
                    <a:pt x="62" y="81"/>
                    <a:pt x="61" y="81"/>
                  </a:cubicBezTo>
                  <a:cubicBezTo>
                    <a:pt x="60" y="81"/>
                    <a:pt x="60" y="80"/>
                    <a:pt x="59" y="81"/>
                  </a:cubicBezTo>
                  <a:cubicBezTo>
                    <a:pt x="58" y="82"/>
                    <a:pt x="58" y="82"/>
                    <a:pt x="58" y="83"/>
                  </a:cubicBezTo>
                  <a:lnTo>
                    <a:pt x="58" y="84"/>
                  </a:lnTo>
                  <a:cubicBezTo>
                    <a:pt x="58" y="85"/>
                    <a:pt x="58" y="86"/>
                    <a:pt x="58" y="86"/>
                  </a:cubicBezTo>
                  <a:cubicBezTo>
                    <a:pt x="66" y="101"/>
                    <a:pt x="73" y="117"/>
                    <a:pt x="78" y="134"/>
                  </a:cubicBezTo>
                  <a:cubicBezTo>
                    <a:pt x="70" y="130"/>
                    <a:pt x="65" y="122"/>
                    <a:pt x="56" y="118"/>
                  </a:cubicBezTo>
                  <a:cubicBezTo>
                    <a:pt x="55" y="118"/>
                    <a:pt x="54" y="119"/>
                    <a:pt x="55" y="120"/>
                  </a:cubicBezTo>
                  <a:cubicBezTo>
                    <a:pt x="65" y="127"/>
                    <a:pt x="70" y="139"/>
                    <a:pt x="81" y="144"/>
                  </a:cubicBezTo>
                  <a:cubicBezTo>
                    <a:pt x="85" y="157"/>
                    <a:pt x="89" y="169"/>
                    <a:pt x="93" y="180"/>
                  </a:cubicBezTo>
                  <a:cubicBezTo>
                    <a:pt x="100" y="203"/>
                    <a:pt x="105" y="227"/>
                    <a:pt x="108" y="252"/>
                  </a:cubicBezTo>
                  <a:cubicBezTo>
                    <a:pt x="91" y="250"/>
                    <a:pt x="75" y="246"/>
                    <a:pt x="60" y="240"/>
                  </a:cubicBezTo>
                  <a:cubicBezTo>
                    <a:pt x="56" y="239"/>
                    <a:pt x="53" y="237"/>
                    <a:pt x="49" y="235"/>
                  </a:cubicBezTo>
                  <a:cubicBezTo>
                    <a:pt x="35" y="226"/>
                    <a:pt x="21" y="216"/>
                    <a:pt x="9" y="204"/>
                  </a:cubicBezTo>
                  <a:cubicBezTo>
                    <a:pt x="5" y="201"/>
                    <a:pt x="0" y="207"/>
                    <a:pt x="3" y="210"/>
                  </a:cubicBezTo>
                  <a:cubicBezTo>
                    <a:pt x="14" y="224"/>
                    <a:pt x="26" y="237"/>
                    <a:pt x="39" y="249"/>
                  </a:cubicBezTo>
                  <a:cubicBezTo>
                    <a:pt x="41" y="250"/>
                    <a:pt x="42" y="251"/>
                    <a:pt x="44" y="251"/>
                  </a:cubicBezTo>
                  <a:cubicBezTo>
                    <a:pt x="63" y="262"/>
                    <a:pt x="84" y="269"/>
                    <a:pt x="106" y="271"/>
                  </a:cubicBezTo>
                  <a:cubicBezTo>
                    <a:pt x="106" y="271"/>
                    <a:pt x="107" y="271"/>
                    <a:pt x="107" y="272"/>
                  </a:cubicBezTo>
                  <a:cubicBezTo>
                    <a:pt x="107" y="273"/>
                    <a:pt x="108" y="274"/>
                    <a:pt x="110" y="275"/>
                  </a:cubicBezTo>
                  <a:cubicBezTo>
                    <a:pt x="111" y="275"/>
                    <a:pt x="112" y="276"/>
                    <a:pt x="113" y="276"/>
                  </a:cubicBezTo>
                  <a:cubicBezTo>
                    <a:pt x="113" y="278"/>
                    <a:pt x="114" y="280"/>
                    <a:pt x="115" y="283"/>
                  </a:cubicBezTo>
                  <a:cubicBezTo>
                    <a:pt x="115" y="283"/>
                    <a:pt x="115" y="282"/>
                    <a:pt x="116" y="283"/>
                  </a:cubicBezTo>
                  <a:cubicBezTo>
                    <a:pt x="117" y="284"/>
                    <a:pt x="117" y="285"/>
                    <a:pt x="117" y="285"/>
                  </a:cubicBezTo>
                  <a:cubicBezTo>
                    <a:pt x="118" y="285"/>
                    <a:pt x="119" y="286"/>
                    <a:pt x="120" y="286"/>
                  </a:cubicBezTo>
                  <a:cubicBezTo>
                    <a:pt x="120" y="286"/>
                    <a:pt x="121" y="285"/>
                    <a:pt x="122" y="285"/>
                  </a:cubicBezTo>
                  <a:cubicBezTo>
                    <a:pt x="123" y="285"/>
                    <a:pt x="123" y="284"/>
                    <a:pt x="124" y="283"/>
                  </a:cubicBezTo>
                  <a:cubicBezTo>
                    <a:pt x="135" y="246"/>
                    <a:pt x="123" y="197"/>
                    <a:pt x="104" y="153"/>
                  </a:cubicBezTo>
                  <a:lnTo>
                    <a:pt x="108" y="155"/>
                  </a:lnTo>
                  <a:cubicBezTo>
                    <a:pt x="124" y="159"/>
                    <a:pt x="140" y="163"/>
                    <a:pt x="156" y="1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2"/>
            <p:cNvSpPr/>
            <p:nvPr/>
          </p:nvSpPr>
          <p:spPr>
            <a:xfrm>
              <a:off x="8120160" y="4223520"/>
              <a:ext cx="60840" cy="73440"/>
            </a:xfrm>
            <a:custGeom>
              <a:avLst/>
              <a:gdLst/>
              <a:ahLst/>
              <a:cxnLst/>
              <a:rect l="l" t="t" r="r" b="b"/>
              <a:pathLst>
                <a:path w="169" h="204" extrusionOk="0">
                  <a:moveTo>
                    <a:pt x="113" y="169"/>
                  </a:moveTo>
                  <a:cubicBezTo>
                    <a:pt x="80" y="167"/>
                    <a:pt x="39" y="143"/>
                    <a:pt x="10" y="127"/>
                  </a:cubicBezTo>
                  <a:cubicBezTo>
                    <a:pt x="5" y="125"/>
                    <a:pt x="0" y="131"/>
                    <a:pt x="4" y="135"/>
                  </a:cubicBezTo>
                  <a:cubicBezTo>
                    <a:pt x="34" y="159"/>
                    <a:pt x="71" y="185"/>
                    <a:pt x="110" y="188"/>
                  </a:cubicBezTo>
                  <a:cubicBezTo>
                    <a:pt x="123" y="190"/>
                    <a:pt x="158" y="203"/>
                    <a:pt x="167" y="185"/>
                  </a:cubicBezTo>
                  <a:cubicBezTo>
                    <a:pt x="167" y="182"/>
                    <a:pt x="168" y="180"/>
                    <a:pt x="168" y="177"/>
                  </a:cubicBezTo>
                  <a:cubicBezTo>
                    <a:pt x="168" y="172"/>
                    <a:pt x="166" y="167"/>
                    <a:pt x="164" y="163"/>
                  </a:cubicBezTo>
                  <a:cubicBezTo>
                    <a:pt x="164" y="162"/>
                    <a:pt x="163" y="162"/>
                    <a:pt x="163" y="162"/>
                  </a:cubicBezTo>
                  <a:cubicBezTo>
                    <a:pt x="155" y="141"/>
                    <a:pt x="139" y="123"/>
                    <a:pt x="130" y="102"/>
                  </a:cubicBezTo>
                  <a:cubicBezTo>
                    <a:pt x="126" y="92"/>
                    <a:pt x="122" y="83"/>
                    <a:pt x="116" y="74"/>
                  </a:cubicBezTo>
                  <a:cubicBezTo>
                    <a:pt x="101" y="46"/>
                    <a:pt x="77" y="21"/>
                    <a:pt x="49" y="3"/>
                  </a:cubicBezTo>
                  <a:cubicBezTo>
                    <a:pt x="44" y="0"/>
                    <a:pt x="39" y="7"/>
                    <a:pt x="42" y="12"/>
                  </a:cubicBezTo>
                  <a:cubicBezTo>
                    <a:pt x="54" y="31"/>
                    <a:pt x="69" y="48"/>
                    <a:pt x="84" y="64"/>
                  </a:cubicBezTo>
                  <a:cubicBezTo>
                    <a:pt x="90" y="73"/>
                    <a:pt x="95" y="81"/>
                    <a:pt x="100" y="90"/>
                  </a:cubicBezTo>
                  <a:cubicBezTo>
                    <a:pt x="110" y="106"/>
                    <a:pt x="118" y="123"/>
                    <a:pt x="125" y="140"/>
                  </a:cubicBezTo>
                  <a:cubicBezTo>
                    <a:pt x="130" y="148"/>
                    <a:pt x="134" y="155"/>
                    <a:pt x="140" y="162"/>
                  </a:cubicBezTo>
                  <a:cubicBezTo>
                    <a:pt x="154" y="182"/>
                    <a:pt x="125" y="169"/>
                    <a:pt x="113" y="1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2"/>
            <p:cNvSpPr/>
            <p:nvPr/>
          </p:nvSpPr>
          <p:spPr>
            <a:xfrm>
              <a:off x="8103600" y="4312080"/>
              <a:ext cx="103680" cy="94680"/>
            </a:xfrm>
            <a:custGeom>
              <a:avLst/>
              <a:gdLst/>
              <a:ahLst/>
              <a:cxnLst/>
              <a:rect l="l" t="t" r="r" b="b"/>
              <a:pathLst>
                <a:path w="288" h="263" extrusionOk="0">
                  <a:moveTo>
                    <a:pt x="213" y="253"/>
                  </a:moveTo>
                  <a:cubicBezTo>
                    <a:pt x="230" y="227"/>
                    <a:pt x="206" y="174"/>
                    <a:pt x="189" y="154"/>
                  </a:cubicBezTo>
                  <a:cubicBezTo>
                    <a:pt x="184" y="148"/>
                    <a:pt x="179" y="143"/>
                    <a:pt x="173" y="137"/>
                  </a:cubicBezTo>
                  <a:cubicBezTo>
                    <a:pt x="196" y="144"/>
                    <a:pt x="219" y="150"/>
                    <a:pt x="242" y="155"/>
                  </a:cubicBezTo>
                  <a:cubicBezTo>
                    <a:pt x="256" y="158"/>
                    <a:pt x="277" y="155"/>
                    <a:pt x="280" y="138"/>
                  </a:cubicBezTo>
                  <a:cubicBezTo>
                    <a:pt x="287" y="92"/>
                    <a:pt x="245" y="51"/>
                    <a:pt x="208" y="33"/>
                  </a:cubicBezTo>
                  <a:cubicBezTo>
                    <a:pt x="204" y="31"/>
                    <a:pt x="201" y="36"/>
                    <a:pt x="203" y="39"/>
                  </a:cubicBezTo>
                  <a:cubicBezTo>
                    <a:pt x="214" y="55"/>
                    <a:pt x="228" y="70"/>
                    <a:pt x="243" y="83"/>
                  </a:cubicBezTo>
                  <a:cubicBezTo>
                    <a:pt x="247" y="89"/>
                    <a:pt x="272" y="129"/>
                    <a:pt x="259" y="137"/>
                  </a:cubicBezTo>
                  <a:cubicBezTo>
                    <a:pt x="249" y="143"/>
                    <a:pt x="227" y="133"/>
                    <a:pt x="217" y="130"/>
                  </a:cubicBezTo>
                  <a:cubicBezTo>
                    <a:pt x="205" y="127"/>
                    <a:pt x="193" y="125"/>
                    <a:pt x="180" y="125"/>
                  </a:cubicBezTo>
                  <a:cubicBezTo>
                    <a:pt x="175" y="125"/>
                    <a:pt x="170" y="125"/>
                    <a:pt x="165" y="126"/>
                  </a:cubicBezTo>
                  <a:cubicBezTo>
                    <a:pt x="164" y="126"/>
                    <a:pt x="164" y="126"/>
                    <a:pt x="164" y="126"/>
                  </a:cubicBezTo>
                  <a:cubicBezTo>
                    <a:pt x="163" y="126"/>
                    <a:pt x="163" y="126"/>
                    <a:pt x="163" y="127"/>
                  </a:cubicBezTo>
                  <a:cubicBezTo>
                    <a:pt x="120" y="83"/>
                    <a:pt x="74" y="42"/>
                    <a:pt x="25" y="4"/>
                  </a:cubicBezTo>
                  <a:cubicBezTo>
                    <a:pt x="21" y="0"/>
                    <a:pt x="17" y="7"/>
                    <a:pt x="20" y="10"/>
                  </a:cubicBezTo>
                  <a:cubicBezTo>
                    <a:pt x="42" y="43"/>
                    <a:pt x="69" y="72"/>
                    <a:pt x="101" y="95"/>
                  </a:cubicBezTo>
                  <a:cubicBezTo>
                    <a:pt x="124" y="114"/>
                    <a:pt x="145" y="135"/>
                    <a:pt x="165" y="157"/>
                  </a:cubicBezTo>
                  <a:cubicBezTo>
                    <a:pt x="175" y="168"/>
                    <a:pt x="221" y="261"/>
                    <a:pt x="179" y="237"/>
                  </a:cubicBezTo>
                  <a:cubicBezTo>
                    <a:pt x="161" y="226"/>
                    <a:pt x="140" y="220"/>
                    <a:pt x="119" y="217"/>
                  </a:cubicBezTo>
                  <a:cubicBezTo>
                    <a:pt x="75" y="211"/>
                    <a:pt x="48" y="178"/>
                    <a:pt x="10" y="163"/>
                  </a:cubicBezTo>
                  <a:cubicBezTo>
                    <a:pt x="3" y="160"/>
                    <a:pt x="0" y="170"/>
                    <a:pt x="5" y="174"/>
                  </a:cubicBezTo>
                  <a:cubicBezTo>
                    <a:pt x="35" y="196"/>
                    <a:pt x="66" y="229"/>
                    <a:pt x="105" y="234"/>
                  </a:cubicBezTo>
                  <a:cubicBezTo>
                    <a:pt x="134" y="240"/>
                    <a:pt x="163" y="248"/>
                    <a:pt x="191" y="261"/>
                  </a:cubicBezTo>
                  <a:cubicBezTo>
                    <a:pt x="193" y="261"/>
                    <a:pt x="195" y="262"/>
                    <a:pt x="198" y="262"/>
                  </a:cubicBezTo>
                  <a:cubicBezTo>
                    <a:pt x="201" y="262"/>
                    <a:pt x="204" y="262"/>
                    <a:pt x="206" y="260"/>
                  </a:cubicBezTo>
                  <a:cubicBezTo>
                    <a:pt x="209" y="259"/>
                    <a:pt x="211" y="256"/>
                    <a:pt x="213" y="25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2"/>
            <p:cNvSpPr/>
            <p:nvPr/>
          </p:nvSpPr>
          <p:spPr>
            <a:xfrm>
              <a:off x="8264520" y="4294080"/>
              <a:ext cx="346680" cy="160560"/>
            </a:xfrm>
            <a:custGeom>
              <a:avLst/>
              <a:gdLst/>
              <a:ahLst/>
              <a:cxnLst/>
              <a:rect l="l" t="t" r="r" b="b"/>
              <a:pathLst>
                <a:path w="963" h="446" extrusionOk="0">
                  <a:moveTo>
                    <a:pt x="142" y="184"/>
                  </a:moveTo>
                  <a:cubicBezTo>
                    <a:pt x="196" y="230"/>
                    <a:pt x="255" y="270"/>
                    <a:pt x="316" y="305"/>
                  </a:cubicBezTo>
                  <a:cubicBezTo>
                    <a:pt x="341" y="319"/>
                    <a:pt x="364" y="332"/>
                    <a:pt x="389" y="345"/>
                  </a:cubicBezTo>
                  <a:cubicBezTo>
                    <a:pt x="469" y="386"/>
                    <a:pt x="557" y="408"/>
                    <a:pt x="647" y="409"/>
                  </a:cubicBezTo>
                  <a:cubicBezTo>
                    <a:pt x="705" y="411"/>
                    <a:pt x="826" y="445"/>
                    <a:pt x="872" y="393"/>
                  </a:cubicBezTo>
                  <a:cubicBezTo>
                    <a:pt x="873" y="393"/>
                    <a:pt x="873" y="393"/>
                    <a:pt x="873" y="392"/>
                  </a:cubicBezTo>
                  <a:lnTo>
                    <a:pt x="872" y="391"/>
                  </a:lnTo>
                  <a:cubicBezTo>
                    <a:pt x="884" y="393"/>
                    <a:pt x="895" y="395"/>
                    <a:pt x="906" y="396"/>
                  </a:cubicBezTo>
                  <a:cubicBezTo>
                    <a:pt x="930" y="397"/>
                    <a:pt x="961" y="396"/>
                    <a:pt x="962" y="366"/>
                  </a:cubicBezTo>
                  <a:cubicBezTo>
                    <a:pt x="962" y="361"/>
                    <a:pt x="956" y="360"/>
                    <a:pt x="953" y="363"/>
                  </a:cubicBezTo>
                  <a:cubicBezTo>
                    <a:pt x="924" y="395"/>
                    <a:pt x="852" y="376"/>
                    <a:pt x="817" y="363"/>
                  </a:cubicBezTo>
                  <a:cubicBezTo>
                    <a:pt x="802" y="357"/>
                    <a:pt x="786" y="354"/>
                    <a:pt x="770" y="354"/>
                  </a:cubicBezTo>
                  <a:cubicBezTo>
                    <a:pt x="769" y="354"/>
                    <a:pt x="768" y="354"/>
                    <a:pt x="768" y="354"/>
                  </a:cubicBezTo>
                  <a:cubicBezTo>
                    <a:pt x="744" y="351"/>
                    <a:pt x="721" y="345"/>
                    <a:pt x="698" y="337"/>
                  </a:cubicBezTo>
                  <a:cubicBezTo>
                    <a:pt x="607" y="316"/>
                    <a:pt x="502" y="304"/>
                    <a:pt x="423" y="248"/>
                  </a:cubicBezTo>
                  <a:cubicBezTo>
                    <a:pt x="421" y="246"/>
                    <a:pt x="419" y="249"/>
                    <a:pt x="421" y="251"/>
                  </a:cubicBezTo>
                  <a:cubicBezTo>
                    <a:pt x="473" y="293"/>
                    <a:pt x="532" y="306"/>
                    <a:pt x="592" y="330"/>
                  </a:cubicBezTo>
                  <a:cubicBezTo>
                    <a:pt x="618" y="338"/>
                    <a:pt x="644" y="344"/>
                    <a:pt x="671" y="346"/>
                  </a:cubicBezTo>
                  <a:cubicBezTo>
                    <a:pt x="699" y="350"/>
                    <a:pt x="729" y="367"/>
                    <a:pt x="756" y="369"/>
                  </a:cubicBezTo>
                  <a:cubicBezTo>
                    <a:pt x="792" y="374"/>
                    <a:pt x="828" y="382"/>
                    <a:pt x="863" y="391"/>
                  </a:cubicBezTo>
                  <a:cubicBezTo>
                    <a:pt x="827" y="410"/>
                    <a:pt x="772" y="407"/>
                    <a:pt x="733" y="401"/>
                  </a:cubicBezTo>
                  <a:cubicBezTo>
                    <a:pt x="694" y="395"/>
                    <a:pt x="653" y="396"/>
                    <a:pt x="613" y="393"/>
                  </a:cubicBezTo>
                  <a:cubicBezTo>
                    <a:pt x="531" y="389"/>
                    <a:pt x="453" y="366"/>
                    <a:pt x="381" y="325"/>
                  </a:cubicBezTo>
                  <a:cubicBezTo>
                    <a:pt x="373" y="320"/>
                    <a:pt x="363" y="314"/>
                    <a:pt x="354" y="308"/>
                  </a:cubicBezTo>
                  <a:cubicBezTo>
                    <a:pt x="271" y="251"/>
                    <a:pt x="175" y="213"/>
                    <a:pt x="112" y="131"/>
                  </a:cubicBezTo>
                  <a:cubicBezTo>
                    <a:pt x="89" y="101"/>
                    <a:pt x="66" y="72"/>
                    <a:pt x="42" y="42"/>
                  </a:cubicBezTo>
                  <a:cubicBezTo>
                    <a:pt x="31" y="28"/>
                    <a:pt x="23" y="7"/>
                    <a:pt x="5" y="1"/>
                  </a:cubicBezTo>
                  <a:cubicBezTo>
                    <a:pt x="2" y="0"/>
                    <a:pt x="0" y="4"/>
                    <a:pt x="3" y="6"/>
                  </a:cubicBezTo>
                  <a:cubicBezTo>
                    <a:pt x="18" y="12"/>
                    <a:pt x="17" y="25"/>
                    <a:pt x="25" y="36"/>
                  </a:cubicBezTo>
                  <a:cubicBezTo>
                    <a:pt x="42" y="56"/>
                    <a:pt x="57" y="77"/>
                    <a:pt x="71" y="98"/>
                  </a:cubicBezTo>
                  <a:cubicBezTo>
                    <a:pt x="91" y="130"/>
                    <a:pt x="114" y="159"/>
                    <a:pt x="142" y="1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2"/>
            <p:cNvSpPr/>
            <p:nvPr/>
          </p:nvSpPr>
          <p:spPr>
            <a:xfrm>
              <a:off x="8479800" y="4352400"/>
              <a:ext cx="171000" cy="69840"/>
            </a:xfrm>
            <a:custGeom>
              <a:avLst/>
              <a:gdLst/>
              <a:ahLst/>
              <a:cxnLst/>
              <a:rect l="l" t="t" r="r" b="b"/>
              <a:pathLst>
                <a:path w="475" h="194" extrusionOk="0">
                  <a:moveTo>
                    <a:pt x="473" y="114"/>
                  </a:moveTo>
                  <a:cubicBezTo>
                    <a:pt x="474" y="113"/>
                    <a:pt x="474" y="112"/>
                    <a:pt x="474" y="111"/>
                  </a:cubicBezTo>
                  <a:cubicBezTo>
                    <a:pt x="474" y="110"/>
                    <a:pt x="474" y="109"/>
                    <a:pt x="473" y="108"/>
                  </a:cubicBezTo>
                  <a:cubicBezTo>
                    <a:pt x="473" y="108"/>
                    <a:pt x="472" y="107"/>
                    <a:pt x="471" y="106"/>
                  </a:cubicBezTo>
                  <a:cubicBezTo>
                    <a:pt x="470" y="105"/>
                    <a:pt x="469" y="106"/>
                    <a:pt x="468" y="106"/>
                  </a:cubicBezTo>
                  <a:lnTo>
                    <a:pt x="467" y="106"/>
                  </a:lnTo>
                  <a:cubicBezTo>
                    <a:pt x="456" y="108"/>
                    <a:pt x="435" y="115"/>
                    <a:pt x="425" y="116"/>
                  </a:cubicBezTo>
                  <a:cubicBezTo>
                    <a:pt x="425" y="116"/>
                    <a:pt x="424" y="116"/>
                    <a:pt x="423" y="116"/>
                  </a:cubicBezTo>
                  <a:cubicBezTo>
                    <a:pt x="420" y="116"/>
                    <a:pt x="417" y="116"/>
                    <a:pt x="414" y="115"/>
                  </a:cubicBezTo>
                  <a:cubicBezTo>
                    <a:pt x="414" y="114"/>
                    <a:pt x="414" y="114"/>
                    <a:pt x="414" y="114"/>
                  </a:cubicBezTo>
                  <a:cubicBezTo>
                    <a:pt x="413" y="113"/>
                    <a:pt x="413" y="113"/>
                    <a:pt x="412" y="112"/>
                  </a:cubicBezTo>
                  <a:cubicBezTo>
                    <a:pt x="411" y="111"/>
                    <a:pt x="411" y="111"/>
                    <a:pt x="410" y="111"/>
                  </a:cubicBezTo>
                  <a:cubicBezTo>
                    <a:pt x="409" y="111"/>
                    <a:pt x="408" y="112"/>
                    <a:pt x="407" y="112"/>
                  </a:cubicBezTo>
                  <a:lnTo>
                    <a:pt x="406" y="111"/>
                  </a:lnTo>
                  <a:cubicBezTo>
                    <a:pt x="402" y="109"/>
                    <a:pt x="398" y="107"/>
                    <a:pt x="394" y="106"/>
                  </a:cubicBezTo>
                  <a:cubicBezTo>
                    <a:pt x="379" y="101"/>
                    <a:pt x="365" y="94"/>
                    <a:pt x="351" y="87"/>
                  </a:cubicBezTo>
                  <a:cubicBezTo>
                    <a:pt x="341" y="81"/>
                    <a:pt x="331" y="74"/>
                    <a:pt x="322" y="66"/>
                  </a:cubicBezTo>
                  <a:cubicBezTo>
                    <a:pt x="319" y="65"/>
                    <a:pt x="316" y="63"/>
                    <a:pt x="313" y="61"/>
                  </a:cubicBezTo>
                  <a:cubicBezTo>
                    <a:pt x="298" y="52"/>
                    <a:pt x="282" y="45"/>
                    <a:pt x="266" y="40"/>
                  </a:cubicBezTo>
                  <a:cubicBezTo>
                    <a:pt x="244" y="30"/>
                    <a:pt x="222" y="19"/>
                    <a:pt x="202" y="7"/>
                  </a:cubicBezTo>
                  <a:cubicBezTo>
                    <a:pt x="198" y="5"/>
                    <a:pt x="194" y="3"/>
                    <a:pt x="190" y="1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89" y="0"/>
                    <a:pt x="189" y="0"/>
                    <a:pt x="188" y="0"/>
                  </a:cubicBezTo>
                  <a:lnTo>
                    <a:pt x="187" y="0"/>
                  </a:lnTo>
                  <a:cubicBezTo>
                    <a:pt x="186" y="1"/>
                    <a:pt x="186" y="1"/>
                    <a:pt x="186" y="1"/>
                  </a:cubicBezTo>
                  <a:cubicBezTo>
                    <a:pt x="185" y="2"/>
                    <a:pt x="185" y="2"/>
                    <a:pt x="185" y="3"/>
                  </a:cubicBezTo>
                  <a:cubicBezTo>
                    <a:pt x="185" y="4"/>
                    <a:pt x="185" y="4"/>
                    <a:pt x="186" y="5"/>
                  </a:cubicBezTo>
                  <a:lnTo>
                    <a:pt x="187" y="5"/>
                  </a:lnTo>
                  <a:cubicBezTo>
                    <a:pt x="241" y="47"/>
                    <a:pt x="308" y="73"/>
                    <a:pt x="362" y="115"/>
                  </a:cubicBezTo>
                  <a:cubicBezTo>
                    <a:pt x="366" y="118"/>
                    <a:pt x="370" y="121"/>
                    <a:pt x="374" y="123"/>
                  </a:cubicBezTo>
                  <a:cubicBezTo>
                    <a:pt x="382" y="127"/>
                    <a:pt x="390" y="131"/>
                    <a:pt x="398" y="133"/>
                  </a:cubicBezTo>
                  <a:cubicBezTo>
                    <a:pt x="397" y="140"/>
                    <a:pt x="395" y="147"/>
                    <a:pt x="392" y="153"/>
                  </a:cubicBezTo>
                  <a:cubicBezTo>
                    <a:pt x="379" y="189"/>
                    <a:pt x="294" y="142"/>
                    <a:pt x="283" y="137"/>
                  </a:cubicBezTo>
                  <a:cubicBezTo>
                    <a:pt x="255" y="124"/>
                    <a:pt x="224" y="117"/>
                    <a:pt x="196" y="105"/>
                  </a:cubicBezTo>
                  <a:cubicBezTo>
                    <a:pt x="133" y="79"/>
                    <a:pt x="60" y="58"/>
                    <a:pt x="2" y="22"/>
                  </a:cubicBezTo>
                  <a:cubicBezTo>
                    <a:pt x="1" y="22"/>
                    <a:pt x="0" y="23"/>
                    <a:pt x="1" y="23"/>
                  </a:cubicBezTo>
                  <a:cubicBezTo>
                    <a:pt x="78" y="79"/>
                    <a:pt x="176" y="108"/>
                    <a:pt x="263" y="145"/>
                  </a:cubicBezTo>
                  <a:cubicBezTo>
                    <a:pt x="304" y="162"/>
                    <a:pt x="346" y="193"/>
                    <a:pt x="392" y="181"/>
                  </a:cubicBezTo>
                  <a:cubicBezTo>
                    <a:pt x="409" y="176"/>
                    <a:pt x="415" y="156"/>
                    <a:pt x="416" y="137"/>
                  </a:cubicBezTo>
                  <a:cubicBezTo>
                    <a:pt x="420" y="138"/>
                    <a:pt x="424" y="139"/>
                    <a:pt x="428" y="139"/>
                  </a:cubicBezTo>
                  <a:cubicBezTo>
                    <a:pt x="437" y="139"/>
                    <a:pt x="447" y="136"/>
                    <a:pt x="455" y="131"/>
                  </a:cubicBezTo>
                  <a:cubicBezTo>
                    <a:pt x="462" y="127"/>
                    <a:pt x="468" y="121"/>
                    <a:pt x="473" y="1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2"/>
            <p:cNvSpPr/>
            <p:nvPr/>
          </p:nvSpPr>
          <p:spPr>
            <a:xfrm>
              <a:off x="8582760" y="4275720"/>
              <a:ext cx="153720" cy="119880"/>
            </a:xfrm>
            <a:custGeom>
              <a:avLst/>
              <a:gdLst/>
              <a:ahLst/>
              <a:cxnLst/>
              <a:rect l="l" t="t" r="r" b="b"/>
              <a:pathLst>
                <a:path w="427" h="333" extrusionOk="0">
                  <a:moveTo>
                    <a:pt x="159" y="262"/>
                  </a:moveTo>
                  <a:cubicBezTo>
                    <a:pt x="139" y="244"/>
                    <a:pt x="119" y="226"/>
                    <a:pt x="101" y="206"/>
                  </a:cubicBezTo>
                  <a:cubicBezTo>
                    <a:pt x="72" y="177"/>
                    <a:pt x="39" y="153"/>
                    <a:pt x="8" y="125"/>
                  </a:cubicBezTo>
                  <a:cubicBezTo>
                    <a:pt x="5" y="123"/>
                    <a:pt x="0" y="127"/>
                    <a:pt x="3" y="130"/>
                  </a:cubicBezTo>
                  <a:cubicBezTo>
                    <a:pt x="48" y="176"/>
                    <a:pt x="90" y="223"/>
                    <a:pt x="138" y="267"/>
                  </a:cubicBezTo>
                  <a:cubicBezTo>
                    <a:pt x="186" y="310"/>
                    <a:pt x="238" y="332"/>
                    <a:pt x="284" y="272"/>
                  </a:cubicBezTo>
                  <a:cubicBezTo>
                    <a:pt x="284" y="272"/>
                    <a:pt x="285" y="272"/>
                    <a:pt x="285" y="271"/>
                  </a:cubicBezTo>
                  <a:cubicBezTo>
                    <a:pt x="285" y="271"/>
                    <a:pt x="286" y="270"/>
                    <a:pt x="286" y="269"/>
                  </a:cubicBezTo>
                  <a:cubicBezTo>
                    <a:pt x="340" y="294"/>
                    <a:pt x="426" y="277"/>
                    <a:pt x="405" y="204"/>
                  </a:cubicBezTo>
                  <a:cubicBezTo>
                    <a:pt x="403" y="198"/>
                    <a:pt x="395" y="200"/>
                    <a:pt x="393" y="204"/>
                  </a:cubicBezTo>
                  <a:cubicBezTo>
                    <a:pt x="386" y="217"/>
                    <a:pt x="380" y="229"/>
                    <a:pt x="373" y="241"/>
                  </a:cubicBezTo>
                  <a:cubicBezTo>
                    <a:pt x="353" y="274"/>
                    <a:pt x="284" y="241"/>
                    <a:pt x="273" y="230"/>
                  </a:cubicBezTo>
                  <a:cubicBezTo>
                    <a:pt x="245" y="200"/>
                    <a:pt x="223" y="159"/>
                    <a:pt x="196" y="126"/>
                  </a:cubicBezTo>
                  <a:cubicBezTo>
                    <a:pt x="182" y="109"/>
                    <a:pt x="175" y="88"/>
                    <a:pt x="160" y="72"/>
                  </a:cubicBezTo>
                  <a:cubicBezTo>
                    <a:pt x="139" y="48"/>
                    <a:pt x="118" y="23"/>
                    <a:pt x="95" y="0"/>
                  </a:cubicBezTo>
                  <a:lnTo>
                    <a:pt x="94" y="0"/>
                  </a:lnTo>
                  <a:cubicBezTo>
                    <a:pt x="156" y="75"/>
                    <a:pt x="197" y="167"/>
                    <a:pt x="255" y="244"/>
                  </a:cubicBezTo>
                  <a:cubicBezTo>
                    <a:pt x="259" y="249"/>
                    <a:pt x="264" y="254"/>
                    <a:pt x="269" y="258"/>
                  </a:cubicBezTo>
                  <a:cubicBezTo>
                    <a:pt x="232" y="294"/>
                    <a:pt x="199" y="294"/>
                    <a:pt x="159" y="26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2"/>
            <p:cNvSpPr/>
            <p:nvPr/>
          </p:nvSpPr>
          <p:spPr>
            <a:xfrm>
              <a:off x="8642160" y="4249800"/>
              <a:ext cx="109080" cy="103320"/>
            </a:xfrm>
            <a:custGeom>
              <a:avLst/>
              <a:gdLst/>
              <a:ahLst/>
              <a:cxnLst/>
              <a:rect l="l" t="t" r="r" b="b"/>
              <a:pathLst>
                <a:path w="303" h="287" extrusionOk="0">
                  <a:moveTo>
                    <a:pt x="280" y="272"/>
                  </a:moveTo>
                  <a:cubicBezTo>
                    <a:pt x="302" y="262"/>
                    <a:pt x="298" y="228"/>
                    <a:pt x="288" y="213"/>
                  </a:cubicBezTo>
                  <a:cubicBezTo>
                    <a:pt x="288" y="212"/>
                    <a:pt x="287" y="211"/>
                    <a:pt x="286" y="211"/>
                  </a:cubicBezTo>
                  <a:cubicBezTo>
                    <a:pt x="285" y="210"/>
                    <a:pt x="284" y="210"/>
                    <a:pt x="283" y="210"/>
                  </a:cubicBezTo>
                  <a:cubicBezTo>
                    <a:pt x="282" y="210"/>
                    <a:pt x="281" y="210"/>
                    <a:pt x="280" y="211"/>
                  </a:cubicBezTo>
                  <a:cubicBezTo>
                    <a:pt x="279" y="211"/>
                    <a:pt x="278" y="212"/>
                    <a:pt x="278" y="213"/>
                  </a:cubicBezTo>
                  <a:cubicBezTo>
                    <a:pt x="277" y="214"/>
                    <a:pt x="276" y="215"/>
                    <a:pt x="276" y="216"/>
                  </a:cubicBezTo>
                  <a:cubicBezTo>
                    <a:pt x="274" y="219"/>
                    <a:pt x="273" y="222"/>
                    <a:pt x="272" y="226"/>
                  </a:cubicBezTo>
                  <a:cubicBezTo>
                    <a:pt x="270" y="254"/>
                    <a:pt x="235" y="245"/>
                    <a:pt x="222" y="226"/>
                  </a:cubicBezTo>
                  <a:cubicBezTo>
                    <a:pt x="202" y="197"/>
                    <a:pt x="181" y="167"/>
                    <a:pt x="157" y="140"/>
                  </a:cubicBezTo>
                  <a:cubicBezTo>
                    <a:pt x="131" y="111"/>
                    <a:pt x="103" y="81"/>
                    <a:pt x="77" y="53"/>
                  </a:cubicBezTo>
                  <a:cubicBezTo>
                    <a:pt x="58" y="33"/>
                    <a:pt x="32" y="22"/>
                    <a:pt x="11" y="5"/>
                  </a:cubicBezTo>
                  <a:cubicBezTo>
                    <a:pt x="6" y="0"/>
                    <a:pt x="0" y="8"/>
                    <a:pt x="5" y="12"/>
                  </a:cubicBezTo>
                  <a:cubicBezTo>
                    <a:pt x="36" y="45"/>
                    <a:pt x="71" y="71"/>
                    <a:pt x="100" y="106"/>
                  </a:cubicBezTo>
                  <a:cubicBezTo>
                    <a:pt x="136" y="148"/>
                    <a:pt x="170" y="192"/>
                    <a:pt x="202" y="238"/>
                  </a:cubicBezTo>
                  <a:cubicBezTo>
                    <a:pt x="220" y="266"/>
                    <a:pt x="247" y="286"/>
                    <a:pt x="280" y="2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2"/>
            <p:cNvSpPr/>
            <p:nvPr/>
          </p:nvSpPr>
          <p:spPr>
            <a:xfrm>
              <a:off x="8641080" y="4179240"/>
              <a:ext cx="131400" cy="142920"/>
            </a:xfrm>
            <a:custGeom>
              <a:avLst/>
              <a:gdLst/>
              <a:ahLst/>
              <a:cxnLst/>
              <a:rect l="l" t="t" r="r" b="b"/>
              <a:pathLst>
                <a:path w="365" h="397" extrusionOk="0">
                  <a:moveTo>
                    <a:pt x="275" y="355"/>
                  </a:moveTo>
                  <a:cubicBezTo>
                    <a:pt x="270" y="349"/>
                    <a:pt x="264" y="342"/>
                    <a:pt x="261" y="335"/>
                  </a:cubicBezTo>
                  <a:cubicBezTo>
                    <a:pt x="257" y="328"/>
                    <a:pt x="254" y="322"/>
                    <a:pt x="252" y="315"/>
                  </a:cubicBezTo>
                  <a:cubicBezTo>
                    <a:pt x="225" y="277"/>
                    <a:pt x="196" y="241"/>
                    <a:pt x="166" y="206"/>
                  </a:cubicBezTo>
                  <a:cubicBezTo>
                    <a:pt x="145" y="180"/>
                    <a:pt x="122" y="156"/>
                    <a:pt x="101" y="130"/>
                  </a:cubicBezTo>
                  <a:cubicBezTo>
                    <a:pt x="80" y="105"/>
                    <a:pt x="30" y="92"/>
                    <a:pt x="10" y="64"/>
                  </a:cubicBezTo>
                  <a:cubicBezTo>
                    <a:pt x="7" y="59"/>
                    <a:pt x="0" y="64"/>
                    <a:pt x="3" y="69"/>
                  </a:cubicBezTo>
                  <a:cubicBezTo>
                    <a:pt x="13" y="84"/>
                    <a:pt x="28" y="88"/>
                    <a:pt x="43" y="102"/>
                  </a:cubicBezTo>
                  <a:cubicBezTo>
                    <a:pt x="66" y="123"/>
                    <a:pt x="87" y="142"/>
                    <a:pt x="108" y="165"/>
                  </a:cubicBezTo>
                  <a:cubicBezTo>
                    <a:pt x="153" y="212"/>
                    <a:pt x="186" y="270"/>
                    <a:pt x="228" y="319"/>
                  </a:cubicBezTo>
                  <a:cubicBezTo>
                    <a:pt x="252" y="347"/>
                    <a:pt x="256" y="396"/>
                    <a:pt x="304" y="394"/>
                  </a:cubicBezTo>
                  <a:cubicBezTo>
                    <a:pt x="318" y="394"/>
                    <a:pt x="331" y="391"/>
                    <a:pt x="344" y="386"/>
                  </a:cubicBezTo>
                  <a:cubicBezTo>
                    <a:pt x="346" y="387"/>
                    <a:pt x="348" y="388"/>
                    <a:pt x="351" y="388"/>
                  </a:cubicBezTo>
                  <a:cubicBezTo>
                    <a:pt x="353" y="388"/>
                    <a:pt x="355" y="387"/>
                    <a:pt x="357" y="386"/>
                  </a:cubicBezTo>
                  <a:cubicBezTo>
                    <a:pt x="359" y="385"/>
                    <a:pt x="361" y="383"/>
                    <a:pt x="362" y="381"/>
                  </a:cubicBezTo>
                  <a:cubicBezTo>
                    <a:pt x="363" y="379"/>
                    <a:pt x="364" y="377"/>
                    <a:pt x="364" y="375"/>
                  </a:cubicBezTo>
                  <a:cubicBezTo>
                    <a:pt x="364" y="374"/>
                    <a:pt x="363" y="374"/>
                    <a:pt x="363" y="373"/>
                  </a:cubicBezTo>
                  <a:cubicBezTo>
                    <a:pt x="346" y="227"/>
                    <a:pt x="244" y="96"/>
                    <a:pt x="134" y="4"/>
                  </a:cubicBezTo>
                  <a:cubicBezTo>
                    <a:pt x="129" y="0"/>
                    <a:pt x="123" y="6"/>
                    <a:pt x="127" y="11"/>
                  </a:cubicBezTo>
                  <a:cubicBezTo>
                    <a:pt x="220" y="101"/>
                    <a:pt x="315" y="226"/>
                    <a:pt x="337" y="358"/>
                  </a:cubicBezTo>
                  <a:cubicBezTo>
                    <a:pt x="335" y="360"/>
                    <a:pt x="332" y="363"/>
                    <a:pt x="329" y="364"/>
                  </a:cubicBezTo>
                  <a:cubicBezTo>
                    <a:pt x="322" y="368"/>
                    <a:pt x="314" y="369"/>
                    <a:pt x="307" y="369"/>
                  </a:cubicBezTo>
                  <a:cubicBezTo>
                    <a:pt x="299" y="369"/>
                    <a:pt x="291" y="368"/>
                    <a:pt x="286" y="364"/>
                  </a:cubicBezTo>
                  <a:cubicBezTo>
                    <a:pt x="281" y="362"/>
                    <a:pt x="278" y="359"/>
                    <a:pt x="275" y="3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2"/>
            <p:cNvSpPr/>
            <p:nvPr/>
          </p:nvSpPr>
          <p:spPr>
            <a:xfrm>
              <a:off x="8276400" y="4216680"/>
              <a:ext cx="139680" cy="79560"/>
            </a:xfrm>
            <a:custGeom>
              <a:avLst/>
              <a:gdLst/>
              <a:ahLst/>
              <a:cxnLst/>
              <a:rect l="l" t="t" r="r" b="b"/>
              <a:pathLst>
                <a:path w="388" h="221" extrusionOk="0">
                  <a:moveTo>
                    <a:pt x="380" y="84"/>
                  </a:moveTo>
                  <a:cubicBezTo>
                    <a:pt x="379" y="84"/>
                    <a:pt x="379" y="84"/>
                    <a:pt x="379" y="84"/>
                  </a:cubicBezTo>
                  <a:cubicBezTo>
                    <a:pt x="379" y="83"/>
                    <a:pt x="378" y="82"/>
                    <a:pt x="377" y="82"/>
                  </a:cubicBezTo>
                  <a:cubicBezTo>
                    <a:pt x="376" y="81"/>
                    <a:pt x="376" y="81"/>
                    <a:pt x="375" y="81"/>
                  </a:cubicBezTo>
                  <a:cubicBezTo>
                    <a:pt x="374" y="81"/>
                    <a:pt x="373" y="81"/>
                    <a:pt x="372" y="82"/>
                  </a:cubicBezTo>
                  <a:cubicBezTo>
                    <a:pt x="372" y="82"/>
                    <a:pt x="371" y="82"/>
                    <a:pt x="371" y="83"/>
                  </a:cubicBezTo>
                  <a:cubicBezTo>
                    <a:pt x="355" y="102"/>
                    <a:pt x="338" y="118"/>
                    <a:pt x="347" y="144"/>
                  </a:cubicBezTo>
                  <a:cubicBezTo>
                    <a:pt x="346" y="144"/>
                    <a:pt x="345" y="144"/>
                    <a:pt x="344" y="144"/>
                  </a:cubicBezTo>
                  <a:cubicBezTo>
                    <a:pt x="338" y="144"/>
                    <a:pt x="333" y="144"/>
                    <a:pt x="328" y="143"/>
                  </a:cubicBezTo>
                  <a:cubicBezTo>
                    <a:pt x="314" y="141"/>
                    <a:pt x="301" y="136"/>
                    <a:pt x="288" y="130"/>
                  </a:cubicBezTo>
                  <a:cubicBezTo>
                    <a:pt x="287" y="130"/>
                    <a:pt x="286" y="129"/>
                    <a:pt x="285" y="128"/>
                  </a:cubicBezTo>
                  <a:cubicBezTo>
                    <a:pt x="274" y="122"/>
                    <a:pt x="263" y="117"/>
                    <a:pt x="251" y="114"/>
                  </a:cubicBezTo>
                  <a:lnTo>
                    <a:pt x="251" y="113"/>
                  </a:lnTo>
                  <a:cubicBezTo>
                    <a:pt x="251" y="75"/>
                    <a:pt x="241" y="38"/>
                    <a:pt x="222" y="5"/>
                  </a:cubicBezTo>
                  <a:cubicBezTo>
                    <a:pt x="219" y="0"/>
                    <a:pt x="213" y="3"/>
                    <a:pt x="213" y="8"/>
                  </a:cubicBezTo>
                  <a:cubicBezTo>
                    <a:pt x="213" y="22"/>
                    <a:pt x="216" y="37"/>
                    <a:pt x="223" y="50"/>
                  </a:cubicBezTo>
                  <a:cubicBezTo>
                    <a:pt x="230" y="70"/>
                    <a:pt x="234" y="91"/>
                    <a:pt x="234" y="112"/>
                  </a:cubicBezTo>
                  <a:cubicBezTo>
                    <a:pt x="234" y="119"/>
                    <a:pt x="234" y="125"/>
                    <a:pt x="233" y="132"/>
                  </a:cubicBezTo>
                  <a:cubicBezTo>
                    <a:pt x="231" y="144"/>
                    <a:pt x="228" y="156"/>
                    <a:pt x="223" y="167"/>
                  </a:cubicBezTo>
                  <a:cubicBezTo>
                    <a:pt x="215" y="186"/>
                    <a:pt x="185" y="154"/>
                    <a:pt x="184" y="153"/>
                  </a:cubicBezTo>
                  <a:cubicBezTo>
                    <a:pt x="179" y="148"/>
                    <a:pt x="174" y="144"/>
                    <a:pt x="169" y="141"/>
                  </a:cubicBezTo>
                  <a:cubicBezTo>
                    <a:pt x="166" y="139"/>
                    <a:pt x="164" y="139"/>
                    <a:pt x="162" y="138"/>
                  </a:cubicBezTo>
                  <a:cubicBezTo>
                    <a:pt x="159" y="118"/>
                    <a:pt x="152" y="99"/>
                    <a:pt x="142" y="82"/>
                  </a:cubicBezTo>
                  <a:cubicBezTo>
                    <a:pt x="140" y="79"/>
                    <a:pt x="138" y="75"/>
                    <a:pt x="136" y="72"/>
                  </a:cubicBezTo>
                  <a:cubicBezTo>
                    <a:pt x="133" y="69"/>
                    <a:pt x="126" y="72"/>
                    <a:pt x="128" y="77"/>
                  </a:cubicBezTo>
                  <a:cubicBezTo>
                    <a:pt x="130" y="87"/>
                    <a:pt x="126" y="99"/>
                    <a:pt x="129" y="108"/>
                  </a:cubicBezTo>
                  <a:cubicBezTo>
                    <a:pt x="135" y="121"/>
                    <a:pt x="139" y="135"/>
                    <a:pt x="141" y="149"/>
                  </a:cubicBezTo>
                  <a:cubicBezTo>
                    <a:pt x="142" y="160"/>
                    <a:pt x="142" y="170"/>
                    <a:pt x="142" y="180"/>
                  </a:cubicBezTo>
                  <a:cubicBezTo>
                    <a:pt x="142" y="183"/>
                    <a:pt x="142" y="186"/>
                    <a:pt x="142" y="190"/>
                  </a:cubicBezTo>
                  <a:cubicBezTo>
                    <a:pt x="142" y="203"/>
                    <a:pt x="118" y="186"/>
                    <a:pt x="113" y="183"/>
                  </a:cubicBezTo>
                  <a:cubicBezTo>
                    <a:pt x="64" y="156"/>
                    <a:pt x="39" y="115"/>
                    <a:pt x="10" y="69"/>
                  </a:cubicBezTo>
                  <a:cubicBezTo>
                    <a:pt x="10" y="68"/>
                    <a:pt x="10" y="67"/>
                    <a:pt x="9" y="67"/>
                  </a:cubicBezTo>
                  <a:cubicBezTo>
                    <a:pt x="8" y="66"/>
                    <a:pt x="7" y="67"/>
                    <a:pt x="6" y="67"/>
                  </a:cubicBezTo>
                  <a:cubicBezTo>
                    <a:pt x="5" y="67"/>
                    <a:pt x="4" y="66"/>
                    <a:pt x="3" y="67"/>
                  </a:cubicBezTo>
                  <a:cubicBezTo>
                    <a:pt x="2" y="67"/>
                    <a:pt x="1" y="69"/>
                    <a:pt x="1" y="69"/>
                  </a:cubicBezTo>
                  <a:cubicBezTo>
                    <a:pt x="0" y="70"/>
                    <a:pt x="0" y="71"/>
                    <a:pt x="0" y="72"/>
                  </a:cubicBezTo>
                  <a:cubicBezTo>
                    <a:pt x="0" y="73"/>
                    <a:pt x="0" y="73"/>
                    <a:pt x="0" y="74"/>
                  </a:cubicBezTo>
                  <a:cubicBezTo>
                    <a:pt x="6" y="88"/>
                    <a:pt x="12" y="101"/>
                    <a:pt x="20" y="115"/>
                  </a:cubicBezTo>
                  <a:cubicBezTo>
                    <a:pt x="32" y="136"/>
                    <a:pt x="48" y="157"/>
                    <a:pt x="65" y="175"/>
                  </a:cubicBezTo>
                  <a:cubicBezTo>
                    <a:pt x="75" y="184"/>
                    <a:pt x="86" y="193"/>
                    <a:pt x="98" y="200"/>
                  </a:cubicBezTo>
                  <a:cubicBezTo>
                    <a:pt x="112" y="208"/>
                    <a:pt x="128" y="214"/>
                    <a:pt x="144" y="217"/>
                  </a:cubicBezTo>
                  <a:cubicBezTo>
                    <a:pt x="165" y="220"/>
                    <a:pt x="168" y="187"/>
                    <a:pt x="162" y="152"/>
                  </a:cubicBezTo>
                  <a:cubicBezTo>
                    <a:pt x="184" y="171"/>
                    <a:pt x="218" y="214"/>
                    <a:pt x="234" y="178"/>
                  </a:cubicBezTo>
                  <a:cubicBezTo>
                    <a:pt x="241" y="162"/>
                    <a:pt x="245" y="146"/>
                    <a:pt x="247" y="130"/>
                  </a:cubicBezTo>
                  <a:cubicBezTo>
                    <a:pt x="280" y="146"/>
                    <a:pt x="328" y="183"/>
                    <a:pt x="363" y="160"/>
                  </a:cubicBezTo>
                  <a:cubicBezTo>
                    <a:pt x="372" y="155"/>
                    <a:pt x="366" y="141"/>
                    <a:pt x="363" y="134"/>
                  </a:cubicBezTo>
                  <a:cubicBezTo>
                    <a:pt x="360" y="115"/>
                    <a:pt x="387" y="104"/>
                    <a:pt x="380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2"/>
            <p:cNvSpPr/>
            <p:nvPr/>
          </p:nvSpPr>
          <p:spPr>
            <a:xfrm>
              <a:off x="8395920" y="4132080"/>
              <a:ext cx="251640" cy="127080"/>
            </a:xfrm>
            <a:custGeom>
              <a:avLst/>
              <a:gdLst/>
              <a:ahLst/>
              <a:cxnLst/>
              <a:rect l="l" t="t" r="r" b="b"/>
              <a:pathLst>
                <a:path w="699" h="353" extrusionOk="0">
                  <a:moveTo>
                    <a:pt x="665" y="4"/>
                  </a:moveTo>
                  <a:cubicBezTo>
                    <a:pt x="661" y="27"/>
                    <a:pt x="659" y="51"/>
                    <a:pt x="658" y="75"/>
                  </a:cubicBezTo>
                  <a:cubicBezTo>
                    <a:pt x="658" y="81"/>
                    <a:pt x="656" y="109"/>
                    <a:pt x="647" y="110"/>
                  </a:cubicBezTo>
                  <a:cubicBezTo>
                    <a:pt x="639" y="109"/>
                    <a:pt x="631" y="106"/>
                    <a:pt x="624" y="102"/>
                  </a:cubicBezTo>
                  <a:cubicBezTo>
                    <a:pt x="615" y="97"/>
                    <a:pt x="607" y="89"/>
                    <a:pt x="601" y="79"/>
                  </a:cubicBezTo>
                  <a:cubicBezTo>
                    <a:pt x="600" y="78"/>
                    <a:pt x="600" y="77"/>
                    <a:pt x="599" y="75"/>
                  </a:cubicBezTo>
                  <a:cubicBezTo>
                    <a:pt x="599" y="74"/>
                    <a:pt x="599" y="73"/>
                    <a:pt x="598" y="72"/>
                  </a:cubicBezTo>
                  <a:cubicBezTo>
                    <a:pt x="598" y="71"/>
                    <a:pt x="597" y="71"/>
                    <a:pt x="596" y="70"/>
                  </a:cubicBezTo>
                  <a:cubicBezTo>
                    <a:pt x="595" y="69"/>
                    <a:pt x="594" y="69"/>
                    <a:pt x="593" y="69"/>
                  </a:cubicBezTo>
                  <a:cubicBezTo>
                    <a:pt x="592" y="69"/>
                    <a:pt x="591" y="69"/>
                    <a:pt x="590" y="70"/>
                  </a:cubicBezTo>
                  <a:cubicBezTo>
                    <a:pt x="589" y="71"/>
                    <a:pt x="588" y="71"/>
                    <a:pt x="588" y="72"/>
                  </a:cubicBezTo>
                  <a:cubicBezTo>
                    <a:pt x="587" y="73"/>
                    <a:pt x="587" y="74"/>
                    <a:pt x="587" y="75"/>
                  </a:cubicBezTo>
                  <a:cubicBezTo>
                    <a:pt x="586" y="77"/>
                    <a:pt x="586" y="80"/>
                    <a:pt x="586" y="82"/>
                  </a:cubicBezTo>
                  <a:cubicBezTo>
                    <a:pt x="586" y="84"/>
                    <a:pt x="586" y="86"/>
                    <a:pt x="587" y="89"/>
                  </a:cubicBezTo>
                  <a:cubicBezTo>
                    <a:pt x="589" y="114"/>
                    <a:pt x="593" y="169"/>
                    <a:pt x="567" y="159"/>
                  </a:cubicBezTo>
                  <a:cubicBezTo>
                    <a:pt x="545" y="152"/>
                    <a:pt x="524" y="143"/>
                    <a:pt x="505" y="131"/>
                  </a:cubicBezTo>
                  <a:cubicBezTo>
                    <a:pt x="504" y="131"/>
                    <a:pt x="504" y="131"/>
                    <a:pt x="503" y="130"/>
                  </a:cubicBezTo>
                  <a:cubicBezTo>
                    <a:pt x="502" y="127"/>
                    <a:pt x="502" y="123"/>
                    <a:pt x="502" y="119"/>
                  </a:cubicBezTo>
                  <a:cubicBezTo>
                    <a:pt x="502" y="115"/>
                    <a:pt x="496" y="115"/>
                    <a:pt x="496" y="119"/>
                  </a:cubicBezTo>
                  <a:cubicBezTo>
                    <a:pt x="495" y="123"/>
                    <a:pt x="496" y="123"/>
                    <a:pt x="496" y="125"/>
                  </a:cubicBezTo>
                  <a:cubicBezTo>
                    <a:pt x="487" y="119"/>
                    <a:pt x="480" y="111"/>
                    <a:pt x="474" y="102"/>
                  </a:cubicBezTo>
                  <a:cubicBezTo>
                    <a:pt x="474" y="101"/>
                    <a:pt x="473" y="101"/>
                    <a:pt x="473" y="101"/>
                  </a:cubicBezTo>
                  <a:cubicBezTo>
                    <a:pt x="472" y="100"/>
                    <a:pt x="471" y="100"/>
                    <a:pt x="470" y="100"/>
                  </a:cubicBezTo>
                  <a:cubicBezTo>
                    <a:pt x="469" y="100"/>
                    <a:pt x="468" y="100"/>
                    <a:pt x="467" y="101"/>
                  </a:cubicBezTo>
                  <a:cubicBezTo>
                    <a:pt x="466" y="102"/>
                    <a:pt x="466" y="102"/>
                    <a:pt x="465" y="103"/>
                  </a:cubicBezTo>
                  <a:cubicBezTo>
                    <a:pt x="465" y="103"/>
                    <a:pt x="464" y="104"/>
                    <a:pt x="464" y="105"/>
                  </a:cubicBezTo>
                  <a:cubicBezTo>
                    <a:pt x="464" y="106"/>
                    <a:pt x="464" y="106"/>
                    <a:pt x="465" y="107"/>
                  </a:cubicBezTo>
                  <a:cubicBezTo>
                    <a:pt x="466" y="110"/>
                    <a:pt x="467" y="113"/>
                    <a:pt x="469" y="116"/>
                  </a:cubicBezTo>
                  <a:cubicBezTo>
                    <a:pt x="476" y="128"/>
                    <a:pt x="485" y="138"/>
                    <a:pt x="496" y="146"/>
                  </a:cubicBezTo>
                  <a:cubicBezTo>
                    <a:pt x="496" y="156"/>
                    <a:pt x="497" y="166"/>
                    <a:pt x="498" y="176"/>
                  </a:cubicBezTo>
                  <a:cubicBezTo>
                    <a:pt x="498" y="191"/>
                    <a:pt x="498" y="205"/>
                    <a:pt x="497" y="219"/>
                  </a:cubicBezTo>
                  <a:cubicBezTo>
                    <a:pt x="496" y="219"/>
                    <a:pt x="496" y="219"/>
                    <a:pt x="495" y="220"/>
                  </a:cubicBezTo>
                  <a:cubicBezTo>
                    <a:pt x="491" y="229"/>
                    <a:pt x="456" y="230"/>
                    <a:pt x="448" y="230"/>
                  </a:cubicBezTo>
                  <a:cubicBezTo>
                    <a:pt x="419" y="227"/>
                    <a:pt x="391" y="219"/>
                    <a:pt x="365" y="206"/>
                  </a:cubicBezTo>
                  <a:cubicBezTo>
                    <a:pt x="329" y="190"/>
                    <a:pt x="295" y="141"/>
                    <a:pt x="271" y="111"/>
                  </a:cubicBezTo>
                  <a:cubicBezTo>
                    <a:pt x="271" y="111"/>
                    <a:pt x="271" y="112"/>
                    <a:pt x="270" y="111"/>
                  </a:cubicBezTo>
                  <a:cubicBezTo>
                    <a:pt x="269" y="110"/>
                    <a:pt x="269" y="110"/>
                    <a:pt x="268" y="110"/>
                  </a:cubicBezTo>
                  <a:cubicBezTo>
                    <a:pt x="268" y="110"/>
                    <a:pt x="267" y="110"/>
                    <a:pt x="266" y="111"/>
                  </a:cubicBezTo>
                  <a:lnTo>
                    <a:pt x="265" y="112"/>
                  </a:lnTo>
                  <a:cubicBezTo>
                    <a:pt x="265" y="113"/>
                    <a:pt x="264" y="113"/>
                    <a:pt x="264" y="114"/>
                  </a:cubicBezTo>
                  <a:cubicBezTo>
                    <a:pt x="264" y="115"/>
                    <a:pt x="265" y="115"/>
                    <a:pt x="265" y="116"/>
                  </a:cubicBezTo>
                  <a:cubicBezTo>
                    <a:pt x="280" y="139"/>
                    <a:pt x="298" y="161"/>
                    <a:pt x="318" y="181"/>
                  </a:cubicBezTo>
                  <a:cubicBezTo>
                    <a:pt x="307" y="210"/>
                    <a:pt x="316" y="245"/>
                    <a:pt x="318" y="275"/>
                  </a:cubicBezTo>
                  <a:cubicBezTo>
                    <a:pt x="319" y="290"/>
                    <a:pt x="322" y="312"/>
                    <a:pt x="301" y="311"/>
                  </a:cubicBezTo>
                  <a:cubicBezTo>
                    <a:pt x="288" y="310"/>
                    <a:pt x="276" y="306"/>
                    <a:pt x="265" y="299"/>
                  </a:cubicBezTo>
                  <a:cubicBezTo>
                    <a:pt x="259" y="296"/>
                    <a:pt x="253" y="292"/>
                    <a:pt x="248" y="287"/>
                  </a:cubicBezTo>
                  <a:cubicBezTo>
                    <a:pt x="248" y="286"/>
                    <a:pt x="247" y="286"/>
                    <a:pt x="246" y="285"/>
                  </a:cubicBezTo>
                  <a:cubicBezTo>
                    <a:pt x="245" y="285"/>
                    <a:pt x="245" y="284"/>
                    <a:pt x="244" y="284"/>
                  </a:cubicBezTo>
                  <a:cubicBezTo>
                    <a:pt x="243" y="284"/>
                    <a:pt x="243" y="284"/>
                    <a:pt x="242" y="285"/>
                  </a:cubicBezTo>
                  <a:cubicBezTo>
                    <a:pt x="241" y="276"/>
                    <a:pt x="240" y="268"/>
                    <a:pt x="238" y="259"/>
                  </a:cubicBezTo>
                  <a:lnTo>
                    <a:pt x="237" y="259"/>
                  </a:lnTo>
                  <a:cubicBezTo>
                    <a:pt x="237" y="258"/>
                    <a:pt x="236" y="257"/>
                    <a:pt x="236" y="257"/>
                  </a:cubicBezTo>
                  <a:cubicBezTo>
                    <a:pt x="235" y="256"/>
                    <a:pt x="234" y="256"/>
                    <a:pt x="233" y="256"/>
                  </a:cubicBezTo>
                  <a:cubicBezTo>
                    <a:pt x="232" y="256"/>
                    <a:pt x="232" y="256"/>
                    <a:pt x="231" y="257"/>
                  </a:cubicBezTo>
                  <a:cubicBezTo>
                    <a:pt x="230" y="258"/>
                    <a:pt x="229" y="258"/>
                    <a:pt x="229" y="259"/>
                  </a:cubicBezTo>
                  <a:lnTo>
                    <a:pt x="228" y="259"/>
                  </a:lnTo>
                  <a:cubicBezTo>
                    <a:pt x="225" y="274"/>
                    <a:pt x="224" y="290"/>
                    <a:pt x="224" y="305"/>
                  </a:cubicBezTo>
                  <a:cubicBezTo>
                    <a:pt x="224" y="313"/>
                    <a:pt x="224" y="321"/>
                    <a:pt x="225" y="329"/>
                  </a:cubicBezTo>
                  <a:cubicBezTo>
                    <a:pt x="225" y="332"/>
                    <a:pt x="186" y="329"/>
                    <a:pt x="183" y="329"/>
                  </a:cubicBezTo>
                  <a:cubicBezTo>
                    <a:pt x="161" y="329"/>
                    <a:pt x="141" y="323"/>
                    <a:pt x="122" y="313"/>
                  </a:cubicBezTo>
                  <a:cubicBezTo>
                    <a:pt x="120" y="311"/>
                    <a:pt x="118" y="310"/>
                    <a:pt x="117" y="309"/>
                  </a:cubicBezTo>
                  <a:cubicBezTo>
                    <a:pt x="96" y="294"/>
                    <a:pt x="78" y="275"/>
                    <a:pt x="65" y="253"/>
                  </a:cubicBezTo>
                  <a:cubicBezTo>
                    <a:pt x="65" y="252"/>
                    <a:pt x="64" y="251"/>
                    <a:pt x="64" y="250"/>
                  </a:cubicBezTo>
                  <a:cubicBezTo>
                    <a:pt x="47" y="228"/>
                    <a:pt x="32" y="205"/>
                    <a:pt x="18" y="181"/>
                  </a:cubicBezTo>
                  <a:cubicBezTo>
                    <a:pt x="13" y="173"/>
                    <a:pt x="9" y="165"/>
                    <a:pt x="5" y="157"/>
                  </a:cubicBezTo>
                  <a:lnTo>
                    <a:pt x="4" y="157"/>
                  </a:lnTo>
                  <a:lnTo>
                    <a:pt x="4" y="156"/>
                  </a:lnTo>
                  <a:cubicBezTo>
                    <a:pt x="3" y="156"/>
                    <a:pt x="3" y="156"/>
                    <a:pt x="2" y="156"/>
                  </a:cubicBezTo>
                  <a:lnTo>
                    <a:pt x="1" y="156"/>
                  </a:lnTo>
                  <a:lnTo>
                    <a:pt x="0" y="157"/>
                  </a:lnTo>
                  <a:lnTo>
                    <a:pt x="0" y="158"/>
                  </a:lnTo>
                  <a:cubicBezTo>
                    <a:pt x="0" y="159"/>
                    <a:pt x="0" y="159"/>
                    <a:pt x="0" y="159"/>
                  </a:cubicBezTo>
                  <a:cubicBezTo>
                    <a:pt x="9" y="185"/>
                    <a:pt x="20" y="209"/>
                    <a:pt x="34" y="233"/>
                  </a:cubicBezTo>
                  <a:cubicBezTo>
                    <a:pt x="48" y="258"/>
                    <a:pt x="65" y="281"/>
                    <a:pt x="84" y="303"/>
                  </a:cubicBezTo>
                  <a:cubicBezTo>
                    <a:pt x="126" y="350"/>
                    <a:pt x="177" y="339"/>
                    <a:pt x="232" y="351"/>
                  </a:cubicBezTo>
                  <a:cubicBezTo>
                    <a:pt x="237" y="352"/>
                    <a:pt x="241" y="347"/>
                    <a:pt x="241" y="343"/>
                  </a:cubicBezTo>
                  <a:cubicBezTo>
                    <a:pt x="243" y="332"/>
                    <a:pt x="244" y="321"/>
                    <a:pt x="244" y="311"/>
                  </a:cubicBezTo>
                  <a:cubicBezTo>
                    <a:pt x="244" y="309"/>
                    <a:pt x="244" y="308"/>
                    <a:pt x="244" y="306"/>
                  </a:cubicBezTo>
                  <a:cubicBezTo>
                    <a:pt x="249" y="312"/>
                    <a:pt x="256" y="317"/>
                    <a:pt x="263" y="321"/>
                  </a:cubicBezTo>
                  <a:cubicBezTo>
                    <a:pt x="275" y="328"/>
                    <a:pt x="288" y="332"/>
                    <a:pt x="302" y="332"/>
                  </a:cubicBezTo>
                  <a:cubicBezTo>
                    <a:pt x="311" y="332"/>
                    <a:pt x="319" y="331"/>
                    <a:pt x="328" y="328"/>
                  </a:cubicBezTo>
                  <a:cubicBezTo>
                    <a:pt x="342" y="320"/>
                    <a:pt x="340" y="295"/>
                    <a:pt x="339" y="282"/>
                  </a:cubicBezTo>
                  <a:cubicBezTo>
                    <a:pt x="339" y="280"/>
                    <a:pt x="339" y="278"/>
                    <a:pt x="339" y="276"/>
                  </a:cubicBezTo>
                  <a:cubicBezTo>
                    <a:pt x="339" y="249"/>
                    <a:pt x="336" y="222"/>
                    <a:pt x="331" y="195"/>
                  </a:cubicBezTo>
                  <a:cubicBezTo>
                    <a:pt x="377" y="237"/>
                    <a:pt x="436" y="262"/>
                    <a:pt x="497" y="231"/>
                  </a:cubicBezTo>
                  <a:cubicBezTo>
                    <a:pt x="498" y="232"/>
                    <a:pt x="498" y="232"/>
                    <a:pt x="499" y="233"/>
                  </a:cubicBezTo>
                  <a:cubicBezTo>
                    <a:pt x="500" y="233"/>
                    <a:pt x="502" y="234"/>
                    <a:pt x="503" y="234"/>
                  </a:cubicBezTo>
                  <a:cubicBezTo>
                    <a:pt x="504" y="234"/>
                    <a:pt x="506" y="234"/>
                    <a:pt x="507" y="233"/>
                  </a:cubicBezTo>
                  <a:cubicBezTo>
                    <a:pt x="508" y="232"/>
                    <a:pt x="509" y="231"/>
                    <a:pt x="510" y="230"/>
                  </a:cubicBezTo>
                  <a:cubicBezTo>
                    <a:pt x="510" y="229"/>
                    <a:pt x="511" y="228"/>
                    <a:pt x="511" y="227"/>
                  </a:cubicBezTo>
                  <a:cubicBezTo>
                    <a:pt x="511" y="210"/>
                    <a:pt x="512" y="193"/>
                    <a:pt x="512" y="176"/>
                  </a:cubicBezTo>
                  <a:cubicBezTo>
                    <a:pt x="512" y="170"/>
                    <a:pt x="511" y="163"/>
                    <a:pt x="509" y="157"/>
                  </a:cubicBezTo>
                  <a:cubicBezTo>
                    <a:pt x="511" y="158"/>
                    <a:pt x="513" y="159"/>
                    <a:pt x="514" y="160"/>
                  </a:cubicBezTo>
                  <a:cubicBezTo>
                    <a:pt x="534" y="171"/>
                    <a:pt x="555" y="179"/>
                    <a:pt x="577" y="183"/>
                  </a:cubicBezTo>
                  <a:cubicBezTo>
                    <a:pt x="609" y="188"/>
                    <a:pt x="608" y="147"/>
                    <a:pt x="603" y="113"/>
                  </a:cubicBezTo>
                  <a:cubicBezTo>
                    <a:pt x="607" y="116"/>
                    <a:pt x="610" y="118"/>
                    <a:pt x="614" y="120"/>
                  </a:cubicBezTo>
                  <a:cubicBezTo>
                    <a:pt x="625" y="127"/>
                    <a:pt x="638" y="131"/>
                    <a:pt x="651" y="131"/>
                  </a:cubicBezTo>
                  <a:cubicBezTo>
                    <a:pt x="698" y="131"/>
                    <a:pt x="684" y="30"/>
                    <a:pt x="678" y="5"/>
                  </a:cubicBezTo>
                  <a:cubicBezTo>
                    <a:pt x="677" y="4"/>
                    <a:pt x="677" y="4"/>
                    <a:pt x="677" y="4"/>
                  </a:cubicBezTo>
                  <a:cubicBezTo>
                    <a:pt x="677" y="3"/>
                    <a:pt x="677" y="2"/>
                    <a:pt x="675" y="1"/>
                  </a:cubicBezTo>
                  <a:cubicBezTo>
                    <a:pt x="673" y="0"/>
                    <a:pt x="672" y="0"/>
                    <a:pt x="671" y="0"/>
                  </a:cubicBezTo>
                  <a:cubicBezTo>
                    <a:pt x="670" y="0"/>
                    <a:pt x="668" y="1"/>
                    <a:pt x="667" y="1"/>
                  </a:cubicBezTo>
                  <a:cubicBezTo>
                    <a:pt x="666" y="2"/>
                    <a:pt x="665" y="3"/>
                    <a:pt x="665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2"/>
            <p:cNvSpPr/>
            <p:nvPr/>
          </p:nvSpPr>
          <p:spPr>
            <a:xfrm>
              <a:off x="8476920" y="4464360"/>
              <a:ext cx="140400" cy="147600"/>
            </a:xfrm>
            <a:custGeom>
              <a:avLst/>
              <a:gdLst/>
              <a:ahLst/>
              <a:cxnLst/>
              <a:rect l="l" t="t" r="r" b="b"/>
              <a:pathLst>
                <a:path w="390" h="410" extrusionOk="0">
                  <a:moveTo>
                    <a:pt x="349" y="145"/>
                  </a:moveTo>
                  <a:cubicBezTo>
                    <a:pt x="385" y="143"/>
                    <a:pt x="389" y="64"/>
                    <a:pt x="384" y="41"/>
                  </a:cubicBezTo>
                  <a:cubicBezTo>
                    <a:pt x="384" y="40"/>
                    <a:pt x="383" y="39"/>
                    <a:pt x="383" y="38"/>
                  </a:cubicBezTo>
                  <a:cubicBezTo>
                    <a:pt x="382" y="37"/>
                    <a:pt x="382" y="37"/>
                    <a:pt x="381" y="36"/>
                  </a:cubicBezTo>
                  <a:cubicBezTo>
                    <a:pt x="380" y="35"/>
                    <a:pt x="379" y="35"/>
                    <a:pt x="378" y="35"/>
                  </a:cubicBezTo>
                  <a:cubicBezTo>
                    <a:pt x="377" y="35"/>
                    <a:pt x="376" y="35"/>
                    <a:pt x="375" y="36"/>
                  </a:cubicBezTo>
                  <a:cubicBezTo>
                    <a:pt x="374" y="37"/>
                    <a:pt x="373" y="37"/>
                    <a:pt x="373" y="38"/>
                  </a:cubicBezTo>
                  <a:cubicBezTo>
                    <a:pt x="372" y="39"/>
                    <a:pt x="372" y="40"/>
                    <a:pt x="372" y="41"/>
                  </a:cubicBezTo>
                  <a:cubicBezTo>
                    <a:pt x="362" y="74"/>
                    <a:pt x="368" y="126"/>
                    <a:pt x="324" y="127"/>
                  </a:cubicBezTo>
                  <a:cubicBezTo>
                    <a:pt x="294" y="127"/>
                    <a:pt x="269" y="111"/>
                    <a:pt x="242" y="102"/>
                  </a:cubicBezTo>
                  <a:cubicBezTo>
                    <a:pt x="237" y="101"/>
                    <a:pt x="235" y="102"/>
                    <a:pt x="234" y="104"/>
                  </a:cubicBezTo>
                  <a:cubicBezTo>
                    <a:pt x="232" y="102"/>
                    <a:pt x="230" y="101"/>
                    <a:pt x="227" y="99"/>
                  </a:cubicBezTo>
                  <a:cubicBezTo>
                    <a:pt x="256" y="85"/>
                    <a:pt x="245" y="20"/>
                    <a:pt x="225" y="4"/>
                  </a:cubicBezTo>
                  <a:cubicBezTo>
                    <a:pt x="220" y="0"/>
                    <a:pt x="213" y="4"/>
                    <a:pt x="215" y="10"/>
                  </a:cubicBezTo>
                  <a:cubicBezTo>
                    <a:pt x="219" y="30"/>
                    <a:pt x="222" y="50"/>
                    <a:pt x="222" y="70"/>
                  </a:cubicBezTo>
                  <a:cubicBezTo>
                    <a:pt x="225" y="95"/>
                    <a:pt x="182" y="84"/>
                    <a:pt x="164" y="83"/>
                  </a:cubicBezTo>
                  <a:cubicBezTo>
                    <a:pt x="110" y="78"/>
                    <a:pt x="57" y="70"/>
                    <a:pt x="4" y="59"/>
                  </a:cubicBezTo>
                  <a:cubicBezTo>
                    <a:pt x="1" y="59"/>
                    <a:pt x="0" y="64"/>
                    <a:pt x="3" y="65"/>
                  </a:cubicBezTo>
                  <a:cubicBezTo>
                    <a:pt x="17" y="71"/>
                    <a:pt x="41" y="90"/>
                    <a:pt x="58" y="90"/>
                  </a:cubicBezTo>
                  <a:cubicBezTo>
                    <a:pt x="81" y="91"/>
                    <a:pt x="104" y="97"/>
                    <a:pt x="128" y="99"/>
                  </a:cubicBezTo>
                  <a:cubicBezTo>
                    <a:pt x="148" y="102"/>
                    <a:pt x="168" y="103"/>
                    <a:pt x="188" y="103"/>
                  </a:cubicBezTo>
                  <a:cubicBezTo>
                    <a:pt x="197" y="103"/>
                    <a:pt x="207" y="103"/>
                    <a:pt x="216" y="102"/>
                  </a:cubicBezTo>
                  <a:cubicBezTo>
                    <a:pt x="223" y="106"/>
                    <a:pt x="229" y="111"/>
                    <a:pt x="236" y="116"/>
                  </a:cubicBezTo>
                  <a:cubicBezTo>
                    <a:pt x="240" y="124"/>
                    <a:pt x="243" y="132"/>
                    <a:pt x="248" y="139"/>
                  </a:cubicBezTo>
                  <a:cubicBezTo>
                    <a:pt x="250" y="142"/>
                    <a:pt x="252" y="146"/>
                    <a:pt x="254" y="149"/>
                  </a:cubicBezTo>
                  <a:cubicBezTo>
                    <a:pt x="267" y="165"/>
                    <a:pt x="277" y="183"/>
                    <a:pt x="288" y="200"/>
                  </a:cubicBezTo>
                  <a:cubicBezTo>
                    <a:pt x="293" y="208"/>
                    <a:pt x="290" y="212"/>
                    <a:pt x="283" y="213"/>
                  </a:cubicBezTo>
                  <a:lnTo>
                    <a:pt x="282" y="212"/>
                  </a:lnTo>
                  <a:cubicBezTo>
                    <a:pt x="281" y="211"/>
                    <a:pt x="280" y="211"/>
                    <a:pt x="280" y="211"/>
                  </a:cubicBezTo>
                  <a:cubicBezTo>
                    <a:pt x="279" y="211"/>
                    <a:pt x="279" y="211"/>
                    <a:pt x="278" y="212"/>
                  </a:cubicBezTo>
                  <a:cubicBezTo>
                    <a:pt x="277" y="212"/>
                    <a:pt x="276" y="213"/>
                    <a:pt x="276" y="213"/>
                  </a:cubicBezTo>
                  <a:cubicBezTo>
                    <a:pt x="276" y="214"/>
                    <a:pt x="276" y="214"/>
                    <a:pt x="276" y="215"/>
                  </a:cubicBezTo>
                  <a:cubicBezTo>
                    <a:pt x="263" y="216"/>
                    <a:pt x="246" y="214"/>
                    <a:pt x="240" y="214"/>
                  </a:cubicBezTo>
                  <a:cubicBezTo>
                    <a:pt x="190" y="212"/>
                    <a:pt x="141" y="206"/>
                    <a:pt x="93" y="194"/>
                  </a:cubicBezTo>
                  <a:lnTo>
                    <a:pt x="92" y="194"/>
                  </a:lnTo>
                  <a:lnTo>
                    <a:pt x="91" y="195"/>
                  </a:lnTo>
                  <a:lnTo>
                    <a:pt x="91" y="196"/>
                  </a:lnTo>
                  <a:lnTo>
                    <a:pt x="91" y="197"/>
                  </a:lnTo>
                  <a:lnTo>
                    <a:pt x="92" y="198"/>
                  </a:lnTo>
                  <a:lnTo>
                    <a:pt x="93" y="198"/>
                  </a:lnTo>
                  <a:cubicBezTo>
                    <a:pt x="107" y="206"/>
                    <a:pt x="122" y="214"/>
                    <a:pt x="138" y="220"/>
                  </a:cubicBezTo>
                  <a:cubicBezTo>
                    <a:pt x="160" y="223"/>
                    <a:pt x="181" y="223"/>
                    <a:pt x="204" y="227"/>
                  </a:cubicBezTo>
                  <a:cubicBezTo>
                    <a:pt x="215" y="228"/>
                    <a:pt x="226" y="229"/>
                    <a:pt x="238" y="229"/>
                  </a:cubicBezTo>
                  <a:cubicBezTo>
                    <a:pt x="249" y="229"/>
                    <a:pt x="262" y="228"/>
                    <a:pt x="273" y="227"/>
                  </a:cubicBezTo>
                  <a:lnTo>
                    <a:pt x="278" y="227"/>
                  </a:lnTo>
                  <a:cubicBezTo>
                    <a:pt x="279" y="230"/>
                    <a:pt x="281" y="233"/>
                    <a:pt x="287" y="243"/>
                  </a:cubicBezTo>
                  <a:cubicBezTo>
                    <a:pt x="297" y="265"/>
                    <a:pt x="304" y="287"/>
                    <a:pt x="309" y="310"/>
                  </a:cubicBezTo>
                  <a:cubicBezTo>
                    <a:pt x="313" y="328"/>
                    <a:pt x="317" y="362"/>
                    <a:pt x="306" y="376"/>
                  </a:cubicBezTo>
                  <a:cubicBezTo>
                    <a:pt x="304" y="378"/>
                    <a:pt x="302" y="379"/>
                    <a:pt x="301" y="382"/>
                  </a:cubicBezTo>
                  <a:cubicBezTo>
                    <a:pt x="299" y="384"/>
                    <a:pt x="299" y="388"/>
                    <a:pt x="298" y="390"/>
                  </a:cubicBezTo>
                  <a:cubicBezTo>
                    <a:pt x="282" y="390"/>
                    <a:pt x="267" y="392"/>
                    <a:pt x="251" y="392"/>
                  </a:cubicBezTo>
                  <a:cubicBezTo>
                    <a:pt x="220" y="392"/>
                    <a:pt x="198" y="367"/>
                    <a:pt x="175" y="350"/>
                  </a:cubicBezTo>
                  <a:cubicBezTo>
                    <a:pt x="152" y="333"/>
                    <a:pt x="119" y="322"/>
                    <a:pt x="94" y="302"/>
                  </a:cubicBezTo>
                  <a:cubicBezTo>
                    <a:pt x="92" y="300"/>
                    <a:pt x="90" y="303"/>
                    <a:pt x="92" y="305"/>
                  </a:cubicBezTo>
                  <a:cubicBezTo>
                    <a:pt x="119" y="342"/>
                    <a:pt x="162" y="356"/>
                    <a:pt x="197" y="383"/>
                  </a:cubicBezTo>
                  <a:cubicBezTo>
                    <a:pt x="229" y="409"/>
                    <a:pt x="265" y="404"/>
                    <a:pt x="302" y="403"/>
                  </a:cubicBezTo>
                  <a:cubicBezTo>
                    <a:pt x="303" y="403"/>
                    <a:pt x="303" y="403"/>
                    <a:pt x="304" y="403"/>
                  </a:cubicBezTo>
                  <a:lnTo>
                    <a:pt x="305" y="403"/>
                  </a:lnTo>
                  <a:lnTo>
                    <a:pt x="312" y="403"/>
                  </a:lnTo>
                  <a:cubicBezTo>
                    <a:pt x="320" y="403"/>
                    <a:pt x="320" y="391"/>
                    <a:pt x="312" y="390"/>
                  </a:cubicBezTo>
                  <a:cubicBezTo>
                    <a:pt x="334" y="393"/>
                    <a:pt x="329" y="331"/>
                    <a:pt x="328" y="322"/>
                  </a:cubicBezTo>
                  <a:cubicBezTo>
                    <a:pt x="325" y="297"/>
                    <a:pt x="318" y="273"/>
                    <a:pt x="308" y="250"/>
                  </a:cubicBezTo>
                  <a:cubicBezTo>
                    <a:pt x="307" y="247"/>
                    <a:pt x="305" y="244"/>
                    <a:pt x="304" y="242"/>
                  </a:cubicBezTo>
                  <a:cubicBezTo>
                    <a:pt x="300" y="237"/>
                    <a:pt x="298" y="232"/>
                    <a:pt x="294" y="228"/>
                  </a:cubicBezTo>
                  <a:cubicBezTo>
                    <a:pt x="297" y="228"/>
                    <a:pt x="300" y="227"/>
                    <a:pt x="302" y="226"/>
                  </a:cubicBezTo>
                  <a:cubicBezTo>
                    <a:pt x="320" y="216"/>
                    <a:pt x="311" y="204"/>
                    <a:pt x="301" y="191"/>
                  </a:cubicBezTo>
                  <a:cubicBezTo>
                    <a:pt x="287" y="174"/>
                    <a:pt x="275" y="153"/>
                    <a:pt x="261" y="134"/>
                  </a:cubicBezTo>
                  <a:cubicBezTo>
                    <a:pt x="262" y="134"/>
                    <a:pt x="263" y="135"/>
                    <a:pt x="264" y="135"/>
                  </a:cubicBezTo>
                  <a:cubicBezTo>
                    <a:pt x="269" y="138"/>
                    <a:pt x="275" y="141"/>
                    <a:pt x="281" y="143"/>
                  </a:cubicBezTo>
                  <a:cubicBezTo>
                    <a:pt x="293" y="146"/>
                    <a:pt x="306" y="147"/>
                    <a:pt x="318" y="147"/>
                  </a:cubicBezTo>
                  <a:cubicBezTo>
                    <a:pt x="329" y="147"/>
                    <a:pt x="339" y="146"/>
                    <a:pt x="349" y="14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2"/>
            <p:cNvSpPr/>
            <p:nvPr/>
          </p:nvSpPr>
          <p:spPr>
            <a:xfrm>
              <a:off x="8341560" y="4450680"/>
              <a:ext cx="127080" cy="115200"/>
            </a:xfrm>
            <a:custGeom>
              <a:avLst/>
              <a:gdLst/>
              <a:ahLst/>
              <a:cxnLst/>
              <a:rect l="l" t="t" r="r" b="b"/>
              <a:pathLst>
                <a:path w="353" h="320" extrusionOk="0">
                  <a:moveTo>
                    <a:pt x="20" y="191"/>
                  </a:moveTo>
                  <a:cubicBezTo>
                    <a:pt x="22" y="196"/>
                    <a:pt x="24" y="201"/>
                    <a:pt x="27" y="205"/>
                  </a:cubicBezTo>
                  <a:cubicBezTo>
                    <a:pt x="36" y="220"/>
                    <a:pt x="48" y="233"/>
                    <a:pt x="63" y="241"/>
                  </a:cubicBezTo>
                  <a:cubicBezTo>
                    <a:pt x="65" y="242"/>
                    <a:pt x="66" y="243"/>
                    <a:pt x="68" y="244"/>
                  </a:cubicBezTo>
                  <a:cubicBezTo>
                    <a:pt x="94" y="258"/>
                    <a:pt x="152" y="310"/>
                    <a:pt x="181" y="279"/>
                  </a:cubicBezTo>
                  <a:cubicBezTo>
                    <a:pt x="184" y="277"/>
                    <a:pt x="185" y="274"/>
                    <a:pt x="187" y="271"/>
                  </a:cubicBezTo>
                  <a:cubicBezTo>
                    <a:pt x="189" y="269"/>
                    <a:pt x="190" y="266"/>
                    <a:pt x="191" y="263"/>
                  </a:cubicBezTo>
                  <a:cubicBezTo>
                    <a:pt x="200" y="271"/>
                    <a:pt x="210" y="279"/>
                    <a:pt x="222" y="286"/>
                  </a:cubicBezTo>
                  <a:cubicBezTo>
                    <a:pt x="224" y="287"/>
                    <a:pt x="227" y="289"/>
                    <a:pt x="230" y="290"/>
                  </a:cubicBezTo>
                  <a:cubicBezTo>
                    <a:pt x="234" y="293"/>
                    <a:pt x="237" y="295"/>
                    <a:pt x="241" y="297"/>
                  </a:cubicBezTo>
                  <a:cubicBezTo>
                    <a:pt x="265" y="311"/>
                    <a:pt x="293" y="319"/>
                    <a:pt x="321" y="319"/>
                  </a:cubicBezTo>
                  <a:cubicBezTo>
                    <a:pt x="324" y="319"/>
                    <a:pt x="326" y="318"/>
                    <a:pt x="329" y="318"/>
                  </a:cubicBezTo>
                  <a:cubicBezTo>
                    <a:pt x="352" y="316"/>
                    <a:pt x="348" y="294"/>
                    <a:pt x="348" y="275"/>
                  </a:cubicBezTo>
                  <a:cubicBezTo>
                    <a:pt x="348" y="256"/>
                    <a:pt x="350" y="238"/>
                    <a:pt x="350" y="219"/>
                  </a:cubicBezTo>
                  <a:cubicBezTo>
                    <a:pt x="348" y="208"/>
                    <a:pt x="345" y="197"/>
                    <a:pt x="339" y="187"/>
                  </a:cubicBezTo>
                  <a:cubicBezTo>
                    <a:pt x="338" y="185"/>
                    <a:pt x="336" y="183"/>
                    <a:pt x="335" y="182"/>
                  </a:cubicBezTo>
                  <a:cubicBezTo>
                    <a:pt x="335" y="181"/>
                    <a:pt x="335" y="181"/>
                    <a:pt x="335" y="181"/>
                  </a:cubicBezTo>
                  <a:cubicBezTo>
                    <a:pt x="334" y="180"/>
                    <a:pt x="334" y="180"/>
                    <a:pt x="333" y="179"/>
                  </a:cubicBezTo>
                  <a:cubicBezTo>
                    <a:pt x="332" y="179"/>
                    <a:pt x="331" y="178"/>
                    <a:pt x="330" y="178"/>
                  </a:cubicBezTo>
                  <a:lnTo>
                    <a:pt x="326" y="178"/>
                  </a:lnTo>
                  <a:cubicBezTo>
                    <a:pt x="325" y="178"/>
                    <a:pt x="325" y="179"/>
                    <a:pt x="324" y="179"/>
                  </a:cubicBezTo>
                  <a:cubicBezTo>
                    <a:pt x="323" y="180"/>
                    <a:pt x="324" y="179"/>
                    <a:pt x="323" y="180"/>
                  </a:cubicBezTo>
                  <a:cubicBezTo>
                    <a:pt x="322" y="181"/>
                    <a:pt x="322" y="181"/>
                    <a:pt x="322" y="182"/>
                  </a:cubicBezTo>
                  <a:cubicBezTo>
                    <a:pt x="322" y="183"/>
                    <a:pt x="322" y="183"/>
                    <a:pt x="323" y="184"/>
                  </a:cubicBezTo>
                  <a:cubicBezTo>
                    <a:pt x="323" y="184"/>
                    <a:pt x="323" y="185"/>
                    <a:pt x="324" y="185"/>
                  </a:cubicBezTo>
                  <a:lnTo>
                    <a:pt x="325" y="185"/>
                  </a:lnTo>
                  <a:cubicBezTo>
                    <a:pt x="332" y="189"/>
                    <a:pt x="335" y="223"/>
                    <a:pt x="335" y="229"/>
                  </a:cubicBezTo>
                  <a:cubicBezTo>
                    <a:pt x="335" y="238"/>
                    <a:pt x="336" y="303"/>
                    <a:pt x="329" y="302"/>
                  </a:cubicBezTo>
                  <a:cubicBezTo>
                    <a:pt x="301" y="299"/>
                    <a:pt x="274" y="290"/>
                    <a:pt x="250" y="276"/>
                  </a:cubicBezTo>
                  <a:cubicBezTo>
                    <a:pt x="233" y="266"/>
                    <a:pt x="203" y="254"/>
                    <a:pt x="197" y="233"/>
                  </a:cubicBezTo>
                  <a:cubicBezTo>
                    <a:pt x="197" y="214"/>
                    <a:pt x="194" y="192"/>
                    <a:pt x="194" y="176"/>
                  </a:cubicBezTo>
                  <a:cubicBezTo>
                    <a:pt x="191" y="117"/>
                    <a:pt x="178" y="50"/>
                    <a:pt x="138" y="3"/>
                  </a:cubicBezTo>
                  <a:cubicBezTo>
                    <a:pt x="136" y="0"/>
                    <a:pt x="130" y="3"/>
                    <a:pt x="131" y="7"/>
                  </a:cubicBezTo>
                  <a:cubicBezTo>
                    <a:pt x="161" y="72"/>
                    <a:pt x="177" y="143"/>
                    <a:pt x="177" y="216"/>
                  </a:cubicBezTo>
                  <a:cubicBezTo>
                    <a:pt x="177" y="219"/>
                    <a:pt x="177" y="222"/>
                    <a:pt x="177" y="225"/>
                  </a:cubicBezTo>
                  <a:cubicBezTo>
                    <a:pt x="177" y="237"/>
                    <a:pt x="177" y="273"/>
                    <a:pt x="155" y="267"/>
                  </a:cubicBezTo>
                  <a:cubicBezTo>
                    <a:pt x="132" y="262"/>
                    <a:pt x="103" y="237"/>
                    <a:pt x="79" y="225"/>
                  </a:cubicBezTo>
                  <a:cubicBezTo>
                    <a:pt x="40" y="206"/>
                    <a:pt x="25" y="161"/>
                    <a:pt x="4" y="127"/>
                  </a:cubicBezTo>
                  <a:cubicBezTo>
                    <a:pt x="3" y="126"/>
                    <a:pt x="3" y="126"/>
                    <a:pt x="2" y="126"/>
                  </a:cubicBezTo>
                  <a:lnTo>
                    <a:pt x="1" y="127"/>
                  </a:ln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9" y="147"/>
                    <a:pt x="14" y="173"/>
                    <a:pt x="20" y="1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2"/>
            <p:cNvSpPr/>
            <p:nvPr/>
          </p:nvSpPr>
          <p:spPr>
            <a:xfrm>
              <a:off x="8445600" y="4600080"/>
              <a:ext cx="60480" cy="50760"/>
            </a:xfrm>
            <a:custGeom>
              <a:avLst/>
              <a:gdLst/>
              <a:ahLst/>
              <a:cxnLst/>
              <a:rect l="l" t="t" r="r" b="b"/>
              <a:pathLst>
                <a:path w="168" h="141" extrusionOk="0">
                  <a:moveTo>
                    <a:pt x="160" y="126"/>
                  </a:moveTo>
                  <a:cubicBezTo>
                    <a:pt x="161" y="126"/>
                    <a:pt x="162" y="126"/>
                    <a:pt x="162" y="125"/>
                  </a:cubicBezTo>
                  <a:cubicBezTo>
                    <a:pt x="163" y="124"/>
                    <a:pt x="164" y="124"/>
                    <a:pt x="164" y="123"/>
                  </a:cubicBezTo>
                  <a:cubicBezTo>
                    <a:pt x="165" y="122"/>
                    <a:pt x="165" y="122"/>
                    <a:pt x="165" y="121"/>
                  </a:cubicBezTo>
                  <a:cubicBezTo>
                    <a:pt x="166" y="107"/>
                    <a:pt x="167" y="92"/>
                    <a:pt x="167" y="78"/>
                  </a:cubicBezTo>
                  <a:cubicBezTo>
                    <a:pt x="167" y="68"/>
                    <a:pt x="167" y="58"/>
                    <a:pt x="166" y="48"/>
                  </a:cubicBezTo>
                  <a:cubicBezTo>
                    <a:pt x="166" y="46"/>
                    <a:pt x="167" y="43"/>
                    <a:pt x="167" y="41"/>
                  </a:cubicBezTo>
                  <a:cubicBezTo>
                    <a:pt x="167" y="30"/>
                    <a:pt x="164" y="19"/>
                    <a:pt x="158" y="9"/>
                  </a:cubicBezTo>
                  <a:cubicBezTo>
                    <a:pt x="157" y="6"/>
                    <a:pt x="155" y="4"/>
                    <a:pt x="153" y="1"/>
                  </a:cubicBezTo>
                  <a:lnTo>
                    <a:pt x="152" y="1"/>
                  </a:lnTo>
                  <a:cubicBezTo>
                    <a:pt x="152" y="0"/>
                    <a:pt x="151" y="0"/>
                    <a:pt x="151" y="0"/>
                  </a:cubicBezTo>
                  <a:cubicBezTo>
                    <a:pt x="150" y="0"/>
                    <a:pt x="150" y="0"/>
                    <a:pt x="149" y="1"/>
                  </a:cubicBezTo>
                  <a:cubicBezTo>
                    <a:pt x="149" y="1"/>
                    <a:pt x="148" y="1"/>
                    <a:pt x="148" y="2"/>
                  </a:cubicBezTo>
                  <a:lnTo>
                    <a:pt x="147" y="3"/>
                  </a:lnTo>
                  <a:cubicBezTo>
                    <a:pt x="147" y="4"/>
                    <a:pt x="148" y="4"/>
                    <a:pt x="148" y="4"/>
                  </a:cubicBezTo>
                  <a:cubicBezTo>
                    <a:pt x="158" y="31"/>
                    <a:pt x="154" y="58"/>
                    <a:pt x="156" y="85"/>
                  </a:cubicBezTo>
                  <a:cubicBezTo>
                    <a:pt x="156" y="91"/>
                    <a:pt x="161" y="115"/>
                    <a:pt x="149" y="116"/>
                  </a:cubicBezTo>
                  <a:cubicBezTo>
                    <a:pt x="134" y="116"/>
                    <a:pt x="121" y="111"/>
                    <a:pt x="107" y="104"/>
                  </a:cubicBezTo>
                  <a:cubicBezTo>
                    <a:pt x="105" y="102"/>
                    <a:pt x="101" y="101"/>
                    <a:pt x="98" y="99"/>
                  </a:cubicBezTo>
                  <a:cubicBezTo>
                    <a:pt x="61" y="76"/>
                    <a:pt x="38" y="38"/>
                    <a:pt x="5" y="10"/>
                  </a:cubicBezTo>
                  <a:lnTo>
                    <a:pt x="4" y="10"/>
                  </a:lnTo>
                  <a:cubicBezTo>
                    <a:pt x="3" y="10"/>
                    <a:pt x="2" y="10"/>
                    <a:pt x="2" y="10"/>
                  </a:cubicBezTo>
                  <a:cubicBezTo>
                    <a:pt x="1" y="11"/>
                    <a:pt x="1" y="10"/>
                    <a:pt x="0" y="11"/>
                  </a:cubicBezTo>
                  <a:cubicBezTo>
                    <a:pt x="0" y="12"/>
                    <a:pt x="0" y="13"/>
                    <a:pt x="0" y="13"/>
                  </a:cubicBezTo>
                  <a:cubicBezTo>
                    <a:pt x="0" y="14"/>
                    <a:pt x="0" y="14"/>
                    <a:pt x="0" y="15"/>
                  </a:cubicBezTo>
                  <a:lnTo>
                    <a:pt x="1" y="15"/>
                  </a:lnTo>
                  <a:cubicBezTo>
                    <a:pt x="43" y="62"/>
                    <a:pt x="85" y="140"/>
                    <a:pt x="160" y="12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2"/>
            <p:cNvSpPr/>
            <p:nvPr/>
          </p:nvSpPr>
          <p:spPr>
            <a:xfrm>
              <a:off x="8208360" y="4414320"/>
              <a:ext cx="29160" cy="29520"/>
            </a:xfrm>
            <a:custGeom>
              <a:avLst/>
              <a:gdLst/>
              <a:ahLst/>
              <a:cxnLst/>
              <a:rect l="l" t="t" r="r" b="b"/>
              <a:pathLst>
                <a:path w="81" h="82" extrusionOk="0">
                  <a:moveTo>
                    <a:pt x="4" y="0"/>
                  </a:move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0" y="3"/>
                  </a:lnTo>
                  <a:cubicBezTo>
                    <a:pt x="0" y="4"/>
                    <a:pt x="1" y="5"/>
                    <a:pt x="1" y="5"/>
                  </a:cubicBezTo>
                  <a:cubicBezTo>
                    <a:pt x="1" y="5"/>
                    <a:pt x="1" y="6"/>
                    <a:pt x="2" y="6"/>
                  </a:cubicBezTo>
                  <a:cubicBezTo>
                    <a:pt x="10" y="11"/>
                    <a:pt x="17" y="18"/>
                    <a:pt x="21" y="27"/>
                  </a:cubicBezTo>
                  <a:cubicBezTo>
                    <a:pt x="26" y="34"/>
                    <a:pt x="33" y="40"/>
                    <a:pt x="39" y="46"/>
                  </a:cubicBezTo>
                  <a:cubicBezTo>
                    <a:pt x="49" y="60"/>
                    <a:pt x="61" y="71"/>
                    <a:pt x="75" y="80"/>
                  </a:cubicBezTo>
                  <a:cubicBezTo>
                    <a:pt x="76" y="80"/>
                    <a:pt x="76" y="81"/>
                    <a:pt x="77" y="81"/>
                  </a:cubicBezTo>
                  <a:cubicBezTo>
                    <a:pt x="77" y="81"/>
                    <a:pt x="78" y="80"/>
                    <a:pt x="79" y="80"/>
                  </a:cubicBezTo>
                  <a:lnTo>
                    <a:pt x="80" y="79"/>
                  </a:lnTo>
                  <a:cubicBezTo>
                    <a:pt x="80" y="78"/>
                    <a:pt x="80" y="78"/>
                    <a:pt x="80" y="77"/>
                  </a:cubicBezTo>
                  <a:cubicBezTo>
                    <a:pt x="80" y="76"/>
                    <a:pt x="80" y="76"/>
                    <a:pt x="80" y="75"/>
                  </a:cubicBezTo>
                  <a:cubicBezTo>
                    <a:pt x="80" y="75"/>
                    <a:pt x="79" y="75"/>
                    <a:pt x="79" y="74"/>
                  </a:cubicBezTo>
                  <a:cubicBezTo>
                    <a:pt x="69" y="57"/>
                    <a:pt x="57" y="42"/>
                    <a:pt x="44" y="28"/>
                  </a:cubicBezTo>
                  <a:cubicBezTo>
                    <a:pt x="37" y="19"/>
                    <a:pt x="28" y="12"/>
                    <a:pt x="19" y="7"/>
                  </a:cubicBezTo>
                  <a:cubicBezTo>
                    <a:pt x="14" y="4"/>
                    <a:pt x="9" y="2"/>
                    <a:pt x="4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2"/>
            <p:cNvSpPr/>
            <p:nvPr/>
          </p:nvSpPr>
          <p:spPr>
            <a:xfrm>
              <a:off x="8263800" y="4476960"/>
              <a:ext cx="28080" cy="30960"/>
            </a:xfrm>
            <a:custGeom>
              <a:avLst/>
              <a:gdLst/>
              <a:ahLst/>
              <a:cxnLst/>
              <a:rect l="l" t="t" r="r" b="b"/>
              <a:pathLst>
                <a:path w="78" h="86" extrusionOk="0">
                  <a:moveTo>
                    <a:pt x="64" y="84"/>
                  </a:moveTo>
                  <a:cubicBezTo>
                    <a:pt x="65" y="84"/>
                    <a:pt x="66" y="84"/>
                    <a:pt x="67" y="84"/>
                  </a:cubicBezTo>
                  <a:cubicBezTo>
                    <a:pt x="67" y="84"/>
                    <a:pt x="68" y="85"/>
                    <a:pt x="69" y="84"/>
                  </a:cubicBezTo>
                  <a:cubicBezTo>
                    <a:pt x="70" y="84"/>
                    <a:pt x="70" y="83"/>
                    <a:pt x="71" y="82"/>
                  </a:cubicBezTo>
                  <a:lnTo>
                    <a:pt x="71" y="81"/>
                  </a:lnTo>
                  <a:cubicBezTo>
                    <a:pt x="77" y="67"/>
                    <a:pt x="59" y="60"/>
                    <a:pt x="51" y="50"/>
                  </a:cubicBezTo>
                  <a:cubicBezTo>
                    <a:pt x="38" y="33"/>
                    <a:pt x="25" y="18"/>
                    <a:pt x="10" y="3"/>
                  </a:cubicBezTo>
                  <a:cubicBezTo>
                    <a:pt x="7" y="0"/>
                    <a:pt x="0" y="3"/>
                    <a:pt x="3" y="8"/>
                  </a:cubicBezTo>
                  <a:cubicBezTo>
                    <a:pt x="14" y="26"/>
                    <a:pt x="23" y="44"/>
                    <a:pt x="35" y="61"/>
                  </a:cubicBezTo>
                  <a:cubicBezTo>
                    <a:pt x="40" y="68"/>
                    <a:pt x="47" y="75"/>
                    <a:pt x="55" y="79"/>
                  </a:cubicBezTo>
                  <a:cubicBezTo>
                    <a:pt x="58" y="81"/>
                    <a:pt x="61" y="82"/>
                    <a:pt x="64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2"/>
            <p:cNvSpPr/>
            <p:nvPr/>
          </p:nvSpPr>
          <p:spPr>
            <a:xfrm>
              <a:off x="8626320" y="4538160"/>
              <a:ext cx="25920" cy="23040"/>
            </a:xfrm>
            <a:custGeom>
              <a:avLst/>
              <a:gdLst/>
              <a:ahLst/>
              <a:cxnLst/>
              <a:rect l="l" t="t" r="r" b="b"/>
              <a:pathLst>
                <a:path w="72" h="64" extrusionOk="0">
                  <a:moveTo>
                    <a:pt x="69" y="49"/>
                  </a:moveTo>
                  <a:cubicBezTo>
                    <a:pt x="64" y="48"/>
                    <a:pt x="60" y="46"/>
                    <a:pt x="56" y="44"/>
                  </a:cubicBezTo>
                  <a:cubicBezTo>
                    <a:pt x="54" y="42"/>
                    <a:pt x="52" y="41"/>
                    <a:pt x="50" y="40"/>
                  </a:cubicBezTo>
                  <a:cubicBezTo>
                    <a:pt x="45" y="34"/>
                    <a:pt x="41" y="29"/>
                    <a:pt x="35" y="24"/>
                  </a:cubicBezTo>
                  <a:cubicBezTo>
                    <a:pt x="29" y="19"/>
                    <a:pt x="10" y="11"/>
                    <a:pt x="6" y="2"/>
                  </a:cubicBezTo>
                  <a:cubicBezTo>
                    <a:pt x="6" y="1"/>
                    <a:pt x="5" y="1"/>
                    <a:pt x="5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1" y="0"/>
                  </a:cubicBezTo>
                  <a:lnTo>
                    <a:pt x="0" y="1"/>
                  </a:lnTo>
                  <a:cubicBezTo>
                    <a:pt x="0" y="1"/>
                    <a:pt x="0" y="2"/>
                    <a:pt x="0" y="3"/>
                  </a:cubicBezTo>
                  <a:cubicBezTo>
                    <a:pt x="4" y="21"/>
                    <a:pt x="20" y="28"/>
                    <a:pt x="30" y="41"/>
                  </a:cubicBezTo>
                  <a:cubicBezTo>
                    <a:pt x="40" y="54"/>
                    <a:pt x="53" y="63"/>
                    <a:pt x="69" y="55"/>
                  </a:cubicBezTo>
                  <a:cubicBezTo>
                    <a:pt x="70" y="55"/>
                    <a:pt x="70" y="54"/>
                    <a:pt x="70" y="54"/>
                  </a:cubicBezTo>
                  <a:cubicBezTo>
                    <a:pt x="70" y="53"/>
                    <a:pt x="71" y="53"/>
                    <a:pt x="71" y="52"/>
                  </a:cubicBezTo>
                  <a:cubicBezTo>
                    <a:pt x="71" y="52"/>
                    <a:pt x="70" y="51"/>
                    <a:pt x="70" y="50"/>
                  </a:cubicBezTo>
                  <a:lnTo>
                    <a:pt x="69" y="4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2"/>
            <p:cNvSpPr/>
            <p:nvPr/>
          </p:nvSpPr>
          <p:spPr>
            <a:xfrm>
              <a:off x="8673840" y="4579200"/>
              <a:ext cx="25920" cy="21960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65" y="60"/>
                  </a:moveTo>
                  <a:cubicBezTo>
                    <a:pt x="66" y="60"/>
                    <a:pt x="66" y="60"/>
                    <a:pt x="67" y="60"/>
                  </a:cubicBezTo>
                  <a:cubicBezTo>
                    <a:pt x="67" y="60"/>
                    <a:pt x="68" y="60"/>
                    <a:pt x="69" y="59"/>
                  </a:cubicBezTo>
                  <a:cubicBezTo>
                    <a:pt x="69" y="59"/>
                    <a:pt x="70" y="59"/>
                    <a:pt x="70" y="58"/>
                  </a:cubicBezTo>
                  <a:cubicBezTo>
                    <a:pt x="71" y="57"/>
                    <a:pt x="71" y="57"/>
                    <a:pt x="71" y="56"/>
                  </a:cubicBezTo>
                  <a:cubicBezTo>
                    <a:pt x="71" y="56"/>
                    <a:pt x="71" y="55"/>
                    <a:pt x="70" y="55"/>
                  </a:cubicBezTo>
                  <a:cubicBezTo>
                    <a:pt x="63" y="30"/>
                    <a:pt x="31" y="14"/>
                    <a:pt x="10" y="2"/>
                  </a:cubicBezTo>
                  <a:cubicBezTo>
                    <a:pt x="6" y="0"/>
                    <a:pt x="0" y="6"/>
                    <a:pt x="4" y="10"/>
                  </a:cubicBezTo>
                  <a:cubicBezTo>
                    <a:pt x="20" y="29"/>
                    <a:pt x="39" y="45"/>
                    <a:pt x="60" y="57"/>
                  </a:cubicBezTo>
                  <a:cubicBezTo>
                    <a:pt x="62" y="59"/>
                    <a:pt x="63" y="59"/>
                    <a:pt x="65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32"/>
            <p:cNvSpPr/>
            <p:nvPr/>
          </p:nvSpPr>
          <p:spPr>
            <a:xfrm>
              <a:off x="8722800" y="4613400"/>
              <a:ext cx="74520" cy="60480"/>
            </a:xfrm>
            <a:custGeom>
              <a:avLst/>
              <a:gdLst/>
              <a:ahLst/>
              <a:cxnLst/>
              <a:rect l="l" t="t" r="r" b="b"/>
              <a:pathLst>
                <a:path w="207" h="168" extrusionOk="0">
                  <a:moveTo>
                    <a:pt x="197" y="164"/>
                  </a:moveTo>
                  <a:cubicBezTo>
                    <a:pt x="197" y="165"/>
                    <a:pt x="198" y="165"/>
                    <a:pt x="198" y="165"/>
                  </a:cubicBezTo>
                  <a:cubicBezTo>
                    <a:pt x="199" y="166"/>
                    <a:pt x="198" y="166"/>
                    <a:pt x="199" y="166"/>
                  </a:cubicBezTo>
                  <a:cubicBezTo>
                    <a:pt x="201" y="167"/>
                    <a:pt x="200" y="167"/>
                    <a:pt x="201" y="167"/>
                  </a:cubicBezTo>
                  <a:cubicBezTo>
                    <a:pt x="202" y="167"/>
                    <a:pt x="203" y="167"/>
                    <a:pt x="203" y="166"/>
                  </a:cubicBezTo>
                  <a:cubicBezTo>
                    <a:pt x="204" y="166"/>
                    <a:pt x="205" y="166"/>
                    <a:pt x="205" y="165"/>
                  </a:cubicBezTo>
                  <a:cubicBezTo>
                    <a:pt x="206" y="164"/>
                    <a:pt x="205" y="164"/>
                    <a:pt x="205" y="163"/>
                  </a:cubicBezTo>
                  <a:lnTo>
                    <a:pt x="205" y="162"/>
                  </a:lnTo>
                  <a:cubicBezTo>
                    <a:pt x="200" y="125"/>
                    <a:pt x="154" y="103"/>
                    <a:pt x="128" y="81"/>
                  </a:cubicBezTo>
                  <a:cubicBezTo>
                    <a:pt x="108" y="64"/>
                    <a:pt x="87" y="48"/>
                    <a:pt x="64" y="34"/>
                  </a:cubicBezTo>
                  <a:cubicBezTo>
                    <a:pt x="50" y="26"/>
                    <a:pt x="17" y="17"/>
                    <a:pt x="7" y="3"/>
                  </a:cubicBezTo>
                  <a:cubicBezTo>
                    <a:pt x="5" y="0"/>
                    <a:pt x="0" y="3"/>
                    <a:pt x="2" y="7"/>
                  </a:cubicBezTo>
                  <a:cubicBezTo>
                    <a:pt x="2" y="8"/>
                    <a:pt x="2" y="8"/>
                    <a:pt x="3" y="9"/>
                  </a:cubicBezTo>
                  <a:cubicBezTo>
                    <a:pt x="6" y="14"/>
                    <a:pt x="10" y="18"/>
                    <a:pt x="14" y="20"/>
                  </a:cubicBezTo>
                  <a:cubicBezTo>
                    <a:pt x="16" y="21"/>
                    <a:pt x="18" y="22"/>
                    <a:pt x="21" y="23"/>
                  </a:cubicBezTo>
                  <a:cubicBezTo>
                    <a:pt x="29" y="27"/>
                    <a:pt x="36" y="31"/>
                    <a:pt x="44" y="36"/>
                  </a:cubicBezTo>
                  <a:cubicBezTo>
                    <a:pt x="60" y="45"/>
                    <a:pt x="75" y="55"/>
                    <a:pt x="90" y="67"/>
                  </a:cubicBezTo>
                  <a:cubicBezTo>
                    <a:pt x="108" y="80"/>
                    <a:pt x="124" y="96"/>
                    <a:pt x="142" y="109"/>
                  </a:cubicBezTo>
                  <a:cubicBezTo>
                    <a:pt x="165" y="123"/>
                    <a:pt x="184" y="142"/>
                    <a:pt x="197" y="16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32"/>
            <p:cNvSpPr/>
            <p:nvPr/>
          </p:nvSpPr>
          <p:spPr>
            <a:xfrm>
              <a:off x="8731080" y="4582800"/>
              <a:ext cx="82080" cy="68040"/>
            </a:xfrm>
            <a:custGeom>
              <a:avLst/>
              <a:gdLst/>
              <a:ahLst/>
              <a:cxnLst/>
              <a:rect l="l" t="t" r="r" b="b"/>
              <a:pathLst>
                <a:path w="228" h="189" extrusionOk="0">
                  <a:moveTo>
                    <a:pt x="220" y="187"/>
                  </a:moveTo>
                  <a:cubicBezTo>
                    <a:pt x="221" y="188"/>
                    <a:pt x="222" y="188"/>
                    <a:pt x="222" y="188"/>
                  </a:cubicBezTo>
                  <a:cubicBezTo>
                    <a:pt x="223" y="188"/>
                    <a:pt x="223" y="188"/>
                    <a:pt x="224" y="187"/>
                  </a:cubicBezTo>
                  <a:cubicBezTo>
                    <a:pt x="225" y="186"/>
                    <a:pt x="225" y="187"/>
                    <a:pt x="226" y="186"/>
                  </a:cubicBezTo>
                  <a:cubicBezTo>
                    <a:pt x="227" y="185"/>
                    <a:pt x="226" y="185"/>
                    <a:pt x="226" y="184"/>
                  </a:cubicBezTo>
                  <a:cubicBezTo>
                    <a:pt x="226" y="183"/>
                    <a:pt x="226" y="182"/>
                    <a:pt x="226" y="182"/>
                  </a:cubicBezTo>
                  <a:cubicBezTo>
                    <a:pt x="226" y="182"/>
                    <a:pt x="226" y="181"/>
                    <a:pt x="225" y="181"/>
                  </a:cubicBezTo>
                  <a:cubicBezTo>
                    <a:pt x="197" y="146"/>
                    <a:pt x="166" y="112"/>
                    <a:pt x="132" y="82"/>
                  </a:cubicBezTo>
                  <a:cubicBezTo>
                    <a:pt x="116" y="69"/>
                    <a:pt x="100" y="57"/>
                    <a:pt x="83" y="46"/>
                  </a:cubicBezTo>
                  <a:cubicBezTo>
                    <a:pt x="71" y="37"/>
                    <a:pt x="59" y="29"/>
                    <a:pt x="46" y="21"/>
                  </a:cubicBezTo>
                  <a:cubicBezTo>
                    <a:pt x="32" y="13"/>
                    <a:pt x="17" y="6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20" y="12"/>
                    <a:pt x="35" y="31"/>
                    <a:pt x="53" y="41"/>
                  </a:cubicBezTo>
                  <a:cubicBezTo>
                    <a:pt x="58" y="44"/>
                    <a:pt x="64" y="47"/>
                    <a:pt x="69" y="50"/>
                  </a:cubicBezTo>
                  <a:cubicBezTo>
                    <a:pt x="91" y="63"/>
                    <a:pt x="112" y="79"/>
                    <a:pt x="129" y="98"/>
                  </a:cubicBezTo>
                  <a:cubicBezTo>
                    <a:pt x="139" y="108"/>
                    <a:pt x="150" y="118"/>
                    <a:pt x="161" y="128"/>
                  </a:cubicBezTo>
                  <a:cubicBezTo>
                    <a:pt x="179" y="149"/>
                    <a:pt x="199" y="169"/>
                    <a:pt x="220" y="18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2"/>
            <p:cNvSpPr/>
            <p:nvPr/>
          </p:nvSpPr>
          <p:spPr>
            <a:xfrm>
              <a:off x="8654760" y="4494600"/>
              <a:ext cx="41400" cy="25200"/>
            </a:xfrm>
            <a:custGeom>
              <a:avLst/>
              <a:gdLst/>
              <a:ahLst/>
              <a:cxnLst/>
              <a:rect l="l" t="t" r="r" b="b"/>
              <a:pathLst>
                <a:path w="115" h="70" extrusionOk="0">
                  <a:moveTo>
                    <a:pt x="110" y="63"/>
                  </a:moveTo>
                  <a:cubicBezTo>
                    <a:pt x="113" y="63"/>
                    <a:pt x="114" y="58"/>
                    <a:pt x="110" y="57"/>
                  </a:cubicBezTo>
                  <a:cubicBezTo>
                    <a:pt x="97" y="52"/>
                    <a:pt x="85" y="46"/>
                    <a:pt x="72" y="39"/>
                  </a:cubicBezTo>
                  <a:cubicBezTo>
                    <a:pt x="69" y="37"/>
                    <a:pt x="64" y="34"/>
                    <a:pt x="60" y="32"/>
                  </a:cubicBezTo>
                  <a:cubicBezTo>
                    <a:pt x="50" y="27"/>
                    <a:pt x="40" y="22"/>
                    <a:pt x="30" y="17"/>
                  </a:cubicBezTo>
                  <a:cubicBezTo>
                    <a:pt x="23" y="12"/>
                    <a:pt x="16" y="8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17" y="20"/>
                    <a:pt x="31" y="30"/>
                    <a:pt x="45" y="38"/>
                  </a:cubicBezTo>
                  <a:cubicBezTo>
                    <a:pt x="49" y="40"/>
                    <a:pt x="51" y="42"/>
                    <a:pt x="55" y="44"/>
                  </a:cubicBezTo>
                  <a:cubicBezTo>
                    <a:pt x="71" y="53"/>
                    <a:pt x="91" y="69"/>
                    <a:pt x="110" y="6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2"/>
            <p:cNvSpPr/>
            <p:nvPr/>
          </p:nvSpPr>
          <p:spPr>
            <a:xfrm>
              <a:off x="8743320" y="4547880"/>
              <a:ext cx="98640" cy="86040"/>
            </a:xfrm>
            <a:custGeom>
              <a:avLst/>
              <a:gdLst/>
              <a:ahLst/>
              <a:cxnLst/>
              <a:rect l="l" t="t" r="r" b="b"/>
              <a:pathLst>
                <a:path w="274" h="239" extrusionOk="0">
                  <a:moveTo>
                    <a:pt x="264" y="235"/>
                  </a:moveTo>
                  <a:cubicBezTo>
                    <a:pt x="268" y="238"/>
                    <a:pt x="273" y="232"/>
                    <a:pt x="270" y="228"/>
                  </a:cubicBezTo>
                  <a:cubicBezTo>
                    <a:pt x="235" y="180"/>
                    <a:pt x="193" y="137"/>
                    <a:pt x="145" y="102"/>
                  </a:cubicBezTo>
                  <a:cubicBezTo>
                    <a:pt x="129" y="89"/>
                    <a:pt x="115" y="75"/>
                    <a:pt x="100" y="62"/>
                  </a:cubicBezTo>
                  <a:cubicBezTo>
                    <a:pt x="72" y="39"/>
                    <a:pt x="37" y="27"/>
                    <a:pt x="9" y="3"/>
                  </a:cubicBezTo>
                  <a:cubicBezTo>
                    <a:pt x="5" y="0"/>
                    <a:pt x="0" y="6"/>
                    <a:pt x="4" y="9"/>
                  </a:cubicBezTo>
                  <a:cubicBezTo>
                    <a:pt x="24" y="27"/>
                    <a:pt x="45" y="43"/>
                    <a:pt x="67" y="59"/>
                  </a:cubicBezTo>
                  <a:cubicBezTo>
                    <a:pt x="87" y="74"/>
                    <a:pt x="106" y="92"/>
                    <a:pt x="126" y="108"/>
                  </a:cubicBezTo>
                  <a:cubicBezTo>
                    <a:pt x="178" y="145"/>
                    <a:pt x="217" y="193"/>
                    <a:pt x="264" y="23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2"/>
            <p:cNvSpPr/>
            <p:nvPr/>
          </p:nvSpPr>
          <p:spPr>
            <a:xfrm>
              <a:off x="8845560" y="4609080"/>
              <a:ext cx="41760" cy="77040"/>
            </a:xfrm>
            <a:custGeom>
              <a:avLst/>
              <a:gdLst/>
              <a:ahLst/>
              <a:cxnLst/>
              <a:rect l="l" t="t" r="r" b="b"/>
              <a:pathLst>
                <a:path w="116" h="214" extrusionOk="0">
                  <a:moveTo>
                    <a:pt x="1" y="3"/>
                  </a:moveTo>
                  <a:cubicBezTo>
                    <a:pt x="20" y="37"/>
                    <a:pt x="39" y="70"/>
                    <a:pt x="57" y="104"/>
                  </a:cubicBezTo>
                  <a:lnTo>
                    <a:pt x="57" y="105"/>
                  </a:lnTo>
                  <a:cubicBezTo>
                    <a:pt x="76" y="138"/>
                    <a:pt x="92" y="173"/>
                    <a:pt x="102" y="210"/>
                  </a:cubicBezTo>
                  <a:cubicBezTo>
                    <a:pt x="102" y="210"/>
                    <a:pt x="102" y="211"/>
                    <a:pt x="103" y="211"/>
                  </a:cubicBezTo>
                  <a:lnTo>
                    <a:pt x="104" y="212"/>
                  </a:lnTo>
                  <a:cubicBezTo>
                    <a:pt x="105" y="212"/>
                    <a:pt x="105" y="213"/>
                    <a:pt x="106" y="213"/>
                  </a:cubicBezTo>
                  <a:cubicBezTo>
                    <a:pt x="107" y="213"/>
                    <a:pt x="107" y="213"/>
                    <a:pt x="108" y="212"/>
                  </a:cubicBezTo>
                  <a:lnTo>
                    <a:pt x="109" y="211"/>
                  </a:lnTo>
                  <a:lnTo>
                    <a:pt x="109" y="210"/>
                  </a:lnTo>
                  <a:cubicBezTo>
                    <a:pt x="115" y="177"/>
                    <a:pt x="90" y="150"/>
                    <a:pt x="76" y="122"/>
                  </a:cubicBezTo>
                  <a:cubicBezTo>
                    <a:pt x="69" y="109"/>
                    <a:pt x="62" y="97"/>
                    <a:pt x="55" y="84"/>
                  </a:cubicBezTo>
                  <a:cubicBezTo>
                    <a:pt x="39" y="56"/>
                    <a:pt x="22" y="29"/>
                    <a:pt x="4" y="2"/>
                  </a:cubicBezTo>
                  <a:cubicBezTo>
                    <a:pt x="3" y="0"/>
                    <a:pt x="0" y="2"/>
                    <a:pt x="1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2"/>
            <p:cNvSpPr/>
            <p:nvPr/>
          </p:nvSpPr>
          <p:spPr>
            <a:xfrm>
              <a:off x="8857800" y="4598280"/>
              <a:ext cx="28080" cy="40320"/>
            </a:xfrm>
            <a:custGeom>
              <a:avLst/>
              <a:gdLst/>
              <a:ahLst/>
              <a:cxnLst/>
              <a:rect l="l" t="t" r="r" b="b"/>
              <a:pathLst>
                <a:path w="78" h="112" extrusionOk="0">
                  <a:moveTo>
                    <a:pt x="37" y="72"/>
                  </a:moveTo>
                  <a:cubicBezTo>
                    <a:pt x="43" y="86"/>
                    <a:pt x="55" y="110"/>
                    <a:pt x="71" y="111"/>
                  </a:cubicBezTo>
                  <a:cubicBezTo>
                    <a:pt x="72" y="111"/>
                    <a:pt x="72" y="111"/>
                    <a:pt x="72" y="111"/>
                  </a:cubicBezTo>
                  <a:cubicBezTo>
                    <a:pt x="73" y="111"/>
                    <a:pt x="73" y="111"/>
                    <a:pt x="74" y="110"/>
                  </a:cubicBezTo>
                  <a:cubicBezTo>
                    <a:pt x="75" y="109"/>
                    <a:pt x="75" y="110"/>
                    <a:pt x="76" y="109"/>
                  </a:cubicBezTo>
                  <a:cubicBezTo>
                    <a:pt x="77" y="108"/>
                    <a:pt x="76" y="107"/>
                    <a:pt x="76" y="106"/>
                  </a:cubicBezTo>
                  <a:cubicBezTo>
                    <a:pt x="76" y="106"/>
                    <a:pt x="77" y="105"/>
                    <a:pt x="76" y="104"/>
                  </a:cubicBezTo>
                  <a:cubicBezTo>
                    <a:pt x="75" y="103"/>
                    <a:pt x="75" y="104"/>
                    <a:pt x="75" y="104"/>
                  </a:cubicBezTo>
                  <a:cubicBezTo>
                    <a:pt x="62" y="89"/>
                    <a:pt x="51" y="73"/>
                    <a:pt x="41" y="56"/>
                  </a:cubicBezTo>
                  <a:cubicBezTo>
                    <a:pt x="34" y="44"/>
                    <a:pt x="24" y="35"/>
                    <a:pt x="17" y="22"/>
                  </a:cubicBezTo>
                  <a:cubicBezTo>
                    <a:pt x="16" y="19"/>
                    <a:pt x="14" y="15"/>
                    <a:pt x="12" y="12"/>
                  </a:cubicBezTo>
                  <a:cubicBezTo>
                    <a:pt x="10" y="8"/>
                    <a:pt x="8" y="5"/>
                    <a:pt x="5" y="2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1"/>
                    <a:pt x="4" y="0"/>
                    <a:pt x="3" y="0"/>
                  </a:cubicBezTo>
                  <a:lnTo>
                    <a:pt x="2" y="1"/>
                  </a:lnTo>
                  <a:cubicBezTo>
                    <a:pt x="1" y="1"/>
                    <a:pt x="2" y="1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1" y="5"/>
                  </a:cubicBezTo>
                  <a:cubicBezTo>
                    <a:pt x="8" y="15"/>
                    <a:pt x="10" y="27"/>
                    <a:pt x="16" y="38"/>
                  </a:cubicBezTo>
                  <a:cubicBezTo>
                    <a:pt x="21" y="44"/>
                    <a:pt x="25" y="51"/>
                    <a:pt x="29" y="58"/>
                  </a:cubicBezTo>
                  <a:cubicBezTo>
                    <a:pt x="32" y="63"/>
                    <a:pt x="34" y="68"/>
                    <a:pt x="37" y="7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2"/>
            <p:cNvSpPr/>
            <p:nvPr/>
          </p:nvSpPr>
          <p:spPr>
            <a:xfrm>
              <a:off x="8648640" y="4436280"/>
              <a:ext cx="276840" cy="84600"/>
            </a:xfrm>
            <a:custGeom>
              <a:avLst/>
              <a:gdLst/>
              <a:ahLst/>
              <a:cxnLst/>
              <a:rect l="l" t="t" r="r" b="b"/>
              <a:pathLst>
                <a:path w="769" h="235" extrusionOk="0">
                  <a:moveTo>
                    <a:pt x="451" y="105"/>
                  </a:moveTo>
                  <a:cubicBezTo>
                    <a:pt x="445" y="99"/>
                    <a:pt x="437" y="108"/>
                    <a:pt x="442" y="114"/>
                  </a:cubicBezTo>
                  <a:cubicBezTo>
                    <a:pt x="458" y="130"/>
                    <a:pt x="475" y="145"/>
                    <a:pt x="495" y="156"/>
                  </a:cubicBezTo>
                  <a:cubicBezTo>
                    <a:pt x="500" y="159"/>
                    <a:pt x="504" y="161"/>
                    <a:pt x="509" y="164"/>
                  </a:cubicBezTo>
                  <a:cubicBezTo>
                    <a:pt x="485" y="160"/>
                    <a:pt x="459" y="160"/>
                    <a:pt x="439" y="157"/>
                  </a:cubicBezTo>
                  <a:cubicBezTo>
                    <a:pt x="422" y="154"/>
                    <a:pt x="405" y="150"/>
                    <a:pt x="389" y="145"/>
                  </a:cubicBezTo>
                  <a:lnTo>
                    <a:pt x="387" y="145"/>
                  </a:lnTo>
                  <a:cubicBezTo>
                    <a:pt x="378" y="142"/>
                    <a:pt x="369" y="138"/>
                    <a:pt x="360" y="134"/>
                  </a:cubicBezTo>
                  <a:cubicBezTo>
                    <a:pt x="333" y="121"/>
                    <a:pt x="313" y="97"/>
                    <a:pt x="287" y="81"/>
                  </a:cubicBezTo>
                  <a:cubicBezTo>
                    <a:pt x="282" y="78"/>
                    <a:pt x="277" y="86"/>
                    <a:pt x="281" y="89"/>
                  </a:cubicBezTo>
                  <a:cubicBezTo>
                    <a:pt x="295" y="99"/>
                    <a:pt x="301" y="118"/>
                    <a:pt x="316" y="128"/>
                  </a:cubicBezTo>
                  <a:cubicBezTo>
                    <a:pt x="284" y="122"/>
                    <a:pt x="254" y="112"/>
                    <a:pt x="224" y="100"/>
                  </a:cubicBezTo>
                  <a:cubicBezTo>
                    <a:pt x="178" y="78"/>
                    <a:pt x="120" y="50"/>
                    <a:pt x="92" y="4"/>
                  </a:cubicBezTo>
                  <a:cubicBezTo>
                    <a:pt x="90" y="0"/>
                    <a:pt x="82" y="3"/>
                    <a:pt x="84" y="8"/>
                  </a:cubicBezTo>
                  <a:cubicBezTo>
                    <a:pt x="86" y="12"/>
                    <a:pt x="89" y="17"/>
                    <a:pt x="91" y="21"/>
                  </a:cubicBezTo>
                  <a:cubicBezTo>
                    <a:pt x="108" y="48"/>
                    <a:pt x="129" y="71"/>
                    <a:pt x="156" y="87"/>
                  </a:cubicBezTo>
                  <a:cubicBezTo>
                    <a:pt x="161" y="89"/>
                    <a:pt x="165" y="91"/>
                    <a:pt x="169" y="93"/>
                  </a:cubicBezTo>
                  <a:cubicBezTo>
                    <a:pt x="148" y="87"/>
                    <a:pt x="126" y="83"/>
                    <a:pt x="104" y="80"/>
                  </a:cubicBezTo>
                  <a:cubicBezTo>
                    <a:pt x="66" y="76"/>
                    <a:pt x="38" y="78"/>
                    <a:pt x="6" y="53"/>
                  </a:cubicBezTo>
                  <a:cubicBezTo>
                    <a:pt x="3" y="51"/>
                    <a:pt x="0" y="56"/>
                    <a:pt x="3" y="58"/>
                  </a:cubicBezTo>
                  <a:cubicBezTo>
                    <a:pt x="10" y="64"/>
                    <a:pt x="17" y="69"/>
                    <a:pt x="25" y="74"/>
                  </a:cubicBezTo>
                  <a:cubicBezTo>
                    <a:pt x="42" y="83"/>
                    <a:pt x="62" y="90"/>
                    <a:pt x="81" y="91"/>
                  </a:cubicBezTo>
                  <a:cubicBezTo>
                    <a:pt x="122" y="92"/>
                    <a:pt x="162" y="109"/>
                    <a:pt x="201" y="108"/>
                  </a:cubicBezTo>
                  <a:cubicBezTo>
                    <a:pt x="250" y="128"/>
                    <a:pt x="307" y="153"/>
                    <a:pt x="360" y="155"/>
                  </a:cubicBezTo>
                  <a:cubicBezTo>
                    <a:pt x="367" y="158"/>
                    <a:pt x="373" y="162"/>
                    <a:pt x="380" y="165"/>
                  </a:cubicBezTo>
                  <a:cubicBezTo>
                    <a:pt x="436" y="190"/>
                    <a:pt x="505" y="183"/>
                    <a:pt x="564" y="194"/>
                  </a:cubicBezTo>
                  <a:lnTo>
                    <a:pt x="565" y="194"/>
                  </a:lnTo>
                  <a:cubicBezTo>
                    <a:pt x="566" y="194"/>
                    <a:pt x="566" y="193"/>
                    <a:pt x="567" y="193"/>
                  </a:cubicBezTo>
                  <a:cubicBezTo>
                    <a:pt x="568" y="192"/>
                    <a:pt x="568" y="193"/>
                    <a:pt x="569" y="192"/>
                  </a:cubicBezTo>
                  <a:cubicBezTo>
                    <a:pt x="570" y="191"/>
                    <a:pt x="569" y="190"/>
                    <a:pt x="569" y="189"/>
                  </a:cubicBezTo>
                  <a:cubicBezTo>
                    <a:pt x="583" y="194"/>
                    <a:pt x="597" y="199"/>
                    <a:pt x="611" y="203"/>
                  </a:cubicBezTo>
                  <a:cubicBezTo>
                    <a:pt x="659" y="218"/>
                    <a:pt x="712" y="215"/>
                    <a:pt x="759" y="234"/>
                  </a:cubicBezTo>
                  <a:cubicBezTo>
                    <a:pt x="760" y="234"/>
                    <a:pt x="760" y="234"/>
                    <a:pt x="761" y="234"/>
                  </a:cubicBezTo>
                  <a:cubicBezTo>
                    <a:pt x="762" y="234"/>
                    <a:pt x="764" y="233"/>
                    <a:pt x="765" y="233"/>
                  </a:cubicBezTo>
                  <a:cubicBezTo>
                    <a:pt x="766" y="232"/>
                    <a:pt x="767" y="232"/>
                    <a:pt x="767" y="231"/>
                  </a:cubicBezTo>
                  <a:cubicBezTo>
                    <a:pt x="768" y="230"/>
                    <a:pt x="768" y="229"/>
                    <a:pt x="768" y="229"/>
                  </a:cubicBezTo>
                  <a:lnTo>
                    <a:pt x="768" y="222"/>
                  </a:lnTo>
                  <a:cubicBezTo>
                    <a:pt x="768" y="220"/>
                    <a:pt x="767" y="218"/>
                    <a:pt x="766" y="216"/>
                  </a:cubicBezTo>
                  <a:cubicBezTo>
                    <a:pt x="766" y="215"/>
                    <a:pt x="764" y="214"/>
                    <a:pt x="763" y="213"/>
                  </a:cubicBezTo>
                  <a:cubicBezTo>
                    <a:pt x="736" y="197"/>
                    <a:pt x="693" y="195"/>
                    <a:pt x="662" y="190"/>
                  </a:cubicBezTo>
                  <a:cubicBezTo>
                    <a:pt x="593" y="180"/>
                    <a:pt x="501" y="156"/>
                    <a:pt x="451" y="10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2"/>
            <p:cNvSpPr/>
            <p:nvPr/>
          </p:nvSpPr>
          <p:spPr>
            <a:xfrm>
              <a:off x="8083080" y="4401720"/>
              <a:ext cx="48960" cy="34200"/>
            </a:xfrm>
            <a:custGeom>
              <a:avLst/>
              <a:gdLst/>
              <a:ahLst/>
              <a:cxnLst/>
              <a:rect l="l" t="t" r="r" b="b"/>
              <a:pathLst>
                <a:path w="136" h="95" extrusionOk="0">
                  <a:moveTo>
                    <a:pt x="5" y="10"/>
                  </a:moveTo>
                  <a:cubicBezTo>
                    <a:pt x="6" y="7"/>
                    <a:pt x="27" y="24"/>
                    <a:pt x="31" y="25"/>
                  </a:cubicBezTo>
                  <a:cubicBezTo>
                    <a:pt x="32" y="26"/>
                    <a:pt x="33" y="27"/>
                    <a:pt x="35" y="28"/>
                  </a:cubicBezTo>
                  <a:cubicBezTo>
                    <a:pt x="46" y="34"/>
                    <a:pt x="55" y="42"/>
                    <a:pt x="64" y="51"/>
                  </a:cubicBezTo>
                  <a:cubicBezTo>
                    <a:pt x="83" y="69"/>
                    <a:pt x="103" y="94"/>
                    <a:pt x="132" y="85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34" y="85"/>
                    <a:pt x="134" y="84"/>
                    <a:pt x="134" y="84"/>
                  </a:cubicBezTo>
                  <a:cubicBezTo>
                    <a:pt x="135" y="83"/>
                    <a:pt x="135" y="82"/>
                    <a:pt x="135" y="82"/>
                  </a:cubicBezTo>
                  <a:cubicBezTo>
                    <a:pt x="135" y="81"/>
                    <a:pt x="135" y="81"/>
                    <a:pt x="134" y="80"/>
                  </a:cubicBezTo>
                  <a:cubicBezTo>
                    <a:pt x="133" y="79"/>
                    <a:pt x="134" y="80"/>
                    <a:pt x="133" y="79"/>
                  </a:cubicBezTo>
                  <a:cubicBezTo>
                    <a:pt x="132" y="78"/>
                    <a:pt x="133" y="78"/>
                    <a:pt x="132" y="78"/>
                  </a:cubicBezTo>
                  <a:cubicBezTo>
                    <a:pt x="125" y="75"/>
                    <a:pt x="117" y="71"/>
                    <a:pt x="110" y="67"/>
                  </a:cubicBezTo>
                  <a:cubicBezTo>
                    <a:pt x="101" y="62"/>
                    <a:pt x="92" y="56"/>
                    <a:pt x="83" y="49"/>
                  </a:cubicBezTo>
                  <a:cubicBezTo>
                    <a:pt x="73" y="37"/>
                    <a:pt x="61" y="27"/>
                    <a:pt x="48" y="18"/>
                  </a:cubicBezTo>
                  <a:cubicBezTo>
                    <a:pt x="40" y="16"/>
                    <a:pt x="33" y="12"/>
                    <a:pt x="26" y="8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19" y="4"/>
                    <a:pt x="18" y="4"/>
                    <a:pt x="17" y="3"/>
                  </a:cubicBezTo>
                  <a:cubicBezTo>
                    <a:pt x="15" y="1"/>
                    <a:pt x="12" y="0"/>
                    <a:pt x="9" y="0"/>
                  </a:cubicBezTo>
                  <a:cubicBezTo>
                    <a:pt x="3" y="0"/>
                    <a:pt x="0" y="2"/>
                    <a:pt x="0" y="8"/>
                  </a:cubicBezTo>
                  <a:lnTo>
                    <a:pt x="0" y="9"/>
                  </a:lnTo>
                  <a:lnTo>
                    <a:pt x="0" y="10"/>
                  </a:lnTo>
                  <a:cubicBezTo>
                    <a:pt x="0" y="11"/>
                    <a:pt x="1" y="11"/>
                    <a:pt x="1" y="11"/>
                  </a:cubicBezTo>
                  <a:lnTo>
                    <a:pt x="2" y="11"/>
                  </a:lnTo>
                  <a:cubicBezTo>
                    <a:pt x="3" y="11"/>
                    <a:pt x="3" y="11"/>
                    <a:pt x="3" y="11"/>
                  </a:cubicBezTo>
                  <a:cubicBezTo>
                    <a:pt x="4" y="11"/>
                    <a:pt x="4" y="11"/>
                    <a:pt x="4" y="10"/>
                  </a:cubicBezTo>
                  <a:lnTo>
                    <a:pt x="5" y="1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2"/>
            <p:cNvSpPr/>
            <p:nvPr/>
          </p:nvSpPr>
          <p:spPr>
            <a:xfrm>
              <a:off x="8142120" y="4442760"/>
              <a:ext cx="23040" cy="16920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4" y="3"/>
                  </a:moveTo>
                  <a:cubicBezTo>
                    <a:pt x="0" y="3"/>
                    <a:pt x="0" y="12"/>
                    <a:pt x="4" y="12"/>
                  </a:cubicBezTo>
                  <a:cubicBezTo>
                    <a:pt x="9" y="13"/>
                    <a:pt x="11" y="19"/>
                    <a:pt x="14" y="22"/>
                  </a:cubicBezTo>
                  <a:cubicBezTo>
                    <a:pt x="18" y="25"/>
                    <a:pt x="21" y="28"/>
                    <a:pt x="25" y="31"/>
                  </a:cubicBezTo>
                  <a:cubicBezTo>
                    <a:pt x="29" y="35"/>
                    <a:pt x="34" y="38"/>
                    <a:pt x="39" y="41"/>
                  </a:cubicBezTo>
                  <a:cubicBezTo>
                    <a:pt x="42" y="43"/>
                    <a:pt x="45" y="45"/>
                    <a:pt x="49" y="46"/>
                  </a:cubicBezTo>
                  <a:lnTo>
                    <a:pt x="50" y="46"/>
                  </a:lnTo>
                  <a:cubicBezTo>
                    <a:pt x="51" y="46"/>
                    <a:pt x="52" y="46"/>
                    <a:pt x="52" y="46"/>
                  </a:cubicBezTo>
                  <a:cubicBezTo>
                    <a:pt x="53" y="45"/>
                    <a:pt x="53" y="45"/>
                    <a:pt x="54" y="44"/>
                  </a:cubicBezTo>
                  <a:cubicBezTo>
                    <a:pt x="63" y="32"/>
                    <a:pt x="41" y="23"/>
                    <a:pt x="33" y="18"/>
                  </a:cubicBezTo>
                  <a:cubicBezTo>
                    <a:pt x="26" y="14"/>
                    <a:pt x="16" y="0"/>
                    <a:pt x="4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2"/>
            <p:cNvSpPr/>
            <p:nvPr/>
          </p:nvSpPr>
          <p:spPr>
            <a:xfrm>
              <a:off x="8169120" y="4465080"/>
              <a:ext cx="105120" cy="92880"/>
            </a:xfrm>
            <a:custGeom>
              <a:avLst/>
              <a:gdLst/>
              <a:ahLst/>
              <a:cxnLst/>
              <a:rect l="l" t="t" r="r" b="b"/>
              <a:pathLst>
                <a:path w="292" h="258" extrusionOk="0">
                  <a:moveTo>
                    <a:pt x="130" y="147"/>
                  </a:moveTo>
                  <a:cubicBezTo>
                    <a:pt x="148" y="166"/>
                    <a:pt x="169" y="182"/>
                    <a:pt x="192" y="196"/>
                  </a:cubicBezTo>
                  <a:cubicBezTo>
                    <a:pt x="221" y="217"/>
                    <a:pt x="251" y="236"/>
                    <a:pt x="282" y="255"/>
                  </a:cubicBezTo>
                  <a:cubicBezTo>
                    <a:pt x="287" y="257"/>
                    <a:pt x="291" y="251"/>
                    <a:pt x="289" y="247"/>
                  </a:cubicBezTo>
                  <a:cubicBezTo>
                    <a:pt x="251" y="189"/>
                    <a:pt x="171" y="165"/>
                    <a:pt x="124" y="112"/>
                  </a:cubicBezTo>
                  <a:cubicBezTo>
                    <a:pt x="91" y="74"/>
                    <a:pt x="51" y="24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5"/>
                    <a:pt x="0" y="6"/>
                    <a:pt x="0" y="6"/>
                  </a:cubicBezTo>
                  <a:cubicBezTo>
                    <a:pt x="0" y="7"/>
                    <a:pt x="1" y="7"/>
                    <a:pt x="1" y="7"/>
                  </a:cubicBezTo>
                  <a:cubicBezTo>
                    <a:pt x="43" y="55"/>
                    <a:pt x="87" y="100"/>
                    <a:pt x="13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2"/>
            <p:cNvSpPr/>
            <p:nvPr/>
          </p:nvSpPr>
          <p:spPr>
            <a:xfrm>
              <a:off x="7957440" y="2995920"/>
              <a:ext cx="8280" cy="11520"/>
            </a:xfrm>
            <a:custGeom>
              <a:avLst/>
              <a:gdLst/>
              <a:ahLst/>
              <a:cxnLst/>
              <a:rect l="l" t="t" r="r" b="b"/>
              <a:pathLst>
                <a:path w="23" h="32" extrusionOk="0">
                  <a:moveTo>
                    <a:pt x="3" y="16"/>
                  </a:move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2" y="28"/>
                    <a:pt x="16" y="30"/>
                  </a:cubicBezTo>
                  <a:lnTo>
                    <a:pt x="16" y="31"/>
                  </a:lnTo>
                  <a:cubicBezTo>
                    <a:pt x="17" y="31"/>
                    <a:pt x="17" y="31"/>
                    <a:pt x="18" y="31"/>
                  </a:cubicBezTo>
                  <a:cubicBezTo>
                    <a:pt x="18" y="31"/>
                    <a:pt x="19" y="31"/>
                    <a:pt x="20" y="30"/>
                  </a:cubicBezTo>
                  <a:lnTo>
                    <a:pt x="21" y="29"/>
                  </a:lnTo>
                  <a:cubicBezTo>
                    <a:pt x="22" y="28"/>
                    <a:pt x="22" y="27"/>
                    <a:pt x="22" y="27"/>
                  </a:cubicBezTo>
                  <a:cubicBezTo>
                    <a:pt x="22" y="26"/>
                    <a:pt x="22" y="25"/>
                    <a:pt x="21" y="25"/>
                  </a:cubicBezTo>
                  <a:cubicBezTo>
                    <a:pt x="20" y="23"/>
                    <a:pt x="18" y="25"/>
                    <a:pt x="17" y="23"/>
                  </a:cubicBezTo>
                  <a:cubicBezTo>
                    <a:pt x="18" y="22"/>
                    <a:pt x="18" y="22"/>
                    <a:pt x="19" y="21"/>
                  </a:cubicBezTo>
                  <a:cubicBezTo>
                    <a:pt x="20" y="20"/>
                    <a:pt x="20" y="17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11"/>
                    <a:pt x="19" y="9"/>
                    <a:pt x="18" y="7"/>
                  </a:cubicBezTo>
                  <a:cubicBezTo>
                    <a:pt x="15" y="3"/>
                    <a:pt x="10" y="2"/>
                    <a:pt x="6" y="0"/>
                  </a:cubicBezTo>
                  <a:cubicBezTo>
                    <a:pt x="6" y="0"/>
                    <a:pt x="5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1" y="10"/>
                    <a:pt x="1" y="9"/>
                    <a:pt x="1" y="9"/>
                  </a:cubicBezTo>
                  <a:cubicBezTo>
                    <a:pt x="1" y="11"/>
                    <a:pt x="2" y="13"/>
                    <a:pt x="3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2"/>
            <p:cNvSpPr/>
            <p:nvPr/>
          </p:nvSpPr>
          <p:spPr>
            <a:xfrm>
              <a:off x="8013960" y="2958120"/>
              <a:ext cx="9360" cy="16200"/>
            </a:xfrm>
            <a:custGeom>
              <a:avLst/>
              <a:gdLst/>
              <a:ahLst/>
              <a:cxnLst/>
              <a:rect l="l" t="t" r="r" b="b"/>
              <a:pathLst>
                <a:path w="26" h="45" extrusionOk="0">
                  <a:moveTo>
                    <a:pt x="15" y="42"/>
                  </a:moveTo>
                  <a:cubicBezTo>
                    <a:pt x="16" y="43"/>
                    <a:pt x="16" y="43"/>
                    <a:pt x="16" y="43"/>
                  </a:cubicBezTo>
                  <a:cubicBezTo>
                    <a:pt x="17" y="44"/>
                    <a:pt x="18" y="44"/>
                    <a:pt x="18" y="44"/>
                  </a:cubicBezTo>
                  <a:cubicBezTo>
                    <a:pt x="19" y="44"/>
                    <a:pt x="19" y="44"/>
                    <a:pt x="20" y="43"/>
                  </a:cubicBezTo>
                  <a:cubicBezTo>
                    <a:pt x="21" y="42"/>
                    <a:pt x="21" y="43"/>
                    <a:pt x="21" y="42"/>
                  </a:cubicBezTo>
                  <a:cubicBezTo>
                    <a:pt x="22" y="42"/>
                    <a:pt x="23" y="41"/>
                    <a:pt x="23" y="40"/>
                  </a:cubicBezTo>
                  <a:cubicBezTo>
                    <a:pt x="25" y="37"/>
                    <a:pt x="25" y="34"/>
                    <a:pt x="25" y="31"/>
                  </a:cubicBezTo>
                  <a:cubicBezTo>
                    <a:pt x="25" y="28"/>
                    <a:pt x="25" y="25"/>
                    <a:pt x="24" y="23"/>
                  </a:cubicBezTo>
                  <a:cubicBezTo>
                    <a:pt x="22" y="20"/>
                    <a:pt x="21" y="17"/>
                    <a:pt x="19" y="14"/>
                  </a:cubicBezTo>
                  <a:cubicBezTo>
                    <a:pt x="17" y="11"/>
                    <a:pt x="15" y="6"/>
                    <a:pt x="13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1"/>
                    <a:pt x="6" y="1"/>
                    <a:pt x="5" y="2"/>
                  </a:cubicBezTo>
                  <a:cubicBezTo>
                    <a:pt x="4" y="2"/>
                    <a:pt x="4" y="3"/>
                    <a:pt x="3" y="5"/>
                  </a:cubicBezTo>
                  <a:cubicBezTo>
                    <a:pt x="1" y="8"/>
                    <a:pt x="0" y="12"/>
                    <a:pt x="0" y="16"/>
                  </a:cubicBezTo>
                  <a:cubicBezTo>
                    <a:pt x="0" y="19"/>
                    <a:pt x="1" y="23"/>
                    <a:pt x="3" y="26"/>
                  </a:cubicBezTo>
                  <a:cubicBezTo>
                    <a:pt x="6" y="32"/>
                    <a:pt x="11" y="37"/>
                    <a:pt x="15" y="4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2"/>
            <p:cNvSpPr/>
            <p:nvPr/>
          </p:nvSpPr>
          <p:spPr>
            <a:xfrm>
              <a:off x="7965000" y="3022560"/>
              <a:ext cx="16200" cy="13320"/>
            </a:xfrm>
            <a:custGeom>
              <a:avLst/>
              <a:gdLst/>
              <a:ahLst/>
              <a:cxnLst/>
              <a:rect l="l" t="t" r="r" b="b"/>
              <a:pathLst>
                <a:path w="45" h="37" extrusionOk="0">
                  <a:moveTo>
                    <a:pt x="0" y="10"/>
                  </a:moveTo>
                  <a:cubicBezTo>
                    <a:pt x="1" y="12"/>
                    <a:pt x="2" y="14"/>
                    <a:pt x="3" y="16"/>
                  </a:cubicBezTo>
                  <a:cubicBezTo>
                    <a:pt x="6" y="22"/>
                    <a:pt x="10" y="26"/>
                    <a:pt x="15" y="29"/>
                  </a:cubicBezTo>
                  <a:cubicBezTo>
                    <a:pt x="17" y="30"/>
                    <a:pt x="18" y="30"/>
                    <a:pt x="20" y="31"/>
                  </a:cubicBezTo>
                  <a:cubicBezTo>
                    <a:pt x="23" y="32"/>
                    <a:pt x="27" y="34"/>
                    <a:pt x="30" y="35"/>
                  </a:cubicBezTo>
                  <a:cubicBezTo>
                    <a:pt x="32" y="35"/>
                    <a:pt x="34" y="36"/>
                    <a:pt x="36" y="36"/>
                  </a:cubicBezTo>
                  <a:cubicBezTo>
                    <a:pt x="38" y="36"/>
                    <a:pt x="40" y="35"/>
                    <a:pt x="42" y="35"/>
                  </a:cubicBezTo>
                  <a:cubicBezTo>
                    <a:pt x="43" y="34"/>
                    <a:pt x="42" y="34"/>
                    <a:pt x="43" y="33"/>
                  </a:cubicBezTo>
                  <a:cubicBezTo>
                    <a:pt x="44" y="32"/>
                    <a:pt x="44" y="32"/>
                    <a:pt x="44" y="31"/>
                  </a:cubicBezTo>
                  <a:cubicBezTo>
                    <a:pt x="44" y="30"/>
                    <a:pt x="44" y="30"/>
                    <a:pt x="43" y="29"/>
                  </a:cubicBezTo>
                  <a:cubicBezTo>
                    <a:pt x="42" y="26"/>
                    <a:pt x="43" y="22"/>
                    <a:pt x="40" y="19"/>
                  </a:cubicBezTo>
                  <a:cubicBezTo>
                    <a:pt x="38" y="18"/>
                    <a:pt x="36" y="16"/>
                    <a:pt x="34" y="15"/>
                  </a:cubicBezTo>
                  <a:cubicBezTo>
                    <a:pt x="32" y="14"/>
                    <a:pt x="30" y="13"/>
                    <a:pt x="28" y="12"/>
                  </a:cubicBezTo>
                  <a:cubicBezTo>
                    <a:pt x="26" y="12"/>
                    <a:pt x="24" y="10"/>
                    <a:pt x="23" y="9"/>
                  </a:cubicBezTo>
                  <a:cubicBezTo>
                    <a:pt x="20" y="8"/>
                    <a:pt x="17" y="7"/>
                    <a:pt x="14" y="5"/>
                  </a:cubicBezTo>
                  <a:lnTo>
                    <a:pt x="13" y="4"/>
                  </a:lnTo>
                  <a:cubicBezTo>
                    <a:pt x="13" y="3"/>
                    <a:pt x="13" y="2"/>
                    <a:pt x="11" y="1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8"/>
                  </a:cubicBezTo>
                  <a:cubicBezTo>
                    <a:pt x="0" y="8"/>
                    <a:pt x="0" y="9"/>
                    <a:pt x="0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2"/>
            <p:cNvSpPr/>
            <p:nvPr/>
          </p:nvSpPr>
          <p:spPr>
            <a:xfrm>
              <a:off x="8035200" y="2955240"/>
              <a:ext cx="10080" cy="11520"/>
            </a:xfrm>
            <a:custGeom>
              <a:avLst/>
              <a:gdLst/>
              <a:ahLst/>
              <a:cxnLst/>
              <a:rect l="l" t="t" r="r" b="b"/>
              <a:pathLst>
                <a:path w="28" h="32" extrusionOk="0">
                  <a:moveTo>
                    <a:pt x="18" y="30"/>
                  </a:moveTo>
                  <a:cubicBezTo>
                    <a:pt x="19" y="31"/>
                    <a:pt x="20" y="31"/>
                    <a:pt x="21" y="31"/>
                  </a:cubicBezTo>
                  <a:cubicBezTo>
                    <a:pt x="22" y="31"/>
                    <a:pt x="23" y="31"/>
                    <a:pt x="24" y="30"/>
                  </a:cubicBezTo>
                  <a:cubicBezTo>
                    <a:pt x="25" y="30"/>
                    <a:pt x="26" y="28"/>
                    <a:pt x="26" y="28"/>
                  </a:cubicBezTo>
                  <a:cubicBezTo>
                    <a:pt x="27" y="27"/>
                    <a:pt x="27" y="25"/>
                    <a:pt x="27" y="24"/>
                  </a:cubicBezTo>
                  <a:cubicBezTo>
                    <a:pt x="27" y="23"/>
                    <a:pt x="27" y="23"/>
                    <a:pt x="27" y="22"/>
                  </a:cubicBezTo>
                  <a:cubicBezTo>
                    <a:pt x="26" y="21"/>
                    <a:pt x="26" y="20"/>
                    <a:pt x="25" y="18"/>
                  </a:cubicBezTo>
                  <a:cubicBezTo>
                    <a:pt x="23" y="15"/>
                    <a:pt x="21" y="13"/>
                    <a:pt x="17" y="11"/>
                  </a:cubicBezTo>
                  <a:cubicBezTo>
                    <a:pt x="17" y="11"/>
                    <a:pt x="17" y="10"/>
                    <a:pt x="16" y="10"/>
                  </a:cubicBezTo>
                  <a:lnTo>
                    <a:pt x="15" y="9"/>
                  </a:lnTo>
                  <a:cubicBezTo>
                    <a:pt x="12" y="7"/>
                    <a:pt x="11" y="6"/>
                    <a:pt x="9" y="4"/>
                  </a:cubicBezTo>
                  <a:cubicBezTo>
                    <a:pt x="7" y="0"/>
                    <a:pt x="0" y="2"/>
                    <a:pt x="1" y="6"/>
                  </a:cubicBezTo>
                  <a:cubicBezTo>
                    <a:pt x="2" y="10"/>
                    <a:pt x="3" y="13"/>
                    <a:pt x="4" y="16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8" y="23"/>
                    <a:pt x="12" y="27"/>
                    <a:pt x="16" y="29"/>
                  </a:cubicBezTo>
                  <a:cubicBezTo>
                    <a:pt x="17" y="30"/>
                    <a:pt x="17" y="30"/>
                    <a:pt x="18" y="3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2"/>
            <p:cNvSpPr/>
            <p:nvPr/>
          </p:nvSpPr>
          <p:spPr>
            <a:xfrm>
              <a:off x="8168400" y="2873160"/>
              <a:ext cx="9360" cy="16560"/>
            </a:xfrm>
            <a:custGeom>
              <a:avLst/>
              <a:gdLst/>
              <a:ahLst/>
              <a:cxnLst/>
              <a:rect l="l" t="t" r="r" b="b"/>
              <a:pathLst>
                <a:path w="26" h="46" extrusionOk="0">
                  <a:moveTo>
                    <a:pt x="14" y="43"/>
                  </a:moveTo>
                  <a:cubicBezTo>
                    <a:pt x="14" y="43"/>
                    <a:pt x="15" y="44"/>
                    <a:pt x="16" y="44"/>
                  </a:cubicBezTo>
                  <a:cubicBezTo>
                    <a:pt x="17" y="45"/>
                    <a:pt x="18" y="45"/>
                    <a:pt x="19" y="45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3" y="44"/>
                    <a:pt x="24" y="44"/>
                    <a:pt x="25" y="42"/>
                  </a:cubicBezTo>
                  <a:cubicBezTo>
                    <a:pt x="25" y="41"/>
                    <a:pt x="25" y="41"/>
                    <a:pt x="25" y="40"/>
                  </a:cubicBezTo>
                  <a:lnTo>
                    <a:pt x="25" y="39"/>
                  </a:lnTo>
                  <a:cubicBezTo>
                    <a:pt x="25" y="38"/>
                    <a:pt x="25" y="37"/>
                    <a:pt x="25" y="37"/>
                  </a:cubicBezTo>
                  <a:cubicBezTo>
                    <a:pt x="25" y="33"/>
                    <a:pt x="23" y="31"/>
                    <a:pt x="23" y="28"/>
                  </a:cubicBezTo>
                  <a:cubicBezTo>
                    <a:pt x="22" y="22"/>
                    <a:pt x="20" y="18"/>
                    <a:pt x="17" y="13"/>
                  </a:cubicBezTo>
                  <a:cubicBezTo>
                    <a:pt x="15" y="10"/>
                    <a:pt x="12" y="5"/>
                    <a:pt x="8" y="1"/>
                  </a:cubicBezTo>
                  <a:lnTo>
                    <a:pt x="7" y="0"/>
                  </a:lnTo>
                  <a:cubicBezTo>
                    <a:pt x="6" y="0"/>
                    <a:pt x="5" y="0"/>
                    <a:pt x="4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lnTo>
                    <a:pt x="0" y="5"/>
                  </a:lnTo>
                  <a:cubicBezTo>
                    <a:pt x="1" y="12"/>
                    <a:pt x="4" y="20"/>
                    <a:pt x="5" y="27"/>
                  </a:cubicBezTo>
                  <a:cubicBezTo>
                    <a:pt x="5" y="30"/>
                    <a:pt x="7" y="33"/>
                    <a:pt x="8" y="35"/>
                  </a:cubicBezTo>
                  <a:cubicBezTo>
                    <a:pt x="10" y="38"/>
                    <a:pt x="11" y="41"/>
                    <a:pt x="14" y="4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2"/>
            <p:cNvSpPr/>
            <p:nvPr/>
          </p:nvSpPr>
          <p:spPr>
            <a:xfrm>
              <a:off x="8224200" y="2887560"/>
              <a:ext cx="6120" cy="16560"/>
            </a:xfrm>
            <a:custGeom>
              <a:avLst/>
              <a:gdLst/>
              <a:ahLst/>
              <a:cxnLst/>
              <a:rect l="l" t="t" r="r" b="b"/>
              <a:pathLst>
                <a:path w="17" h="46" extrusionOk="0">
                  <a:moveTo>
                    <a:pt x="6" y="44"/>
                  </a:moveTo>
                  <a:cubicBezTo>
                    <a:pt x="6" y="44"/>
                    <a:pt x="7" y="45"/>
                    <a:pt x="8" y="45"/>
                  </a:cubicBezTo>
                  <a:cubicBezTo>
                    <a:pt x="8" y="45"/>
                    <a:pt x="9" y="44"/>
                    <a:pt x="10" y="44"/>
                  </a:cubicBezTo>
                  <a:lnTo>
                    <a:pt x="11" y="43"/>
                  </a:lnTo>
                  <a:cubicBezTo>
                    <a:pt x="12" y="42"/>
                    <a:pt x="13" y="42"/>
                    <a:pt x="14" y="41"/>
                  </a:cubicBezTo>
                  <a:cubicBezTo>
                    <a:pt x="14" y="40"/>
                    <a:pt x="15" y="40"/>
                    <a:pt x="15" y="39"/>
                  </a:cubicBezTo>
                  <a:cubicBezTo>
                    <a:pt x="15" y="35"/>
                    <a:pt x="16" y="31"/>
                    <a:pt x="16" y="27"/>
                  </a:cubicBezTo>
                  <a:cubicBezTo>
                    <a:pt x="16" y="20"/>
                    <a:pt x="15" y="12"/>
                    <a:pt x="13" y="5"/>
                  </a:cubicBezTo>
                  <a:cubicBezTo>
                    <a:pt x="11" y="0"/>
                    <a:pt x="4" y="2"/>
                    <a:pt x="3" y="5"/>
                  </a:cubicBezTo>
                  <a:cubicBezTo>
                    <a:pt x="1" y="12"/>
                    <a:pt x="0" y="19"/>
                    <a:pt x="0" y="26"/>
                  </a:cubicBezTo>
                  <a:cubicBezTo>
                    <a:pt x="0" y="30"/>
                    <a:pt x="0" y="34"/>
                    <a:pt x="1" y="38"/>
                  </a:cubicBezTo>
                  <a:cubicBezTo>
                    <a:pt x="1" y="39"/>
                    <a:pt x="1" y="40"/>
                    <a:pt x="2" y="41"/>
                  </a:cubicBezTo>
                  <a:cubicBezTo>
                    <a:pt x="2" y="42"/>
                    <a:pt x="3" y="43"/>
                    <a:pt x="4" y="44"/>
                  </a:cubicBezTo>
                  <a:cubicBezTo>
                    <a:pt x="5" y="44"/>
                    <a:pt x="5" y="44"/>
                    <a:pt x="6" y="4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2"/>
            <p:cNvSpPr/>
            <p:nvPr/>
          </p:nvSpPr>
          <p:spPr>
            <a:xfrm>
              <a:off x="8245080" y="2913480"/>
              <a:ext cx="8280" cy="18360"/>
            </a:xfrm>
            <a:custGeom>
              <a:avLst/>
              <a:gdLst/>
              <a:ahLst/>
              <a:cxnLst/>
              <a:rect l="l" t="t" r="r" b="b"/>
              <a:pathLst>
                <a:path w="23" h="51" extrusionOk="0">
                  <a:moveTo>
                    <a:pt x="11" y="49"/>
                  </a:moveTo>
                  <a:cubicBezTo>
                    <a:pt x="14" y="47"/>
                    <a:pt x="16" y="44"/>
                    <a:pt x="17" y="41"/>
                  </a:cubicBezTo>
                  <a:cubicBezTo>
                    <a:pt x="19" y="38"/>
                    <a:pt x="20" y="35"/>
                    <a:pt x="21" y="31"/>
                  </a:cubicBezTo>
                  <a:cubicBezTo>
                    <a:pt x="22" y="28"/>
                    <a:pt x="22" y="25"/>
                    <a:pt x="22" y="22"/>
                  </a:cubicBezTo>
                  <a:cubicBezTo>
                    <a:pt x="22" y="16"/>
                    <a:pt x="21" y="9"/>
                    <a:pt x="19" y="3"/>
                  </a:cubicBezTo>
                  <a:lnTo>
                    <a:pt x="19" y="2"/>
                  </a:lnTo>
                  <a:cubicBezTo>
                    <a:pt x="18" y="1"/>
                    <a:pt x="18" y="2"/>
                    <a:pt x="17" y="1"/>
                  </a:cubicBezTo>
                  <a:cubicBezTo>
                    <a:pt x="17" y="0"/>
                    <a:pt x="16" y="0"/>
                    <a:pt x="15" y="0"/>
                  </a:cubicBezTo>
                  <a:cubicBezTo>
                    <a:pt x="14" y="0"/>
                    <a:pt x="14" y="0"/>
                    <a:pt x="13" y="1"/>
                  </a:cubicBezTo>
                  <a:lnTo>
                    <a:pt x="12" y="2"/>
                  </a:lnTo>
                  <a:cubicBezTo>
                    <a:pt x="12" y="3"/>
                    <a:pt x="11" y="3"/>
                    <a:pt x="11" y="3"/>
                  </a:cubicBezTo>
                  <a:cubicBezTo>
                    <a:pt x="10" y="13"/>
                    <a:pt x="7" y="21"/>
                    <a:pt x="5" y="31"/>
                  </a:cubicBezTo>
                  <a:cubicBezTo>
                    <a:pt x="4" y="41"/>
                    <a:pt x="0" y="45"/>
                    <a:pt x="7" y="50"/>
                  </a:cubicBezTo>
                  <a:cubicBezTo>
                    <a:pt x="7" y="50"/>
                    <a:pt x="8" y="50"/>
                    <a:pt x="9" y="50"/>
                  </a:cubicBezTo>
                  <a:lnTo>
                    <a:pt x="10" y="50"/>
                  </a:lnTo>
                  <a:cubicBezTo>
                    <a:pt x="11" y="49"/>
                    <a:pt x="11" y="49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2"/>
            <p:cNvSpPr/>
            <p:nvPr/>
          </p:nvSpPr>
          <p:spPr>
            <a:xfrm>
              <a:off x="8316720" y="2916000"/>
              <a:ext cx="6840" cy="19080"/>
            </a:xfrm>
            <a:custGeom>
              <a:avLst/>
              <a:gdLst/>
              <a:ahLst/>
              <a:cxnLst/>
              <a:rect l="l" t="t" r="r" b="b"/>
              <a:pathLst>
                <a:path w="19" h="53" extrusionOk="0">
                  <a:moveTo>
                    <a:pt x="6" y="51"/>
                  </a:moveTo>
                  <a:cubicBezTo>
                    <a:pt x="7" y="52"/>
                    <a:pt x="8" y="52"/>
                    <a:pt x="9" y="52"/>
                  </a:cubicBezTo>
                  <a:cubicBezTo>
                    <a:pt x="10" y="52"/>
                    <a:pt x="11" y="52"/>
                    <a:pt x="12" y="51"/>
                  </a:cubicBezTo>
                  <a:cubicBezTo>
                    <a:pt x="18" y="47"/>
                    <a:pt x="18" y="41"/>
                    <a:pt x="18" y="34"/>
                  </a:cubicBezTo>
                  <a:cubicBezTo>
                    <a:pt x="18" y="26"/>
                    <a:pt x="18" y="18"/>
                    <a:pt x="17" y="10"/>
                  </a:cubicBezTo>
                  <a:cubicBezTo>
                    <a:pt x="17" y="2"/>
                    <a:pt x="3" y="0"/>
                    <a:pt x="2" y="10"/>
                  </a:cubicBezTo>
                  <a:cubicBezTo>
                    <a:pt x="1" y="18"/>
                    <a:pt x="1" y="25"/>
                    <a:pt x="1" y="33"/>
                  </a:cubicBezTo>
                  <a:cubicBezTo>
                    <a:pt x="1" y="34"/>
                    <a:pt x="1" y="34"/>
                    <a:pt x="1" y="34"/>
                  </a:cubicBezTo>
                  <a:cubicBezTo>
                    <a:pt x="1" y="40"/>
                    <a:pt x="0" y="47"/>
                    <a:pt x="6" y="5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2"/>
            <p:cNvSpPr/>
            <p:nvPr/>
          </p:nvSpPr>
          <p:spPr>
            <a:xfrm>
              <a:off x="8303040" y="2945880"/>
              <a:ext cx="16200" cy="29160"/>
            </a:xfrm>
            <a:custGeom>
              <a:avLst/>
              <a:gdLst/>
              <a:ahLst/>
              <a:cxnLst/>
              <a:rect l="l" t="t" r="r" b="b"/>
              <a:pathLst>
                <a:path w="45" h="81" extrusionOk="0">
                  <a:moveTo>
                    <a:pt x="4" y="57"/>
                  </a:moveTo>
                  <a:lnTo>
                    <a:pt x="3" y="58"/>
                  </a:lnTo>
                  <a:cubicBezTo>
                    <a:pt x="0" y="62"/>
                    <a:pt x="0" y="66"/>
                    <a:pt x="0" y="70"/>
                  </a:cubicBezTo>
                  <a:cubicBezTo>
                    <a:pt x="0" y="71"/>
                    <a:pt x="0" y="72"/>
                    <a:pt x="0" y="74"/>
                  </a:cubicBezTo>
                  <a:cubicBezTo>
                    <a:pt x="1" y="74"/>
                    <a:pt x="1" y="75"/>
                    <a:pt x="1" y="76"/>
                  </a:cubicBezTo>
                  <a:cubicBezTo>
                    <a:pt x="2" y="77"/>
                    <a:pt x="2" y="78"/>
                    <a:pt x="4" y="79"/>
                  </a:cubicBezTo>
                  <a:cubicBezTo>
                    <a:pt x="6" y="80"/>
                    <a:pt x="6" y="80"/>
                    <a:pt x="8" y="80"/>
                  </a:cubicBezTo>
                  <a:cubicBezTo>
                    <a:pt x="9" y="80"/>
                    <a:pt x="11" y="80"/>
                    <a:pt x="13" y="79"/>
                  </a:cubicBezTo>
                  <a:cubicBezTo>
                    <a:pt x="14" y="78"/>
                    <a:pt x="15" y="77"/>
                    <a:pt x="15" y="76"/>
                  </a:cubicBezTo>
                  <a:cubicBezTo>
                    <a:pt x="17" y="74"/>
                    <a:pt x="18" y="73"/>
                    <a:pt x="19" y="71"/>
                  </a:cubicBezTo>
                  <a:cubicBezTo>
                    <a:pt x="23" y="63"/>
                    <a:pt x="27" y="55"/>
                    <a:pt x="29" y="46"/>
                  </a:cubicBezTo>
                  <a:cubicBezTo>
                    <a:pt x="29" y="40"/>
                    <a:pt x="31" y="34"/>
                    <a:pt x="34" y="29"/>
                  </a:cubicBezTo>
                  <a:cubicBezTo>
                    <a:pt x="35" y="28"/>
                    <a:pt x="35" y="27"/>
                    <a:pt x="36" y="26"/>
                  </a:cubicBezTo>
                  <a:cubicBezTo>
                    <a:pt x="39" y="21"/>
                    <a:pt x="38" y="13"/>
                    <a:pt x="41" y="7"/>
                  </a:cubicBezTo>
                  <a:cubicBezTo>
                    <a:pt x="44" y="1"/>
                    <a:pt x="39" y="0"/>
                    <a:pt x="36" y="2"/>
                  </a:cubicBezTo>
                  <a:cubicBezTo>
                    <a:pt x="34" y="4"/>
                    <a:pt x="32" y="5"/>
                    <a:pt x="31" y="8"/>
                  </a:cubicBezTo>
                  <a:cubicBezTo>
                    <a:pt x="31" y="9"/>
                    <a:pt x="30" y="10"/>
                    <a:pt x="30" y="11"/>
                  </a:cubicBezTo>
                  <a:cubicBezTo>
                    <a:pt x="27" y="19"/>
                    <a:pt x="18" y="22"/>
                    <a:pt x="15" y="29"/>
                  </a:cubicBezTo>
                  <a:cubicBezTo>
                    <a:pt x="12" y="39"/>
                    <a:pt x="9" y="48"/>
                    <a:pt x="4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2"/>
            <p:cNvSpPr/>
            <p:nvPr/>
          </p:nvSpPr>
          <p:spPr>
            <a:xfrm>
              <a:off x="8300520" y="2904840"/>
              <a:ext cx="8640" cy="36360"/>
            </a:xfrm>
            <a:custGeom>
              <a:avLst/>
              <a:gdLst/>
              <a:ahLst/>
              <a:cxnLst/>
              <a:rect l="l" t="t" r="r" b="b"/>
              <a:pathLst>
                <a:path w="24" h="101" extrusionOk="0">
                  <a:moveTo>
                    <a:pt x="3" y="99"/>
                  </a:moveTo>
                  <a:cubicBezTo>
                    <a:pt x="4" y="100"/>
                    <a:pt x="4" y="100"/>
                    <a:pt x="5" y="100"/>
                  </a:cubicBezTo>
                  <a:cubicBezTo>
                    <a:pt x="6" y="100"/>
                    <a:pt x="6" y="99"/>
                    <a:pt x="7" y="99"/>
                  </a:cubicBezTo>
                  <a:cubicBezTo>
                    <a:pt x="8" y="99"/>
                    <a:pt x="8" y="98"/>
                    <a:pt x="9" y="97"/>
                  </a:cubicBezTo>
                  <a:cubicBezTo>
                    <a:pt x="18" y="79"/>
                    <a:pt x="23" y="58"/>
                    <a:pt x="23" y="38"/>
                  </a:cubicBezTo>
                  <a:cubicBezTo>
                    <a:pt x="23" y="26"/>
                    <a:pt x="22" y="14"/>
                    <a:pt x="19" y="3"/>
                  </a:cubicBezTo>
                  <a:lnTo>
                    <a:pt x="18" y="2"/>
                  </a:lnTo>
                  <a:cubicBezTo>
                    <a:pt x="18" y="1"/>
                    <a:pt x="17" y="1"/>
                    <a:pt x="17" y="1"/>
                  </a:cubicBezTo>
                  <a:cubicBezTo>
                    <a:pt x="16" y="0"/>
                    <a:pt x="16" y="0"/>
                    <a:pt x="15" y="0"/>
                  </a:cubicBezTo>
                  <a:cubicBezTo>
                    <a:pt x="15" y="0"/>
                    <a:pt x="14" y="0"/>
                    <a:pt x="13" y="1"/>
                  </a:cubicBezTo>
                  <a:cubicBezTo>
                    <a:pt x="13" y="1"/>
                    <a:pt x="12" y="1"/>
                    <a:pt x="12" y="2"/>
                  </a:cubicBezTo>
                  <a:lnTo>
                    <a:pt x="12" y="3"/>
                  </a:lnTo>
                  <a:cubicBezTo>
                    <a:pt x="9" y="16"/>
                    <a:pt x="10" y="30"/>
                    <a:pt x="7" y="44"/>
                  </a:cubicBezTo>
                  <a:cubicBezTo>
                    <a:pt x="4" y="57"/>
                    <a:pt x="2" y="66"/>
                    <a:pt x="0" y="77"/>
                  </a:cubicBezTo>
                  <a:cubicBezTo>
                    <a:pt x="0" y="80"/>
                    <a:pt x="0" y="93"/>
                    <a:pt x="0" y="94"/>
                  </a:cubicBezTo>
                  <a:lnTo>
                    <a:pt x="0" y="95"/>
                  </a:lnTo>
                  <a:cubicBezTo>
                    <a:pt x="0" y="96"/>
                    <a:pt x="0" y="96"/>
                    <a:pt x="0" y="97"/>
                  </a:cubicBezTo>
                  <a:lnTo>
                    <a:pt x="1" y="98"/>
                  </a:lnTo>
                  <a:lnTo>
                    <a:pt x="3" y="9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2"/>
            <p:cNvSpPr/>
            <p:nvPr/>
          </p:nvSpPr>
          <p:spPr>
            <a:xfrm>
              <a:off x="8212320" y="2846160"/>
              <a:ext cx="6840" cy="10440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5" y="28"/>
                  </a:moveTo>
                  <a:cubicBezTo>
                    <a:pt x="6" y="28"/>
                    <a:pt x="7" y="28"/>
                    <a:pt x="8" y="28"/>
                  </a:cubicBezTo>
                  <a:cubicBezTo>
                    <a:pt x="9" y="28"/>
                    <a:pt x="9" y="28"/>
                    <a:pt x="10" y="28"/>
                  </a:cubicBezTo>
                  <a:cubicBezTo>
                    <a:pt x="11" y="27"/>
                    <a:pt x="11" y="27"/>
                    <a:pt x="12" y="26"/>
                  </a:cubicBezTo>
                  <a:cubicBezTo>
                    <a:pt x="13" y="25"/>
                    <a:pt x="15" y="23"/>
                    <a:pt x="15" y="21"/>
                  </a:cubicBezTo>
                  <a:cubicBezTo>
                    <a:pt x="15" y="18"/>
                    <a:pt x="15" y="15"/>
                    <a:pt x="16" y="14"/>
                  </a:cubicBezTo>
                  <a:cubicBezTo>
                    <a:pt x="16" y="13"/>
                    <a:pt x="16" y="13"/>
                    <a:pt x="16" y="13"/>
                  </a:cubicBezTo>
                  <a:cubicBezTo>
                    <a:pt x="17" y="11"/>
                    <a:pt x="18" y="9"/>
                    <a:pt x="18" y="8"/>
                  </a:cubicBezTo>
                  <a:cubicBezTo>
                    <a:pt x="18" y="6"/>
                    <a:pt x="17" y="6"/>
                    <a:pt x="16" y="4"/>
                  </a:cubicBezTo>
                  <a:cubicBezTo>
                    <a:pt x="15" y="2"/>
                    <a:pt x="15" y="1"/>
                    <a:pt x="13" y="0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1" y="0"/>
                    <a:pt x="10" y="0"/>
                    <a:pt x="9" y="1"/>
                  </a:cubicBezTo>
                  <a:lnTo>
                    <a:pt x="8" y="2"/>
                  </a:lnTo>
                  <a:cubicBezTo>
                    <a:pt x="6" y="4"/>
                    <a:pt x="4" y="6"/>
                    <a:pt x="2" y="8"/>
                  </a:cubicBezTo>
                  <a:cubicBezTo>
                    <a:pt x="1" y="10"/>
                    <a:pt x="1" y="12"/>
                    <a:pt x="0" y="14"/>
                  </a:cubicBezTo>
                  <a:cubicBezTo>
                    <a:pt x="0" y="15"/>
                    <a:pt x="0" y="16"/>
                    <a:pt x="0" y="16"/>
                  </a:cubicBezTo>
                  <a:cubicBezTo>
                    <a:pt x="0" y="18"/>
                    <a:pt x="0" y="20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1" y="24"/>
                    <a:pt x="0" y="25"/>
                    <a:pt x="1" y="26"/>
                  </a:cubicBezTo>
                  <a:cubicBezTo>
                    <a:pt x="2" y="27"/>
                    <a:pt x="2" y="26"/>
                    <a:pt x="3" y="27"/>
                  </a:cubicBezTo>
                  <a:cubicBezTo>
                    <a:pt x="4" y="28"/>
                    <a:pt x="4" y="28"/>
                    <a:pt x="5" y="2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2"/>
            <p:cNvSpPr/>
            <p:nvPr/>
          </p:nvSpPr>
          <p:spPr>
            <a:xfrm>
              <a:off x="7983360" y="3073680"/>
              <a:ext cx="8280" cy="3960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6" y="7"/>
                  </a:moveTo>
                  <a:cubicBezTo>
                    <a:pt x="11" y="8"/>
                    <a:pt x="17" y="10"/>
                    <a:pt x="21" y="7"/>
                  </a:cubicBezTo>
                  <a:lnTo>
                    <a:pt x="22" y="6"/>
                  </a:lnTo>
                  <a:lnTo>
                    <a:pt x="22" y="5"/>
                  </a:lnTo>
                  <a:lnTo>
                    <a:pt x="22" y="4"/>
                  </a:lnTo>
                  <a:cubicBezTo>
                    <a:pt x="21" y="4"/>
                    <a:pt x="21" y="4"/>
                    <a:pt x="21" y="4"/>
                  </a:cubicBezTo>
                  <a:cubicBezTo>
                    <a:pt x="17" y="0"/>
                    <a:pt x="10" y="2"/>
                    <a:pt x="5" y="4"/>
                  </a:cubicBezTo>
                  <a:cubicBezTo>
                    <a:pt x="0" y="6"/>
                    <a:pt x="3" y="6"/>
                    <a:pt x="6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2"/>
            <p:cNvSpPr/>
            <p:nvPr/>
          </p:nvSpPr>
          <p:spPr>
            <a:xfrm>
              <a:off x="8030520" y="3217320"/>
              <a:ext cx="6120" cy="24840"/>
            </a:xfrm>
            <a:custGeom>
              <a:avLst/>
              <a:gdLst/>
              <a:ahLst/>
              <a:cxnLst/>
              <a:rect l="l" t="t" r="r" b="b"/>
              <a:pathLst>
                <a:path w="17" h="69" extrusionOk="0">
                  <a:moveTo>
                    <a:pt x="10" y="66"/>
                  </a:moveTo>
                  <a:cubicBezTo>
                    <a:pt x="12" y="68"/>
                    <a:pt x="16" y="65"/>
                    <a:pt x="14" y="63"/>
                  </a:cubicBezTo>
                  <a:cubicBezTo>
                    <a:pt x="9" y="57"/>
                    <a:pt x="14" y="45"/>
                    <a:pt x="14" y="39"/>
                  </a:cubicBezTo>
                  <a:cubicBezTo>
                    <a:pt x="14" y="26"/>
                    <a:pt x="11" y="13"/>
                    <a:pt x="7" y="2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7" y="1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3" y="1"/>
                    <a:pt x="3" y="1"/>
                  </a:cubicBezTo>
                  <a:lnTo>
                    <a:pt x="3" y="2"/>
                  </a:lnTo>
                  <a:cubicBezTo>
                    <a:pt x="1" y="7"/>
                    <a:pt x="0" y="13"/>
                    <a:pt x="0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1" y="28"/>
                    <a:pt x="2" y="33"/>
                    <a:pt x="2" y="39"/>
                  </a:cubicBezTo>
                  <a:cubicBezTo>
                    <a:pt x="2" y="41"/>
                    <a:pt x="2" y="43"/>
                    <a:pt x="2" y="45"/>
                  </a:cubicBezTo>
                  <a:cubicBezTo>
                    <a:pt x="2" y="50"/>
                    <a:pt x="3" y="56"/>
                    <a:pt x="6" y="61"/>
                  </a:cubicBezTo>
                  <a:cubicBezTo>
                    <a:pt x="7" y="63"/>
                    <a:pt x="8" y="65"/>
                    <a:pt x="10" y="6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2"/>
            <p:cNvSpPr/>
            <p:nvPr/>
          </p:nvSpPr>
          <p:spPr>
            <a:xfrm>
              <a:off x="8061840" y="3169080"/>
              <a:ext cx="7560" cy="24840"/>
            </a:xfrm>
            <a:custGeom>
              <a:avLst/>
              <a:gdLst/>
              <a:ahLst/>
              <a:cxnLst/>
              <a:rect l="l" t="t" r="r" b="b"/>
              <a:pathLst>
                <a:path w="21" h="69" extrusionOk="0">
                  <a:moveTo>
                    <a:pt x="6" y="65"/>
                  </a:moveTo>
                  <a:lnTo>
                    <a:pt x="6" y="66"/>
                  </a:lnTo>
                  <a:cubicBezTo>
                    <a:pt x="6" y="66"/>
                    <a:pt x="7" y="67"/>
                    <a:pt x="8" y="67"/>
                  </a:cubicBezTo>
                  <a:cubicBezTo>
                    <a:pt x="9" y="68"/>
                    <a:pt x="9" y="68"/>
                    <a:pt x="10" y="68"/>
                  </a:cubicBezTo>
                  <a:cubicBezTo>
                    <a:pt x="11" y="68"/>
                    <a:pt x="11" y="68"/>
                    <a:pt x="12" y="67"/>
                  </a:cubicBezTo>
                  <a:cubicBezTo>
                    <a:pt x="13" y="67"/>
                    <a:pt x="13" y="67"/>
                    <a:pt x="14" y="66"/>
                  </a:cubicBezTo>
                  <a:cubicBezTo>
                    <a:pt x="15" y="66"/>
                    <a:pt x="14" y="65"/>
                    <a:pt x="14" y="65"/>
                  </a:cubicBezTo>
                  <a:cubicBezTo>
                    <a:pt x="17" y="54"/>
                    <a:pt x="19" y="42"/>
                    <a:pt x="19" y="31"/>
                  </a:cubicBezTo>
                  <a:cubicBezTo>
                    <a:pt x="20" y="28"/>
                    <a:pt x="20" y="26"/>
                    <a:pt x="20" y="23"/>
                  </a:cubicBezTo>
                  <a:cubicBezTo>
                    <a:pt x="20" y="21"/>
                    <a:pt x="20" y="17"/>
                    <a:pt x="19" y="14"/>
                  </a:cubicBezTo>
                  <a:cubicBezTo>
                    <a:pt x="19" y="13"/>
                    <a:pt x="18" y="11"/>
                    <a:pt x="17" y="10"/>
                  </a:cubicBezTo>
                  <a:cubicBezTo>
                    <a:pt x="15" y="7"/>
                    <a:pt x="13" y="4"/>
                    <a:pt x="11" y="1"/>
                  </a:cubicBezTo>
                  <a:cubicBezTo>
                    <a:pt x="10" y="1"/>
                    <a:pt x="11" y="1"/>
                    <a:pt x="10" y="0"/>
                  </a:cubicBezTo>
                  <a:cubicBezTo>
                    <a:pt x="9" y="0"/>
                    <a:pt x="8" y="0"/>
                    <a:pt x="7" y="0"/>
                  </a:cubicBezTo>
                  <a:cubicBezTo>
                    <a:pt x="7" y="0"/>
                    <a:pt x="6" y="0"/>
                    <a:pt x="5" y="0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0" y="8"/>
                    <a:pt x="3" y="15"/>
                    <a:pt x="2" y="23"/>
                  </a:cubicBezTo>
                  <a:cubicBezTo>
                    <a:pt x="2" y="27"/>
                    <a:pt x="1" y="31"/>
                    <a:pt x="1" y="35"/>
                  </a:cubicBezTo>
                  <a:cubicBezTo>
                    <a:pt x="1" y="45"/>
                    <a:pt x="3" y="55"/>
                    <a:pt x="6" y="6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2"/>
            <p:cNvSpPr/>
            <p:nvPr/>
          </p:nvSpPr>
          <p:spPr>
            <a:xfrm>
              <a:off x="8010720" y="3292200"/>
              <a:ext cx="8640" cy="42840"/>
            </a:xfrm>
            <a:custGeom>
              <a:avLst/>
              <a:gdLst/>
              <a:ahLst/>
              <a:cxnLst/>
              <a:rect l="l" t="t" r="r" b="b"/>
              <a:pathLst>
                <a:path w="24" h="119" extrusionOk="0">
                  <a:moveTo>
                    <a:pt x="12" y="2"/>
                  </a:moveTo>
                  <a:cubicBezTo>
                    <a:pt x="8" y="16"/>
                    <a:pt x="6" y="31"/>
                    <a:pt x="6" y="45"/>
                  </a:cubicBezTo>
                  <a:cubicBezTo>
                    <a:pt x="6" y="47"/>
                    <a:pt x="6" y="48"/>
                    <a:pt x="6" y="50"/>
                  </a:cubicBezTo>
                  <a:cubicBezTo>
                    <a:pt x="6" y="72"/>
                    <a:pt x="3" y="93"/>
                    <a:pt x="0" y="114"/>
                  </a:cubicBezTo>
                  <a:cubicBezTo>
                    <a:pt x="0" y="116"/>
                    <a:pt x="2" y="118"/>
                    <a:pt x="3" y="116"/>
                  </a:cubicBezTo>
                  <a:cubicBezTo>
                    <a:pt x="3" y="115"/>
                    <a:pt x="4" y="114"/>
                    <a:pt x="4" y="114"/>
                  </a:cubicBezTo>
                  <a:cubicBezTo>
                    <a:pt x="16" y="92"/>
                    <a:pt x="23" y="68"/>
                    <a:pt x="23" y="44"/>
                  </a:cubicBezTo>
                  <a:cubicBezTo>
                    <a:pt x="23" y="30"/>
                    <a:pt x="21" y="16"/>
                    <a:pt x="17" y="3"/>
                  </a:cubicBezTo>
                  <a:cubicBezTo>
                    <a:pt x="16" y="1"/>
                    <a:pt x="13" y="0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2"/>
            <p:cNvSpPr/>
            <p:nvPr/>
          </p:nvSpPr>
          <p:spPr>
            <a:xfrm>
              <a:off x="8009640" y="3258000"/>
              <a:ext cx="7200" cy="19800"/>
            </a:xfrm>
            <a:custGeom>
              <a:avLst/>
              <a:gdLst/>
              <a:ahLst/>
              <a:cxnLst/>
              <a:rect l="l" t="t" r="r" b="b"/>
              <a:pathLst>
                <a:path w="20" h="55" extrusionOk="0">
                  <a:moveTo>
                    <a:pt x="17" y="49"/>
                  </a:moveTo>
                  <a:cubicBezTo>
                    <a:pt x="16" y="41"/>
                    <a:pt x="19" y="33"/>
                    <a:pt x="17" y="25"/>
                  </a:cubicBezTo>
                  <a:cubicBezTo>
                    <a:pt x="16" y="17"/>
                    <a:pt x="13" y="9"/>
                    <a:pt x="9" y="2"/>
                  </a:cubicBezTo>
                  <a:cubicBezTo>
                    <a:pt x="8" y="0"/>
                    <a:pt x="6" y="1"/>
                    <a:pt x="5" y="2"/>
                  </a:cubicBezTo>
                  <a:cubicBezTo>
                    <a:pt x="4" y="2"/>
                    <a:pt x="4" y="3"/>
                    <a:pt x="4" y="3"/>
                  </a:cubicBezTo>
                  <a:cubicBezTo>
                    <a:pt x="1" y="7"/>
                    <a:pt x="0" y="12"/>
                    <a:pt x="0" y="17"/>
                  </a:cubicBezTo>
                  <a:cubicBezTo>
                    <a:pt x="0" y="19"/>
                    <a:pt x="1" y="21"/>
                    <a:pt x="1" y="24"/>
                  </a:cubicBezTo>
                  <a:cubicBezTo>
                    <a:pt x="3" y="33"/>
                    <a:pt x="7" y="42"/>
                    <a:pt x="11" y="51"/>
                  </a:cubicBezTo>
                  <a:cubicBezTo>
                    <a:pt x="14" y="54"/>
                    <a:pt x="18" y="52"/>
                    <a:pt x="17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2"/>
            <p:cNvSpPr/>
            <p:nvPr/>
          </p:nvSpPr>
          <p:spPr>
            <a:xfrm>
              <a:off x="8031240" y="3319200"/>
              <a:ext cx="7920" cy="19440"/>
            </a:xfrm>
            <a:custGeom>
              <a:avLst/>
              <a:gdLst/>
              <a:ahLst/>
              <a:cxnLst/>
              <a:rect l="l" t="t" r="r" b="b"/>
              <a:pathLst>
                <a:path w="22" h="54" extrusionOk="0">
                  <a:moveTo>
                    <a:pt x="9" y="19"/>
                  </a:moveTo>
                  <a:cubicBezTo>
                    <a:pt x="8" y="25"/>
                    <a:pt x="6" y="30"/>
                    <a:pt x="4" y="35"/>
                  </a:cubicBezTo>
                  <a:cubicBezTo>
                    <a:pt x="2" y="40"/>
                    <a:pt x="3" y="44"/>
                    <a:pt x="2" y="48"/>
                  </a:cubicBezTo>
                  <a:cubicBezTo>
                    <a:pt x="0" y="53"/>
                    <a:pt x="2" y="52"/>
                    <a:pt x="5" y="51"/>
                  </a:cubicBezTo>
                  <a:cubicBezTo>
                    <a:pt x="7" y="50"/>
                    <a:pt x="10" y="48"/>
                    <a:pt x="11" y="44"/>
                  </a:cubicBezTo>
                  <a:cubicBezTo>
                    <a:pt x="12" y="38"/>
                    <a:pt x="14" y="32"/>
                    <a:pt x="17" y="27"/>
                  </a:cubicBezTo>
                  <a:cubicBezTo>
                    <a:pt x="18" y="22"/>
                    <a:pt x="17" y="15"/>
                    <a:pt x="19" y="11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9"/>
                    <a:pt x="21" y="7"/>
                    <a:pt x="21" y="6"/>
                  </a:cubicBezTo>
                  <a:cubicBezTo>
                    <a:pt x="21" y="5"/>
                    <a:pt x="21" y="4"/>
                    <a:pt x="21" y="3"/>
                  </a:cubicBezTo>
                  <a:cubicBezTo>
                    <a:pt x="21" y="2"/>
                    <a:pt x="20" y="2"/>
                    <a:pt x="20" y="2"/>
                  </a:cubicBezTo>
                  <a:cubicBezTo>
                    <a:pt x="20" y="1"/>
                    <a:pt x="20" y="1"/>
                    <a:pt x="19" y="0"/>
                  </a:cubicBezTo>
                  <a:cubicBezTo>
                    <a:pt x="17" y="0"/>
                    <a:pt x="18" y="0"/>
                    <a:pt x="17" y="0"/>
                  </a:cubicBezTo>
                  <a:lnTo>
                    <a:pt x="15" y="0"/>
                  </a:lnTo>
                  <a:cubicBezTo>
                    <a:pt x="14" y="1"/>
                    <a:pt x="14" y="1"/>
                    <a:pt x="14" y="2"/>
                  </a:cubicBezTo>
                  <a:lnTo>
                    <a:pt x="14" y="3"/>
                  </a:lnTo>
                  <a:cubicBezTo>
                    <a:pt x="14" y="5"/>
                    <a:pt x="12" y="5"/>
                    <a:pt x="11" y="7"/>
                  </a:cubicBezTo>
                  <a:cubicBezTo>
                    <a:pt x="10" y="10"/>
                    <a:pt x="9" y="14"/>
                    <a:pt x="9" y="17"/>
                  </a:cubicBezTo>
                  <a:cubicBezTo>
                    <a:pt x="9" y="18"/>
                    <a:pt x="9" y="19"/>
                    <a:pt x="9" y="1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2"/>
            <p:cNvSpPr/>
            <p:nvPr/>
          </p:nvSpPr>
          <p:spPr>
            <a:xfrm>
              <a:off x="8048160" y="3360600"/>
              <a:ext cx="10440" cy="27360"/>
            </a:xfrm>
            <a:custGeom>
              <a:avLst/>
              <a:gdLst/>
              <a:ahLst/>
              <a:cxnLst/>
              <a:rect l="l" t="t" r="r" b="b"/>
              <a:pathLst>
                <a:path w="29" h="76" extrusionOk="0">
                  <a:moveTo>
                    <a:pt x="9" y="75"/>
                  </a:moveTo>
                  <a:cubicBezTo>
                    <a:pt x="20" y="73"/>
                    <a:pt x="22" y="61"/>
                    <a:pt x="25" y="52"/>
                  </a:cubicBezTo>
                  <a:cubicBezTo>
                    <a:pt x="27" y="42"/>
                    <a:pt x="28" y="32"/>
                    <a:pt x="28" y="22"/>
                  </a:cubicBezTo>
                  <a:cubicBezTo>
                    <a:pt x="28" y="17"/>
                    <a:pt x="28" y="12"/>
                    <a:pt x="27" y="7"/>
                  </a:cubicBezTo>
                  <a:cubicBezTo>
                    <a:pt x="27" y="0"/>
                    <a:pt x="17" y="2"/>
                    <a:pt x="16" y="7"/>
                  </a:cubicBezTo>
                  <a:cubicBezTo>
                    <a:pt x="14" y="19"/>
                    <a:pt x="11" y="32"/>
                    <a:pt x="8" y="44"/>
                  </a:cubicBezTo>
                  <a:cubicBezTo>
                    <a:pt x="5" y="53"/>
                    <a:pt x="0" y="63"/>
                    <a:pt x="5" y="72"/>
                  </a:cubicBezTo>
                  <a:lnTo>
                    <a:pt x="5" y="73"/>
                  </a:lnTo>
                  <a:cubicBezTo>
                    <a:pt x="5" y="73"/>
                    <a:pt x="6" y="73"/>
                    <a:pt x="7" y="74"/>
                  </a:cubicBezTo>
                  <a:cubicBezTo>
                    <a:pt x="8" y="74"/>
                    <a:pt x="8" y="75"/>
                    <a:pt x="9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2"/>
            <p:cNvSpPr/>
            <p:nvPr/>
          </p:nvSpPr>
          <p:spPr>
            <a:xfrm>
              <a:off x="8089560" y="332064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11" y="49"/>
                  </a:moveTo>
                  <a:cubicBezTo>
                    <a:pt x="12" y="48"/>
                    <a:pt x="13" y="47"/>
                    <a:pt x="13" y="46"/>
                  </a:cubicBezTo>
                  <a:cubicBezTo>
                    <a:pt x="15" y="43"/>
                    <a:pt x="16" y="39"/>
                    <a:pt x="16" y="36"/>
                  </a:cubicBezTo>
                  <a:cubicBezTo>
                    <a:pt x="16" y="35"/>
                    <a:pt x="16" y="34"/>
                    <a:pt x="16" y="33"/>
                  </a:cubicBezTo>
                  <a:cubicBezTo>
                    <a:pt x="16" y="24"/>
                    <a:pt x="15" y="15"/>
                    <a:pt x="14" y="6"/>
                  </a:cubicBezTo>
                  <a:cubicBezTo>
                    <a:pt x="14" y="5"/>
                    <a:pt x="15" y="4"/>
                    <a:pt x="14" y="3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0"/>
                    <a:pt x="5" y="1"/>
                  </a:cubicBezTo>
                  <a:cubicBezTo>
                    <a:pt x="4" y="2"/>
                    <a:pt x="4" y="2"/>
                    <a:pt x="3" y="3"/>
                  </a:cubicBezTo>
                  <a:cubicBezTo>
                    <a:pt x="2" y="4"/>
                    <a:pt x="2" y="5"/>
                    <a:pt x="2" y="6"/>
                  </a:cubicBezTo>
                  <a:cubicBezTo>
                    <a:pt x="2" y="14"/>
                    <a:pt x="1" y="23"/>
                    <a:pt x="1" y="31"/>
                  </a:cubicBezTo>
                  <a:cubicBezTo>
                    <a:pt x="0" y="32"/>
                    <a:pt x="0" y="34"/>
                    <a:pt x="0" y="35"/>
                  </a:cubicBezTo>
                  <a:cubicBezTo>
                    <a:pt x="0" y="39"/>
                    <a:pt x="1" y="43"/>
                    <a:pt x="3" y="46"/>
                  </a:cubicBezTo>
                  <a:cubicBezTo>
                    <a:pt x="4" y="47"/>
                    <a:pt x="4" y="48"/>
                    <a:pt x="5" y="49"/>
                  </a:cubicBezTo>
                  <a:lnTo>
                    <a:pt x="6" y="49"/>
                  </a:lnTo>
                  <a:cubicBezTo>
                    <a:pt x="7" y="50"/>
                    <a:pt x="8" y="50"/>
                    <a:pt x="8" y="50"/>
                  </a:cubicBezTo>
                  <a:cubicBezTo>
                    <a:pt x="9" y="50"/>
                    <a:pt x="10" y="50"/>
                    <a:pt x="11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2"/>
            <p:cNvSpPr/>
            <p:nvPr/>
          </p:nvSpPr>
          <p:spPr>
            <a:xfrm>
              <a:off x="8143920" y="2983320"/>
              <a:ext cx="33480" cy="7920"/>
            </a:xfrm>
            <a:custGeom>
              <a:avLst/>
              <a:gdLst/>
              <a:ahLst/>
              <a:cxnLst/>
              <a:rect l="l" t="t" r="r" b="b"/>
              <a:pathLst>
                <a:path w="93" h="22" extrusionOk="0">
                  <a:moveTo>
                    <a:pt x="88" y="13"/>
                  </a:moveTo>
                  <a:cubicBezTo>
                    <a:pt x="73" y="9"/>
                    <a:pt x="58" y="5"/>
                    <a:pt x="43" y="3"/>
                  </a:cubicBezTo>
                  <a:cubicBezTo>
                    <a:pt x="40" y="2"/>
                    <a:pt x="37" y="2"/>
                    <a:pt x="33" y="2"/>
                  </a:cubicBezTo>
                  <a:cubicBezTo>
                    <a:pt x="30" y="2"/>
                    <a:pt x="26" y="2"/>
                    <a:pt x="22" y="3"/>
                  </a:cubicBezTo>
                  <a:cubicBezTo>
                    <a:pt x="17" y="2"/>
                    <a:pt x="11" y="1"/>
                    <a:pt x="5" y="0"/>
                  </a:cubicBezTo>
                  <a:cubicBezTo>
                    <a:pt x="1" y="0"/>
                    <a:pt x="0" y="6"/>
                    <a:pt x="5" y="7"/>
                  </a:cubicBezTo>
                  <a:cubicBezTo>
                    <a:pt x="10" y="8"/>
                    <a:pt x="17" y="12"/>
                    <a:pt x="25" y="13"/>
                  </a:cubicBezTo>
                  <a:cubicBezTo>
                    <a:pt x="33" y="13"/>
                    <a:pt x="41" y="14"/>
                    <a:pt x="50" y="16"/>
                  </a:cubicBezTo>
                  <a:cubicBezTo>
                    <a:pt x="59" y="19"/>
                    <a:pt x="69" y="21"/>
                    <a:pt x="79" y="21"/>
                  </a:cubicBezTo>
                  <a:cubicBezTo>
                    <a:pt x="82" y="21"/>
                    <a:pt x="86" y="20"/>
                    <a:pt x="89" y="20"/>
                  </a:cubicBezTo>
                  <a:lnTo>
                    <a:pt x="90" y="20"/>
                  </a:lnTo>
                  <a:cubicBezTo>
                    <a:pt x="91" y="19"/>
                    <a:pt x="91" y="19"/>
                    <a:pt x="91" y="18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2" y="16"/>
                    <a:pt x="92" y="16"/>
                    <a:pt x="91" y="15"/>
                  </a:cubicBezTo>
                  <a:cubicBezTo>
                    <a:pt x="91" y="14"/>
                    <a:pt x="91" y="15"/>
                    <a:pt x="90" y="14"/>
                  </a:cubicBezTo>
                  <a:cubicBezTo>
                    <a:pt x="90" y="13"/>
                    <a:pt x="89" y="13"/>
                    <a:pt x="88" y="1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2"/>
            <p:cNvSpPr/>
            <p:nvPr/>
          </p:nvSpPr>
          <p:spPr>
            <a:xfrm>
              <a:off x="8182080" y="2980800"/>
              <a:ext cx="19440" cy="10800"/>
            </a:xfrm>
            <a:custGeom>
              <a:avLst/>
              <a:gdLst/>
              <a:ahLst/>
              <a:cxnLst/>
              <a:rect l="l" t="t" r="r" b="b"/>
              <a:pathLst>
                <a:path w="54" h="30" extrusionOk="0">
                  <a:moveTo>
                    <a:pt x="3" y="0"/>
                  </a:moveTo>
                  <a:cubicBezTo>
                    <a:pt x="0" y="0"/>
                    <a:pt x="0" y="5"/>
                    <a:pt x="3" y="6"/>
                  </a:cubicBezTo>
                  <a:cubicBezTo>
                    <a:pt x="17" y="10"/>
                    <a:pt x="38" y="29"/>
                    <a:pt x="52" y="19"/>
                  </a:cubicBezTo>
                  <a:cubicBezTo>
                    <a:pt x="52" y="19"/>
                    <a:pt x="53" y="19"/>
                    <a:pt x="53" y="18"/>
                  </a:cubicBezTo>
                  <a:lnTo>
                    <a:pt x="53" y="17"/>
                  </a:lnTo>
                  <a:cubicBezTo>
                    <a:pt x="53" y="16"/>
                    <a:pt x="53" y="15"/>
                    <a:pt x="53" y="15"/>
                  </a:cubicBezTo>
                  <a:lnTo>
                    <a:pt x="52" y="14"/>
                  </a:lnTo>
                  <a:cubicBezTo>
                    <a:pt x="52" y="14"/>
                    <a:pt x="51" y="13"/>
                    <a:pt x="50" y="13"/>
                  </a:cubicBezTo>
                  <a:cubicBezTo>
                    <a:pt x="44" y="9"/>
                    <a:pt x="37" y="6"/>
                    <a:pt x="30" y="4"/>
                  </a:cubicBezTo>
                  <a:cubicBezTo>
                    <a:pt x="24" y="1"/>
                    <a:pt x="17" y="0"/>
                    <a:pt x="10" y="0"/>
                  </a:cubicBezTo>
                  <a:cubicBezTo>
                    <a:pt x="8" y="0"/>
                    <a:pt x="6" y="0"/>
                    <a:pt x="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2"/>
            <p:cNvSpPr/>
            <p:nvPr/>
          </p:nvSpPr>
          <p:spPr>
            <a:xfrm>
              <a:off x="8220960" y="3027240"/>
              <a:ext cx="14400" cy="1404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" y="3"/>
                  </a:moveTo>
                  <a:cubicBezTo>
                    <a:pt x="3" y="3"/>
                    <a:pt x="2" y="3"/>
                    <a:pt x="2" y="4"/>
                  </a:cubicBezTo>
                  <a:cubicBezTo>
                    <a:pt x="2" y="4"/>
                    <a:pt x="1" y="4"/>
                    <a:pt x="1" y="5"/>
                  </a:cubicBezTo>
                  <a:lnTo>
                    <a:pt x="0" y="6"/>
                  </a:lnTo>
                  <a:cubicBezTo>
                    <a:pt x="0" y="7"/>
                    <a:pt x="1" y="8"/>
                    <a:pt x="1" y="8"/>
                  </a:cubicBezTo>
                  <a:cubicBezTo>
                    <a:pt x="1" y="9"/>
                    <a:pt x="2" y="9"/>
                    <a:pt x="2" y="9"/>
                  </a:cubicBezTo>
                  <a:cubicBezTo>
                    <a:pt x="3" y="10"/>
                    <a:pt x="3" y="10"/>
                    <a:pt x="4" y="10"/>
                  </a:cubicBezTo>
                  <a:cubicBezTo>
                    <a:pt x="8" y="10"/>
                    <a:pt x="10" y="14"/>
                    <a:pt x="11" y="16"/>
                  </a:cubicBezTo>
                  <a:cubicBezTo>
                    <a:pt x="13" y="19"/>
                    <a:pt x="15" y="21"/>
                    <a:pt x="17" y="23"/>
                  </a:cubicBezTo>
                  <a:cubicBezTo>
                    <a:pt x="22" y="27"/>
                    <a:pt x="27" y="32"/>
                    <a:pt x="31" y="37"/>
                  </a:cubicBezTo>
                  <a:cubicBezTo>
                    <a:pt x="31" y="38"/>
                    <a:pt x="32" y="38"/>
                    <a:pt x="32" y="38"/>
                  </a:cubicBezTo>
                  <a:lnTo>
                    <a:pt x="33" y="38"/>
                  </a:lnTo>
                  <a:lnTo>
                    <a:pt x="34" y="38"/>
                  </a:lnTo>
                  <a:cubicBezTo>
                    <a:pt x="35" y="38"/>
                    <a:pt x="35" y="38"/>
                    <a:pt x="35" y="37"/>
                  </a:cubicBezTo>
                  <a:cubicBezTo>
                    <a:pt x="39" y="28"/>
                    <a:pt x="28" y="20"/>
                    <a:pt x="22" y="15"/>
                  </a:cubicBezTo>
                  <a:cubicBezTo>
                    <a:pt x="16" y="10"/>
                    <a:pt x="12" y="0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2"/>
            <p:cNvSpPr/>
            <p:nvPr/>
          </p:nvSpPr>
          <p:spPr>
            <a:xfrm>
              <a:off x="8236080" y="3040200"/>
              <a:ext cx="11880" cy="15840"/>
            </a:xfrm>
            <a:custGeom>
              <a:avLst/>
              <a:gdLst/>
              <a:ahLst/>
              <a:cxnLst/>
              <a:rect l="l" t="t" r="r" b="b"/>
              <a:pathLst>
                <a:path w="33" h="44" extrusionOk="0">
                  <a:moveTo>
                    <a:pt x="14" y="25"/>
                  </a:moveTo>
                  <a:cubicBezTo>
                    <a:pt x="15" y="27"/>
                    <a:pt x="16" y="29"/>
                    <a:pt x="17" y="31"/>
                  </a:cubicBezTo>
                  <a:cubicBezTo>
                    <a:pt x="19" y="35"/>
                    <a:pt x="21" y="38"/>
                    <a:pt x="24" y="41"/>
                  </a:cubicBezTo>
                  <a:lnTo>
                    <a:pt x="24" y="42"/>
                  </a:lnTo>
                  <a:cubicBezTo>
                    <a:pt x="25" y="43"/>
                    <a:pt x="26" y="42"/>
                    <a:pt x="27" y="42"/>
                  </a:cubicBezTo>
                  <a:cubicBezTo>
                    <a:pt x="28" y="42"/>
                    <a:pt x="29" y="42"/>
                    <a:pt x="29" y="42"/>
                  </a:cubicBezTo>
                  <a:cubicBezTo>
                    <a:pt x="30" y="41"/>
                    <a:pt x="31" y="41"/>
                    <a:pt x="31" y="40"/>
                  </a:cubicBezTo>
                  <a:cubicBezTo>
                    <a:pt x="32" y="39"/>
                    <a:pt x="32" y="39"/>
                    <a:pt x="32" y="38"/>
                  </a:cubicBezTo>
                  <a:lnTo>
                    <a:pt x="32" y="36"/>
                  </a:lnTo>
                  <a:cubicBezTo>
                    <a:pt x="32" y="35"/>
                    <a:pt x="32" y="34"/>
                    <a:pt x="32" y="34"/>
                  </a:cubicBezTo>
                  <a:cubicBezTo>
                    <a:pt x="32" y="33"/>
                    <a:pt x="32" y="32"/>
                    <a:pt x="32" y="31"/>
                  </a:cubicBezTo>
                  <a:cubicBezTo>
                    <a:pt x="31" y="29"/>
                    <a:pt x="29" y="27"/>
                    <a:pt x="28" y="24"/>
                  </a:cubicBezTo>
                  <a:cubicBezTo>
                    <a:pt x="27" y="23"/>
                    <a:pt x="27" y="21"/>
                    <a:pt x="26" y="20"/>
                  </a:cubicBezTo>
                  <a:cubicBezTo>
                    <a:pt x="21" y="13"/>
                    <a:pt x="14" y="7"/>
                    <a:pt x="7" y="2"/>
                  </a:cubicBezTo>
                  <a:cubicBezTo>
                    <a:pt x="3" y="0"/>
                    <a:pt x="0" y="6"/>
                    <a:pt x="3" y="9"/>
                  </a:cubicBezTo>
                  <a:cubicBezTo>
                    <a:pt x="6" y="13"/>
                    <a:pt x="9" y="17"/>
                    <a:pt x="12" y="22"/>
                  </a:cubicBezTo>
                  <a:cubicBezTo>
                    <a:pt x="12" y="23"/>
                    <a:pt x="13" y="24"/>
                    <a:pt x="14" y="2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2"/>
            <p:cNvSpPr/>
            <p:nvPr/>
          </p:nvSpPr>
          <p:spPr>
            <a:xfrm>
              <a:off x="8232840" y="3025080"/>
              <a:ext cx="36000" cy="33120"/>
            </a:xfrm>
            <a:custGeom>
              <a:avLst/>
              <a:gdLst/>
              <a:ahLst/>
              <a:cxnLst/>
              <a:rect l="l" t="t" r="r" b="b"/>
              <a:pathLst>
                <a:path w="100" h="92" extrusionOk="0">
                  <a:moveTo>
                    <a:pt x="49" y="54"/>
                  </a:moveTo>
                  <a:cubicBezTo>
                    <a:pt x="60" y="62"/>
                    <a:pt x="70" y="71"/>
                    <a:pt x="80" y="81"/>
                  </a:cubicBezTo>
                  <a:cubicBezTo>
                    <a:pt x="85" y="87"/>
                    <a:pt x="87" y="91"/>
                    <a:pt x="95" y="90"/>
                  </a:cubicBezTo>
                  <a:cubicBezTo>
                    <a:pt x="96" y="90"/>
                    <a:pt x="97" y="90"/>
                    <a:pt x="97" y="90"/>
                  </a:cubicBezTo>
                  <a:cubicBezTo>
                    <a:pt x="98" y="90"/>
                    <a:pt x="98" y="89"/>
                    <a:pt x="98" y="89"/>
                  </a:cubicBezTo>
                  <a:cubicBezTo>
                    <a:pt x="99" y="88"/>
                    <a:pt x="99" y="88"/>
                    <a:pt x="99" y="87"/>
                  </a:cubicBezTo>
                  <a:lnTo>
                    <a:pt x="99" y="86"/>
                  </a:lnTo>
                  <a:cubicBezTo>
                    <a:pt x="89" y="61"/>
                    <a:pt x="64" y="47"/>
                    <a:pt x="44" y="30"/>
                  </a:cubicBezTo>
                  <a:cubicBezTo>
                    <a:pt x="35" y="22"/>
                    <a:pt x="26" y="14"/>
                    <a:pt x="17" y="5"/>
                  </a:cubicBezTo>
                  <a:cubicBezTo>
                    <a:pt x="16" y="3"/>
                    <a:pt x="15" y="2"/>
                    <a:pt x="14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0" y="5"/>
                    <a:pt x="1" y="6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10" y="12"/>
                    <a:pt x="14" y="21"/>
                    <a:pt x="21" y="28"/>
                  </a:cubicBezTo>
                  <a:cubicBezTo>
                    <a:pt x="28" y="35"/>
                    <a:pt x="41" y="45"/>
                    <a:pt x="49" y="5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2"/>
            <p:cNvSpPr/>
            <p:nvPr/>
          </p:nvSpPr>
          <p:spPr>
            <a:xfrm>
              <a:off x="8249400" y="3028320"/>
              <a:ext cx="40680" cy="38880"/>
            </a:xfrm>
            <a:custGeom>
              <a:avLst/>
              <a:gdLst/>
              <a:ahLst/>
              <a:cxnLst/>
              <a:rect l="l" t="t" r="r" b="b"/>
              <a:pathLst>
                <a:path w="113" h="108" extrusionOk="0">
                  <a:moveTo>
                    <a:pt x="3" y="8"/>
                  </a:moveTo>
                  <a:cubicBezTo>
                    <a:pt x="15" y="10"/>
                    <a:pt x="25" y="24"/>
                    <a:pt x="34" y="30"/>
                  </a:cubicBezTo>
                  <a:cubicBezTo>
                    <a:pt x="44" y="37"/>
                    <a:pt x="48" y="50"/>
                    <a:pt x="57" y="57"/>
                  </a:cubicBezTo>
                  <a:cubicBezTo>
                    <a:pt x="69" y="67"/>
                    <a:pt x="79" y="78"/>
                    <a:pt x="87" y="91"/>
                  </a:cubicBezTo>
                  <a:cubicBezTo>
                    <a:pt x="87" y="92"/>
                    <a:pt x="88" y="93"/>
                    <a:pt x="88" y="93"/>
                  </a:cubicBezTo>
                  <a:cubicBezTo>
                    <a:pt x="91" y="97"/>
                    <a:pt x="95" y="101"/>
                    <a:pt x="99" y="103"/>
                  </a:cubicBezTo>
                  <a:cubicBezTo>
                    <a:pt x="102" y="105"/>
                    <a:pt x="105" y="106"/>
                    <a:pt x="108" y="107"/>
                  </a:cubicBezTo>
                  <a:lnTo>
                    <a:pt x="109" y="107"/>
                  </a:lnTo>
                  <a:lnTo>
                    <a:pt x="110" y="107"/>
                  </a:lnTo>
                  <a:cubicBezTo>
                    <a:pt x="111" y="107"/>
                    <a:pt x="111" y="106"/>
                    <a:pt x="111" y="106"/>
                  </a:cubicBezTo>
                  <a:cubicBezTo>
                    <a:pt x="112" y="105"/>
                    <a:pt x="112" y="105"/>
                    <a:pt x="112" y="104"/>
                  </a:cubicBezTo>
                  <a:cubicBezTo>
                    <a:pt x="112" y="104"/>
                    <a:pt x="112" y="103"/>
                    <a:pt x="111" y="103"/>
                  </a:cubicBezTo>
                  <a:cubicBezTo>
                    <a:pt x="108" y="96"/>
                    <a:pt x="103" y="94"/>
                    <a:pt x="98" y="88"/>
                  </a:cubicBezTo>
                  <a:cubicBezTo>
                    <a:pt x="94" y="82"/>
                    <a:pt x="92" y="75"/>
                    <a:pt x="87" y="68"/>
                  </a:cubicBezTo>
                  <a:cubicBezTo>
                    <a:pt x="79" y="57"/>
                    <a:pt x="66" y="51"/>
                    <a:pt x="58" y="39"/>
                  </a:cubicBezTo>
                  <a:cubicBezTo>
                    <a:pt x="51" y="29"/>
                    <a:pt x="42" y="21"/>
                    <a:pt x="32" y="15"/>
                  </a:cubicBezTo>
                  <a:cubicBezTo>
                    <a:pt x="22" y="8"/>
                    <a:pt x="17" y="0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1" y="3"/>
                    <a:pt x="0" y="4"/>
                  </a:cubicBezTo>
                  <a:lnTo>
                    <a:pt x="0" y="5"/>
                  </a:lnTo>
                  <a:cubicBezTo>
                    <a:pt x="0" y="6"/>
                    <a:pt x="0" y="7"/>
                    <a:pt x="0" y="7"/>
                  </a:cubicBezTo>
                  <a:cubicBezTo>
                    <a:pt x="1" y="8"/>
                    <a:pt x="1" y="8"/>
                    <a:pt x="2" y="8"/>
                  </a:cubicBezTo>
                  <a:lnTo>
                    <a:pt x="3" y="8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2"/>
            <p:cNvSpPr/>
            <p:nvPr/>
          </p:nvSpPr>
          <p:spPr>
            <a:xfrm>
              <a:off x="8257680" y="3009240"/>
              <a:ext cx="48960" cy="41760"/>
            </a:xfrm>
            <a:custGeom>
              <a:avLst/>
              <a:gdLst/>
              <a:ahLst/>
              <a:cxnLst/>
              <a:rect l="l" t="t" r="r" b="b"/>
              <a:pathLst>
                <a:path w="136" h="116" extrusionOk="0">
                  <a:moveTo>
                    <a:pt x="124" y="96"/>
                  </a:moveTo>
                  <a:cubicBezTo>
                    <a:pt x="109" y="86"/>
                    <a:pt x="95" y="75"/>
                    <a:pt x="82" y="63"/>
                  </a:cubicBezTo>
                  <a:cubicBezTo>
                    <a:pt x="58" y="41"/>
                    <a:pt x="28" y="27"/>
                    <a:pt x="7" y="2"/>
                  </a:cubicBezTo>
                  <a:cubicBezTo>
                    <a:pt x="4" y="0"/>
                    <a:pt x="0" y="2"/>
                    <a:pt x="2" y="6"/>
                  </a:cubicBezTo>
                  <a:cubicBezTo>
                    <a:pt x="20" y="28"/>
                    <a:pt x="47" y="43"/>
                    <a:pt x="66" y="63"/>
                  </a:cubicBezTo>
                  <a:cubicBezTo>
                    <a:pt x="75" y="73"/>
                    <a:pt x="85" y="83"/>
                    <a:pt x="96" y="91"/>
                  </a:cubicBezTo>
                  <a:cubicBezTo>
                    <a:pt x="106" y="100"/>
                    <a:pt x="120" y="105"/>
                    <a:pt x="130" y="114"/>
                  </a:cubicBezTo>
                  <a:cubicBezTo>
                    <a:pt x="130" y="114"/>
                    <a:pt x="130" y="115"/>
                    <a:pt x="131" y="115"/>
                  </a:cubicBezTo>
                  <a:lnTo>
                    <a:pt x="132" y="115"/>
                  </a:lnTo>
                  <a:cubicBezTo>
                    <a:pt x="133" y="115"/>
                    <a:pt x="133" y="115"/>
                    <a:pt x="134" y="115"/>
                  </a:cubicBezTo>
                  <a:lnTo>
                    <a:pt x="135" y="114"/>
                  </a:lnTo>
                  <a:cubicBezTo>
                    <a:pt x="135" y="113"/>
                    <a:pt x="135" y="113"/>
                    <a:pt x="135" y="112"/>
                  </a:cubicBezTo>
                  <a:cubicBezTo>
                    <a:pt x="135" y="109"/>
                    <a:pt x="134" y="107"/>
                    <a:pt x="133" y="105"/>
                  </a:cubicBezTo>
                  <a:cubicBezTo>
                    <a:pt x="130" y="101"/>
                    <a:pt x="127" y="98"/>
                    <a:pt x="124" y="9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2"/>
            <p:cNvSpPr/>
            <p:nvPr/>
          </p:nvSpPr>
          <p:spPr>
            <a:xfrm>
              <a:off x="8292600" y="3077640"/>
              <a:ext cx="19080" cy="24480"/>
            </a:xfrm>
            <a:custGeom>
              <a:avLst/>
              <a:gdLst/>
              <a:ahLst/>
              <a:cxnLst/>
              <a:rect l="l" t="t" r="r" b="b"/>
              <a:pathLst>
                <a:path w="53" h="68" extrusionOk="0">
                  <a:moveTo>
                    <a:pt x="12" y="22"/>
                  </a:moveTo>
                  <a:cubicBezTo>
                    <a:pt x="14" y="26"/>
                    <a:pt x="16" y="30"/>
                    <a:pt x="18" y="33"/>
                  </a:cubicBezTo>
                  <a:cubicBezTo>
                    <a:pt x="19" y="35"/>
                    <a:pt x="20" y="36"/>
                    <a:pt x="21" y="38"/>
                  </a:cubicBezTo>
                  <a:cubicBezTo>
                    <a:pt x="25" y="45"/>
                    <a:pt x="30" y="51"/>
                    <a:pt x="34" y="58"/>
                  </a:cubicBezTo>
                  <a:cubicBezTo>
                    <a:pt x="34" y="59"/>
                    <a:pt x="35" y="59"/>
                    <a:pt x="35" y="59"/>
                  </a:cubicBezTo>
                  <a:cubicBezTo>
                    <a:pt x="36" y="62"/>
                    <a:pt x="38" y="64"/>
                    <a:pt x="40" y="65"/>
                  </a:cubicBezTo>
                  <a:cubicBezTo>
                    <a:pt x="43" y="66"/>
                    <a:pt x="45" y="67"/>
                    <a:pt x="47" y="67"/>
                  </a:cubicBezTo>
                  <a:cubicBezTo>
                    <a:pt x="48" y="67"/>
                    <a:pt x="49" y="67"/>
                    <a:pt x="50" y="66"/>
                  </a:cubicBezTo>
                  <a:lnTo>
                    <a:pt x="51" y="65"/>
                  </a:lnTo>
                  <a:cubicBezTo>
                    <a:pt x="52" y="64"/>
                    <a:pt x="52" y="63"/>
                    <a:pt x="52" y="62"/>
                  </a:cubicBezTo>
                  <a:cubicBezTo>
                    <a:pt x="52" y="61"/>
                    <a:pt x="52" y="61"/>
                    <a:pt x="51" y="60"/>
                  </a:cubicBezTo>
                  <a:lnTo>
                    <a:pt x="51" y="59"/>
                  </a:lnTo>
                  <a:cubicBezTo>
                    <a:pt x="50" y="58"/>
                    <a:pt x="50" y="57"/>
                    <a:pt x="49" y="57"/>
                  </a:cubicBezTo>
                  <a:cubicBezTo>
                    <a:pt x="46" y="51"/>
                    <a:pt x="43" y="44"/>
                    <a:pt x="40" y="38"/>
                  </a:cubicBezTo>
                  <a:cubicBezTo>
                    <a:pt x="35" y="31"/>
                    <a:pt x="30" y="26"/>
                    <a:pt x="26" y="19"/>
                  </a:cubicBezTo>
                  <a:cubicBezTo>
                    <a:pt x="23" y="12"/>
                    <a:pt x="16" y="0"/>
                    <a:pt x="4" y="0"/>
                  </a:cubicBezTo>
                  <a:cubicBezTo>
                    <a:pt x="0" y="0"/>
                    <a:pt x="0" y="7"/>
                    <a:pt x="4" y="8"/>
                  </a:cubicBezTo>
                  <a:cubicBezTo>
                    <a:pt x="9" y="9"/>
                    <a:pt x="11" y="19"/>
                    <a:pt x="12" y="2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2"/>
            <p:cNvSpPr/>
            <p:nvPr/>
          </p:nvSpPr>
          <p:spPr>
            <a:xfrm>
              <a:off x="8969400" y="3783600"/>
              <a:ext cx="20520" cy="20160"/>
            </a:xfrm>
            <a:custGeom>
              <a:avLst/>
              <a:gdLst/>
              <a:ahLst/>
              <a:cxnLst/>
              <a:rect l="l" t="t" r="r" b="b"/>
              <a:pathLst>
                <a:path w="57" h="56" extrusionOk="0">
                  <a:moveTo>
                    <a:pt x="49" y="0"/>
                  </a:moveTo>
                  <a:cubicBezTo>
                    <a:pt x="47" y="1"/>
                    <a:pt x="44" y="2"/>
                    <a:pt x="42" y="4"/>
                  </a:cubicBezTo>
                  <a:cubicBezTo>
                    <a:pt x="35" y="8"/>
                    <a:pt x="28" y="13"/>
                    <a:pt x="22" y="18"/>
                  </a:cubicBezTo>
                  <a:cubicBezTo>
                    <a:pt x="14" y="25"/>
                    <a:pt x="11" y="34"/>
                    <a:pt x="3" y="41"/>
                  </a:cubicBezTo>
                  <a:cubicBezTo>
                    <a:pt x="2" y="42"/>
                    <a:pt x="1" y="43"/>
                    <a:pt x="1" y="43"/>
                  </a:cubicBezTo>
                  <a:cubicBezTo>
                    <a:pt x="0" y="45"/>
                    <a:pt x="0" y="45"/>
                    <a:pt x="0" y="47"/>
                  </a:cubicBezTo>
                  <a:cubicBezTo>
                    <a:pt x="0" y="48"/>
                    <a:pt x="0" y="49"/>
                    <a:pt x="1" y="51"/>
                  </a:cubicBezTo>
                  <a:cubicBezTo>
                    <a:pt x="2" y="53"/>
                    <a:pt x="3" y="53"/>
                    <a:pt x="4" y="54"/>
                  </a:cubicBezTo>
                  <a:cubicBezTo>
                    <a:pt x="5" y="55"/>
                    <a:pt x="7" y="55"/>
                    <a:pt x="8" y="55"/>
                  </a:cubicBezTo>
                  <a:cubicBezTo>
                    <a:pt x="9" y="55"/>
                    <a:pt x="11" y="55"/>
                    <a:pt x="12" y="54"/>
                  </a:cubicBezTo>
                  <a:cubicBezTo>
                    <a:pt x="13" y="54"/>
                    <a:pt x="13" y="54"/>
                    <a:pt x="13" y="53"/>
                  </a:cubicBezTo>
                  <a:cubicBezTo>
                    <a:pt x="21" y="47"/>
                    <a:pt x="26" y="38"/>
                    <a:pt x="35" y="32"/>
                  </a:cubicBezTo>
                  <a:cubicBezTo>
                    <a:pt x="42" y="27"/>
                    <a:pt x="48" y="20"/>
                    <a:pt x="53" y="12"/>
                  </a:cubicBezTo>
                  <a:cubicBezTo>
                    <a:pt x="54" y="10"/>
                    <a:pt x="54" y="9"/>
                    <a:pt x="55" y="7"/>
                  </a:cubicBezTo>
                  <a:cubicBezTo>
                    <a:pt x="55" y="6"/>
                    <a:pt x="55" y="6"/>
                    <a:pt x="55" y="5"/>
                  </a:cubicBezTo>
                  <a:cubicBezTo>
                    <a:pt x="55" y="4"/>
                    <a:pt x="56" y="3"/>
                    <a:pt x="55" y="2"/>
                  </a:cubicBezTo>
                  <a:cubicBezTo>
                    <a:pt x="54" y="1"/>
                    <a:pt x="54" y="2"/>
                    <a:pt x="53" y="1"/>
                  </a:cubicBezTo>
                  <a:cubicBezTo>
                    <a:pt x="52" y="0"/>
                    <a:pt x="51" y="0"/>
                    <a:pt x="50" y="0"/>
                  </a:cubicBezTo>
                  <a:lnTo>
                    <a:pt x="49" y="0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2"/>
            <p:cNvSpPr/>
            <p:nvPr/>
          </p:nvSpPr>
          <p:spPr>
            <a:xfrm>
              <a:off x="8962920" y="3761640"/>
              <a:ext cx="28080" cy="26280"/>
            </a:xfrm>
            <a:custGeom>
              <a:avLst/>
              <a:gdLst/>
              <a:ahLst/>
              <a:cxnLst/>
              <a:rect l="l" t="t" r="r" b="b"/>
              <a:pathLst>
                <a:path w="78" h="73" extrusionOk="0">
                  <a:moveTo>
                    <a:pt x="67" y="2"/>
                  </a:moveTo>
                  <a:cubicBezTo>
                    <a:pt x="65" y="3"/>
                    <a:pt x="63" y="4"/>
                    <a:pt x="60" y="5"/>
                  </a:cubicBezTo>
                  <a:cubicBezTo>
                    <a:pt x="50" y="11"/>
                    <a:pt x="40" y="18"/>
                    <a:pt x="31" y="26"/>
                  </a:cubicBezTo>
                  <a:cubicBezTo>
                    <a:pt x="21" y="37"/>
                    <a:pt x="11" y="48"/>
                    <a:pt x="1" y="61"/>
                  </a:cubicBezTo>
                  <a:cubicBezTo>
                    <a:pt x="0" y="62"/>
                    <a:pt x="0" y="64"/>
                    <a:pt x="0" y="65"/>
                  </a:cubicBezTo>
                  <a:cubicBezTo>
                    <a:pt x="0" y="66"/>
                    <a:pt x="0" y="68"/>
                    <a:pt x="1" y="69"/>
                  </a:cubicBezTo>
                  <a:cubicBezTo>
                    <a:pt x="2" y="71"/>
                    <a:pt x="3" y="71"/>
                    <a:pt x="4" y="71"/>
                  </a:cubicBezTo>
                  <a:cubicBezTo>
                    <a:pt x="5" y="72"/>
                    <a:pt x="5" y="72"/>
                    <a:pt x="7" y="72"/>
                  </a:cubicBezTo>
                  <a:cubicBezTo>
                    <a:pt x="8" y="72"/>
                    <a:pt x="10" y="72"/>
                    <a:pt x="11" y="71"/>
                  </a:cubicBezTo>
                  <a:cubicBezTo>
                    <a:pt x="11" y="71"/>
                    <a:pt x="12" y="71"/>
                    <a:pt x="12" y="70"/>
                  </a:cubicBezTo>
                  <a:cubicBezTo>
                    <a:pt x="22" y="61"/>
                    <a:pt x="29" y="51"/>
                    <a:pt x="39" y="40"/>
                  </a:cubicBezTo>
                  <a:cubicBezTo>
                    <a:pt x="49" y="30"/>
                    <a:pt x="63" y="21"/>
                    <a:pt x="73" y="10"/>
                  </a:cubicBezTo>
                  <a:cubicBezTo>
                    <a:pt x="77" y="6"/>
                    <a:pt x="72" y="0"/>
                    <a:pt x="6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2"/>
            <p:cNvSpPr/>
            <p:nvPr/>
          </p:nvSpPr>
          <p:spPr>
            <a:xfrm>
              <a:off x="9012960" y="3796200"/>
              <a:ext cx="18360" cy="18720"/>
            </a:xfrm>
            <a:custGeom>
              <a:avLst/>
              <a:gdLst/>
              <a:ahLst/>
              <a:cxnLst/>
              <a:rect l="l" t="t" r="r" b="b"/>
              <a:pathLst>
                <a:path w="51" h="52" extrusionOk="0">
                  <a:moveTo>
                    <a:pt x="19" y="15"/>
                  </a:moveTo>
                  <a:cubicBezTo>
                    <a:pt x="13" y="21"/>
                    <a:pt x="7" y="28"/>
                    <a:pt x="2" y="35"/>
                  </a:cubicBezTo>
                  <a:lnTo>
                    <a:pt x="1" y="36"/>
                  </a:lnTo>
                  <a:cubicBezTo>
                    <a:pt x="0" y="38"/>
                    <a:pt x="0" y="40"/>
                    <a:pt x="0" y="41"/>
                  </a:cubicBezTo>
                  <a:cubicBezTo>
                    <a:pt x="0" y="43"/>
                    <a:pt x="0" y="45"/>
                    <a:pt x="1" y="46"/>
                  </a:cubicBezTo>
                  <a:cubicBezTo>
                    <a:pt x="2" y="47"/>
                    <a:pt x="3" y="50"/>
                    <a:pt x="5" y="50"/>
                  </a:cubicBezTo>
                  <a:cubicBezTo>
                    <a:pt x="7" y="51"/>
                    <a:pt x="7" y="51"/>
                    <a:pt x="9" y="51"/>
                  </a:cubicBezTo>
                  <a:cubicBezTo>
                    <a:pt x="10" y="51"/>
                    <a:pt x="13" y="51"/>
                    <a:pt x="14" y="50"/>
                  </a:cubicBezTo>
                  <a:cubicBezTo>
                    <a:pt x="15" y="50"/>
                    <a:pt x="15" y="49"/>
                    <a:pt x="15" y="49"/>
                  </a:cubicBezTo>
                  <a:cubicBezTo>
                    <a:pt x="21" y="43"/>
                    <a:pt x="26" y="37"/>
                    <a:pt x="32" y="31"/>
                  </a:cubicBezTo>
                  <a:cubicBezTo>
                    <a:pt x="38" y="26"/>
                    <a:pt x="45" y="22"/>
                    <a:pt x="49" y="15"/>
                  </a:cubicBezTo>
                  <a:cubicBezTo>
                    <a:pt x="50" y="14"/>
                    <a:pt x="50" y="13"/>
                    <a:pt x="50" y="12"/>
                  </a:cubicBezTo>
                  <a:cubicBezTo>
                    <a:pt x="50" y="11"/>
                    <a:pt x="50" y="11"/>
                    <a:pt x="49" y="10"/>
                  </a:cubicBezTo>
                  <a:cubicBezTo>
                    <a:pt x="48" y="9"/>
                    <a:pt x="49" y="8"/>
                    <a:pt x="48" y="8"/>
                  </a:cubicBezTo>
                  <a:cubicBezTo>
                    <a:pt x="39" y="0"/>
                    <a:pt x="26" y="9"/>
                    <a:pt x="19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2"/>
            <p:cNvSpPr/>
            <p:nvPr/>
          </p:nvSpPr>
          <p:spPr>
            <a:xfrm>
              <a:off x="9053640" y="3782520"/>
              <a:ext cx="10080" cy="7920"/>
            </a:xfrm>
            <a:custGeom>
              <a:avLst/>
              <a:gdLst/>
              <a:ahLst/>
              <a:cxnLst/>
              <a:rect l="l" t="t" r="r" b="b"/>
              <a:pathLst>
                <a:path w="28" h="22" extrusionOk="0">
                  <a:moveTo>
                    <a:pt x="21" y="3"/>
                  </a:moveTo>
                  <a:cubicBezTo>
                    <a:pt x="16" y="4"/>
                    <a:pt x="13" y="5"/>
                    <a:pt x="8" y="8"/>
                  </a:cubicBezTo>
                  <a:cubicBezTo>
                    <a:pt x="7" y="9"/>
                    <a:pt x="6" y="9"/>
                    <a:pt x="4" y="10"/>
                  </a:cubicBezTo>
                  <a:cubicBezTo>
                    <a:pt x="0" y="14"/>
                    <a:pt x="6" y="21"/>
                    <a:pt x="10" y="17"/>
                  </a:cubicBezTo>
                  <a:cubicBezTo>
                    <a:pt x="11" y="16"/>
                    <a:pt x="11" y="16"/>
                    <a:pt x="12" y="16"/>
                  </a:cubicBezTo>
                  <a:cubicBezTo>
                    <a:pt x="16" y="13"/>
                    <a:pt x="21" y="11"/>
                    <a:pt x="25" y="9"/>
                  </a:cubicBezTo>
                  <a:cubicBezTo>
                    <a:pt x="26" y="9"/>
                    <a:pt x="26" y="8"/>
                    <a:pt x="26" y="8"/>
                  </a:cubicBezTo>
                  <a:cubicBezTo>
                    <a:pt x="27" y="7"/>
                    <a:pt x="27" y="7"/>
                    <a:pt x="27" y="6"/>
                  </a:cubicBezTo>
                  <a:lnTo>
                    <a:pt x="27" y="3"/>
                  </a:lnTo>
                  <a:lnTo>
                    <a:pt x="26" y="2"/>
                  </a:lnTo>
                  <a:cubicBezTo>
                    <a:pt x="26" y="1"/>
                    <a:pt x="26" y="2"/>
                    <a:pt x="25" y="1"/>
                  </a:cubicBezTo>
                  <a:cubicBezTo>
                    <a:pt x="25" y="0"/>
                    <a:pt x="24" y="0"/>
                    <a:pt x="24" y="0"/>
                  </a:cubicBezTo>
                  <a:cubicBezTo>
                    <a:pt x="23" y="0"/>
                    <a:pt x="23" y="0"/>
                    <a:pt x="22" y="1"/>
                  </a:cubicBezTo>
                  <a:cubicBezTo>
                    <a:pt x="22" y="1"/>
                    <a:pt x="21" y="1"/>
                    <a:pt x="21" y="2"/>
                  </a:cubicBezTo>
                  <a:lnTo>
                    <a:pt x="2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2"/>
            <p:cNvSpPr/>
            <p:nvPr/>
          </p:nvSpPr>
          <p:spPr>
            <a:xfrm>
              <a:off x="9047880" y="3984480"/>
              <a:ext cx="17280" cy="50400"/>
            </a:xfrm>
            <a:custGeom>
              <a:avLst/>
              <a:gdLst/>
              <a:ahLst/>
              <a:cxnLst/>
              <a:rect l="l" t="t" r="r" b="b"/>
              <a:pathLst>
                <a:path w="48" h="140" extrusionOk="0">
                  <a:moveTo>
                    <a:pt x="37" y="84"/>
                  </a:moveTo>
                  <a:cubicBezTo>
                    <a:pt x="33" y="71"/>
                    <a:pt x="29" y="58"/>
                    <a:pt x="26" y="44"/>
                  </a:cubicBezTo>
                  <a:cubicBezTo>
                    <a:pt x="24" y="30"/>
                    <a:pt x="20" y="17"/>
                    <a:pt x="14" y="6"/>
                  </a:cubicBezTo>
                  <a:cubicBezTo>
                    <a:pt x="13" y="5"/>
                    <a:pt x="12" y="4"/>
                    <a:pt x="12" y="3"/>
                  </a:cubicBezTo>
                  <a:cubicBezTo>
                    <a:pt x="11" y="2"/>
                    <a:pt x="11" y="2"/>
                    <a:pt x="10" y="1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4" y="0"/>
                    <a:pt x="3" y="1"/>
                  </a:cubicBezTo>
                  <a:cubicBezTo>
                    <a:pt x="2" y="2"/>
                    <a:pt x="2" y="3"/>
                    <a:pt x="1" y="4"/>
                  </a:cubicBezTo>
                  <a:cubicBezTo>
                    <a:pt x="0" y="5"/>
                    <a:pt x="0" y="6"/>
                    <a:pt x="0" y="7"/>
                  </a:cubicBezTo>
                  <a:cubicBezTo>
                    <a:pt x="0" y="8"/>
                    <a:pt x="0" y="9"/>
                    <a:pt x="1" y="10"/>
                  </a:cubicBezTo>
                  <a:cubicBezTo>
                    <a:pt x="1" y="11"/>
                    <a:pt x="1" y="11"/>
                    <a:pt x="2" y="11"/>
                  </a:cubicBezTo>
                  <a:cubicBezTo>
                    <a:pt x="4" y="18"/>
                    <a:pt x="6" y="24"/>
                    <a:pt x="7" y="31"/>
                  </a:cubicBezTo>
                  <a:cubicBezTo>
                    <a:pt x="9" y="48"/>
                    <a:pt x="13" y="65"/>
                    <a:pt x="18" y="82"/>
                  </a:cubicBezTo>
                  <a:cubicBezTo>
                    <a:pt x="23" y="100"/>
                    <a:pt x="25" y="124"/>
                    <a:pt x="39" y="138"/>
                  </a:cubicBezTo>
                  <a:cubicBezTo>
                    <a:pt x="40" y="138"/>
                    <a:pt x="40" y="139"/>
                    <a:pt x="41" y="139"/>
                  </a:cubicBezTo>
                  <a:cubicBezTo>
                    <a:pt x="41" y="139"/>
                    <a:pt x="42" y="139"/>
                    <a:pt x="43" y="139"/>
                  </a:cubicBezTo>
                  <a:cubicBezTo>
                    <a:pt x="44" y="139"/>
                    <a:pt x="44" y="139"/>
                    <a:pt x="45" y="139"/>
                  </a:cubicBezTo>
                  <a:cubicBezTo>
                    <a:pt x="46" y="139"/>
                    <a:pt x="46" y="138"/>
                    <a:pt x="47" y="137"/>
                  </a:cubicBezTo>
                  <a:cubicBezTo>
                    <a:pt x="47" y="137"/>
                    <a:pt x="47" y="136"/>
                    <a:pt x="47" y="135"/>
                  </a:cubicBezTo>
                  <a:cubicBezTo>
                    <a:pt x="47" y="134"/>
                    <a:pt x="47" y="134"/>
                    <a:pt x="47" y="133"/>
                  </a:cubicBezTo>
                  <a:cubicBezTo>
                    <a:pt x="42" y="117"/>
                    <a:pt x="39" y="101"/>
                    <a:pt x="37" y="8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2"/>
            <p:cNvSpPr/>
            <p:nvPr/>
          </p:nvSpPr>
          <p:spPr>
            <a:xfrm>
              <a:off x="9052560" y="4041000"/>
              <a:ext cx="18720" cy="41400"/>
            </a:xfrm>
            <a:custGeom>
              <a:avLst/>
              <a:gdLst/>
              <a:ahLst/>
              <a:cxnLst/>
              <a:rect l="l" t="t" r="r" b="b"/>
              <a:pathLst>
                <a:path w="52" h="115" extrusionOk="0">
                  <a:moveTo>
                    <a:pt x="1" y="15"/>
                  </a:moveTo>
                  <a:cubicBezTo>
                    <a:pt x="4" y="30"/>
                    <a:pt x="8" y="45"/>
                    <a:pt x="13" y="59"/>
                  </a:cubicBezTo>
                  <a:cubicBezTo>
                    <a:pt x="18" y="76"/>
                    <a:pt x="22" y="92"/>
                    <a:pt x="27" y="108"/>
                  </a:cubicBezTo>
                  <a:cubicBezTo>
                    <a:pt x="28" y="114"/>
                    <a:pt x="37" y="113"/>
                    <a:pt x="39" y="108"/>
                  </a:cubicBezTo>
                  <a:cubicBezTo>
                    <a:pt x="51" y="76"/>
                    <a:pt x="23" y="43"/>
                    <a:pt x="19" y="12"/>
                  </a:cubicBezTo>
                  <a:cubicBezTo>
                    <a:pt x="17" y="0"/>
                    <a:pt x="0" y="4"/>
                    <a:pt x="1" y="1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2"/>
            <p:cNvSpPr/>
            <p:nvPr/>
          </p:nvSpPr>
          <p:spPr>
            <a:xfrm>
              <a:off x="8365320" y="4736160"/>
              <a:ext cx="10440" cy="18360"/>
            </a:xfrm>
            <a:custGeom>
              <a:avLst/>
              <a:gdLst/>
              <a:ahLst/>
              <a:cxnLst/>
              <a:rect l="l" t="t" r="r" b="b"/>
              <a:pathLst>
                <a:path w="29" h="51" extrusionOk="0">
                  <a:moveTo>
                    <a:pt x="22" y="49"/>
                  </a:moveTo>
                  <a:cubicBezTo>
                    <a:pt x="23" y="48"/>
                    <a:pt x="25" y="46"/>
                    <a:pt x="25" y="45"/>
                  </a:cubicBezTo>
                  <a:cubicBezTo>
                    <a:pt x="28" y="41"/>
                    <a:pt x="28" y="38"/>
                    <a:pt x="28" y="34"/>
                  </a:cubicBezTo>
                  <a:cubicBezTo>
                    <a:pt x="28" y="31"/>
                    <a:pt x="28" y="28"/>
                    <a:pt x="26" y="25"/>
                  </a:cubicBezTo>
                  <a:cubicBezTo>
                    <a:pt x="25" y="23"/>
                    <a:pt x="24" y="21"/>
                    <a:pt x="23" y="19"/>
                  </a:cubicBezTo>
                  <a:cubicBezTo>
                    <a:pt x="20" y="13"/>
                    <a:pt x="16" y="8"/>
                    <a:pt x="11" y="2"/>
                  </a:cubicBezTo>
                  <a:cubicBezTo>
                    <a:pt x="10" y="2"/>
                    <a:pt x="10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0"/>
                    <a:pt x="4" y="0"/>
                    <a:pt x="3" y="1"/>
                  </a:cubicBezTo>
                  <a:cubicBezTo>
                    <a:pt x="2" y="2"/>
                    <a:pt x="1" y="2"/>
                    <a:pt x="0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3" y="16"/>
                    <a:pt x="5" y="24"/>
                    <a:pt x="7" y="32"/>
                  </a:cubicBezTo>
                  <a:cubicBezTo>
                    <a:pt x="8" y="36"/>
                    <a:pt x="10" y="40"/>
                    <a:pt x="12" y="44"/>
                  </a:cubicBezTo>
                  <a:cubicBezTo>
                    <a:pt x="13" y="46"/>
                    <a:pt x="14" y="48"/>
                    <a:pt x="16" y="49"/>
                  </a:cubicBezTo>
                  <a:lnTo>
                    <a:pt x="16" y="50"/>
                  </a:lnTo>
                  <a:cubicBezTo>
                    <a:pt x="17" y="50"/>
                    <a:pt x="18" y="50"/>
                    <a:pt x="19" y="50"/>
                  </a:cubicBezTo>
                  <a:cubicBezTo>
                    <a:pt x="20" y="50"/>
                    <a:pt x="21" y="50"/>
                    <a:pt x="21" y="50"/>
                  </a:cubicBezTo>
                  <a:cubicBezTo>
                    <a:pt x="22" y="50"/>
                    <a:pt x="22" y="49"/>
                    <a:pt x="22" y="4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2"/>
            <p:cNvSpPr/>
            <p:nvPr/>
          </p:nvSpPr>
          <p:spPr>
            <a:xfrm>
              <a:off x="8314200" y="4753440"/>
              <a:ext cx="10800" cy="20880"/>
            </a:xfrm>
            <a:custGeom>
              <a:avLst/>
              <a:gdLst/>
              <a:ahLst/>
              <a:cxnLst/>
              <a:rect l="l" t="t" r="r" b="b"/>
              <a:pathLst>
                <a:path w="30" h="58" extrusionOk="0">
                  <a:moveTo>
                    <a:pt x="6" y="3"/>
                  </a:moveTo>
                  <a:cubicBezTo>
                    <a:pt x="5" y="3"/>
                    <a:pt x="6" y="4"/>
                    <a:pt x="5" y="5"/>
                  </a:cubicBezTo>
                  <a:cubicBezTo>
                    <a:pt x="2" y="9"/>
                    <a:pt x="0" y="15"/>
                    <a:pt x="0" y="21"/>
                  </a:cubicBezTo>
                  <a:cubicBezTo>
                    <a:pt x="0" y="24"/>
                    <a:pt x="1" y="28"/>
                    <a:pt x="2" y="31"/>
                  </a:cubicBezTo>
                  <a:cubicBezTo>
                    <a:pt x="3" y="37"/>
                    <a:pt x="5" y="42"/>
                    <a:pt x="8" y="47"/>
                  </a:cubicBezTo>
                  <a:cubicBezTo>
                    <a:pt x="9" y="49"/>
                    <a:pt x="11" y="52"/>
                    <a:pt x="12" y="54"/>
                  </a:cubicBezTo>
                  <a:cubicBezTo>
                    <a:pt x="15" y="57"/>
                    <a:pt x="19" y="55"/>
                    <a:pt x="21" y="54"/>
                  </a:cubicBezTo>
                  <a:cubicBezTo>
                    <a:pt x="29" y="46"/>
                    <a:pt x="25" y="31"/>
                    <a:pt x="21" y="23"/>
                  </a:cubicBezTo>
                  <a:cubicBezTo>
                    <a:pt x="20" y="17"/>
                    <a:pt x="18" y="12"/>
                    <a:pt x="16" y="7"/>
                  </a:cubicBezTo>
                  <a:cubicBezTo>
                    <a:pt x="15" y="5"/>
                    <a:pt x="15" y="6"/>
                    <a:pt x="14" y="5"/>
                  </a:cubicBezTo>
                  <a:cubicBezTo>
                    <a:pt x="13" y="1"/>
                    <a:pt x="8" y="0"/>
                    <a:pt x="6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2"/>
            <p:cNvSpPr/>
            <p:nvPr/>
          </p:nvSpPr>
          <p:spPr>
            <a:xfrm>
              <a:off x="8609760" y="4808880"/>
              <a:ext cx="16560" cy="21960"/>
            </a:xfrm>
            <a:custGeom>
              <a:avLst/>
              <a:gdLst/>
              <a:ahLst/>
              <a:cxnLst/>
              <a:rect l="l" t="t" r="r" b="b"/>
              <a:pathLst>
                <a:path w="46" h="61" extrusionOk="0">
                  <a:moveTo>
                    <a:pt x="19" y="36"/>
                  </a:moveTo>
                  <a:cubicBezTo>
                    <a:pt x="24" y="44"/>
                    <a:pt x="30" y="56"/>
                    <a:pt x="38" y="59"/>
                  </a:cubicBezTo>
                  <a:cubicBezTo>
                    <a:pt x="41" y="60"/>
                    <a:pt x="45" y="59"/>
                    <a:pt x="43" y="55"/>
                  </a:cubicBezTo>
                  <a:cubicBezTo>
                    <a:pt x="42" y="53"/>
                    <a:pt x="40" y="50"/>
                    <a:pt x="39" y="48"/>
                  </a:cubicBezTo>
                  <a:cubicBezTo>
                    <a:pt x="35" y="42"/>
                    <a:pt x="32" y="36"/>
                    <a:pt x="28" y="31"/>
                  </a:cubicBezTo>
                  <a:cubicBezTo>
                    <a:pt x="21" y="21"/>
                    <a:pt x="13" y="12"/>
                    <a:pt x="8" y="2"/>
                  </a:cubicBezTo>
                  <a:lnTo>
                    <a:pt x="7" y="1"/>
                  </a:lnTo>
                  <a:cubicBezTo>
                    <a:pt x="6" y="1"/>
                    <a:pt x="5" y="0"/>
                    <a:pt x="5" y="0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4"/>
                    <a:pt x="0" y="5"/>
                  </a:cubicBezTo>
                  <a:lnTo>
                    <a:pt x="0" y="6"/>
                  </a:lnTo>
                  <a:cubicBezTo>
                    <a:pt x="2" y="10"/>
                    <a:pt x="5" y="14"/>
                    <a:pt x="7" y="18"/>
                  </a:cubicBezTo>
                  <a:cubicBezTo>
                    <a:pt x="11" y="24"/>
                    <a:pt x="14" y="30"/>
                    <a:pt x="19" y="3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2"/>
            <p:cNvSpPr/>
            <p:nvPr/>
          </p:nvSpPr>
          <p:spPr>
            <a:xfrm>
              <a:off x="8634600" y="4848840"/>
              <a:ext cx="16920" cy="20160"/>
            </a:xfrm>
            <a:custGeom>
              <a:avLst/>
              <a:gdLst/>
              <a:ahLst/>
              <a:cxnLst/>
              <a:rect l="l" t="t" r="r" b="b"/>
              <a:pathLst>
                <a:path w="47" h="56" extrusionOk="0">
                  <a:moveTo>
                    <a:pt x="20" y="16"/>
                  </a:moveTo>
                  <a:cubicBezTo>
                    <a:pt x="20" y="16"/>
                    <a:pt x="19" y="15"/>
                    <a:pt x="19" y="14"/>
                  </a:cubicBezTo>
                  <a:cubicBezTo>
                    <a:pt x="18" y="13"/>
                    <a:pt x="17" y="11"/>
                    <a:pt x="15" y="10"/>
                  </a:cubicBezTo>
                  <a:cubicBezTo>
                    <a:pt x="13" y="8"/>
                    <a:pt x="10" y="6"/>
                    <a:pt x="9" y="3"/>
                  </a:cubicBezTo>
                  <a:cubicBezTo>
                    <a:pt x="9" y="3"/>
                    <a:pt x="10" y="3"/>
                    <a:pt x="9" y="2"/>
                  </a:cubicBezTo>
                  <a:cubicBezTo>
                    <a:pt x="8" y="1"/>
                    <a:pt x="8" y="2"/>
                    <a:pt x="7" y="1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0"/>
                    <a:pt x="3" y="0"/>
                    <a:pt x="2" y="1"/>
                  </a:cubicBezTo>
                  <a:lnTo>
                    <a:pt x="1" y="2"/>
                  </a:lnTo>
                  <a:cubicBezTo>
                    <a:pt x="0" y="3"/>
                    <a:pt x="0" y="4"/>
                    <a:pt x="0" y="4"/>
                  </a:cubicBezTo>
                  <a:cubicBezTo>
                    <a:pt x="0" y="7"/>
                    <a:pt x="1" y="9"/>
                    <a:pt x="2" y="12"/>
                  </a:cubicBezTo>
                  <a:cubicBezTo>
                    <a:pt x="3" y="13"/>
                    <a:pt x="3" y="14"/>
                    <a:pt x="4" y="15"/>
                  </a:cubicBezTo>
                  <a:cubicBezTo>
                    <a:pt x="8" y="20"/>
                    <a:pt x="9" y="27"/>
                    <a:pt x="13" y="34"/>
                  </a:cubicBezTo>
                  <a:cubicBezTo>
                    <a:pt x="17" y="41"/>
                    <a:pt x="31" y="55"/>
                    <a:pt x="41" y="54"/>
                  </a:cubicBezTo>
                  <a:cubicBezTo>
                    <a:pt x="42" y="54"/>
                    <a:pt x="42" y="55"/>
                    <a:pt x="43" y="54"/>
                  </a:cubicBezTo>
                  <a:cubicBezTo>
                    <a:pt x="44" y="53"/>
                    <a:pt x="44" y="53"/>
                    <a:pt x="44" y="52"/>
                  </a:cubicBezTo>
                  <a:lnTo>
                    <a:pt x="45" y="51"/>
                  </a:lnTo>
                  <a:cubicBezTo>
                    <a:pt x="46" y="41"/>
                    <a:pt x="35" y="34"/>
                    <a:pt x="29" y="28"/>
                  </a:cubicBezTo>
                  <a:cubicBezTo>
                    <a:pt x="26" y="26"/>
                    <a:pt x="23" y="22"/>
                    <a:pt x="21" y="19"/>
                  </a:cubicBezTo>
                  <a:cubicBezTo>
                    <a:pt x="21" y="18"/>
                    <a:pt x="20" y="17"/>
                    <a:pt x="20" y="16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2"/>
            <p:cNvSpPr/>
            <p:nvPr/>
          </p:nvSpPr>
          <p:spPr>
            <a:xfrm>
              <a:off x="8704440" y="4838760"/>
              <a:ext cx="17280" cy="21600"/>
            </a:xfrm>
            <a:custGeom>
              <a:avLst/>
              <a:gdLst/>
              <a:ahLst/>
              <a:cxnLst/>
              <a:rect l="l" t="t" r="r" b="b"/>
              <a:pathLst>
                <a:path w="48" h="60" extrusionOk="0">
                  <a:moveTo>
                    <a:pt x="21" y="14"/>
                  </a:moveTo>
                  <a:cubicBezTo>
                    <a:pt x="18" y="10"/>
                    <a:pt x="15" y="6"/>
                    <a:pt x="11" y="3"/>
                  </a:cubicBezTo>
                  <a:cubicBezTo>
                    <a:pt x="7" y="0"/>
                    <a:pt x="0" y="5"/>
                    <a:pt x="4" y="9"/>
                  </a:cubicBezTo>
                  <a:lnTo>
                    <a:pt x="12" y="17"/>
                  </a:lnTo>
                  <a:cubicBezTo>
                    <a:pt x="17" y="21"/>
                    <a:pt x="18" y="29"/>
                    <a:pt x="22" y="34"/>
                  </a:cubicBezTo>
                  <a:cubicBezTo>
                    <a:pt x="26" y="39"/>
                    <a:pt x="30" y="44"/>
                    <a:pt x="33" y="50"/>
                  </a:cubicBezTo>
                  <a:cubicBezTo>
                    <a:pt x="33" y="50"/>
                    <a:pt x="33" y="51"/>
                    <a:pt x="34" y="51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5" y="54"/>
                    <a:pt x="37" y="56"/>
                    <a:pt x="39" y="57"/>
                  </a:cubicBezTo>
                  <a:cubicBezTo>
                    <a:pt x="40" y="58"/>
                    <a:pt x="41" y="58"/>
                    <a:pt x="42" y="58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4" y="59"/>
                    <a:pt x="45" y="58"/>
                    <a:pt x="45" y="58"/>
                  </a:cubicBezTo>
                  <a:cubicBezTo>
                    <a:pt x="46" y="58"/>
                    <a:pt x="46" y="57"/>
                    <a:pt x="46" y="57"/>
                  </a:cubicBezTo>
                  <a:cubicBezTo>
                    <a:pt x="47" y="56"/>
                    <a:pt x="47" y="56"/>
                    <a:pt x="47" y="55"/>
                  </a:cubicBezTo>
                  <a:cubicBezTo>
                    <a:pt x="47" y="55"/>
                    <a:pt x="47" y="54"/>
                    <a:pt x="46" y="54"/>
                  </a:cubicBezTo>
                  <a:cubicBezTo>
                    <a:pt x="45" y="51"/>
                    <a:pt x="45" y="49"/>
                    <a:pt x="43" y="46"/>
                  </a:cubicBezTo>
                  <a:cubicBezTo>
                    <a:pt x="40" y="40"/>
                    <a:pt x="35" y="35"/>
                    <a:pt x="31" y="30"/>
                  </a:cubicBezTo>
                  <a:cubicBezTo>
                    <a:pt x="29" y="28"/>
                    <a:pt x="28" y="25"/>
                    <a:pt x="26" y="22"/>
                  </a:cubicBezTo>
                  <a:cubicBezTo>
                    <a:pt x="25" y="19"/>
                    <a:pt x="23" y="17"/>
                    <a:pt x="21" y="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2"/>
            <p:cNvSpPr/>
            <p:nvPr/>
          </p:nvSpPr>
          <p:spPr>
            <a:xfrm>
              <a:off x="8794440" y="4814280"/>
              <a:ext cx="18000" cy="32760"/>
            </a:xfrm>
            <a:custGeom>
              <a:avLst/>
              <a:gdLst/>
              <a:ahLst/>
              <a:cxnLst/>
              <a:rect l="l" t="t" r="r" b="b"/>
              <a:pathLst>
                <a:path w="50" h="91" extrusionOk="0">
                  <a:moveTo>
                    <a:pt x="22" y="57"/>
                  </a:moveTo>
                  <a:cubicBezTo>
                    <a:pt x="28" y="69"/>
                    <a:pt x="27" y="84"/>
                    <a:pt x="40" y="90"/>
                  </a:cubicBezTo>
                  <a:cubicBezTo>
                    <a:pt x="41" y="90"/>
                    <a:pt x="41" y="90"/>
                    <a:pt x="42" y="90"/>
                  </a:cubicBezTo>
                  <a:cubicBezTo>
                    <a:pt x="43" y="90"/>
                    <a:pt x="45" y="90"/>
                    <a:pt x="46" y="89"/>
                  </a:cubicBezTo>
                  <a:cubicBezTo>
                    <a:pt x="47" y="89"/>
                    <a:pt x="47" y="88"/>
                    <a:pt x="48" y="87"/>
                  </a:cubicBezTo>
                  <a:lnTo>
                    <a:pt x="48" y="86"/>
                  </a:lnTo>
                  <a:cubicBezTo>
                    <a:pt x="49" y="83"/>
                    <a:pt x="49" y="80"/>
                    <a:pt x="49" y="76"/>
                  </a:cubicBezTo>
                  <a:cubicBezTo>
                    <a:pt x="49" y="67"/>
                    <a:pt x="47" y="57"/>
                    <a:pt x="42" y="48"/>
                  </a:cubicBezTo>
                  <a:cubicBezTo>
                    <a:pt x="41" y="48"/>
                    <a:pt x="41" y="47"/>
                    <a:pt x="41" y="47"/>
                  </a:cubicBezTo>
                  <a:cubicBezTo>
                    <a:pt x="37" y="35"/>
                    <a:pt x="32" y="24"/>
                    <a:pt x="25" y="13"/>
                  </a:cubicBezTo>
                  <a:cubicBezTo>
                    <a:pt x="25" y="12"/>
                    <a:pt x="25" y="12"/>
                    <a:pt x="24" y="11"/>
                  </a:cubicBezTo>
                  <a:cubicBezTo>
                    <a:pt x="16" y="0"/>
                    <a:pt x="0" y="13"/>
                    <a:pt x="8" y="23"/>
                  </a:cubicBezTo>
                  <a:lnTo>
                    <a:pt x="8" y="24"/>
                  </a:lnTo>
                  <a:cubicBezTo>
                    <a:pt x="11" y="28"/>
                    <a:pt x="13" y="33"/>
                    <a:pt x="14" y="39"/>
                  </a:cubicBezTo>
                  <a:cubicBezTo>
                    <a:pt x="16" y="45"/>
                    <a:pt x="19" y="51"/>
                    <a:pt x="22" y="5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2"/>
            <p:cNvSpPr/>
            <p:nvPr/>
          </p:nvSpPr>
          <p:spPr>
            <a:xfrm>
              <a:off x="8763120" y="4690440"/>
              <a:ext cx="16920" cy="10800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" y="10"/>
                  </a:moveTo>
                  <a:cubicBezTo>
                    <a:pt x="7" y="14"/>
                    <a:pt x="12" y="17"/>
                    <a:pt x="17" y="20"/>
                  </a:cubicBezTo>
                  <a:cubicBezTo>
                    <a:pt x="18" y="20"/>
                    <a:pt x="18" y="21"/>
                    <a:pt x="19" y="21"/>
                  </a:cubicBezTo>
                  <a:cubicBezTo>
                    <a:pt x="20" y="22"/>
                    <a:pt x="21" y="22"/>
                    <a:pt x="23" y="23"/>
                  </a:cubicBezTo>
                  <a:cubicBezTo>
                    <a:pt x="29" y="26"/>
                    <a:pt x="35" y="29"/>
                    <a:pt x="42" y="29"/>
                  </a:cubicBezTo>
                  <a:lnTo>
                    <a:pt x="43" y="29"/>
                  </a:lnTo>
                  <a:cubicBezTo>
                    <a:pt x="44" y="28"/>
                    <a:pt x="45" y="28"/>
                    <a:pt x="45" y="27"/>
                  </a:cubicBezTo>
                  <a:cubicBezTo>
                    <a:pt x="46" y="26"/>
                    <a:pt x="45" y="26"/>
                    <a:pt x="45" y="25"/>
                  </a:cubicBezTo>
                  <a:lnTo>
                    <a:pt x="45" y="24"/>
                  </a:lnTo>
                  <a:cubicBezTo>
                    <a:pt x="41" y="8"/>
                    <a:pt x="19" y="4"/>
                    <a:pt x="6" y="0"/>
                  </a:cubicBezTo>
                  <a:lnTo>
                    <a:pt x="5" y="0"/>
                  </a:lnTo>
                  <a:cubicBezTo>
                    <a:pt x="4" y="0"/>
                    <a:pt x="3" y="0"/>
                    <a:pt x="2" y="1"/>
                  </a:cubicBezTo>
                  <a:cubicBezTo>
                    <a:pt x="2" y="1"/>
                    <a:pt x="1" y="2"/>
                    <a:pt x="0" y="3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1" y="9"/>
                    <a:pt x="1" y="9"/>
                    <a:pt x="2" y="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2"/>
            <p:cNvSpPr/>
            <p:nvPr/>
          </p:nvSpPr>
          <p:spPr>
            <a:xfrm>
              <a:off x="7997400" y="4535640"/>
              <a:ext cx="1050120" cy="740160"/>
            </a:xfrm>
            <a:custGeom>
              <a:avLst/>
              <a:gdLst/>
              <a:ahLst/>
              <a:cxnLst/>
              <a:rect l="l" t="t" r="r" b="b"/>
              <a:pathLst>
                <a:path w="2917" h="2056" extrusionOk="0">
                  <a:moveTo>
                    <a:pt x="2879" y="1810"/>
                  </a:moveTo>
                  <a:lnTo>
                    <a:pt x="2877" y="1808"/>
                  </a:lnTo>
                  <a:cubicBezTo>
                    <a:pt x="2866" y="1785"/>
                    <a:pt x="2833" y="1786"/>
                    <a:pt x="2812" y="1787"/>
                  </a:cubicBezTo>
                  <a:cubicBezTo>
                    <a:pt x="2773" y="1789"/>
                    <a:pt x="2742" y="1791"/>
                    <a:pt x="2714" y="1820"/>
                  </a:cubicBezTo>
                  <a:lnTo>
                    <a:pt x="2703" y="1818"/>
                  </a:lnTo>
                  <a:cubicBezTo>
                    <a:pt x="2685" y="1815"/>
                    <a:pt x="2667" y="1813"/>
                    <a:pt x="2649" y="1813"/>
                  </a:cubicBezTo>
                  <a:cubicBezTo>
                    <a:pt x="2646" y="1813"/>
                    <a:pt x="2643" y="1813"/>
                    <a:pt x="2640" y="1813"/>
                  </a:cubicBezTo>
                  <a:cubicBezTo>
                    <a:pt x="2609" y="1812"/>
                    <a:pt x="2579" y="1805"/>
                    <a:pt x="2550" y="1794"/>
                  </a:cubicBezTo>
                  <a:cubicBezTo>
                    <a:pt x="2511" y="1781"/>
                    <a:pt x="2452" y="1771"/>
                    <a:pt x="2440" y="1726"/>
                  </a:cubicBezTo>
                  <a:cubicBezTo>
                    <a:pt x="2440" y="1721"/>
                    <a:pt x="2439" y="1717"/>
                    <a:pt x="2436" y="1713"/>
                  </a:cubicBezTo>
                  <a:cubicBezTo>
                    <a:pt x="2432" y="1698"/>
                    <a:pt x="2424" y="1682"/>
                    <a:pt x="2420" y="1667"/>
                  </a:cubicBezTo>
                  <a:cubicBezTo>
                    <a:pt x="2418" y="1659"/>
                    <a:pt x="2416" y="1651"/>
                    <a:pt x="2415" y="1644"/>
                  </a:cubicBezTo>
                  <a:cubicBezTo>
                    <a:pt x="2416" y="1638"/>
                    <a:pt x="2417" y="1632"/>
                    <a:pt x="2417" y="1626"/>
                  </a:cubicBezTo>
                  <a:cubicBezTo>
                    <a:pt x="2417" y="1620"/>
                    <a:pt x="2416" y="1614"/>
                    <a:pt x="2415" y="1608"/>
                  </a:cubicBezTo>
                  <a:cubicBezTo>
                    <a:pt x="2415" y="1606"/>
                    <a:pt x="2414" y="1602"/>
                    <a:pt x="2413" y="1601"/>
                  </a:cubicBezTo>
                  <a:cubicBezTo>
                    <a:pt x="2412" y="1600"/>
                    <a:pt x="2412" y="1600"/>
                    <a:pt x="2412" y="1599"/>
                  </a:cubicBezTo>
                  <a:lnTo>
                    <a:pt x="2410" y="1597"/>
                  </a:lnTo>
                  <a:cubicBezTo>
                    <a:pt x="2410" y="1594"/>
                    <a:pt x="2410" y="1591"/>
                    <a:pt x="2408" y="1588"/>
                  </a:cubicBezTo>
                  <a:cubicBezTo>
                    <a:pt x="2410" y="1587"/>
                    <a:pt x="2411" y="1585"/>
                    <a:pt x="2412" y="1583"/>
                  </a:cubicBezTo>
                  <a:cubicBezTo>
                    <a:pt x="2416" y="1576"/>
                    <a:pt x="2418" y="1567"/>
                    <a:pt x="2418" y="1558"/>
                  </a:cubicBezTo>
                  <a:cubicBezTo>
                    <a:pt x="2418" y="1556"/>
                    <a:pt x="2418" y="1554"/>
                    <a:pt x="2418" y="1552"/>
                  </a:cubicBezTo>
                  <a:cubicBezTo>
                    <a:pt x="2418" y="1547"/>
                    <a:pt x="2415" y="1542"/>
                    <a:pt x="2413" y="1537"/>
                  </a:cubicBezTo>
                  <a:cubicBezTo>
                    <a:pt x="2410" y="1532"/>
                    <a:pt x="2407" y="1528"/>
                    <a:pt x="2403" y="1526"/>
                  </a:cubicBezTo>
                  <a:cubicBezTo>
                    <a:pt x="2403" y="1510"/>
                    <a:pt x="2403" y="1495"/>
                    <a:pt x="2403" y="1480"/>
                  </a:cubicBezTo>
                  <a:cubicBezTo>
                    <a:pt x="2403" y="1476"/>
                    <a:pt x="2403" y="1473"/>
                    <a:pt x="2404" y="1470"/>
                  </a:cubicBezTo>
                  <a:cubicBezTo>
                    <a:pt x="2404" y="1468"/>
                    <a:pt x="2405" y="1464"/>
                    <a:pt x="2405" y="1462"/>
                  </a:cubicBezTo>
                  <a:cubicBezTo>
                    <a:pt x="2405" y="1459"/>
                    <a:pt x="2404" y="1457"/>
                    <a:pt x="2404" y="1454"/>
                  </a:cubicBezTo>
                  <a:cubicBezTo>
                    <a:pt x="2404" y="1450"/>
                    <a:pt x="2404" y="1446"/>
                    <a:pt x="2404" y="1442"/>
                  </a:cubicBezTo>
                  <a:cubicBezTo>
                    <a:pt x="2405" y="1437"/>
                    <a:pt x="2405" y="1431"/>
                    <a:pt x="2405" y="1425"/>
                  </a:cubicBezTo>
                  <a:cubicBezTo>
                    <a:pt x="2405" y="1393"/>
                    <a:pt x="2397" y="1362"/>
                    <a:pt x="2383" y="1334"/>
                  </a:cubicBezTo>
                  <a:lnTo>
                    <a:pt x="2382" y="1331"/>
                  </a:lnTo>
                  <a:cubicBezTo>
                    <a:pt x="2381" y="1324"/>
                    <a:pt x="2379" y="1317"/>
                    <a:pt x="2376" y="1311"/>
                  </a:cubicBezTo>
                  <a:cubicBezTo>
                    <a:pt x="2375" y="1310"/>
                    <a:pt x="2374" y="1309"/>
                    <a:pt x="2373" y="1307"/>
                  </a:cubicBezTo>
                  <a:cubicBezTo>
                    <a:pt x="2370" y="1297"/>
                    <a:pt x="2368" y="1286"/>
                    <a:pt x="2366" y="1276"/>
                  </a:cubicBezTo>
                  <a:cubicBezTo>
                    <a:pt x="2368" y="1274"/>
                    <a:pt x="2369" y="1272"/>
                    <a:pt x="2370" y="1270"/>
                  </a:cubicBezTo>
                  <a:cubicBezTo>
                    <a:pt x="2371" y="1269"/>
                    <a:pt x="2372" y="1267"/>
                    <a:pt x="2372" y="1266"/>
                  </a:cubicBezTo>
                  <a:cubicBezTo>
                    <a:pt x="2376" y="1251"/>
                    <a:pt x="2377" y="1223"/>
                    <a:pt x="2363" y="1212"/>
                  </a:cubicBezTo>
                  <a:lnTo>
                    <a:pt x="2361" y="1211"/>
                  </a:lnTo>
                  <a:cubicBezTo>
                    <a:pt x="2361" y="1190"/>
                    <a:pt x="2359" y="1168"/>
                    <a:pt x="2355" y="1147"/>
                  </a:cubicBezTo>
                  <a:cubicBezTo>
                    <a:pt x="2355" y="1147"/>
                    <a:pt x="2356" y="1147"/>
                    <a:pt x="2356" y="1146"/>
                  </a:cubicBezTo>
                  <a:cubicBezTo>
                    <a:pt x="2356" y="1145"/>
                    <a:pt x="2355" y="1145"/>
                    <a:pt x="2355" y="1144"/>
                  </a:cubicBezTo>
                  <a:lnTo>
                    <a:pt x="2354" y="1143"/>
                  </a:lnTo>
                  <a:lnTo>
                    <a:pt x="2353" y="1142"/>
                  </a:lnTo>
                  <a:lnTo>
                    <a:pt x="2351" y="1142"/>
                  </a:lnTo>
                  <a:lnTo>
                    <a:pt x="2350" y="1142"/>
                  </a:lnTo>
                  <a:cubicBezTo>
                    <a:pt x="2359" y="1132"/>
                    <a:pt x="2367" y="1122"/>
                    <a:pt x="2374" y="1111"/>
                  </a:cubicBezTo>
                  <a:cubicBezTo>
                    <a:pt x="2387" y="1089"/>
                    <a:pt x="2395" y="1065"/>
                    <a:pt x="2398" y="1039"/>
                  </a:cubicBezTo>
                  <a:lnTo>
                    <a:pt x="2399" y="1039"/>
                  </a:lnTo>
                  <a:cubicBezTo>
                    <a:pt x="2400" y="1038"/>
                    <a:pt x="2402" y="1036"/>
                    <a:pt x="2403" y="1035"/>
                  </a:cubicBezTo>
                  <a:cubicBezTo>
                    <a:pt x="2404" y="1033"/>
                    <a:pt x="2405" y="1030"/>
                    <a:pt x="2405" y="1028"/>
                  </a:cubicBezTo>
                  <a:cubicBezTo>
                    <a:pt x="2405" y="1028"/>
                    <a:pt x="2405" y="1027"/>
                    <a:pt x="2405" y="1026"/>
                  </a:cubicBezTo>
                  <a:cubicBezTo>
                    <a:pt x="2405" y="1022"/>
                    <a:pt x="2403" y="1018"/>
                    <a:pt x="2403" y="1014"/>
                  </a:cubicBezTo>
                  <a:lnTo>
                    <a:pt x="2404" y="1009"/>
                  </a:lnTo>
                  <a:cubicBezTo>
                    <a:pt x="2411" y="980"/>
                    <a:pt x="2412" y="953"/>
                    <a:pt x="2417" y="923"/>
                  </a:cubicBezTo>
                  <a:cubicBezTo>
                    <a:pt x="2417" y="920"/>
                    <a:pt x="2417" y="917"/>
                    <a:pt x="2417" y="913"/>
                  </a:cubicBezTo>
                  <a:cubicBezTo>
                    <a:pt x="2417" y="893"/>
                    <a:pt x="2414" y="874"/>
                    <a:pt x="2408" y="854"/>
                  </a:cubicBezTo>
                  <a:cubicBezTo>
                    <a:pt x="2405" y="833"/>
                    <a:pt x="2399" y="813"/>
                    <a:pt x="2390" y="794"/>
                  </a:cubicBezTo>
                  <a:cubicBezTo>
                    <a:pt x="2380" y="775"/>
                    <a:pt x="2371" y="756"/>
                    <a:pt x="2363" y="736"/>
                  </a:cubicBezTo>
                  <a:cubicBezTo>
                    <a:pt x="2370" y="736"/>
                    <a:pt x="2376" y="726"/>
                    <a:pt x="2378" y="717"/>
                  </a:cubicBezTo>
                  <a:cubicBezTo>
                    <a:pt x="2391" y="706"/>
                    <a:pt x="2406" y="689"/>
                    <a:pt x="2410" y="686"/>
                  </a:cubicBezTo>
                  <a:cubicBezTo>
                    <a:pt x="2451" y="655"/>
                    <a:pt x="2489" y="620"/>
                    <a:pt x="2523" y="581"/>
                  </a:cubicBezTo>
                  <a:cubicBezTo>
                    <a:pt x="2545" y="555"/>
                    <a:pt x="2551" y="515"/>
                    <a:pt x="2567" y="485"/>
                  </a:cubicBezTo>
                  <a:cubicBezTo>
                    <a:pt x="2578" y="463"/>
                    <a:pt x="2589" y="440"/>
                    <a:pt x="2600" y="417"/>
                  </a:cubicBezTo>
                  <a:cubicBezTo>
                    <a:pt x="2629" y="389"/>
                    <a:pt x="2657" y="361"/>
                    <a:pt x="2682" y="331"/>
                  </a:cubicBezTo>
                  <a:cubicBezTo>
                    <a:pt x="2712" y="310"/>
                    <a:pt x="2739" y="287"/>
                    <a:pt x="2744" y="254"/>
                  </a:cubicBezTo>
                  <a:cubicBezTo>
                    <a:pt x="2757" y="239"/>
                    <a:pt x="2768" y="224"/>
                    <a:pt x="2778" y="207"/>
                  </a:cubicBezTo>
                  <a:cubicBezTo>
                    <a:pt x="2788" y="189"/>
                    <a:pt x="2797" y="169"/>
                    <a:pt x="2803" y="148"/>
                  </a:cubicBezTo>
                  <a:cubicBezTo>
                    <a:pt x="2803" y="146"/>
                    <a:pt x="2800" y="144"/>
                    <a:pt x="2798" y="146"/>
                  </a:cubicBezTo>
                  <a:cubicBezTo>
                    <a:pt x="2781" y="169"/>
                    <a:pt x="2764" y="193"/>
                    <a:pt x="2749" y="218"/>
                  </a:cubicBezTo>
                  <a:cubicBezTo>
                    <a:pt x="2745" y="224"/>
                    <a:pt x="2741" y="229"/>
                    <a:pt x="2737" y="235"/>
                  </a:cubicBezTo>
                  <a:cubicBezTo>
                    <a:pt x="2735" y="234"/>
                    <a:pt x="2734" y="234"/>
                    <a:pt x="2733" y="234"/>
                  </a:cubicBezTo>
                  <a:cubicBezTo>
                    <a:pt x="2731" y="234"/>
                    <a:pt x="2729" y="234"/>
                    <a:pt x="2728" y="235"/>
                  </a:cubicBezTo>
                  <a:cubicBezTo>
                    <a:pt x="2726" y="236"/>
                    <a:pt x="2725" y="237"/>
                    <a:pt x="2725" y="238"/>
                  </a:cubicBezTo>
                  <a:cubicBezTo>
                    <a:pt x="2724" y="239"/>
                    <a:pt x="2725" y="240"/>
                    <a:pt x="2724" y="240"/>
                  </a:cubicBezTo>
                  <a:cubicBezTo>
                    <a:pt x="2722" y="246"/>
                    <a:pt x="2720" y="251"/>
                    <a:pt x="2717" y="256"/>
                  </a:cubicBezTo>
                  <a:cubicBezTo>
                    <a:pt x="2714" y="261"/>
                    <a:pt x="2710" y="266"/>
                    <a:pt x="2707" y="271"/>
                  </a:cubicBezTo>
                  <a:cubicBezTo>
                    <a:pt x="2702" y="276"/>
                    <a:pt x="2697" y="282"/>
                    <a:pt x="2692" y="287"/>
                  </a:cubicBezTo>
                  <a:cubicBezTo>
                    <a:pt x="2655" y="325"/>
                    <a:pt x="2602" y="349"/>
                    <a:pt x="2577" y="398"/>
                  </a:cubicBezTo>
                  <a:cubicBezTo>
                    <a:pt x="2564" y="425"/>
                    <a:pt x="2550" y="454"/>
                    <a:pt x="2535" y="482"/>
                  </a:cubicBezTo>
                  <a:lnTo>
                    <a:pt x="2530" y="475"/>
                  </a:lnTo>
                  <a:cubicBezTo>
                    <a:pt x="2526" y="469"/>
                    <a:pt x="2523" y="464"/>
                    <a:pt x="2518" y="459"/>
                  </a:cubicBezTo>
                  <a:cubicBezTo>
                    <a:pt x="2514" y="454"/>
                    <a:pt x="2508" y="448"/>
                    <a:pt x="2501" y="451"/>
                  </a:cubicBezTo>
                  <a:cubicBezTo>
                    <a:pt x="2493" y="454"/>
                    <a:pt x="2489" y="467"/>
                    <a:pt x="2498" y="471"/>
                  </a:cubicBezTo>
                  <a:cubicBezTo>
                    <a:pt x="2500" y="471"/>
                    <a:pt x="2502" y="477"/>
                    <a:pt x="2503" y="479"/>
                  </a:cubicBezTo>
                  <a:cubicBezTo>
                    <a:pt x="2506" y="484"/>
                    <a:pt x="2509" y="490"/>
                    <a:pt x="2512" y="495"/>
                  </a:cubicBezTo>
                  <a:lnTo>
                    <a:pt x="2512" y="496"/>
                  </a:lnTo>
                  <a:cubicBezTo>
                    <a:pt x="2515" y="500"/>
                    <a:pt x="2518" y="504"/>
                    <a:pt x="2522" y="507"/>
                  </a:cubicBezTo>
                  <a:cubicBezTo>
                    <a:pt x="2517" y="504"/>
                    <a:pt x="2513" y="501"/>
                    <a:pt x="2509" y="497"/>
                  </a:cubicBezTo>
                  <a:cubicBezTo>
                    <a:pt x="2495" y="485"/>
                    <a:pt x="2492" y="463"/>
                    <a:pt x="2475" y="456"/>
                  </a:cubicBezTo>
                  <a:cubicBezTo>
                    <a:pt x="2465" y="452"/>
                    <a:pt x="2458" y="468"/>
                    <a:pt x="2467" y="473"/>
                  </a:cubicBezTo>
                  <a:cubicBezTo>
                    <a:pt x="2472" y="476"/>
                    <a:pt x="2473" y="483"/>
                    <a:pt x="2475" y="487"/>
                  </a:cubicBezTo>
                  <a:cubicBezTo>
                    <a:pt x="2477" y="492"/>
                    <a:pt x="2479" y="496"/>
                    <a:pt x="2482" y="500"/>
                  </a:cubicBezTo>
                  <a:cubicBezTo>
                    <a:pt x="2482" y="501"/>
                    <a:pt x="2482" y="501"/>
                    <a:pt x="2482" y="502"/>
                  </a:cubicBezTo>
                  <a:cubicBezTo>
                    <a:pt x="2486" y="507"/>
                    <a:pt x="2490" y="512"/>
                    <a:pt x="2494" y="517"/>
                  </a:cubicBezTo>
                  <a:cubicBezTo>
                    <a:pt x="2499" y="521"/>
                    <a:pt x="2503" y="525"/>
                    <a:pt x="2508" y="529"/>
                  </a:cubicBezTo>
                  <a:lnTo>
                    <a:pt x="2500" y="541"/>
                  </a:lnTo>
                  <a:cubicBezTo>
                    <a:pt x="2493" y="537"/>
                    <a:pt x="2487" y="531"/>
                    <a:pt x="2482" y="525"/>
                  </a:cubicBezTo>
                  <a:cubicBezTo>
                    <a:pt x="2478" y="520"/>
                    <a:pt x="2472" y="515"/>
                    <a:pt x="2468" y="509"/>
                  </a:cubicBezTo>
                  <a:cubicBezTo>
                    <a:pt x="2467" y="506"/>
                    <a:pt x="2465" y="503"/>
                    <a:pt x="2464" y="501"/>
                  </a:cubicBezTo>
                  <a:cubicBezTo>
                    <a:pt x="2462" y="498"/>
                    <a:pt x="2461" y="496"/>
                    <a:pt x="2460" y="494"/>
                  </a:cubicBezTo>
                  <a:cubicBezTo>
                    <a:pt x="2457" y="491"/>
                    <a:pt x="2454" y="487"/>
                    <a:pt x="2451" y="483"/>
                  </a:cubicBezTo>
                  <a:cubicBezTo>
                    <a:pt x="2450" y="481"/>
                    <a:pt x="2449" y="480"/>
                    <a:pt x="2449" y="478"/>
                  </a:cubicBezTo>
                  <a:cubicBezTo>
                    <a:pt x="2447" y="473"/>
                    <a:pt x="2443" y="470"/>
                    <a:pt x="2441" y="465"/>
                  </a:cubicBezTo>
                  <a:cubicBezTo>
                    <a:pt x="2438" y="456"/>
                    <a:pt x="2421" y="459"/>
                    <a:pt x="2424" y="469"/>
                  </a:cubicBezTo>
                  <a:cubicBezTo>
                    <a:pt x="2427" y="478"/>
                    <a:pt x="2430" y="486"/>
                    <a:pt x="2434" y="494"/>
                  </a:cubicBezTo>
                  <a:cubicBezTo>
                    <a:pt x="2436" y="500"/>
                    <a:pt x="2442" y="505"/>
                    <a:pt x="2445" y="510"/>
                  </a:cubicBezTo>
                  <a:cubicBezTo>
                    <a:pt x="2446" y="513"/>
                    <a:pt x="2448" y="516"/>
                    <a:pt x="2450" y="519"/>
                  </a:cubicBezTo>
                  <a:cubicBezTo>
                    <a:pt x="2452" y="523"/>
                    <a:pt x="2454" y="526"/>
                    <a:pt x="2456" y="530"/>
                  </a:cubicBezTo>
                  <a:cubicBezTo>
                    <a:pt x="2464" y="542"/>
                    <a:pt x="2474" y="552"/>
                    <a:pt x="2486" y="560"/>
                  </a:cubicBezTo>
                  <a:cubicBezTo>
                    <a:pt x="2482" y="566"/>
                    <a:pt x="2477" y="571"/>
                    <a:pt x="2472" y="576"/>
                  </a:cubicBezTo>
                  <a:cubicBezTo>
                    <a:pt x="2471" y="575"/>
                    <a:pt x="2469" y="574"/>
                    <a:pt x="2468" y="572"/>
                  </a:cubicBezTo>
                  <a:cubicBezTo>
                    <a:pt x="2457" y="563"/>
                    <a:pt x="2448" y="552"/>
                    <a:pt x="2441" y="540"/>
                  </a:cubicBezTo>
                  <a:cubicBezTo>
                    <a:pt x="2435" y="529"/>
                    <a:pt x="2430" y="518"/>
                    <a:pt x="2423" y="506"/>
                  </a:cubicBezTo>
                  <a:cubicBezTo>
                    <a:pt x="2415" y="492"/>
                    <a:pt x="2405" y="478"/>
                    <a:pt x="2396" y="464"/>
                  </a:cubicBezTo>
                  <a:cubicBezTo>
                    <a:pt x="2390" y="457"/>
                    <a:pt x="2378" y="464"/>
                    <a:pt x="2384" y="472"/>
                  </a:cubicBezTo>
                  <a:cubicBezTo>
                    <a:pt x="2394" y="488"/>
                    <a:pt x="2423" y="567"/>
                    <a:pt x="2455" y="593"/>
                  </a:cubicBezTo>
                  <a:lnTo>
                    <a:pt x="2444" y="602"/>
                  </a:lnTo>
                  <a:cubicBezTo>
                    <a:pt x="2434" y="589"/>
                    <a:pt x="2426" y="575"/>
                    <a:pt x="2418" y="561"/>
                  </a:cubicBezTo>
                  <a:cubicBezTo>
                    <a:pt x="2412" y="552"/>
                    <a:pt x="2407" y="542"/>
                    <a:pt x="2402" y="532"/>
                  </a:cubicBezTo>
                  <a:cubicBezTo>
                    <a:pt x="2400" y="529"/>
                    <a:pt x="2399" y="526"/>
                    <a:pt x="2397" y="523"/>
                  </a:cubicBezTo>
                  <a:cubicBezTo>
                    <a:pt x="2386" y="504"/>
                    <a:pt x="2374" y="485"/>
                    <a:pt x="2360" y="467"/>
                  </a:cubicBezTo>
                  <a:cubicBezTo>
                    <a:pt x="2355" y="460"/>
                    <a:pt x="2343" y="467"/>
                    <a:pt x="2347" y="474"/>
                  </a:cubicBezTo>
                  <a:cubicBezTo>
                    <a:pt x="2365" y="509"/>
                    <a:pt x="2384" y="545"/>
                    <a:pt x="2406" y="578"/>
                  </a:cubicBezTo>
                  <a:cubicBezTo>
                    <a:pt x="2407" y="581"/>
                    <a:pt x="2408" y="583"/>
                    <a:pt x="2409" y="585"/>
                  </a:cubicBezTo>
                  <a:cubicBezTo>
                    <a:pt x="2415" y="595"/>
                    <a:pt x="2422" y="605"/>
                    <a:pt x="2430" y="614"/>
                  </a:cubicBezTo>
                  <a:lnTo>
                    <a:pt x="2417" y="625"/>
                  </a:lnTo>
                  <a:cubicBezTo>
                    <a:pt x="2420" y="625"/>
                    <a:pt x="2415" y="619"/>
                    <a:pt x="2414" y="617"/>
                  </a:cubicBezTo>
                  <a:cubicBezTo>
                    <a:pt x="2410" y="609"/>
                    <a:pt x="2406" y="602"/>
                    <a:pt x="2402" y="596"/>
                  </a:cubicBezTo>
                  <a:cubicBezTo>
                    <a:pt x="2398" y="589"/>
                    <a:pt x="2396" y="586"/>
                    <a:pt x="2393" y="582"/>
                  </a:cubicBezTo>
                  <a:cubicBezTo>
                    <a:pt x="2389" y="577"/>
                    <a:pt x="2387" y="577"/>
                    <a:pt x="2387" y="572"/>
                  </a:cubicBezTo>
                  <a:cubicBezTo>
                    <a:pt x="2386" y="567"/>
                    <a:pt x="2376" y="567"/>
                    <a:pt x="2375" y="572"/>
                  </a:cubicBezTo>
                  <a:cubicBezTo>
                    <a:pt x="2375" y="582"/>
                    <a:pt x="2382" y="585"/>
                    <a:pt x="2385" y="594"/>
                  </a:cubicBezTo>
                  <a:cubicBezTo>
                    <a:pt x="2388" y="602"/>
                    <a:pt x="2390" y="610"/>
                    <a:pt x="2392" y="618"/>
                  </a:cubicBezTo>
                  <a:cubicBezTo>
                    <a:pt x="2394" y="623"/>
                    <a:pt x="2396" y="627"/>
                    <a:pt x="2398" y="631"/>
                  </a:cubicBezTo>
                  <a:cubicBezTo>
                    <a:pt x="2400" y="634"/>
                    <a:pt x="2401" y="636"/>
                    <a:pt x="2403" y="638"/>
                  </a:cubicBezTo>
                  <a:lnTo>
                    <a:pt x="2398" y="644"/>
                  </a:lnTo>
                  <a:cubicBezTo>
                    <a:pt x="2366" y="596"/>
                    <a:pt x="2341" y="540"/>
                    <a:pt x="2301" y="498"/>
                  </a:cubicBezTo>
                  <a:cubicBezTo>
                    <a:pt x="2299" y="496"/>
                    <a:pt x="2295" y="500"/>
                    <a:pt x="2297" y="502"/>
                  </a:cubicBezTo>
                  <a:cubicBezTo>
                    <a:pt x="2306" y="515"/>
                    <a:pt x="2315" y="529"/>
                    <a:pt x="2323" y="543"/>
                  </a:cubicBezTo>
                  <a:cubicBezTo>
                    <a:pt x="2336" y="565"/>
                    <a:pt x="2347" y="588"/>
                    <a:pt x="2357" y="612"/>
                  </a:cubicBezTo>
                  <a:lnTo>
                    <a:pt x="2358" y="615"/>
                  </a:lnTo>
                  <a:cubicBezTo>
                    <a:pt x="2328" y="565"/>
                    <a:pt x="2270" y="531"/>
                    <a:pt x="2225" y="497"/>
                  </a:cubicBezTo>
                  <a:lnTo>
                    <a:pt x="2224" y="497"/>
                  </a:lnTo>
                  <a:cubicBezTo>
                    <a:pt x="2223" y="497"/>
                    <a:pt x="2223" y="497"/>
                    <a:pt x="2222" y="497"/>
                  </a:cubicBezTo>
                  <a:lnTo>
                    <a:pt x="2221" y="498"/>
                  </a:lnTo>
                  <a:cubicBezTo>
                    <a:pt x="2220" y="499"/>
                    <a:pt x="2221" y="499"/>
                    <a:pt x="2221" y="499"/>
                  </a:cubicBezTo>
                  <a:cubicBezTo>
                    <a:pt x="2221" y="500"/>
                    <a:pt x="2220" y="500"/>
                    <a:pt x="2221" y="501"/>
                  </a:cubicBezTo>
                  <a:cubicBezTo>
                    <a:pt x="2222" y="502"/>
                    <a:pt x="2222" y="501"/>
                    <a:pt x="2222" y="502"/>
                  </a:cubicBezTo>
                  <a:cubicBezTo>
                    <a:pt x="2255" y="530"/>
                    <a:pt x="2286" y="562"/>
                    <a:pt x="2314" y="595"/>
                  </a:cubicBezTo>
                  <a:cubicBezTo>
                    <a:pt x="2313" y="595"/>
                    <a:pt x="2313" y="595"/>
                    <a:pt x="2312" y="595"/>
                  </a:cubicBezTo>
                  <a:cubicBezTo>
                    <a:pt x="2311" y="595"/>
                    <a:pt x="2309" y="595"/>
                    <a:pt x="2308" y="596"/>
                  </a:cubicBezTo>
                  <a:cubicBezTo>
                    <a:pt x="2307" y="597"/>
                    <a:pt x="2306" y="597"/>
                    <a:pt x="2305" y="599"/>
                  </a:cubicBezTo>
                  <a:cubicBezTo>
                    <a:pt x="2305" y="599"/>
                    <a:pt x="2304" y="600"/>
                    <a:pt x="2304" y="601"/>
                  </a:cubicBezTo>
                  <a:cubicBezTo>
                    <a:pt x="2304" y="605"/>
                    <a:pt x="2303" y="608"/>
                    <a:pt x="2303" y="611"/>
                  </a:cubicBezTo>
                  <a:cubicBezTo>
                    <a:pt x="2303" y="616"/>
                    <a:pt x="2304" y="621"/>
                    <a:pt x="2305" y="625"/>
                  </a:cubicBezTo>
                  <a:cubicBezTo>
                    <a:pt x="2303" y="622"/>
                    <a:pt x="2301" y="619"/>
                    <a:pt x="2299" y="615"/>
                  </a:cubicBezTo>
                  <a:cubicBezTo>
                    <a:pt x="2298" y="613"/>
                    <a:pt x="2296" y="611"/>
                    <a:pt x="2295" y="609"/>
                  </a:cubicBezTo>
                  <a:cubicBezTo>
                    <a:pt x="2293" y="604"/>
                    <a:pt x="2289" y="600"/>
                    <a:pt x="2285" y="597"/>
                  </a:cubicBezTo>
                  <a:cubicBezTo>
                    <a:pt x="2281" y="593"/>
                    <a:pt x="2283" y="587"/>
                    <a:pt x="2279" y="584"/>
                  </a:cubicBezTo>
                  <a:cubicBezTo>
                    <a:pt x="2271" y="578"/>
                    <a:pt x="2249" y="568"/>
                    <a:pt x="2244" y="560"/>
                  </a:cubicBezTo>
                  <a:cubicBezTo>
                    <a:pt x="2237" y="548"/>
                    <a:pt x="2223" y="547"/>
                    <a:pt x="2213" y="537"/>
                  </a:cubicBezTo>
                  <a:lnTo>
                    <a:pt x="2212" y="537"/>
                  </a:lnTo>
                  <a:cubicBezTo>
                    <a:pt x="2211" y="537"/>
                    <a:pt x="2211" y="537"/>
                    <a:pt x="2211" y="537"/>
                  </a:cubicBezTo>
                  <a:cubicBezTo>
                    <a:pt x="2210" y="537"/>
                    <a:pt x="2210" y="537"/>
                    <a:pt x="2210" y="538"/>
                  </a:cubicBezTo>
                  <a:lnTo>
                    <a:pt x="2210" y="539"/>
                  </a:lnTo>
                  <a:lnTo>
                    <a:pt x="2210" y="540"/>
                  </a:lnTo>
                  <a:cubicBezTo>
                    <a:pt x="2214" y="545"/>
                    <a:pt x="2219" y="548"/>
                    <a:pt x="2224" y="551"/>
                  </a:cubicBezTo>
                  <a:cubicBezTo>
                    <a:pt x="2225" y="552"/>
                    <a:pt x="2226" y="552"/>
                    <a:pt x="2227" y="553"/>
                  </a:cubicBezTo>
                  <a:cubicBezTo>
                    <a:pt x="2237" y="559"/>
                    <a:pt x="2236" y="573"/>
                    <a:pt x="2245" y="577"/>
                  </a:cubicBezTo>
                  <a:cubicBezTo>
                    <a:pt x="2246" y="577"/>
                    <a:pt x="2247" y="578"/>
                    <a:pt x="2248" y="579"/>
                  </a:cubicBezTo>
                  <a:cubicBezTo>
                    <a:pt x="2254" y="582"/>
                    <a:pt x="2260" y="587"/>
                    <a:pt x="2266" y="591"/>
                  </a:cubicBezTo>
                  <a:cubicBezTo>
                    <a:pt x="2270" y="595"/>
                    <a:pt x="2271" y="602"/>
                    <a:pt x="2275" y="606"/>
                  </a:cubicBezTo>
                  <a:cubicBezTo>
                    <a:pt x="2285" y="617"/>
                    <a:pt x="2295" y="652"/>
                    <a:pt x="2314" y="649"/>
                  </a:cubicBezTo>
                  <a:cubicBezTo>
                    <a:pt x="2318" y="660"/>
                    <a:pt x="2321" y="671"/>
                    <a:pt x="2322" y="672"/>
                  </a:cubicBezTo>
                  <a:cubicBezTo>
                    <a:pt x="2330" y="690"/>
                    <a:pt x="2333" y="710"/>
                    <a:pt x="2341" y="727"/>
                  </a:cubicBezTo>
                  <a:cubicBezTo>
                    <a:pt x="2356" y="756"/>
                    <a:pt x="2381" y="797"/>
                    <a:pt x="2386" y="830"/>
                  </a:cubicBezTo>
                  <a:cubicBezTo>
                    <a:pt x="2392" y="871"/>
                    <a:pt x="2403" y="912"/>
                    <a:pt x="2395" y="953"/>
                  </a:cubicBezTo>
                  <a:lnTo>
                    <a:pt x="2393" y="963"/>
                  </a:lnTo>
                  <a:cubicBezTo>
                    <a:pt x="2375" y="901"/>
                    <a:pt x="2352" y="842"/>
                    <a:pt x="2323" y="786"/>
                  </a:cubicBezTo>
                  <a:cubicBezTo>
                    <a:pt x="2320" y="781"/>
                    <a:pt x="2312" y="784"/>
                    <a:pt x="2315" y="790"/>
                  </a:cubicBezTo>
                  <a:cubicBezTo>
                    <a:pt x="2328" y="819"/>
                    <a:pt x="2337" y="850"/>
                    <a:pt x="2343" y="881"/>
                  </a:cubicBezTo>
                  <a:cubicBezTo>
                    <a:pt x="2355" y="931"/>
                    <a:pt x="2368" y="977"/>
                    <a:pt x="2377" y="1027"/>
                  </a:cubicBezTo>
                  <a:cubicBezTo>
                    <a:pt x="2377" y="1028"/>
                    <a:pt x="2378" y="1029"/>
                    <a:pt x="2378" y="1030"/>
                  </a:cubicBezTo>
                  <a:cubicBezTo>
                    <a:pt x="2375" y="1042"/>
                    <a:pt x="2371" y="1054"/>
                    <a:pt x="2366" y="1066"/>
                  </a:cubicBezTo>
                  <a:cubicBezTo>
                    <a:pt x="2362" y="984"/>
                    <a:pt x="2342" y="904"/>
                    <a:pt x="2307" y="830"/>
                  </a:cubicBezTo>
                  <a:cubicBezTo>
                    <a:pt x="2305" y="825"/>
                    <a:pt x="2296" y="829"/>
                    <a:pt x="2298" y="834"/>
                  </a:cubicBezTo>
                  <a:cubicBezTo>
                    <a:pt x="2312" y="869"/>
                    <a:pt x="2320" y="908"/>
                    <a:pt x="2330" y="944"/>
                  </a:cubicBezTo>
                  <a:cubicBezTo>
                    <a:pt x="2345" y="998"/>
                    <a:pt x="2342" y="1049"/>
                    <a:pt x="2344" y="1103"/>
                  </a:cubicBezTo>
                  <a:cubicBezTo>
                    <a:pt x="2338" y="1110"/>
                    <a:pt x="2332" y="1115"/>
                    <a:pt x="2325" y="1120"/>
                  </a:cubicBezTo>
                  <a:cubicBezTo>
                    <a:pt x="2318" y="1058"/>
                    <a:pt x="2307" y="996"/>
                    <a:pt x="2292" y="936"/>
                  </a:cubicBezTo>
                  <a:cubicBezTo>
                    <a:pt x="2290" y="930"/>
                    <a:pt x="2280" y="930"/>
                    <a:pt x="2280" y="937"/>
                  </a:cubicBezTo>
                  <a:cubicBezTo>
                    <a:pt x="2283" y="1000"/>
                    <a:pt x="2297" y="1063"/>
                    <a:pt x="2299" y="1126"/>
                  </a:cubicBezTo>
                  <a:lnTo>
                    <a:pt x="2283" y="1126"/>
                  </a:lnTo>
                  <a:cubicBezTo>
                    <a:pt x="2283" y="1103"/>
                    <a:pt x="2271" y="1081"/>
                    <a:pt x="2269" y="1057"/>
                  </a:cubicBezTo>
                  <a:lnTo>
                    <a:pt x="2269" y="1056"/>
                  </a:lnTo>
                  <a:cubicBezTo>
                    <a:pt x="2269" y="1044"/>
                    <a:pt x="2268" y="1031"/>
                    <a:pt x="2265" y="1019"/>
                  </a:cubicBezTo>
                  <a:cubicBezTo>
                    <a:pt x="2257" y="1000"/>
                    <a:pt x="2250" y="978"/>
                    <a:pt x="2243" y="958"/>
                  </a:cubicBezTo>
                  <a:cubicBezTo>
                    <a:pt x="2243" y="958"/>
                    <a:pt x="2242" y="958"/>
                    <a:pt x="2242" y="957"/>
                  </a:cubicBezTo>
                  <a:cubicBezTo>
                    <a:pt x="2241" y="956"/>
                    <a:pt x="2241" y="956"/>
                    <a:pt x="2240" y="955"/>
                  </a:cubicBezTo>
                  <a:cubicBezTo>
                    <a:pt x="2239" y="954"/>
                    <a:pt x="2238" y="954"/>
                    <a:pt x="2237" y="954"/>
                  </a:cubicBezTo>
                  <a:cubicBezTo>
                    <a:pt x="2236" y="954"/>
                    <a:pt x="2235" y="954"/>
                    <a:pt x="2234" y="955"/>
                  </a:cubicBezTo>
                  <a:cubicBezTo>
                    <a:pt x="2233" y="956"/>
                    <a:pt x="2232" y="956"/>
                    <a:pt x="2232" y="957"/>
                  </a:cubicBezTo>
                  <a:cubicBezTo>
                    <a:pt x="2231" y="958"/>
                    <a:pt x="2231" y="959"/>
                    <a:pt x="2231" y="960"/>
                  </a:cubicBezTo>
                  <a:cubicBezTo>
                    <a:pt x="2231" y="961"/>
                    <a:pt x="2231" y="961"/>
                    <a:pt x="2231" y="962"/>
                  </a:cubicBezTo>
                  <a:cubicBezTo>
                    <a:pt x="2242" y="1016"/>
                    <a:pt x="2245" y="1071"/>
                    <a:pt x="2255" y="1126"/>
                  </a:cubicBezTo>
                  <a:lnTo>
                    <a:pt x="2253" y="1126"/>
                  </a:lnTo>
                  <a:cubicBezTo>
                    <a:pt x="2242" y="1051"/>
                    <a:pt x="2215" y="979"/>
                    <a:pt x="2178" y="914"/>
                  </a:cubicBezTo>
                  <a:cubicBezTo>
                    <a:pt x="2166" y="894"/>
                    <a:pt x="2154" y="874"/>
                    <a:pt x="2140" y="855"/>
                  </a:cubicBezTo>
                  <a:cubicBezTo>
                    <a:pt x="2136" y="850"/>
                    <a:pt x="2127" y="856"/>
                    <a:pt x="2130" y="862"/>
                  </a:cubicBezTo>
                  <a:cubicBezTo>
                    <a:pt x="2175" y="943"/>
                    <a:pt x="2206" y="1031"/>
                    <a:pt x="2224" y="1123"/>
                  </a:cubicBezTo>
                  <a:cubicBezTo>
                    <a:pt x="2214" y="1091"/>
                    <a:pt x="2202" y="1061"/>
                    <a:pt x="2187" y="1031"/>
                  </a:cubicBezTo>
                  <a:cubicBezTo>
                    <a:pt x="2165" y="994"/>
                    <a:pt x="2137" y="964"/>
                    <a:pt x="2114" y="928"/>
                  </a:cubicBezTo>
                  <a:cubicBezTo>
                    <a:pt x="2113" y="928"/>
                    <a:pt x="2113" y="927"/>
                    <a:pt x="2112" y="927"/>
                  </a:cubicBezTo>
                  <a:cubicBezTo>
                    <a:pt x="2111" y="926"/>
                    <a:pt x="2111" y="926"/>
                    <a:pt x="2110" y="926"/>
                  </a:cubicBezTo>
                  <a:cubicBezTo>
                    <a:pt x="2109" y="926"/>
                    <a:pt x="2108" y="926"/>
                    <a:pt x="2107" y="927"/>
                  </a:cubicBezTo>
                  <a:cubicBezTo>
                    <a:pt x="2107" y="927"/>
                    <a:pt x="2107" y="928"/>
                    <a:pt x="2106" y="929"/>
                  </a:cubicBezTo>
                  <a:cubicBezTo>
                    <a:pt x="2105" y="930"/>
                    <a:pt x="2105" y="930"/>
                    <a:pt x="2105" y="931"/>
                  </a:cubicBezTo>
                  <a:cubicBezTo>
                    <a:pt x="2105" y="932"/>
                    <a:pt x="2105" y="933"/>
                    <a:pt x="2106" y="933"/>
                  </a:cubicBezTo>
                  <a:cubicBezTo>
                    <a:pt x="2112" y="948"/>
                    <a:pt x="2119" y="963"/>
                    <a:pt x="2127" y="977"/>
                  </a:cubicBezTo>
                  <a:cubicBezTo>
                    <a:pt x="2134" y="989"/>
                    <a:pt x="2142" y="1001"/>
                    <a:pt x="2150" y="1012"/>
                  </a:cubicBezTo>
                  <a:cubicBezTo>
                    <a:pt x="2155" y="1018"/>
                    <a:pt x="2158" y="1024"/>
                    <a:pt x="2162" y="1030"/>
                  </a:cubicBezTo>
                  <a:cubicBezTo>
                    <a:pt x="2173" y="1049"/>
                    <a:pt x="2181" y="1069"/>
                    <a:pt x="2185" y="1091"/>
                  </a:cubicBezTo>
                  <a:cubicBezTo>
                    <a:pt x="2181" y="1086"/>
                    <a:pt x="2177" y="1080"/>
                    <a:pt x="2174" y="1074"/>
                  </a:cubicBezTo>
                  <a:cubicBezTo>
                    <a:pt x="2172" y="1072"/>
                    <a:pt x="2171" y="1070"/>
                    <a:pt x="2170" y="1067"/>
                  </a:cubicBezTo>
                  <a:cubicBezTo>
                    <a:pt x="2166" y="1057"/>
                    <a:pt x="2150" y="1046"/>
                    <a:pt x="2143" y="1038"/>
                  </a:cubicBezTo>
                  <a:cubicBezTo>
                    <a:pt x="2117" y="1009"/>
                    <a:pt x="2091" y="981"/>
                    <a:pt x="2064" y="954"/>
                  </a:cubicBezTo>
                  <a:cubicBezTo>
                    <a:pt x="2061" y="950"/>
                    <a:pt x="2054" y="954"/>
                    <a:pt x="2057" y="958"/>
                  </a:cubicBezTo>
                  <a:cubicBezTo>
                    <a:pt x="2081" y="998"/>
                    <a:pt x="2111" y="1033"/>
                    <a:pt x="2139" y="1071"/>
                  </a:cubicBezTo>
                  <a:lnTo>
                    <a:pt x="2140" y="1072"/>
                  </a:lnTo>
                  <a:cubicBezTo>
                    <a:pt x="2149" y="1088"/>
                    <a:pt x="2159" y="1102"/>
                    <a:pt x="2170" y="1115"/>
                  </a:cubicBezTo>
                  <a:cubicBezTo>
                    <a:pt x="2154" y="1109"/>
                    <a:pt x="2138" y="1103"/>
                    <a:pt x="2122" y="1095"/>
                  </a:cubicBezTo>
                  <a:cubicBezTo>
                    <a:pt x="2103" y="1088"/>
                    <a:pt x="2085" y="1079"/>
                    <a:pt x="2068" y="1069"/>
                  </a:cubicBezTo>
                  <a:cubicBezTo>
                    <a:pt x="2060" y="1065"/>
                    <a:pt x="2053" y="1061"/>
                    <a:pt x="2046" y="1056"/>
                  </a:cubicBezTo>
                  <a:lnTo>
                    <a:pt x="2045" y="1055"/>
                  </a:lnTo>
                  <a:lnTo>
                    <a:pt x="2044" y="1055"/>
                  </a:lnTo>
                  <a:cubicBezTo>
                    <a:pt x="2043" y="1055"/>
                    <a:pt x="2043" y="1054"/>
                    <a:pt x="2042" y="1055"/>
                  </a:cubicBezTo>
                  <a:cubicBezTo>
                    <a:pt x="2041" y="1056"/>
                    <a:pt x="2042" y="1055"/>
                    <a:pt x="2041" y="1056"/>
                  </a:cubicBezTo>
                  <a:cubicBezTo>
                    <a:pt x="2040" y="1057"/>
                    <a:pt x="2041" y="1057"/>
                    <a:pt x="2041" y="1058"/>
                  </a:cubicBezTo>
                  <a:cubicBezTo>
                    <a:pt x="2041" y="1059"/>
                    <a:pt x="2041" y="1059"/>
                    <a:pt x="2041" y="1059"/>
                  </a:cubicBezTo>
                  <a:cubicBezTo>
                    <a:pt x="2041" y="1060"/>
                    <a:pt x="2042" y="1060"/>
                    <a:pt x="2042" y="1060"/>
                  </a:cubicBezTo>
                  <a:cubicBezTo>
                    <a:pt x="2058" y="1079"/>
                    <a:pt x="2077" y="1095"/>
                    <a:pt x="2098" y="1109"/>
                  </a:cubicBezTo>
                  <a:cubicBezTo>
                    <a:pt x="2107" y="1116"/>
                    <a:pt x="2118" y="1123"/>
                    <a:pt x="2129" y="1130"/>
                  </a:cubicBezTo>
                  <a:cubicBezTo>
                    <a:pt x="2132" y="1132"/>
                    <a:pt x="2136" y="1134"/>
                    <a:pt x="2140" y="1136"/>
                  </a:cubicBezTo>
                  <a:cubicBezTo>
                    <a:pt x="2137" y="1136"/>
                    <a:pt x="2134" y="1136"/>
                    <a:pt x="2130" y="1136"/>
                  </a:cubicBezTo>
                  <a:cubicBezTo>
                    <a:pt x="2124" y="1136"/>
                    <a:pt x="2117" y="1135"/>
                    <a:pt x="2111" y="1133"/>
                  </a:cubicBezTo>
                  <a:cubicBezTo>
                    <a:pt x="2079" y="1121"/>
                    <a:pt x="2048" y="1107"/>
                    <a:pt x="2019" y="1090"/>
                  </a:cubicBezTo>
                  <a:cubicBezTo>
                    <a:pt x="1958" y="1050"/>
                    <a:pt x="1912" y="981"/>
                    <a:pt x="1845" y="951"/>
                  </a:cubicBezTo>
                  <a:cubicBezTo>
                    <a:pt x="1843" y="950"/>
                    <a:pt x="1840" y="954"/>
                    <a:pt x="1843" y="956"/>
                  </a:cubicBezTo>
                  <a:cubicBezTo>
                    <a:pt x="1873" y="975"/>
                    <a:pt x="1891" y="1009"/>
                    <a:pt x="1918" y="1034"/>
                  </a:cubicBezTo>
                  <a:cubicBezTo>
                    <a:pt x="1948" y="1065"/>
                    <a:pt x="1979" y="1094"/>
                    <a:pt x="2012" y="1121"/>
                  </a:cubicBezTo>
                  <a:cubicBezTo>
                    <a:pt x="2022" y="1129"/>
                    <a:pt x="2033" y="1136"/>
                    <a:pt x="2044" y="1142"/>
                  </a:cubicBezTo>
                  <a:cubicBezTo>
                    <a:pt x="2056" y="1149"/>
                    <a:pt x="2068" y="1155"/>
                    <a:pt x="2081" y="1161"/>
                  </a:cubicBezTo>
                  <a:cubicBezTo>
                    <a:pt x="2052" y="1159"/>
                    <a:pt x="2024" y="1154"/>
                    <a:pt x="1997" y="1146"/>
                  </a:cubicBezTo>
                  <a:cubicBezTo>
                    <a:pt x="1985" y="1141"/>
                    <a:pt x="1974" y="1134"/>
                    <a:pt x="1963" y="1128"/>
                  </a:cubicBezTo>
                  <a:cubicBezTo>
                    <a:pt x="1938" y="1113"/>
                    <a:pt x="1916" y="1097"/>
                    <a:pt x="1895" y="1077"/>
                  </a:cubicBezTo>
                  <a:cubicBezTo>
                    <a:pt x="1837" y="1027"/>
                    <a:pt x="1789" y="962"/>
                    <a:pt x="1740" y="903"/>
                  </a:cubicBezTo>
                  <a:cubicBezTo>
                    <a:pt x="1701" y="854"/>
                    <a:pt x="1666" y="805"/>
                    <a:pt x="1615" y="765"/>
                  </a:cubicBezTo>
                  <a:cubicBezTo>
                    <a:pt x="1562" y="725"/>
                    <a:pt x="1511" y="682"/>
                    <a:pt x="1463" y="635"/>
                  </a:cubicBezTo>
                  <a:cubicBezTo>
                    <a:pt x="1429" y="600"/>
                    <a:pt x="1400" y="560"/>
                    <a:pt x="1375" y="517"/>
                  </a:cubicBezTo>
                  <a:cubicBezTo>
                    <a:pt x="1375" y="517"/>
                    <a:pt x="1375" y="515"/>
                    <a:pt x="1375" y="514"/>
                  </a:cubicBezTo>
                  <a:lnTo>
                    <a:pt x="1375" y="513"/>
                  </a:lnTo>
                  <a:cubicBezTo>
                    <a:pt x="1374" y="512"/>
                    <a:pt x="1374" y="511"/>
                    <a:pt x="1373" y="511"/>
                  </a:cubicBezTo>
                  <a:cubicBezTo>
                    <a:pt x="1372" y="511"/>
                    <a:pt x="1372" y="510"/>
                    <a:pt x="1371" y="510"/>
                  </a:cubicBezTo>
                  <a:cubicBezTo>
                    <a:pt x="1360" y="491"/>
                    <a:pt x="1349" y="473"/>
                    <a:pt x="1337" y="455"/>
                  </a:cubicBezTo>
                  <a:lnTo>
                    <a:pt x="1335" y="451"/>
                  </a:lnTo>
                  <a:cubicBezTo>
                    <a:pt x="1335" y="450"/>
                    <a:pt x="1334" y="449"/>
                    <a:pt x="1334" y="448"/>
                  </a:cubicBezTo>
                  <a:cubicBezTo>
                    <a:pt x="1333" y="447"/>
                    <a:pt x="1332" y="446"/>
                    <a:pt x="1331" y="445"/>
                  </a:cubicBezTo>
                  <a:lnTo>
                    <a:pt x="1330" y="445"/>
                  </a:lnTo>
                  <a:cubicBezTo>
                    <a:pt x="1293" y="396"/>
                    <a:pt x="1252" y="351"/>
                    <a:pt x="1208" y="310"/>
                  </a:cubicBezTo>
                  <a:cubicBezTo>
                    <a:pt x="1182" y="282"/>
                    <a:pt x="1155" y="256"/>
                    <a:pt x="1127" y="230"/>
                  </a:cubicBezTo>
                  <a:lnTo>
                    <a:pt x="1123" y="219"/>
                  </a:lnTo>
                  <a:cubicBezTo>
                    <a:pt x="1121" y="214"/>
                    <a:pt x="1117" y="215"/>
                    <a:pt x="1114" y="219"/>
                  </a:cubicBezTo>
                  <a:cubicBezTo>
                    <a:pt x="1039" y="150"/>
                    <a:pt x="961" y="84"/>
                    <a:pt x="887" y="14"/>
                  </a:cubicBezTo>
                  <a:cubicBezTo>
                    <a:pt x="886" y="12"/>
                    <a:pt x="883" y="15"/>
                    <a:pt x="885" y="16"/>
                  </a:cubicBezTo>
                  <a:cubicBezTo>
                    <a:pt x="919" y="57"/>
                    <a:pt x="955" y="97"/>
                    <a:pt x="993" y="134"/>
                  </a:cubicBezTo>
                  <a:cubicBezTo>
                    <a:pt x="1028" y="194"/>
                    <a:pt x="1052" y="260"/>
                    <a:pt x="1064" y="328"/>
                  </a:cubicBezTo>
                  <a:cubicBezTo>
                    <a:pt x="1064" y="329"/>
                    <a:pt x="1065" y="329"/>
                    <a:pt x="1065" y="330"/>
                  </a:cubicBezTo>
                  <a:cubicBezTo>
                    <a:pt x="1065" y="331"/>
                    <a:pt x="1066" y="331"/>
                    <a:pt x="1067" y="332"/>
                  </a:cubicBezTo>
                  <a:cubicBezTo>
                    <a:pt x="1067" y="332"/>
                    <a:pt x="1068" y="332"/>
                    <a:pt x="1069" y="332"/>
                  </a:cubicBezTo>
                  <a:cubicBezTo>
                    <a:pt x="1069" y="332"/>
                    <a:pt x="1070" y="333"/>
                    <a:pt x="1071" y="332"/>
                  </a:cubicBezTo>
                  <a:cubicBezTo>
                    <a:pt x="1072" y="331"/>
                    <a:pt x="1071" y="331"/>
                    <a:pt x="1072" y="330"/>
                  </a:cubicBezTo>
                  <a:cubicBezTo>
                    <a:pt x="1073" y="329"/>
                    <a:pt x="1073" y="329"/>
                    <a:pt x="1073" y="328"/>
                  </a:cubicBezTo>
                  <a:cubicBezTo>
                    <a:pt x="1077" y="280"/>
                    <a:pt x="1055" y="228"/>
                    <a:pt x="1040" y="183"/>
                  </a:cubicBezTo>
                  <a:cubicBezTo>
                    <a:pt x="1040" y="181"/>
                    <a:pt x="1038" y="179"/>
                    <a:pt x="1038" y="178"/>
                  </a:cubicBezTo>
                  <a:lnTo>
                    <a:pt x="1068" y="206"/>
                  </a:lnTo>
                  <a:cubicBezTo>
                    <a:pt x="1070" y="214"/>
                    <a:pt x="1072" y="223"/>
                    <a:pt x="1074" y="230"/>
                  </a:cubicBezTo>
                  <a:cubicBezTo>
                    <a:pt x="1078" y="244"/>
                    <a:pt x="1083" y="258"/>
                    <a:pt x="1089" y="271"/>
                  </a:cubicBezTo>
                  <a:cubicBezTo>
                    <a:pt x="1089" y="272"/>
                    <a:pt x="1089" y="272"/>
                    <a:pt x="1089" y="272"/>
                  </a:cubicBezTo>
                  <a:cubicBezTo>
                    <a:pt x="1090" y="273"/>
                    <a:pt x="1091" y="274"/>
                    <a:pt x="1092" y="275"/>
                  </a:cubicBezTo>
                  <a:cubicBezTo>
                    <a:pt x="1093" y="276"/>
                    <a:pt x="1094" y="275"/>
                    <a:pt x="1095" y="275"/>
                  </a:cubicBezTo>
                  <a:cubicBezTo>
                    <a:pt x="1096" y="275"/>
                    <a:pt x="1097" y="276"/>
                    <a:pt x="1098" y="275"/>
                  </a:cubicBezTo>
                  <a:cubicBezTo>
                    <a:pt x="1099" y="274"/>
                    <a:pt x="1100" y="273"/>
                    <a:pt x="1101" y="272"/>
                  </a:cubicBezTo>
                  <a:lnTo>
                    <a:pt x="1101" y="271"/>
                  </a:lnTo>
                  <a:cubicBezTo>
                    <a:pt x="1103" y="266"/>
                    <a:pt x="1103" y="261"/>
                    <a:pt x="1103" y="256"/>
                  </a:cubicBezTo>
                  <a:cubicBezTo>
                    <a:pt x="1103" y="249"/>
                    <a:pt x="1102" y="243"/>
                    <a:pt x="1099" y="237"/>
                  </a:cubicBezTo>
                  <a:lnTo>
                    <a:pt x="1117" y="253"/>
                  </a:lnTo>
                  <a:cubicBezTo>
                    <a:pt x="1119" y="264"/>
                    <a:pt x="1122" y="276"/>
                    <a:pt x="1125" y="287"/>
                  </a:cubicBezTo>
                  <a:cubicBezTo>
                    <a:pt x="1138" y="331"/>
                    <a:pt x="1147" y="375"/>
                    <a:pt x="1152" y="420"/>
                  </a:cubicBezTo>
                  <a:cubicBezTo>
                    <a:pt x="1153" y="425"/>
                    <a:pt x="1161" y="427"/>
                    <a:pt x="1162" y="420"/>
                  </a:cubicBezTo>
                  <a:cubicBezTo>
                    <a:pt x="1163" y="410"/>
                    <a:pt x="1164" y="400"/>
                    <a:pt x="1164" y="390"/>
                  </a:cubicBezTo>
                  <a:cubicBezTo>
                    <a:pt x="1164" y="352"/>
                    <a:pt x="1156" y="314"/>
                    <a:pt x="1143" y="278"/>
                  </a:cubicBezTo>
                  <a:lnTo>
                    <a:pt x="1166" y="300"/>
                  </a:lnTo>
                  <a:cubicBezTo>
                    <a:pt x="1172" y="320"/>
                    <a:pt x="1176" y="341"/>
                    <a:pt x="1178" y="363"/>
                  </a:cubicBezTo>
                  <a:cubicBezTo>
                    <a:pt x="1181" y="384"/>
                    <a:pt x="1183" y="405"/>
                    <a:pt x="1187" y="426"/>
                  </a:cubicBezTo>
                  <a:cubicBezTo>
                    <a:pt x="1187" y="427"/>
                    <a:pt x="1188" y="428"/>
                    <a:pt x="1188" y="428"/>
                  </a:cubicBezTo>
                  <a:cubicBezTo>
                    <a:pt x="1188" y="429"/>
                    <a:pt x="1189" y="429"/>
                    <a:pt x="1190" y="430"/>
                  </a:cubicBezTo>
                  <a:cubicBezTo>
                    <a:pt x="1191" y="431"/>
                    <a:pt x="1192" y="431"/>
                    <a:pt x="1193" y="431"/>
                  </a:cubicBezTo>
                  <a:cubicBezTo>
                    <a:pt x="1194" y="431"/>
                    <a:pt x="1194" y="431"/>
                    <a:pt x="1195" y="430"/>
                  </a:cubicBezTo>
                  <a:cubicBezTo>
                    <a:pt x="1196" y="429"/>
                    <a:pt x="1196" y="429"/>
                    <a:pt x="1197" y="428"/>
                  </a:cubicBezTo>
                  <a:cubicBezTo>
                    <a:pt x="1198" y="427"/>
                    <a:pt x="1198" y="427"/>
                    <a:pt x="1198" y="426"/>
                  </a:cubicBezTo>
                  <a:cubicBezTo>
                    <a:pt x="1199" y="416"/>
                    <a:pt x="1200" y="406"/>
                    <a:pt x="1200" y="396"/>
                  </a:cubicBezTo>
                  <a:cubicBezTo>
                    <a:pt x="1200" y="373"/>
                    <a:pt x="1197" y="350"/>
                    <a:pt x="1191" y="328"/>
                  </a:cubicBezTo>
                  <a:lnTo>
                    <a:pt x="1189" y="322"/>
                  </a:lnTo>
                  <a:lnTo>
                    <a:pt x="1201" y="334"/>
                  </a:lnTo>
                  <a:cubicBezTo>
                    <a:pt x="1200" y="335"/>
                    <a:pt x="1200" y="336"/>
                    <a:pt x="1200" y="337"/>
                  </a:cubicBezTo>
                  <a:cubicBezTo>
                    <a:pt x="1200" y="338"/>
                    <a:pt x="1200" y="339"/>
                    <a:pt x="1201" y="340"/>
                  </a:cubicBezTo>
                  <a:cubicBezTo>
                    <a:pt x="1205" y="355"/>
                    <a:pt x="1208" y="370"/>
                    <a:pt x="1208" y="385"/>
                  </a:cubicBezTo>
                  <a:cubicBezTo>
                    <a:pt x="1208" y="392"/>
                    <a:pt x="1207" y="399"/>
                    <a:pt x="1206" y="406"/>
                  </a:cubicBezTo>
                  <a:cubicBezTo>
                    <a:pt x="1206" y="412"/>
                    <a:pt x="1206" y="418"/>
                    <a:pt x="1206" y="423"/>
                  </a:cubicBezTo>
                  <a:cubicBezTo>
                    <a:pt x="1206" y="444"/>
                    <a:pt x="1208" y="465"/>
                    <a:pt x="1211" y="485"/>
                  </a:cubicBezTo>
                  <a:cubicBezTo>
                    <a:pt x="1213" y="490"/>
                    <a:pt x="1221" y="492"/>
                    <a:pt x="1222" y="485"/>
                  </a:cubicBezTo>
                  <a:cubicBezTo>
                    <a:pt x="1226" y="460"/>
                    <a:pt x="1228" y="435"/>
                    <a:pt x="1228" y="410"/>
                  </a:cubicBezTo>
                  <a:cubicBezTo>
                    <a:pt x="1228" y="402"/>
                    <a:pt x="1228" y="393"/>
                    <a:pt x="1227" y="384"/>
                  </a:cubicBezTo>
                  <a:cubicBezTo>
                    <a:pt x="1227" y="383"/>
                    <a:pt x="1227" y="383"/>
                    <a:pt x="1227" y="383"/>
                  </a:cubicBezTo>
                  <a:cubicBezTo>
                    <a:pt x="1227" y="375"/>
                    <a:pt x="1226" y="367"/>
                    <a:pt x="1224" y="359"/>
                  </a:cubicBezTo>
                  <a:cubicBezTo>
                    <a:pt x="1231" y="366"/>
                    <a:pt x="1237" y="373"/>
                    <a:pt x="1244" y="380"/>
                  </a:cubicBezTo>
                  <a:cubicBezTo>
                    <a:pt x="1244" y="382"/>
                    <a:pt x="1244" y="384"/>
                    <a:pt x="1244" y="386"/>
                  </a:cubicBezTo>
                  <a:cubicBezTo>
                    <a:pt x="1244" y="395"/>
                    <a:pt x="1245" y="405"/>
                    <a:pt x="1248" y="413"/>
                  </a:cubicBezTo>
                  <a:cubicBezTo>
                    <a:pt x="1252" y="428"/>
                    <a:pt x="1247" y="444"/>
                    <a:pt x="1252" y="459"/>
                  </a:cubicBezTo>
                  <a:cubicBezTo>
                    <a:pt x="1253" y="460"/>
                    <a:pt x="1254" y="461"/>
                    <a:pt x="1254" y="461"/>
                  </a:cubicBezTo>
                  <a:cubicBezTo>
                    <a:pt x="1255" y="462"/>
                    <a:pt x="1256" y="462"/>
                    <a:pt x="1257" y="462"/>
                  </a:cubicBezTo>
                  <a:cubicBezTo>
                    <a:pt x="1258" y="462"/>
                    <a:pt x="1259" y="462"/>
                    <a:pt x="1260" y="461"/>
                  </a:cubicBezTo>
                  <a:cubicBezTo>
                    <a:pt x="1260" y="461"/>
                    <a:pt x="1261" y="460"/>
                    <a:pt x="1262" y="459"/>
                  </a:cubicBezTo>
                  <a:cubicBezTo>
                    <a:pt x="1265" y="449"/>
                    <a:pt x="1267" y="439"/>
                    <a:pt x="1267" y="429"/>
                  </a:cubicBezTo>
                  <a:cubicBezTo>
                    <a:pt x="1267" y="419"/>
                    <a:pt x="1265" y="409"/>
                    <a:pt x="1262" y="400"/>
                  </a:cubicBezTo>
                  <a:lnTo>
                    <a:pt x="1275" y="416"/>
                  </a:lnTo>
                  <a:cubicBezTo>
                    <a:pt x="1285" y="439"/>
                    <a:pt x="1280" y="473"/>
                    <a:pt x="1282" y="497"/>
                  </a:cubicBezTo>
                  <a:cubicBezTo>
                    <a:pt x="1286" y="530"/>
                    <a:pt x="1282" y="563"/>
                    <a:pt x="1284" y="596"/>
                  </a:cubicBezTo>
                  <a:cubicBezTo>
                    <a:pt x="1284" y="597"/>
                    <a:pt x="1284" y="597"/>
                    <a:pt x="1285" y="598"/>
                  </a:cubicBezTo>
                  <a:cubicBezTo>
                    <a:pt x="1286" y="599"/>
                    <a:pt x="1287" y="599"/>
                    <a:pt x="1288" y="600"/>
                  </a:cubicBezTo>
                  <a:cubicBezTo>
                    <a:pt x="1289" y="601"/>
                    <a:pt x="1290" y="601"/>
                    <a:pt x="1291" y="601"/>
                  </a:cubicBezTo>
                  <a:cubicBezTo>
                    <a:pt x="1292" y="601"/>
                    <a:pt x="1293" y="601"/>
                    <a:pt x="1294" y="600"/>
                  </a:cubicBezTo>
                  <a:cubicBezTo>
                    <a:pt x="1295" y="599"/>
                    <a:pt x="1296" y="599"/>
                    <a:pt x="1297" y="598"/>
                  </a:cubicBezTo>
                  <a:lnTo>
                    <a:pt x="1297" y="597"/>
                  </a:lnTo>
                  <a:cubicBezTo>
                    <a:pt x="1305" y="574"/>
                    <a:pt x="1308" y="550"/>
                    <a:pt x="1308" y="526"/>
                  </a:cubicBezTo>
                  <a:cubicBezTo>
                    <a:pt x="1308" y="512"/>
                    <a:pt x="1307" y="499"/>
                    <a:pt x="1305" y="485"/>
                  </a:cubicBezTo>
                  <a:cubicBezTo>
                    <a:pt x="1303" y="474"/>
                    <a:pt x="1302" y="462"/>
                    <a:pt x="1301" y="450"/>
                  </a:cubicBezTo>
                  <a:lnTo>
                    <a:pt x="1320" y="475"/>
                  </a:lnTo>
                  <a:cubicBezTo>
                    <a:pt x="1320" y="529"/>
                    <a:pt x="1324" y="584"/>
                    <a:pt x="1325" y="638"/>
                  </a:cubicBezTo>
                  <a:cubicBezTo>
                    <a:pt x="1325" y="639"/>
                    <a:pt x="1325" y="639"/>
                    <a:pt x="1326" y="640"/>
                  </a:cubicBezTo>
                  <a:cubicBezTo>
                    <a:pt x="1327" y="641"/>
                    <a:pt x="1327" y="642"/>
                    <a:pt x="1327" y="642"/>
                  </a:cubicBezTo>
                  <a:cubicBezTo>
                    <a:pt x="1328" y="643"/>
                    <a:pt x="1329" y="643"/>
                    <a:pt x="1330" y="643"/>
                  </a:cubicBezTo>
                  <a:cubicBezTo>
                    <a:pt x="1331" y="643"/>
                    <a:pt x="1331" y="643"/>
                    <a:pt x="1332" y="642"/>
                  </a:cubicBezTo>
                  <a:cubicBezTo>
                    <a:pt x="1333" y="641"/>
                    <a:pt x="1334" y="641"/>
                    <a:pt x="1334" y="640"/>
                  </a:cubicBezTo>
                  <a:cubicBezTo>
                    <a:pt x="1343" y="613"/>
                    <a:pt x="1347" y="586"/>
                    <a:pt x="1347" y="558"/>
                  </a:cubicBezTo>
                  <a:cubicBezTo>
                    <a:pt x="1347" y="541"/>
                    <a:pt x="1345" y="523"/>
                    <a:pt x="1342" y="506"/>
                  </a:cubicBezTo>
                  <a:lnTo>
                    <a:pt x="1361" y="533"/>
                  </a:lnTo>
                  <a:lnTo>
                    <a:pt x="1363" y="535"/>
                  </a:lnTo>
                  <a:cubicBezTo>
                    <a:pt x="1361" y="557"/>
                    <a:pt x="1361" y="578"/>
                    <a:pt x="1360" y="600"/>
                  </a:cubicBezTo>
                  <a:cubicBezTo>
                    <a:pt x="1359" y="612"/>
                    <a:pt x="1358" y="623"/>
                    <a:pt x="1358" y="634"/>
                  </a:cubicBezTo>
                  <a:cubicBezTo>
                    <a:pt x="1358" y="641"/>
                    <a:pt x="1358" y="648"/>
                    <a:pt x="1359" y="656"/>
                  </a:cubicBezTo>
                  <a:cubicBezTo>
                    <a:pt x="1360" y="661"/>
                    <a:pt x="1367" y="659"/>
                    <a:pt x="1368" y="656"/>
                  </a:cubicBezTo>
                  <a:cubicBezTo>
                    <a:pt x="1377" y="635"/>
                    <a:pt x="1381" y="613"/>
                    <a:pt x="1381" y="592"/>
                  </a:cubicBezTo>
                  <a:cubicBezTo>
                    <a:pt x="1381" y="591"/>
                    <a:pt x="1381" y="591"/>
                    <a:pt x="1381" y="590"/>
                  </a:cubicBezTo>
                  <a:cubicBezTo>
                    <a:pt x="1381" y="580"/>
                    <a:pt x="1380" y="570"/>
                    <a:pt x="1379" y="560"/>
                  </a:cubicBezTo>
                  <a:cubicBezTo>
                    <a:pt x="1389" y="573"/>
                    <a:pt x="1399" y="587"/>
                    <a:pt x="1408" y="601"/>
                  </a:cubicBezTo>
                  <a:cubicBezTo>
                    <a:pt x="1407" y="602"/>
                    <a:pt x="1407" y="603"/>
                    <a:pt x="1406" y="604"/>
                  </a:cubicBezTo>
                  <a:cubicBezTo>
                    <a:pt x="1405" y="605"/>
                    <a:pt x="1405" y="606"/>
                    <a:pt x="1405" y="607"/>
                  </a:cubicBezTo>
                  <a:cubicBezTo>
                    <a:pt x="1397" y="648"/>
                    <a:pt x="1388" y="688"/>
                    <a:pt x="1376" y="727"/>
                  </a:cubicBezTo>
                  <a:cubicBezTo>
                    <a:pt x="1376" y="726"/>
                    <a:pt x="1376" y="725"/>
                    <a:pt x="1376" y="723"/>
                  </a:cubicBezTo>
                  <a:cubicBezTo>
                    <a:pt x="1376" y="722"/>
                    <a:pt x="1376" y="721"/>
                    <a:pt x="1376" y="720"/>
                  </a:cubicBezTo>
                  <a:cubicBezTo>
                    <a:pt x="1375" y="719"/>
                    <a:pt x="1374" y="718"/>
                    <a:pt x="1373" y="718"/>
                  </a:cubicBezTo>
                  <a:cubicBezTo>
                    <a:pt x="1372" y="717"/>
                    <a:pt x="1371" y="717"/>
                    <a:pt x="1370" y="717"/>
                  </a:cubicBezTo>
                  <a:cubicBezTo>
                    <a:pt x="1369" y="717"/>
                    <a:pt x="1368" y="717"/>
                    <a:pt x="1367" y="718"/>
                  </a:cubicBezTo>
                  <a:lnTo>
                    <a:pt x="1366" y="719"/>
                  </a:lnTo>
                  <a:cubicBezTo>
                    <a:pt x="1343" y="739"/>
                    <a:pt x="1333" y="773"/>
                    <a:pt x="1319" y="798"/>
                  </a:cubicBezTo>
                  <a:cubicBezTo>
                    <a:pt x="1312" y="811"/>
                    <a:pt x="1306" y="824"/>
                    <a:pt x="1299" y="837"/>
                  </a:cubicBezTo>
                  <a:cubicBezTo>
                    <a:pt x="1293" y="848"/>
                    <a:pt x="1285" y="858"/>
                    <a:pt x="1277" y="868"/>
                  </a:cubicBezTo>
                  <a:cubicBezTo>
                    <a:pt x="1268" y="877"/>
                    <a:pt x="1277" y="866"/>
                    <a:pt x="1277" y="866"/>
                  </a:cubicBezTo>
                  <a:cubicBezTo>
                    <a:pt x="1277" y="865"/>
                    <a:pt x="1277" y="866"/>
                    <a:pt x="1277" y="866"/>
                  </a:cubicBezTo>
                  <a:lnTo>
                    <a:pt x="1279" y="860"/>
                  </a:lnTo>
                  <a:cubicBezTo>
                    <a:pt x="1300" y="816"/>
                    <a:pt x="1319" y="771"/>
                    <a:pt x="1335" y="725"/>
                  </a:cubicBezTo>
                  <a:cubicBezTo>
                    <a:pt x="1336" y="721"/>
                    <a:pt x="1332" y="716"/>
                    <a:pt x="1328" y="719"/>
                  </a:cubicBezTo>
                  <a:cubicBezTo>
                    <a:pt x="1308" y="734"/>
                    <a:pt x="1303" y="760"/>
                    <a:pt x="1293" y="782"/>
                  </a:cubicBezTo>
                  <a:cubicBezTo>
                    <a:pt x="1285" y="798"/>
                    <a:pt x="1277" y="825"/>
                    <a:pt x="1266" y="851"/>
                  </a:cubicBezTo>
                  <a:lnTo>
                    <a:pt x="1263" y="851"/>
                  </a:lnTo>
                  <a:cubicBezTo>
                    <a:pt x="1267" y="843"/>
                    <a:pt x="1270" y="835"/>
                    <a:pt x="1274" y="828"/>
                  </a:cubicBezTo>
                  <a:cubicBezTo>
                    <a:pt x="1274" y="827"/>
                    <a:pt x="1275" y="826"/>
                    <a:pt x="1275" y="825"/>
                  </a:cubicBezTo>
                  <a:cubicBezTo>
                    <a:pt x="1275" y="824"/>
                    <a:pt x="1274" y="823"/>
                    <a:pt x="1274" y="822"/>
                  </a:cubicBezTo>
                  <a:cubicBezTo>
                    <a:pt x="1273" y="821"/>
                    <a:pt x="1272" y="821"/>
                    <a:pt x="1271" y="820"/>
                  </a:cubicBezTo>
                  <a:cubicBezTo>
                    <a:pt x="1270" y="819"/>
                    <a:pt x="1270" y="819"/>
                    <a:pt x="1269" y="819"/>
                  </a:cubicBezTo>
                  <a:cubicBezTo>
                    <a:pt x="1257" y="819"/>
                    <a:pt x="1247" y="832"/>
                    <a:pt x="1240" y="845"/>
                  </a:cubicBezTo>
                  <a:cubicBezTo>
                    <a:pt x="1241" y="840"/>
                    <a:pt x="1242" y="835"/>
                    <a:pt x="1242" y="829"/>
                  </a:cubicBezTo>
                  <a:cubicBezTo>
                    <a:pt x="1245" y="823"/>
                    <a:pt x="1248" y="818"/>
                    <a:pt x="1251" y="813"/>
                  </a:cubicBezTo>
                  <a:cubicBezTo>
                    <a:pt x="1252" y="812"/>
                    <a:pt x="1252" y="813"/>
                    <a:pt x="1253" y="812"/>
                  </a:cubicBezTo>
                  <a:cubicBezTo>
                    <a:pt x="1255" y="810"/>
                    <a:pt x="1257" y="809"/>
                    <a:pt x="1258" y="806"/>
                  </a:cubicBezTo>
                  <a:cubicBezTo>
                    <a:pt x="1259" y="805"/>
                    <a:pt x="1259" y="805"/>
                    <a:pt x="1259" y="804"/>
                  </a:cubicBezTo>
                  <a:cubicBezTo>
                    <a:pt x="1259" y="801"/>
                    <a:pt x="1259" y="800"/>
                    <a:pt x="1261" y="798"/>
                  </a:cubicBezTo>
                  <a:cubicBezTo>
                    <a:pt x="1263" y="795"/>
                    <a:pt x="1265" y="792"/>
                    <a:pt x="1267" y="789"/>
                  </a:cubicBezTo>
                  <a:cubicBezTo>
                    <a:pt x="1268" y="788"/>
                    <a:pt x="1269" y="786"/>
                    <a:pt x="1269" y="785"/>
                  </a:cubicBezTo>
                  <a:cubicBezTo>
                    <a:pt x="1269" y="785"/>
                    <a:pt x="1269" y="784"/>
                    <a:pt x="1270" y="785"/>
                  </a:cubicBezTo>
                  <a:cubicBezTo>
                    <a:pt x="1271" y="786"/>
                    <a:pt x="1271" y="786"/>
                    <a:pt x="1272" y="787"/>
                  </a:cubicBezTo>
                  <a:cubicBezTo>
                    <a:pt x="1273" y="787"/>
                    <a:pt x="1274" y="788"/>
                    <a:pt x="1275" y="788"/>
                  </a:cubicBezTo>
                  <a:cubicBezTo>
                    <a:pt x="1276" y="788"/>
                    <a:pt x="1277" y="787"/>
                    <a:pt x="1278" y="787"/>
                  </a:cubicBezTo>
                  <a:cubicBezTo>
                    <a:pt x="1279" y="786"/>
                    <a:pt x="1279" y="786"/>
                    <a:pt x="1280" y="785"/>
                  </a:cubicBezTo>
                  <a:cubicBezTo>
                    <a:pt x="1287" y="768"/>
                    <a:pt x="1293" y="750"/>
                    <a:pt x="1297" y="732"/>
                  </a:cubicBezTo>
                  <a:cubicBezTo>
                    <a:pt x="1301" y="722"/>
                    <a:pt x="1304" y="711"/>
                    <a:pt x="1304" y="699"/>
                  </a:cubicBezTo>
                  <a:cubicBezTo>
                    <a:pt x="1304" y="695"/>
                    <a:pt x="1303" y="690"/>
                    <a:pt x="1302" y="685"/>
                  </a:cubicBezTo>
                  <a:cubicBezTo>
                    <a:pt x="1302" y="684"/>
                    <a:pt x="1301" y="683"/>
                    <a:pt x="1300" y="683"/>
                  </a:cubicBezTo>
                  <a:cubicBezTo>
                    <a:pt x="1300" y="683"/>
                    <a:pt x="1299" y="682"/>
                    <a:pt x="1298" y="682"/>
                  </a:cubicBezTo>
                  <a:cubicBezTo>
                    <a:pt x="1297" y="682"/>
                    <a:pt x="1296" y="683"/>
                    <a:pt x="1295" y="683"/>
                  </a:cubicBezTo>
                  <a:cubicBezTo>
                    <a:pt x="1294" y="683"/>
                    <a:pt x="1294" y="684"/>
                    <a:pt x="1293" y="685"/>
                  </a:cubicBezTo>
                  <a:cubicBezTo>
                    <a:pt x="1287" y="703"/>
                    <a:pt x="1282" y="722"/>
                    <a:pt x="1279" y="741"/>
                  </a:cubicBezTo>
                  <a:cubicBezTo>
                    <a:pt x="1279" y="737"/>
                    <a:pt x="1278" y="734"/>
                    <a:pt x="1276" y="731"/>
                  </a:cubicBezTo>
                  <a:cubicBezTo>
                    <a:pt x="1275" y="730"/>
                    <a:pt x="1274" y="729"/>
                    <a:pt x="1273" y="727"/>
                  </a:cubicBezTo>
                  <a:cubicBezTo>
                    <a:pt x="1275" y="723"/>
                    <a:pt x="1273" y="716"/>
                    <a:pt x="1275" y="711"/>
                  </a:cubicBezTo>
                  <a:cubicBezTo>
                    <a:pt x="1276" y="707"/>
                    <a:pt x="1276" y="702"/>
                    <a:pt x="1276" y="697"/>
                  </a:cubicBezTo>
                  <a:cubicBezTo>
                    <a:pt x="1276" y="685"/>
                    <a:pt x="1274" y="673"/>
                    <a:pt x="1271" y="661"/>
                  </a:cubicBezTo>
                  <a:cubicBezTo>
                    <a:pt x="1271" y="661"/>
                    <a:pt x="1271" y="660"/>
                    <a:pt x="1271" y="659"/>
                  </a:cubicBezTo>
                  <a:cubicBezTo>
                    <a:pt x="1270" y="658"/>
                    <a:pt x="1269" y="658"/>
                    <a:pt x="1268" y="657"/>
                  </a:cubicBezTo>
                  <a:cubicBezTo>
                    <a:pt x="1267" y="656"/>
                    <a:pt x="1266" y="656"/>
                    <a:pt x="1265" y="656"/>
                  </a:cubicBezTo>
                  <a:cubicBezTo>
                    <a:pt x="1264" y="656"/>
                    <a:pt x="1263" y="656"/>
                    <a:pt x="1262" y="657"/>
                  </a:cubicBezTo>
                  <a:cubicBezTo>
                    <a:pt x="1260" y="658"/>
                    <a:pt x="1260" y="658"/>
                    <a:pt x="1259" y="659"/>
                  </a:cubicBezTo>
                  <a:cubicBezTo>
                    <a:pt x="1258" y="660"/>
                    <a:pt x="1259" y="661"/>
                    <a:pt x="1258" y="661"/>
                  </a:cubicBezTo>
                  <a:cubicBezTo>
                    <a:pt x="1258" y="678"/>
                    <a:pt x="1256" y="694"/>
                    <a:pt x="1251" y="710"/>
                  </a:cubicBezTo>
                  <a:cubicBezTo>
                    <a:pt x="1250" y="715"/>
                    <a:pt x="1249" y="719"/>
                    <a:pt x="1248" y="724"/>
                  </a:cubicBezTo>
                  <a:lnTo>
                    <a:pt x="1245" y="724"/>
                  </a:lnTo>
                  <a:cubicBezTo>
                    <a:pt x="1244" y="724"/>
                    <a:pt x="1242" y="724"/>
                    <a:pt x="1241" y="724"/>
                  </a:cubicBezTo>
                  <a:cubicBezTo>
                    <a:pt x="1239" y="724"/>
                    <a:pt x="1238" y="724"/>
                    <a:pt x="1236" y="724"/>
                  </a:cubicBezTo>
                  <a:cubicBezTo>
                    <a:pt x="1236" y="715"/>
                    <a:pt x="1236" y="704"/>
                    <a:pt x="1236" y="698"/>
                  </a:cubicBezTo>
                  <a:cubicBezTo>
                    <a:pt x="1233" y="683"/>
                    <a:pt x="1229" y="669"/>
                    <a:pt x="1223" y="655"/>
                  </a:cubicBezTo>
                  <a:cubicBezTo>
                    <a:pt x="1223" y="651"/>
                    <a:pt x="1217" y="652"/>
                    <a:pt x="1216" y="655"/>
                  </a:cubicBezTo>
                  <a:cubicBezTo>
                    <a:pt x="1215" y="669"/>
                    <a:pt x="1216" y="684"/>
                    <a:pt x="1216" y="698"/>
                  </a:cubicBezTo>
                  <a:cubicBezTo>
                    <a:pt x="1215" y="707"/>
                    <a:pt x="1215" y="715"/>
                    <a:pt x="1215" y="724"/>
                  </a:cubicBezTo>
                  <a:cubicBezTo>
                    <a:pt x="1215" y="726"/>
                    <a:pt x="1215" y="729"/>
                    <a:pt x="1215" y="731"/>
                  </a:cubicBezTo>
                  <a:lnTo>
                    <a:pt x="1211" y="732"/>
                  </a:lnTo>
                  <a:lnTo>
                    <a:pt x="1210" y="732"/>
                  </a:lnTo>
                  <a:cubicBezTo>
                    <a:pt x="1208" y="732"/>
                    <a:pt x="1206" y="732"/>
                    <a:pt x="1204" y="732"/>
                  </a:cubicBezTo>
                  <a:cubicBezTo>
                    <a:pt x="1202" y="732"/>
                    <a:pt x="1200" y="732"/>
                    <a:pt x="1199" y="732"/>
                  </a:cubicBezTo>
                  <a:cubicBezTo>
                    <a:pt x="1199" y="730"/>
                    <a:pt x="1199" y="727"/>
                    <a:pt x="1199" y="725"/>
                  </a:cubicBezTo>
                  <a:cubicBezTo>
                    <a:pt x="1199" y="711"/>
                    <a:pt x="1197" y="698"/>
                    <a:pt x="1194" y="684"/>
                  </a:cubicBezTo>
                  <a:cubicBezTo>
                    <a:pt x="1187" y="663"/>
                    <a:pt x="1181" y="641"/>
                    <a:pt x="1177" y="618"/>
                  </a:cubicBezTo>
                  <a:cubicBezTo>
                    <a:pt x="1177" y="618"/>
                    <a:pt x="1178" y="618"/>
                    <a:pt x="1177" y="617"/>
                  </a:cubicBezTo>
                  <a:cubicBezTo>
                    <a:pt x="1176" y="616"/>
                    <a:pt x="1176" y="616"/>
                    <a:pt x="1175" y="616"/>
                  </a:cubicBezTo>
                  <a:lnTo>
                    <a:pt x="1174" y="616"/>
                  </a:lnTo>
                  <a:cubicBezTo>
                    <a:pt x="1173" y="616"/>
                    <a:pt x="1172" y="616"/>
                    <a:pt x="1172" y="616"/>
                  </a:cubicBezTo>
                  <a:cubicBezTo>
                    <a:pt x="1171" y="616"/>
                    <a:pt x="1171" y="617"/>
                    <a:pt x="1171" y="617"/>
                  </a:cubicBezTo>
                  <a:cubicBezTo>
                    <a:pt x="1170" y="618"/>
                    <a:pt x="1170" y="618"/>
                    <a:pt x="1170" y="618"/>
                  </a:cubicBezTo>
                  <a:cubicBezTo>
                    <a:pt x="1174" y="637"/>
                    <a:pt x="1175" y="656"/>
                    <a:pt x="1175" y="675"/>
                  </a:cubicBezTo>
                  <a:cubicBezTo>
                    <a:pt x="1175" y="677"/>
                    <a:pt x="1175" y="679"/>
                    <a:pt x="1175" y="680"/>
                  </a:cubicBezTo>
                  <a:cubicBezTo>
                    <a:pt x="1175" y="686"/>
                    <a:pt x="1178" y="693"/>
                    <a:pt x="1178" y="700"/>
                  </a:cubicBezTo>
                  <a:cubicBezTo>
                    <a:pt x="1178" y="711"/>
                    <a:pt x="1176" y="723"/>
                    <a:pt x="1176" y="734"/>
                  </a:cubicBezTo>
                  <a:lnTo>
                    <a:pt x="1166" y="735"/>
                  </a:lnTo>
                  <a:cubicBezTo>
                    <a:pt x="1166" y="728"/>
                    <a:pt x="1164" y="720"/>
                    <a:pt x="1163" y="712"/>
                  </a:cubicBezTo>
                  <a:cubicBezTo>
                    <a:pt x="1162" y="699"/>
                    <a:pt x="1155" y="686"/>
                    <a:pt x="1154" y="673"/>
                  </a:cubicBezTo>
                  <a:cubicBezTo>
                    <a:pt x="1154" y="666"/>
                    <a:pt x="1142" y="665"/>
                    <a:pt x="1141" y="673"/>
                  </a:cubicBezTo>
                  <a:lnTo>
                    <a:pt x="1141" y="674"/>
                  </a:lnTo>
                  <a:cubicBezTo>
                    <a:pt x="1141" y="685"/>
                    <a:pt x="1143" y="695"/>
                    <a:pt x="1145" y="705"/>
                  </a:cubicBezTo>
                  <a:cubicBezTo>
                    <a:pt x="1145" y="710"/>
                    <a:pt x="1145" y="714"/>
                    <a:pt x="1145" y="718"/>
                  </a:cubicBezTo>
                  <a:cubicBezTo>
                    <a:pt x="1145" y="722"/>
                    <a:pt x="1145" y="727"/>
                    <a:pt x="1145" y="731"/>
                  </a:cubicBezTo>
                  <a:cubicBezTo>
                    <a:pt x="1145" y="734"/>
                    <a:pt x="1145" y="736"/>
                    <a:pt x="1145" y="739"/>
                  </a:cubicBezTo>
                  <a:lnTo>
                    <a:pt x="1133" y="742"/>
                  </a:lnTo>
                  <a:cubicBezTo>
                    <a:pt x="1128" y="706"/>
                    <a:pt x="1120" y="669"/>
                    <a:pt x="1110" y="633"/>
                  </a:cubicBezTo>
                  <a:cubicBezTo>
                    <a:pt x="1106" y="616"/>
                    <a:pt x="1100" y="599"/>
                    <a:pt x="1091" y="583"/>
                  </a:cubicBezTo>
                  <a:cubicBezTo>
                    <a:pt x="1089" y="581"/>
                    <a:pt x="1088" y="580"/>
                    <a:pt x="1087" y="578"/>
                  </a:cubicBezTo>
                  <a:cubicBezTo>
                    <a:pt x="1085" y="574"/>
                    <a:pt x="1079" y="578"/>
                    <a:pt x="1081" y="581"/>
                  </a:cubicBezTo>
                  <a:cubicBezTo>
                    <a:pt x="1091" y="602"/>
                    <a:pt x="1097" y="624"/>
                    <a:pt x="1099" y="647"/>
                  </a:cubicBezTo>
                  <a:cubicBezTo>
                    <a:pt x="1107" y="679"/>
                    <a:pt x="1112" y="712"/>
                    <a:pt x="1114" y="745"/>
                  </a:cubicBezTo>
                  <a:cubicBezTo>
                    <a:pt x="1114" y="746"/>
                    <a:pt x="1114" y="746"/>
                    <a:pt x="1114" y="747"/>
                  </a:cubicBezTo>
                  <a:lnTo>
                    <a:pt x="1114" y="748"/>
                  </a:lnTo>
                  <a:lnTo>
                    <a:pt x="1101" y="753"/>
                  </a:lnTo>
                  <a:cubicBezTo>
                    <a:pt x="1101" y="721"/>
                    <a:pt x="1098" y="689"/>
                    <a:pt x="1091" y="657"/>
                  </a:cubicBezTo>
                  <a:cubicBezTo>
                    <a:pt x="1090" y="653"/>
                    <a:pt x="1083" y="653"/>
                    <a:pt x="1082" y="657"/>
                  </a:cubicBezTo>
                  <a:cubicBezTo>
                    <a:pt x="1080" y="677"/>
                    <a:pt x="1079" y="697"/>
                    <a:pt x="1079" y="716"/>
                  </a:cubicBezTo>
                  <a:cubicBezTo>
                    <a:pt x="1079" y="727"/>
                    <a:pt x="1079" y="738"/>
                    <a:pt x="1080" y="748"/>
                  </a:cubicBezTo>
                  <a:cubicBezTo>
                    <a:pt x="1077" y="752"/>
                    <a:pt x="1080" y="757"/>
                    <a:pt x="1084" y="760"/>
                  </a:cubicBezTo>
                  <a:lnTo>
                    <a:pt x="1074" y="764"/>
                  </a:lnTo>
                  <a:cubicBezTo>
                    <a:pt x="1072" y="757"/>
                    <a:pt x="1073" y="749"/>
                    <a:pt x="1071" y="741"/>
                  </a:cubicBezTo>
                  <a:cubicBezTo>
                    <a:pt x="1068" y="728"/>
                    <a:pt x="1066" y="715"/>
                    <a:pt x="1064" y="702"/>
                  </a:cubicBezTo>
                  <a:lnTo>
                    <a:pt x="1064" y="701"/>
                  </a:lnTo>
                  <a:cubicBezTo>
                    <a:pt x="1064" y="685"/>
                    <a:pt x="1060" y="670"/>
                    <a:pt x="1052" y="656"/>
                  </a:cubicBezTo>
                  <a:cubicBezTo>
                    <a:pt x="1052" y="655"/>
                    <a:pt x="1051" y="655"/>
                    <a:pt x="1051" y="654"/>
                  </a:cubicBezTo>
                  <a:cubicBezTo>
                    <a:pt x="1047" y="650"/>
                    <a:pt x="1041" y="656"/>
                    <a:pt x="1043" y="661"/>
                  </a:cubicBezTo>
                  <a:cubicBezTo>
                    <a:pt x="1044" y="664"/>
                    <a:pt x="1044" y="666"/>
                    <a:pt x="1044" y="669"/>
                  </a:cubicBezTo>
                  <a:cubicBezTo>
                    <a:pt x="1044" y="671"/>
                    <a:pt x="1044" y="675"/>
                    <a:pt x="1043" y="678"/>
                  </a:cubicBezTo>
                  <a:cubicBezTo>
                    <a:pt x="1044" y="684"/>
                    <a:pt x="1044" y="689"/>
                    <a:pt x="1044" y="694"/>
                  </a:cubicBezTo>
                  <a:cubicBezTo>
                    <a:pt x="1044" y="699"/>
                    <a:pt x="1044" y="704"/>
                    <a:pt x="1043" y="710"/>
                  </a:cubicBezTo>
                  <a:cubicBezTo>
                    <a:pt x="1044" y="720"/>
                    <a:pt x="1046" y="730"/>
                    <a:pt x="1049" y="740"/>
                  </a:cubicBezTo>
                  <a:cubicBezTo>
                    <a:pt x="1049" y="746"/>
                    <a:pt x="1049" y="751"/>
                    <a:pt x="1050" y="757"/>
                  </a:cubicBezTo>
                  <a:cubicBezTo>
                    <a:pt x="1049" y="755"/>
                    <a:pt x="1048" y="752"/>
                    <a:pt x="1046" y="750"/>
                  </a:cubicBezTo>
                  <a:cubicBezTo>
                    <a:pt x="1035" y="731"/>
                    <a:pt x="1026" y="710"/>
                    <a:pt x="1019" y="689"/>
                  </a:cubicBezTo>
                  <a:lnTo>
                    <a:pt x="1019" y="688"/>
                  </a:lnTo>
                  <a:cubicBezTo>
                    <a:pt x="1018" y="687"/>
                    <a:pt x="1018" y="686"/>
                    <a:pt x="1017" y="686"/>
                  </a:cubicBezTo>
                  <a:cubicBezTo>
                    <a:pt x="1016" y="685"/>
                    <a:pt x="1016" y="686"/>
                    <a:pt x="1015" y="686"/>
                  </a:cubicBezTo>
                  <a:cubicBezTo>
                    <a:pt x="1014" y="686"/>
                    <a:pt x="1013" y="685"/>
                    <a:pt x="1012" y="686"/>
                  </a:cubicBezTo>
                  <a:cubicBezTo>
                    <a:pt x="1011" y="687"/>
                    <a:pt x="1011" y="687"/>
                    <a:pt x="1011" y="688"/>
                  </a:cubicBezTo>
                  <a:cubicBezTo>
                    <a:pt x="1010" y="689"/>
                    <a:pt x="1010" y="689"/>
                    <a:pt x="1010" y="690"/>
                  </a:cubicBezTo>
                  <a:cubicBezTo>
                    <a:pt x="1010" y="693"/>
                    <a:pt x="1010" y="696"/>
                    <a:pt x="1010" y="699"/>
                  </a:cubicBezTo>
                  <a:cubicBezTo>
                    <a:pt x="1010" y="723"/>
                    <a:pt x="1014" y="747"/>
                    <a:pt x="1022" y="769"/>
                  </a:cubicBezTo>
                  <a:lnTo>
                    <a:pt x="1012" y="773"/>
                  </a:lnTo>
                  <a:cubicBezTo>
                    <a:pt x="1006" y="764"/>
                    <a:pt x="996" y="745"/>
                    <a:pt x="993" y="741"/>
                  </a:cubicBezTo>
                  <a:cubicBezTo>
                    <a:pt x="973" y="710"/>
                    <a:pt x="977" y="670"/>
                    <a:pt x="963" y="637"/>
                  </a:cubicBezTo>
                  <a:lnTo>
                    <a:pt x="963" y="636"/>
                  </a:lnTo>
                  <a:cubicBezTo>
                    <a:pt x="963" y="636"/>
                    <a:pt x="962" y="634"/>
                    <a:pt x="961" y="634"/>
                  </a:cubicBezTo>
                  <a:cubicBezTo>
                    <a:pt x="960" y="633"/>
                    <a:pt x="960" y="634"/>
                    <a:pt x="959" y="634"/>
                  </a:cubicBezTo>
                  <a:cubicBezTo>
                    <a:pt x="958" y="634"/>
                    <a:pt x="957" y="633"/>
                    <a:pt x="956" y="634"/>
                  </a:cubicBezTo>
                  <a:cubicBezTo>
                    <a:pt x="955" y="634"/>
                    <a:pt x="955" y="635"/>
                    <a:pt x="954" y="636"/>
                  </a:cubicBezTo>
                  <a:cubicBezTo>
                    <a:pt x="953" y="637"/>
                    <a:pt x="954" y="638"/>
                    <a:pt x="954" y="639"/>
                  </a:cubicBezTo>
                  <a:lnTo>
                    <a:pt x="954" y="640"/>
                  </a:lnTo>
                  <a:cubicBezTo>
                    <a:pt x="957" y="656"/>
                    <a:pt x="959" y="672"/>
                    <a:pt x="959" y="688"/>
                  </a:cubicBezTo>
                  <a:cubicBezTo>
                    <a:pt x="959" y="689"/>
                    <a:pt x="959" y="691"/>
                    <a:pt x="959" y="692"/>
                  </a:cubicBezTo>
                  <a:cubicBezTo>
                    <a:pt x="961" y="709"/>
                    <a:pt x="966" y="726"/>
                    <a:pt x="972" y="742"/>
                  </a:cubicBezTo>
                  <a:cubicBezTo>
                    <a:pt x="976" y="752"/>
                    <a:pt x="981" y="762"/>
                    <a:pt x="986" y="772"/>
                  </a:cubicBezTo>
                  <a:cubicBezTo>
                    <a:pt x="989" y="776"/>
                    <a:pt x="991" y="779"/>
                    <a:pt x="993" y="783"/>
                  </a:cubicBezTo>
                  <a:cubicBezTo>
                    <a:pt x="986" y="787"/>
                    <a:pt x="979" y="791"/>
                    <a:pt x="972" y="795"/>
                  </a:cubicBezTo>
                  <a:cubicBezTo>
                    <a:pt x="970" y="792"/>
                    <a:pt x="968" y="789"/>
                    <a:pt x="967" y="787"/>
                  </a:cubicBezTo>
                  <a:cubicBezTo>
                    <a:pt x="960" y="777"/>
                    <a:pt x="957" y="765"/>
                    <a:pt x="951" y="755"/>
                  </a:cubicBezTo>
                  <a:cubicBezTo>
                    <a:pt x="950" y="754"/>
                    <a:pt x="950" y="753"/>
                    <a:pt x="949" y="753"/>
                  </a:cubicBezTo>
                  <a:cubicBezTo>
                    <a:pt x="948" y="753"/>
                    <a:pt x="947" y="752"/>
                    <a:pt x="946" y="752"/>
                  </a:cubicBezTo>
                  <a:cubicBezTo>
                    <a:pt x="945" y="752"/>
                    <a:pt x="944" y="752"/>
                    <a:pt x="943" y="753"/>
                  </a:cubicBezTo>
                  <a:cubicBezTo>
                    <a:pt x="942" y="754"/>
                    <a:pt x="941" y="754"/>
                    <a:pt x="941" y="755"/>
                  </a:cubicBezTo>
                  <a:cubicBezTo>
                    <a:pt x="940" y="756"/>
                    <a:pt x="941" y="757"/>
                    <a:pt x="941" y="758"/>
                  </a:cubicBezTo>
                  <a:lnTo>
                    <a:pt x="941" y="759"/>
                  </a:lnTo>
                  <a:cubicBezTo>
                    <a:pt x="945" y="771"/>
                    <a:pt x="947" y="784"/>
                    <a:pt x="952" y="796"/>
                  </a:cubicBezTo>
                  <a:cubicBezTo>
                    <a:pt x="953" y="798"/>
                    <a:pt x="954" y="799"/>
                    <a:pt x="955" y="801"/>
                  </a:cubicBezTo>
                  <a:cubicBezTo>
                    <a:pt x="956" y="802"/>
                    <a:pt x="956" y="803"/>
                    <a:pt x="957" y="804"/>
                  </a:cubicBezTo>
                  <a:cubicBezTo>
                    <a:pt x="950" y="808"/>
                    <a:pt x="944" y="813"/>
                    <a:pt x="937" y="817"/>
                  </a:cubicBezTo>
                  <a:cubicBezTo>
                    <a:pt x="928" y="802"/>
                    <a:pt x="922" y="784"/>
                    <a:pt x="919" y="766"/>
                  </a:cubicBezTo>
                  <a:cubicBezTo>
                    <a:pt x="913" y="754"/>
                    <a:pt x="909" y="741"/>
                    <a:pt x="906" y="727"/>
                  </a:cubicBezTo>
                  <a:cubicBezTo>
                    <a:pt x="906" y="727"/>
                    <a:pt x="906" y="726"/>
                    <a:pt x="905" y="726"/>
                  </a:cubicBezTo>
                  <a:cubicBezTo>
                    <a:pt x="905" y="726"/>
                    <a:pt x="905" y="725"/>
                    <a:pt x="904" y="725"/>
                  </a:cubicBezTo>
                  <a:lnTo>
                    <a:pt x="903" y="725"/>
                  </a:lnTo>
                  <a:cubicBezTo>
                    <a:pt x="902" y="725"/>
                    <a:pt x="901" y="725"/>
                    <a:pt x="901" y="725"/>
                  </a:cubicBezTo>
                  <a:cubicBezTo>
                    <a:pt x="900" y="725"/>
                    <a:pt x="900" y="726"/>
                    <a:pt x="900" y="726"/>
                  </a:cubicBezTo>
                  <a:lnTo>
                    <a:pt x="899" y="727"/>
                  </a:lnTo>
                  <a:cubicBezTo>
                    <a:pt x="897" y="736"/>
                    <a:pt x="896" y="745"/>
                    <a:pt x="896" y="755"/>
                  </a:cubicBezTo>
                  <a:cubicBezTo>
                    <a:pt x="896" y="764"/>
                    <a:pt x="897" y="774"/>
                    <a:pt x="899" y="783"/>
                  </a:cubicBezTo>
                  <a:cubicBezTo>
                    <a:pt x="902" y="801"/>
                    <a:pt x="908" y="819"/>
                    <a:pt x="916" y="835"/>
                  </a:cubicBezTo>
                  <a:cubicBezTo>
                    <a:pt x="910" y="841"/>
                    <a:pt x="904" y="847"/>
                    <a:pt x="898" y="853"/>
                  </a:cubicBezTo>
                  <a:lnTo>
                    <a:pt x="898" y="852"/>
                  </a:lnTo>
                  <a:cubicBezTo>
                    <a:pt x="895" y="848"/>
                    <a:pt x="893" y="843"/>
                    <a:pt x="892" y="838"/>
                  </a:cubicBezTo>
                  <a:cubicBezTo>
                    <a:pt x="882" y="805"/>
                    <a:pt x="872" y="772"/>
                    <a:pt x="864" y="738"/>
                  </a:cubicBezTo>
                  <a:cubicBezTo>
                    <a:pt x="851" y="671"/>
                    <a:pt x="857" y="605"/>
                    <a:pt x="843" y="538"/>
                  </a:cubicBezTo>
                  <a:cubicBezTo>
                    <a:pt x="831" y="477"/>
                    <a:pt x="818" y="417"/>
                    <a:pt x="804" y="356"/>
                  </a:cubicBezTo>
                  <a:cubicBezTo>
                    <a:pt x="795" y="302"/>
                    <a:pt x="790" y="248"/>
                    <a:pt x="790" y="193"/>
                  </a:cubicBezTo>
                  <a:cubicBezTo>
                    <a:pt x="790" y="192"/>
                    <a:pt x="790" y="191"/>
                    <a:pt x="790" y="190"/>
                  </a:cubicBezTo>
                  <a:cubicBezTo>
                    <a:pt x="793" y="193"/>
                    <a:pt x="796" y="196"/>
                    <a:pt x="799" y="200"/>
                  </a:cubicBezTo>
                  <a:cubicBezTo>
                    <a:pt x="831" y="231"/>
                    <a:pt x="852" y="262"/>
                    <a:pt x="892" y="286"/>
                  </a:cubicBezTo>
                  <a:cubicBezTo>
                    <a:pt x="896" y="288"/>
                    <a:pt x="901" y="284"/>
                    <a:pt x="898" y="280"/>
                  </a:cubicBezTo>
                  <a:cubicBezTo>
                    <a:pt x="889" y="265"/>
                    <a:pt x="877" y="251"/>
                    <a:pt x="864" y="239"/>
                  </a:cubicBezTo>
                  <a:cubicBezTo>
                    <a:pt x="843" y="220"/>
                    <a:pt x="827" y="196"/>
                    <a:pt x="806" y="175"/>
                  </a:cubicBezTo>
                  <a:cubicBezTo>
                    <a:pt x="799" y="168"/>
                    <a:pt x="792" y="159"/>
                    <a:pt x="786" y="150"/>
                  </a:cubicBezTo>
                  <a:cubicBezTo>
                    <a:pt x="783" y="145"/>
                    <a:pt x="779" y="140"/>
                    <a:pt x="775" y="134"/>
                  </a:cubicBezTo>
                  <a:cubicBezTo>
                    <a:pt x="804" y="152"/>
                    <a:pt x="832" y="172"/>
                    <a:pt x="859" y="193"/>
                  </a:cubicBezTo>
                  <a:cubicBezTo>
                    <a:pt x="862" y="196"/>
                    <a:pt x="867" y="192"/>
                    <a:pt x="865" y="188"/>
                  </a:cubicBezTo>
                  <a:cubicBezTo>
                    <a:pt x="851" y="158"/>
                    <a:pt x="804" y="138"/>
                    <a:pt x="778" y="119"/>
                  </a:cubicBezTo>
                  <a:cubicBezTo>
                    <a:pt x="770" y="113"/>
                    <a:pt x="762" y="106"/>
                    <a:pt x="753" y="99"/>
                  </a:cubicBezTo>
                  <a:lnTo>
                    <a:pt x="751" y="95"/>
                  </a:lnTo>
                  <a:cubicBezTo>
                    <a:pt x="748" y="91"/>
                    <a:pt x="745" y="88"/>
                    <a:pt x="740" y="85"/>
                  </a:cubicBezTo>
                  <a:cubicBezTo>
                    <a:pt x="738" y="84"/>
                    <a:pt x="736" y="83"/>
                    <a:pt x="734" y="83"/>
                  </a:cubicBezTo>
                  <a:cubicBezTo>
                    <a:pt x="725" y="74"/>
                    <a:pt x="717" y="66"/>
                    <a:pt x="709" y="57"/>
                  </a:cubicBezTo>
                  <a:cubicBezTo>
                    <a:pt x="694" y="39"/>
                    <a:pt x="670" y="24"/>
                    <a:pt x="663" y="2"/>
                  </a:cubicBezTo>
                  <a:lnTo>
                    <a:pt x="663" y="1"/>
                  </a:lnTo>
                  <a:cubicBezTo>
                    <a:pt x="662" y="1"/>
                    <a:pt x="662" y="0"/>
                    <a:pt x="661" y="0"/>
                  </a:cubicBezTo>
                  <a:lnTo>
                    <a:pt x="660" y="0"/>
                  </a:lnTo>
                  <a:cubicBezTo>
                    <a:pt x="659" y="0"/>
                    <a:pt x="659" y="0"/>
                    <a:pt x="658" y="0"/>
                  </a:cubicBezTo>
                  <a:lnTo>
                    <a:pt x="657" y="1"/>
                  </a:lnTo>
                  <a:cubicBezTo>
                    <a:pt x="657" y="2"/>
                    <a:pt x="656" y="2"/>
                    <a:pt x="656" y="3"/>
                  </a:cubicBezTo>
                  <a:lnTo>
                    <a:pt x="657" y="4"/>
                  </a:lnTo>
                  <a:cubicBezTo>
                    <a:pt x="664" y="41"/>
                    <a:pt x="707" y="84"/>
                    <a:pt x="735" y="106"/>
                  </a:cubicBezTo>
                  <a:cubicBezTo>
                    <a:pt x="747" y="124"/>
                    <a:pt x="757" y="148"/>
                    <a:pt x="767" y="163"/>
                  </a:cubicBezTo>
                  <a:cubicBezTo>
                    <a:pt x="770" y="166"/>
                    <a:pt x="772" y="169"/>
                    <a:pt x="775" y="172"/>
                  </a:cubicBezTo>
                  <a:cubicBezTo>
                    <a:pt x="767" y="299"/>
                    <a:pt x="804" y="417"/>
                    <a:pt x="824" y="541"/>
                  </a:cubicBezTo>
                  <a:cubicBezTo>
                    <a:pt x="835" y="609"/>
                    <a:pt x="834" y="677"/>
                    <a:pt x="844" y="744"/>
                  </a:cubicBezTo>
                  <a:cubicBezTo>
                    <a:pt x="848" y="774"/>
                    <a:pt x="855" y="803"/>
                    <a:pt x="865" y="832"/>
                  </a:cubicBezTo>
                  <a:cubicBezTo>
                    <a:pt x="870" y="845"/>
                    <a:pt x="874" y="858"/>
                    <a:pt x="879" y="871"/>
                  </a:cubicBezTo>
                  <a:cubicBezTo>
                    <a:pt x="879" y="872"/>
                    <a:pt x="879" y="872"/>
                    <a:pt x="880" y="873"/>
                  </a:cubicBezTo>
                  <a:cubicBezTo>
                    <a:pt x="882" y="875"/>
                    <a:pt x="883" y="878"/>
                    <a:pt x="886" y="879"/>
                  </a:cubicBezTo>
                  <a:cubicBezTo>
                    <a:pt x="885" y="881"/>
                    <a:pt x="885" y="883"/>
                    <a:pt x="885" y="884"/>
                  </a:cubicBezTo>
                  <a:cubicBezTo>
                    <a:pt x="885" y="889"/>
                    <a:pt x="886" y="894"/>
                    <a:pt x="889" y="898"/>
                  </a:cubicBezTo>
                  <a:cubicBezTo>
                    <a:pt x="891" y="902"/>
                    <a:pt x="894" y="905"/>
                    <a:pt x="898" y="908"/>
                  </a:cubicBezTo>
                  <a:lnTo>
                    <a:pt x="899" y="908"/>
                  </a:lnTo>
                  <a:cubicBezTo>
                    <a:pt x="902" y="910"/>
                    <a:pt x="905" y="911"/>
                    <a:pt x="909" y="911"/>
                  </a:cubicBezTo>
                  <a:cubicBezTo>
                    <a:pt x="912" y="911"/>
                    <a:pt x="916" y="910"/>
                    <a:pt x="919" y="908"/>
                  </a:cubicBezTo>
                  <a:lnTo>
                    <a:pt x="920" y="908"/>
                  </a:lnTo>
                  <a:lnTo>
                    <a:pt x="917" y="925"/>
                  </a:lnTo>
                  <a:lnTo>
                    <a:pt x="913" y="926"/>
                  </a:lnTo>
                  <a:cubicBezTo>
                    <a:pt x="912" y="926"/>
                    <a:pt x="911" y="926"/>
                    <a:pt x="910" y="927"/>
                  </a:cubicBezTo>
                  <a:cubicBezTo>
                    <a:pt x="909" y="927"/>
                    <a:pt x="908" y="928"/>
                    <a:pt x="907" y="930"/>
                  </a:cubicBezTo>
                  <a:cubicBezTo>
                    <a:pt x="906" y="931"/>
                    <a:pt x="905" y="933"/>
                    <a:pt x="905" y="935"/>
                  </a:cubicBezTo>
                  <a:cubicBezTo>
                    <a:pt x="905" y="936"/>
                    <a:pt x="906" y="938"/>
                    <a:pt x="907" y="940"/>
                  </a:cubicBezTo>
                  <a:cubicBezTo>
                    <a:pt x="908" y="941"/>
                    <a:pt x="909" y="942"/>
                    <a:pt x="910" y="943"/>
                  </a:cubicBezTo>
                  <a:cubicBezTo>
                    <a:pt x="911" y="943"/>
                    <a:pt x="912" y="944"/>
                    <a:pt x="913" y="944"/>
                  </a:cubicBezTo>
                  <a:lnTo>
                    <a:pt x="914" y="944"/>
                  </a:lnTo>
                  <a:cubicBezTo>
                    <a:pt x="910" y="962"/>
                    <a:pt x="906" y="978"/>
                    <a:pt x="900" y="978"/>
                  </a:cubicBezTo>
                  <a:cubicBezTo>
                    <a:pt x="878" y="981"/>
                    <a:pt x="862" y="1021"/>
                    <a:pt x="853" y="1037"/>
                  </a:cubicBezTo>
                  <a:cubicBezTo>
                    <a:pt x="847" y="1048"/>
                    <a:pt x="852" y="1077"/>
                    <a:pt x="845" y="1078"/>
                  </a:cubicBezTo>
                  <a:cubicBezTo>
                    <a:pt x="844" y="1079"/>
                    <a:pt x="843" y="1079"/>
                    <a:pt x="841" y="1080"/>
                  </a:cubicBezTo>
                  <a:cubicBezTo>
                    <a:pt x="823" y="1086"/>
                    <a:pt x="791" y="1111"/>
                    <a:pt x="793" y="1132"/>
                  </a:cubicBezTo>
                  <a:cubicBezTo>
                    <a:pt x="796" y="1157"/>
                    <a:pt x="791" y="1151"/>
                    <a:pt x="775" y="1160"/>
                  </a:cubicBezTo>
                  <a:cubicBezTo>
                    <a:pt x="765" y="1167"/>
                    <a:pt x="756" y="1175"/>
                    <a:pt x="749" y="1184"/>
                  </a:cubicBezTo>
                  <a:cubicBezTo>
                    <a:pt x="746" y="1187"/>
                    <a:pt x="743" y="1190"/>
                    <a:pt x="741" y="1194"/>
                  </a:cubicBezTo>
                  <a:cubicBezTo>
                    <a:pt x="739" y="1198"/>
                    <a:pt x="737" y="1203"/>
                    <a:pt x="736" y="1208"/>
                  </a:cubicBezTo>
                  <a:cubicBezTo>
                    <a:pt x="736" y="1208"/>
                    <a:pt x="736" y="1209"/>
                    <a:pt x="736" y="1210"/>
                  </a:cubicBezTo>
                  <a:cubicBezTo>
                    <a:pt x="736" y="1210"/>
                    <a:pt x="736" y="1211"/>
                    <a:pt x="736" y="1212"/>
                  </a:cubicBezTo>
                  <a:cubicBezTo>
                    <a:pt x="736" y="1214"/>
                    <a:pt x="736" y="1216"/>
                    <a:pt x="736" y="1218"/>
                  </a:cubicBezTo>
                  <a:cubicBezTo>
                    <a:pt x="735" y="1218"/>
                    <a:pt x="734" y="1218"/>
                    <a:pt x="734" y="1218"/>
                  </a:cubicBezTo>
                  <a:cubicBezTo>
                    <a:pt x="732" y="1218"/>
                    <a:pt x="730" y="1218"/>
                    <a:pt x="729" y="1219"/>
                  </a:cubicBezTo>
                  <a:cubicBezTo>
                    <a:pt x="727" y="1220"/>
                    <a:pt x="727" y="1221"/>
                    <a:pt x="726" y="1222"/>
                  </a:cubicBezTo>
                  <a:cubicBezTo>
                    <a:pt x="715" y="1244"/>
                    <a:pt x="681" y="1258"/>
                    <a:pt x="660" y="1271"/>
                  </a:cubicBezTo>
                  <a:cubicBezTo>
                    <a:pt x="634" y="1288"/>
                    <a:pt x="611" y="1307"/>
                    <a:pt x="586" y="1325"/>
                  </a:cubicBezTo>
                  <a:cubicBezTo>
                    <a:pt x="547" y="1353"/>
                    <a:pt x="502" y="1373"/>
                    <a:pt x="464" y="1402"/>
                  </a:cubicBezTo>
                  <a:cubicBezTo>
                    <a:pt x="387" y="1458"/>
                    <a:pt x="292" y="1495"/>
                    <a:pt x="218" y="1555"/>
                  </a:cubicBezTo>
                  <a:cubicBezTo>
                    <a:pt x="196" y="1519"/>
                    <a:pt x="125" y="1551"/>
                    <a:pt x="95" y="1562"/>
                  </a:cubicBezTo>
                  <a:cubicBezTo>
                    <a:pt x="89" y="1565"/>
                    <a:pt x="84" y="1567"/>
                    <a:pt x="78" y="1571"/>
                  </a:cubicBezTo>
                  <a:cubicBezTo>
                    <a:pt x="54" y="1584"/>
                    <a:pt x="34" y="1604"/>
                    <a:pt x="21" y="1628"/>
                  </a:cubicBezTo>
                  <a:cubicBezTo>
                    <a:pt x="7" y="1652"/>
                    <a:pt x="0" y="1679"/>
                    <a:pt x="0" y="1707"/>
                  </a:cubicBezTo>
                  <a:cubicBezTo>
                    <a:pt x="0" y="1722"/>
                    <a:pt x="2" y="1736"/>
                    <a:pt x="6" y="1751"/>
                  </a:cubicBezTo>
                  <a:cubicBezTo>
                    <a:pt x="6" y="1751"/>
                    <a:pt x="6" y="1752"/>
                    <a:pt x="6" y="1753"/>
                  </a:cubicBezTo>
                  <a:cubicBezTo>
                    <a:pt x="7" y="1754"/>
                    <a:pt x="8" y="1754"/>
                    <a:pt x="9" y="1755"/>
                  </a:cubicBezTo>
                  <a:cubicBezTo>
                    <a:pt x="10" y="1756"/>
                    <a:pt x="10" y="1756"/>
                    <a:pt x="12" y="1756"/>
                  </a:cubicBezTo>
                  <a:cubicBezTo>
                    <a:pt x="13" y="1756"/>
                    <a:pt x="15" y="1756"/>
                    <a:pt x="16" y="1755"/>
                  </a:cubicBezTo>
                  <a:cubicBezTo>
                    <a:pt x="17" y="1754"/>
                    <a:pt x="17" y="1754"/>
                    <a:pt x="18" y="1753"/>
                  </a:cubicBezTo>
                  <a:cubicBezTo>
                    <a:pt x="30" y="1736"/>
                    <a:pt x="43" y="1719"/>
                    <a:pt x="58" y="1704"/>
                  </a:cubicBezTo>
                  <a:cubicBezTo>
                    <a:pt x="59" y="1704"/>
                    <a:pt x="59" y="1704"/>
                    <a:pt x="59" y="1705"/>
                  </a:cubicBezTo>
                  <a:cubicBezTo>
                    <a:pt x="59" y="1705"/>
                    <a:pt x="60" y="1705"/>
                    <a:pt x="61" y="1705"/>
                  </a:cubicBezTo>
                  <a:lnTo>
                    <a:pt x="62" y="1705"/>
                  </a:lnTo>
                  <a:cubicBezTo>
                    <a:pt x="63" y="1704"/>
                    <a:pt x="63" y="1704"/>
                    <a:pt x="63" y="1703"/>
                  </a:cubicBezTo>
                  <a:lnTo>
                    <a:pt x="64" y="1703"/>
                  </a:lnTo>
                  <a:cubicBezTo>
                    <a:pt x="64" y="1702"/>
                    <a:pt x="64" y="1701"/>
                    <a:pt x="65" y="1700"/>
                  </a:cubicBezTo>
                  <a:cubicBezTo>
                    <a:pt x="66" y="1698"/>
                    <a:pt x="67" y="1697"/>
                    <a:pt x="69" y="1695"/>
                  </a:cubicBezTo>
                  <a:cubicBezTo>
                    <a:pt x="73" y="1692"/>
                    <a:pt x="78" y="1688"/>
                    <a:pt x="83" y="1685"/>
                  </a:cubicBezTo>
                  <a:cubicBezTo>
                    <a:pt x="84" y="1685"/>
                    <a:pt x="85" y="1684"/>
                    <a:pt x="86" y="1684"/>
                  </a:cubicBezTo>
                  <a:lnTo>
                    <a:pt x="86" y="1683"/>
                  </a:lnTo>
                  <a:lnTo>
                    <a:pt x="88" y="1682"/>
                  </a:lnTo>
                  <a:cubicBezTo>
                    <a:pt x="90" y="1680"/>
                    <a:pt x="92" y="1678"/>
                    <a:pt x="95" y="1677"/>
                  </a:cubicBezTo>
                  <a:cubicBezTo>
                    <a:pt x="102" y="1673"/>
                    <a:pt x="110" y="1670"/>
                    <a:pt x="118" y="1670"/>
                  </a:cubicBezTo>
                  <a:cubicBezTo>
                    <a:pt x="115" y="1682"/>
                    <a:pt x="114" y="1695"/>
                    <a:pt x="114" y="1707"/>
                  </a:cubicBezTo>
                  <a:cubicBezTo>
                    <a:pt x="114" y="1716"/>
                    <a:pt x="115" y="1724"/>
                    <a:pt x="116" y="1733"/>
                  </a:cubicBezTo>
                  <a:cubicBezTo>
                    <a:pt x="116" y="1733"/>
                    <a:pt x="116" y="1734"/>
                    <a:pt x="117" y="1735"/>
                  </a:cubicBezTo>
                  <a:cubicBezTo>
                    <a:pt x="117" y="1736"/>
                    <a:pt x="118" y="1737"/>
                    <a:pt x="120" y="1738"/>
                  </a:cubicBezTo>
                  <a:cubicBezTo>
                    <a:pt x="122" y="1739"/>
                    <a:pt x="122" y="1739"/>
                    <a:pt x="124" y="1739"/>
                  </a:cubicBezTo>
                  <a:cubicBezTo>
                    <a:pt x="125" y="1739"/>
                    <a:pt x="126" y="1739"/>
                    <a:pt x="127" y="1738"/>
                  </a:cubicBezTo>
                  <a:cubicBezTo>
                    <a:pt x="129" y="1738"/>
                    <a:pt x="131" y="1737"/>
                    <a:pt x="132" y="1736"/>
                  </a:cubicBezTo>
                  <a:cubicBezTo>
                    <a:pt x="134" y="1735"/>
                    <a:pt x="136" y="1734"/>
                    <a:pt x="137" y="1732"/>
                  </a:cubicBezTo>
                  <a:cubicBezTo>
                    <a:pt x="151" y="1711"/>
                    <a:pt x="168" y="1693"/>
                    <a:pt x="188" y="1678"/>
                  </a:cubicBezTo>
                  <a:cubicBezTo>
                    <a:pt x="217" y="1656"/>
                    <a:pt x="258" y="1674"/>
                    <a:pt x="289" y="1663"/>
                  </a:cubicBezTo>
                  <a:cubicBezTo>
                    <a:pt x="289" y="1662"/>
                    <a:pt x="290" y="1662"/>
                    <a:pt x="290" y="1662"/>
                  </a:cubicBezTo>
                  <a:cubicBezTo>
                    <a:pt x="293" y="1660"/>
                    <a:pt x="296" y="1657"/>
                    <a:pt x="298" y="1654"/>
                  </a:cubicBezTo>
                  <a:cubicBezTo>
                    <a:pt x="300" y="1651"/>
                    <a:pt x="301" y="1648"/>
                    <a:pt x="301" y="1644"/>
                  </a:cubicBezTo>
                  <a:cubicBezTo>
                    <a:pt x="305" y="1644"/>
                    <a:pt x="308" y="1644"/>
                    <a:pt x="314" y="1640"/>
                  </a:cubicBezTo>
                  <a:cubicBezTo>
                    <a:pt x="337" y="1630"/>
                    <a:pt x="361" y="1621"/>
                    <a:pt x="386" y="1613"/>
                  </a:cubicBezTo>
                  <a:cubicBezTo>
                    <a:pt x="405" y="1603"/>
                    <a:pt x="424" y="1594"/>
                    <a:pt x="445" y="1587"/>
                  </a:cubicBezTo>
                  <a:cubicBezTo>
                    <a:pt x="454" y="1584"/>
                    <a:pt x="463" y="1580"/>
                    <a:pt x="472" y="1575"/>
                  </a:cubicBezTo>
                  <a:cubicBezTo>
                    <a:pt x="472" y="1575"/>
                    <a:pt x="473" y="1574"/>
                    <a:pt x="474" y="1574"/>
                  </a:cubicBezTo>
                  <a:cubicBezTo>
                    <a:pt x="459" y="1584"/>
                    <a:pt x="447" y="1597"/>
                    <a:pt x="438" y="1612"/>
                  </a:cubicBezTo>
                  <a:cubicBezTo>
                    <a:pt x="435" y="1617"/>
                    <a:pt x="433" y="1623"/>
                    <a:pt x="431" y="1628"/>
                  </a:cubicBezTo>
                  <a:cubicBezTo>
                    <a:pt x="427" y="1638"/>
                    <a:pt x="425" y="1649"/>
                    <a:pt x="425" y="1661"/>
                  </a:cubicBezTo>
                  <a:cubicBezTo>
                    <a:pt x="425" y="1676"/>
                    <a:pt x="429" y="1692"/>
                    <a:pt x="436" y="1705"/>
                  </a:cubicBezTo>
                  <a:cubicBezTo>
                    <a:pt x="443" y="1717"/>
                    <a:pt x="452" y="1727"/>
                    <a:pt x="463" y="1734"/>
                  </a:cubicBezTo>
                  <a:lnTo>
                    <a:pt x="465" y="1736"/>
                  </a:lnTo>
                  <a:cubicBezTo>
                    <a:pt x="467" y="1737"/>
                    <a:pt x="469" y="1738"/>
                    <a:pt x="471" y="1739"/>
                  </a:cubicBezTo>
                  <a:cubicBezTo>
                    <a:pt x="472" y="1740"/>
                    <a:pt x="474" y="1741"/>
                    <a:pt x="476" y="1741"/>
                  </a:cubicBezTo>
                  <a:cubicBezTo>
                    <a:pt x="478" y="1741"/>
                    <a:pt x="479" y="1740"/>
                    <a:pt x="481" y="1739"/>
                  </a:cubicBezTo>
                  <a:cubicBezTo>
                    <a:pt x="482" y="1738"/>
                    <a:pt x="484" y="1737"/>
                    <a:pt x="485" y="1735"/>
                  </a:cubicBezTo>
                  <a:cubicBezTo>
                    <a:pt x="486" y="1734"/>
                    <a:pt x="487" y="1732"/>
                    <a:pt x="487" y="1730"/>
                  </a:cubicBezTo>
                  <a:cubicBezTo>
                    <a:pt x="488" y="1725"/>
                    <a:pt x="489" y="1720"/>
                    <a:pt x="491" y="1715"/>
                  </a:cubicBezTo>
                  <a:cubicBezTo>
                    <a:pt x="491" y="1716"/>
                    <a:pt x="492" y="1716"/>
                    <a:pt x="492" y="1716"/>
                  </a:cubicBezTo>
                  <a:cubicBezTo>
                    <a:pt x="495" y="1716"/>
                    <a:pt x="497" y="1715"/>
                    <a:pt x="499" y="1714"/>
                  </a:cubicBezTo>
                  <a:cubicBezTo>
                    <a:pt x="501" y="1712"/>
                    <a:pt x="503" y="1711"/>
                    <a:pt x="504" y="1709"/>
                  </a:cubicBezTo>
                  <a:cubicBezTo>
                    <a:pt x="505" y="1708"/>
                    <a:pt x="505" y="1707"/>
                    <a:pt x="506" y="1705"/>
                  </a:cubicBezTo>
                  <a:cubicBezTo>
                    <a:pt x="506" y="1704"/>
                    <a:pt x="529" y="1691"/>
                    <a:pt x="529" y="1691"/>
                  </a:cubicBezTo>
                  <a:cubicBezTo>
                    <a:pt x="536" y="1684"/>
                    <a:pt x="542" y="1676"/>
                    <a:pt x="548" y="1668"/>
                  </a:cubicBezTo>
                  <a:lnTo>
                    <a:pt x="573" y="1657"/>
                  </a:lnTo>
                  <a:lnTo>
                    <a:pt x="574" y="1657"/>
                  </a:lnTo>
                  <a:cubicBezTo>
                    <a:pt x="576" y="1656"/>
                    <a:pt x="578" y="1654"/>
                    <a:pt x="579" y="1652"/>
                  </a:cubicBezTo>
                  <a:cubicBezTo>
                    <a:pt x="581" y="1650"/>
                    <a:pt x="582" y="1649"/>
                    <a:pt x="583" y="1647"/>
                  </a:cubicBezTo>
                  <a:cubicBezTo>
                    <a:pt x="585" y="1643"/>
                    <a:pt x="586" y="1639"/>
                    <a:pt x="586" y="1635"/>
                  </a:cubicBezTo>
                  <a:cubicBezTo>
                    <a:pt x="586" y="1634"/>
                    <a:pt x="586" y="1632"/>
                    <a:pt x="586" y="1630"/>
                  </a:cubicBezTo>
                  <a:cubicBezTo>
                    <a:pt x="609" y="1628"/>
                    <a:pt x="633" y="1624"/>
                    <a:pt x="641" y="1597"/>
                  </a:cubicBezTo>
                  <a:cubicBezTo>
                    <a:pt x="643" y="1589"/>
                    <a:pt x="636" y="1580"/>
                    <a:pt x="644" y="1581"/>
                  </a:cubicBezTo>
                  <a:cubicBezTo>
                    <a:pt x="646" y="1581"/>
                    <a:pt x="648" y="1581"/>
                    <a:pt x="649" y="1581"/>
                  </a:cubicBezTo>
                  <a:cubicBezTo>
                    <a:pt x="657" y="1581"/>
                    <a:pt x="664" y="1578"/>
                    <a:pt x="670" y="1575"/>
                  </a:cubicBezTo>
                  <a:cubicBezTo>
                    <a:pt x="673" y="1573"/>
                    <a:pt x="675" y="1572"/>
                    <a:pt x="677" y="1571"/>
                  </a:cubicBezTo>
                  <a:cubicBezTo>
                    <a:pt x="679" y="1568"/>
                    <a:pt x="681" y="1566"/>
                    <a:pt x="683" y="1563"/>
                  </a:cubicBezTo>
                  <a:cubicBezTo>
                    <a:pt x="685" y="1559"/>
                    <a:pt x="686" y="1555"/>
                    <a:pt x="687" y="1551"/>
                  </a:cubicBezTo>
                  <a:cubicBezTo>
                    <a:pt x="687" y="1548"/>
                    <a:pt x="688" y="1546"/>
                    <a:pt x="689" y="1543"/>
                  </a:cubicBezTo>
                  <a:lnTo>
                    <a:pt x="692" y="1541"/>
                  </a:lnTo>
                  <a:cubicBezTo>
                    <a:pt x="697" y="1541"/>
                    <a:pt x="702" y="1540"/>
                    <a:pt x="706" y="1538"/>
                  </a:cubicBezTo>
                  <a:cubicBezTo>
                    <a:pt x="709" y="1537"/>
                    <a:pt x="712" y="1536"/>
                    <a:pt x="714" y="1535"/>
                  </a:cubicBezTo>
                  <a:cubicBezTo>
                    <a:pt x="723" y="1529"/>
                    <a:pt x="731" y="1522"/>
                    <a:pt x="736" y="1512"/>
                  </a:cubicBezTo>
                  <a:cubicBezTo>
                    <a:pt x="737" y="1511"/>
                    <a:pt x="738" y="1509"/>
                    <a:pt x="739" y="1507"/>
                  </a:cubicBezTo>
                  <a:cubicBezTo>
                    <a:pt x="766" y="1492"/>
                    <a:pt x="803" y="1481"/>
                    <a:pt x="822" y="1459"/>
                  </a:cubicBezTo>
                  <a:cubicBezTo>
                    <a:pt x="823" y="1458"/>
                    <a:pt x="824" y="1456"/>
                    <a:pt x="825" y="1454"/>
                  </a:cubicBezTo>
                  <a:cubicBezTo>
                    <a:pt x="831" y="1444"/>
                    <a:pt x="835" y="1433"/>
                    <a:pt x="837" y="1421"/>
                  </a:cubicBezTo>
                  <a:cubicBezTo>
                    <a:pt x="839" y="1420"/>
                    <a:pt x="841" y="1418"/>
                    <a:pt x="842" y="1416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3" y="1414"/>
                    <a:pt x="844" y="1414"/>
                    <a:pt x="844" y="1413"/>
                  </a:cubicBezTo>
                  <a:lnTo>
                    <a:pt x="847" y="1416"/>
                  </a:lnTo>
                  <a:cubicBezTo>
                    <a:pt x="847" y="1417"/>
                    <a:pt x="847" y="1418"/>
                    <a:pt x="847" y="1420"/>
                  </a:cubicBezTo>
                  <a:cubicBezTo>
                    <a:pt x="847" y="1421"/>
                    <a:pt x="847" y="1423"/>
                    <a:pt x="847" y="1424"/>
                  </a:cubicBezTo>
                  <a:cubicBezTo>
                    <a:pt x="845" y="1425"/>
                    <a:pt x="842" y="1426"/>
                    <a:pt x="839" y="1427"/>
                  </a:cubicBezTo>
                  <a:cubicBezTo>
                    <a:pt x="838" y="1428"/>
                    <a:pt x="837" y="1428"/>
                    <a:pt x="837" y="1429"/>
                  </a:cubicBezTo>
                  <a:cubicBezTo>
                    <a:pt x="836" y="1430"/>
                    <a:pt x="837" y="1431"/>
                    <a:pt x="837" y="1431"/>
                  </a:cubicBezTo>
                  <a:cubicBezTo>
                    <a:pt x="837" y="1432"/>
                    <a:pt x="837" y="1432"/>
                    <a:pt x="837" y="1433"/>
                  </a:cubicBezTo>
                  <a:lnTo>
                    <a:pt x="837" y="1436"/>
                  </a:lnTo>
                  <a:lnTo>
                    <a:pt x="837" y="1437"/>
                  </a:lnTo>
                  <a:cubicBezTo>
                    <a:pt x="838" y="1437"/>
                    <a:pt x="838" y="1438"/>
                    <a:pt x="838" y="1438"/>
                  </a:cubicBezTo>
                  <a:cubicBezTo>
                    <a:pt x="839" y="1438"/>
                    <a:pt x="839" y="1438"/>
                    <a:pt x="840" y="1438"/>
                  </a:cubicBezTo>
                  <a:lnTo>
                    <a:pt x="841" y="1438"/>
                  </a:lnTo>
                  <a:cubicBezTo>
                    <a:pt x="842" y="1438"/>
                    <a:pt x="842" y="1437"/>
                    <a:pt x="842" y="1437"/>
                  </a:cubicBezTo>
                  <a:cubicBezTo>
                    <a:pt x="849" y="1428"/>
                    <a:pt x="914" y="1473"/>
                    <a:pt x="929" y="1480"/>
                  </a:cubicBezTo>
                  <a:cubicBezTo>
                    <a:pt x="957" y="1493"/>
                    <a:pt x="987" y="1500"/>
                    <a:pt x="1018" y="1500"/>
                  </a:cubicBezTo>
                  <a:cubicBezTo>
                    <a:pt x="1020" y="1500"/>
                    <a:pt x="1022" y="1500"/>
                    <a:pt x="1024" y="1500"/>
                  </a:cubicBezTo>
                  <a:cubicBezTo>
                    <a:pt x="1079" y="1500"/>
                    <a:pt x="1133" y="1497"/>
                    <a:pt x="1175" y="1460"/>
                  </a:cubicBezTo>
                  <a:cubicBezTo>
                    <a:pt x="1192" y="1464"/>
                    <a:pt x="1185" y="1460"/>
                    <a:pt x="1208" y="1459"/>
                  </a:cubicBezTo>
                  <a:cubicBezTo>
                    <a:pt x="1236" y="1460"/>
                    <a:pt x="1263" y="1464"/>
                    <a:pt x="1290" y="1471"/>
                  </a:cubicBezTo>
                  <a:cubicBezTo>
                    <a:pt x="1306" y="1475"/>
                    <a:pt x="1322" y="1477"/>
                    <a:pt x="1339" y="1477"/>
                  </a:cubicBezTo>
                  <a:cubicBezTo>
                    <a:pt x="1350" y="1477"/>
                    <a:pt x="1361" y="1476"/>
                    <a:pt x="1373" y="1474"/>
                  </a:cubicBezTo>
                  <a:cubicBezTo>
                    <a:pt x="1375" y="1473"/>
                    <a:pt x="1376" y="1471"/>
                    <a:pt x="1377" y="1470"/>
                  </a:cubicBezTo>
                  <a:cubicBezTo>
                    <a:pt x="1378" y="1468"/>
                    <a:pt x="1378" y="1467"/>
                    <a:pt x="1378" y="1466"/>
                  </a:cubicBezTo>
                  <a:cubicBezTo>
                    <a:pt x="1378" y="1464"/>
                    <a:pt x="1378" y="1463"/>
                    <a:pt x="1377" y="1462"/>
                  </a:cubicBezTo>
                  <a:cubicBezTo>
                    <a:pt x="1358" y="1405"/>
                    <a:pt x="1329" y="1357"/>
                    <a:pt x="1262" y="1352"/>
                  </a:cubicBezTo>
                  <a:cubicBezTo>
                    <a:pt x="1227" y="1350"/>
                    <a:pt x="1138" y="1375"/>
                    <a:pt x="1132" y="1418"/>
                  </a:cubicBezTo>
                  <a:cubicBezTo>
                    <a:pt x="1099" y="1406"/>
                    <a:pt x="1059" y="1406"/>
                    <a:pt x="1025" y="1393"/>
                  </a:cubicBezTo>
                  <a:cubicBezTo>
                    <a:pt x="949" y="1365"/>
                    <a:pt x="1035" y="1243"/>
                    <a:pt x="1056" y="1201"/>
                  </a:cubicBezTo>
                  <a:cubicBezTo>
                    <a:pt x="1068" y="1176"/>
                    <a:pt x="1081" y="1150"/>
                    <a:pt x="1093" y="1124"/>
                  </a:cubicBezTo>
                  <a:lnTo>
                    <a:pt x="1096" y="1124"/>
                  </a:lnTo>
                  <a:cubicBezTo>
                    <a:pt x="1099" y="1124"/>
                    <a:pt x="1101" y="1123"/>
                    <a:pt x="1104" y="1122"/>
                  </a:cubicBezTo>
                  <a:cubicBezTo>
                    <a:pt x="1107" y="1120"/>
                    <a:pt x="1109" y="1118"/>
                    <a:pt x="1111" y="1115"/>
                  </a:cubicBezTo>
                  <a:cubicBezTo>
                    <a:pt x="1112" y="1113"/>
                    <a:pt x="1113" y="1110"/>
                    <a:pt x="1113" y="1108"/>
                  </a:cubicBezTo>
                  <a:cubicBezTo>
                    <a:pt x="1122" y="1083"/>
                    <a:pt x="1133" y="1058"/>
                    <a:pt x="1146" y="1036"/>
                  </a:cubicBezTo>
                  <a:cubicBezTo>
                    <a:pt x="1154" y="1022"/>
                    <a:pt x="1162" y="1009"/>
                    <a:pt x="1171" y="997"/>
                  </a:cubicBezTo>
                  <a:cubicBezTo>
                    <a:pt x="1172" y="996"/>
                    <a:pt x="1173" y="994"/>
                    <a:pt x="1174" y="993"/>
                  </a:cubicBezTo>
                  <a:cubicBezTo>
                    <a:pt x="1180" y="981"/>
                    <a:pt x="1186" y="969"/>
                    <a:pt x="1190" y="956"/>
                  </a:cubicBezTo>
                  <a:cubicBezTo>
                    <a:pt x="1208" y="944"/>
                    <a:pt x="1229" y="935"/>
                    <a:pt x="1247" y="923"/>
                  </a:cubicBezTo>
                  <a:lnTo>
                    <a:pt x="1248" y="923"/>
                  </a:lnTo>
                  <a:lnTo>
                    <a:pt x="1249" y="923"/>
                  </a:lnTo>
                  <a:lnTo>
                    <a:pt x="1250" y="922"/>
                  </a:lnTo>
                  <a:cubicBezTo>
                    <a:pt x="1253" y="921"/>
                    <a:pt x="1256" y="918"/>
                    <a:pt x="1258" y="915"/>
                  </a:cubicBezTo>
                  <a:cubicBezTo>
                    <a:pt x="1287" y="896"/>
                    <a:pt x="1314" y="872"/>
                    <a:pt x="1336" y="845"/>
                  </a:cubicBezTo>
                  <a:cubicBezTo>
                    <a:pt x="1383" y="786"/>
                    <a:pt x="1408" y="700"/>
                    <a:pt x="1424" y="626"/>
                  </a:cubicBezTo>
                  <a:cubicBezTo>
                    <a:pt x="1442" y="651"/>
                    <a:pt x="1463" y="674"/>
                    <a:pt x="1486" y="695"/>
                  </a:cubicBezTo>
                  <a:cubicBezTo>
                    <a:pt x="1533" y="736"/>
                    <a:pt x="1586" y="769"/>
                    <a:pt x="1632" y="814"/>
                  </a:cubicBezTo>
                  <a:cubicBezTo>
                    <a:pt x="1689" y="871"/>
                    <a:pt x="1734" y="939"/>
                    <a:pt x="1787" y="1001"/>
                  </a:cubicBezTo>
                  <a:cubicBezTo>
                    <a:pt x="1874" y="1102"/>
                    <a:pt x="1964" y="1189"/>
                    <a:pt x="2105" y="1185"/>
                  </a:cubicBezTo>
                  <a:cubicBezTo>
                    <a:pt x="2107" y="1210"/>
                    <a:pt x="2112" y="1234"/>
                    <a:pt x="2121" y="1257"/>
                  </a:cubicBezTo>
                  <a:cubicBezTo>
                    <a:pt x="2123" y="1266"/>
                    <a:pt x="2127" y="1275"/>
                    <a:pt x="2132" y="1283"/>
                  </a:cubicBezTo>
                  <a:cubicBezTo>
                    <a:pt x="2133" y="1284"/>
                    <a:pt x="2133" y="1285"/>
                    <a:pt x="2134" y="1286"/>
                  </a:cubicBezTo>
                  <a:cubicBezTo>
                    <a:pt x="2133" y="1286"/>
                    <a:pt x="2133" y="1286"/>
                    <a:pt x="2133" y="1286"/>
                  </a:cubicBezTo>
                  <a:cubicBezTo>
                    <a:pt x="2132" y="1287"/>
                    <a:pt x="2132" y="1288"/>
                    <a:pt x="2132" y="1289"/>
                  </a:cubicBezTo>
                  <a:cubicBezTo>
                    <a:pt x="2132" y="1290"/>
                    <a:pt x="2132" y="1290"/>
                    <a:pt x="2133" y="1291"/>
                  </a:cubicBezTo>
                  <a:cubicBezTo>
                    <a:pt x="2133" y="1292"/>
                    <a:pt x="2134" y="1292"/>
                    <a:pt x="2135" y="1293"/>
                  </a:cubicBezTo>
                  <a:lnTo>
                    <a:pt x="2137" y="1293"/>
                  </a:lnTo>
                  <a:cubicBezTo>
                    <a:pt x="2138" y="1296"/>
                    <a:pt x="2139" y="1300"/>
                    <a:pt x="2139" y="1304"/>
                  </a:cubicBezTo>
                  <a:cubicBezTo>
                    <a:pt x="2140" y="1320"/>
                    <a:pt x="2144" y="1337"/>
                    <a:pt x="2145" y="1353"/>
                  </a:cubicBezTo>
                  <a:cubicBezTo>
                    <a:pt x="2152" y="1411"/>
                    <a:pt x="2147" y="1477"/>
                    <a:pt x="2167" y="1533"/>
                  </a:cubicBezTo>
                  <a:cubicBezTo>
                    <a:pt x="2175" y="1562"/>
                    <a:pt x="2180" y="1591"/>
                    <a:pt x="2184" y="1621"/>
                  </a:cubicBezTo>
                  <a:cubicBezTo>
                    <a:pt x="2187" y="1637"/>
                    <a:pt x="2191" y="1653"/>
                    <a:pt x="2194" y="1669"/>
                  </a:cubicBezTo>
                  <a:cubicBezTo>
                    <a:pt x="2193" y="1672"/>
                    <a:pt x="2191" y="1673"/>
                    <a:pt x="2190" y="1676"/>
                  </a:cubicBezTo>
                  <a:cubicBezTo>
                    <a:pt x="2177" y="1697"/>
                    <a:pt x="2161" y="1714"/>
                    <a:pt x="2141" y="1726"/>
                  </a:cubicBezTo>
                  <a:cubicBezTo>
                    <a:pt x="2134" y="1730"/>
                    <a:pt x="2128" y="1733"/>
                    <a:pt x="2121" y="1736"/>
                  </a:cubicBezTo>
                  <a:cubicBezTo>
                    <a:pt x="2096" y="1743"/>
                    <a:pt x="2070" y="1749"/>
                    <a:pt x="2044" y="1753"/>
                  </a:cubicBezTo>
                  <a:cubicBezTo>
                    <a:pt x="2015" y="1760"/>
                    <a:pt x="1986" y="1770"/>
                    <a:pt x="1958" y="1778"/>
                  </a:cubicBezTo>
                  <a:cubicBezTo>
                    <a:pt x="1922" y="1788"/>
                    <a:pt x="1891" y="1811"/>
                    <a:pt x="1856" y="1823"/>
                  </a:cubicBezTo>
                  <a:cubicBezTo>
                    <a:pt x="1819" y="1837"/>
                    <a:pt x="1781" y="1848"/>
                    <a:pt x="1742" y="1858"/>
                  </a:cubicBezTo>
                  <a:cubicBezTo>
                    <a:pt x="1725" y="1861"/>
                    <a:pt x="1700" y="1864"/>
                    <a:pt x="1691" y="1881"/>
                  </a:cubicBezTo>
                  <a:cubicBezTo>
                    <a:pt x="1660" y="1879"/>
                    <a:pt x="1626" y="1878"/>
                    <a:pt x="1601" y="1899"/>
                  </a:cubicBezTo>
                  <a:cubicBezTo>
                    <a:pt x="1561" y="1931"/>
                    <a:pt x="1491" y="1947"/>
                    <a:pt x="1486" y="2008"/>
                  </a:cubicBezTo>
                  <a:cubicBezTo>
                    <a:pt x="1484" y="2011"/>
                    <a:pt x="1483" y="2015"/>
                    <a:pt x="1482" y="2018"/>
                  </a:cubicBezTo>
                  <a:cubicBezTo>
                    <a:pt x="1482" y="2019"/>
                    <a:pt x="1482" y="2019"/>
                    <a:pt x="1482" y="2019"/>
                  </a:cubicBezTo>
                  <a:cubicBezTo>
                    <a:pt x="1482" y="2021"/>
                    <a:pt x="1483" y="2022"/>
                    <a:pt x="1484" y="2024"/>
                  </a:cubicBezTo>
                  <a:cubicBezTo>
                    <a:pt x="1485" y="2025"/>
                    <a:pt x="1486" y="2027"/>
                    <a:pt x="1487" y="2028"/>
                  </a:cubicBezTo>
                  <a:cubicBezTo>
                    <a:pt x="1489" y="2029"/>
                    <a:pt x="1490" y="2029"/>
                    <a:pt x="1492" y="2029"/>
                  </a:cubicBezTo>
                  <a:lnTo>
                    <a:pt x="1496" y="2029"/>
                  </a:lnTo>
                  <a:cubicBezTo>
                    <a:pt x="1496" y="2030"/>
                    <a:pt x="1497" y="2030"/>
                    <a:pt x="1497" y="2030"/>
                  </a:cubicBezTo>
                  <a:cubicBezTo>
                    <a:pt x="1499" y="2030"/>
                    <a:pt x="1500" y="2029"/>
                    <a:pt x="1502" y="2028"/>
                  </a:cubicBezTo>
                  <a:cubicBezTo>
                    <a:pt x="1503" y="2027"/>
                    <a:pt x="1504" y="2026"/>
                    <a:pt x="1505" y="2025"/>
                  </a:cubicBezTo>
                  <a:cubicBezTo>
                    <a:pt x="1505" y="2023"/>
                    <a:pt x="1507" y="2022"/>
                    <a:pt x="1507" y="2020"/>
                  </a:cubicBezTo>
                  <a:cubicBezTo>
                    <a:pt x="1507" y="2019"/>
                    <a:pt x="1506" y="2017"/>
                    <a:pt x="1506" y="2016"/>
                  </a:cubicBezTo>
                  <a:cubicBezTo>
                    <a:pt x="1507" y="2015"/>
                    <a:pt x="1509" y="2013"/>
                    <a:pt x="1510" y="2012"/>
                  </a:cubicBezTo>
                  <a:cubicBezTo>
                    <a:pt x="1532" y="2003"/>
                    <a:pt x="1555" y="1998"/>
                    <a:pt x="1578" y="1996"/>
                  </a:cubicBezTo>
                  <a:lnTo>
                    <a:pt x="1599" y="1996"/>
                  </a:lnTo>
                  <a:lnTo>
                    <a:pt x="1611" y="1996"/>
                  </a:lnTo>
                  <a:cubicBezTo>
                    <a:pt x="1638" y="1996"/>
                    <a:pt x="1680" y="2020"/>
                    <a:pt x="1703" y="1993"/>
                  </a:cubicBezTo>
                  <a:cubicBezTo>
                    <a:pt x="1706" y="1989"/>
                    <a:pt x="1710" y="1984"/>
                    <a:pt x="1713" y="1979"/>
                  </a:cubicBezTo>
                  <a:cubicBezTo>
                    <a:pt x="1714" y="1977"/>
                    <a:pt x="1715" y="1975"/>
                    <a:pt x="1715" y="1973"/>
                  </a:cubicBezTo>
                  <a:cubicBezTo>
                    <a:pt x="1720" y="1970"/>
                    <a:pt x="1724" y="1965"/>
                    <a:pt x="1727" y="1960"/>
                  </a:cubicBezTo>
                  <a:cubicBezTo>
                    <a:pt x="1727" y="1960"/>
                    <a:pt x="1727" y="1959"/>
                    <a:pt x="1728" y="1959"/>
                  </a:cubicBezTo>
                  <a:lnTo>
                    <a:pt x="1747" y="1952"/>
                  </a:lnTo>
                  <a:cubicBezTo>
                    <a:pt x="1753" y="1954"/>
                    <a:pt x="1760" y="1955"/>
                    <a:pt x="1766" y="1956"/>
                  </a:cubicBezTo>
                  <a:cubicBezTo>
                    <a:pt x="1769" y="1957"/>
                    <a:pt x="1772" y="1957"/>
                    <a:pt x="1774" y="1957"/>
                  </a:cubicBezTo>
                  <a:cubicBezTo>
                    <a:pt x="1782" y="1957"/>
                    <a:pt x="1790" y="1955"/>
                    <a:pt x="1797" y="1951"/>
                  </a:cubicBezTo>
                  <a:cubicBezTo>
                    <a:pt x="1804" y="1947"/>
                    <a:pt x="1810" y="1941"/>
                    <a:pt x="1814" y="1934"/>
                  </a:cubicBezTo>
                  <a:lnTo>
                    <a:pt x="1823" y="1932"/>
                  </a:lnTo>
                  <a:cubicBezTo>
                    <a:pt x="1829" y="1934"/>
                    <a:pt x="1836" y="1935"/>
                    <a:pt x="1842" y="1935"/>
                  </a:cubicBezTo>
                  <a:cubicBezTo>
                    <a:pt x="1853" y="1935"/>
                    <a:pt x="1863" y="1931"/>
                    <a:pt x="1872" y="1927"/>
                  </a:cubicBezTo>
                  <a:cubicBezTo>
                    <a:pt x="1875" y="1925"/>
                    <a:pt x="1877" y="1924"/>
                    <a:pt x="1880" y="1922"/>
                  </a:cubicBezTo>
                  <a:cubicBezTo>
                    <a:pt x="1887" y="1922"/>
                    <a:pt x="1893" y="1920"/>
                    <a:pt x="1901" y="1919"/>
                  </a:cubicBezTo>
                  <a:cubicBezTo>
                    <a:pt x="1909" y="1923"/>
                    <a:pt x="1919" y="1925"/>
                    <a:pt x="1929" y="1925"/>
                  </a:cubicBezTo>
                  <a:lnTo>
                    <a:pt x="1930" y="1925"/>
                  </a:lnTo>
                  <a:cubicBezTo>
                    <a:pt x="1938" y="1925"/>
                    <a:pt x="1945" y="1923"/>
                    <a:pt x="1952" y="1920"/>
                  </a:cubicBezTo>
                  <a:cubicBezTo>
                    <a:pt x="1959" y="1916"/>
                    <a:pt x="1964" y="1910"/>
                    <a:pt x="1968" y="1904"/>
                  </a:cubicBezTo>
                  <a:cubicBezTo>
                    <a:pt x="1968" y="1903"/>
                    <a:pt x="1969" y="1902"/>
                    <a:pt x="1969" y="1901"/>
                  </a:cubicBezTo>
                  <a:lnTo>
                    <a:pt x="1992" y="1893"/>
                  </a:lnTo>
                  <a:cubicBezTo>
                    <a:pt x="2009" y="1888"/>
                    <a:pt x="2020" y="1892"/>
                    <a:pt x="2036" y="1889"/>
                  </a:cubicBezTo>
                  <a:cubicBezTo>
                    <a:pt x="2052" y="1885"/>
                    <a:pt x="2069" y="1882"/>
                    <a:pt x="2085" y="1877"/>
                  </a:cubicBezTo>
                  <a:cubicBezTo>
                    <a:pt x="2083" y="1879"/>
                    <a:pt x="2081" y="1882"/>
                    <a:pt x="2079" y="1884"/>
                  </a:cubicBezTo>
                  <a:cubicBezTo>
                    <a:pt x="2070" y="1892"/>
                    <a:pt x="2061" y="1901"/>
                    <a:pt x="2051" y="1908"/>
                  </a:cubicBezTo>
                  <a:lnTo>
                    <a:pt x="2045" y="1903"/>
                  </a:lnTo>
                  <a:cubicBezTo>
                    <a:pt x="2034" y="1898"/>
                    <a:pt x="2021" y="1896"/>
                    <a:pt x="2008" y="1896"/>
                  </a:cubicBezTo>
                  <a:cubicBezTo>
                    <a:pt x="2003" y="1896"/>
                    <a:pt x="1998" y="1896"/>
                    <a:pt x="1993" y="1897"/>
                  </a:cubicBezTo>
                  <a:cubicBezTo>
                    <a:pt x="1959" y="1901"/>
                    <a:pt x="1940" y="1945"/>
                    <a:pt x="1934" y="1983"/>
                  </a:cubicBezTo>
                  <a:cubicBezTo>
                    <a:pt x="1933" y="1985"/>
                    <a:pt x="1931" y="1987"/>
                    <a:pt x="1930" y="1989"/>
                  </a:cubicBezTo>
                  <a:cubicBezTo>
                    <a:pt x="1925" y="1997"/>
                    <a:pt x="1923" y="2007"/>
                    <a:pt x="1923" y="2017"/>
                  </a:cubicBezTo>
                  <a:cubicBezTo>
                    <a:pt x="1923" y="2027"/>
                    <a:pt x="1925" y="2037"/>
                    <a:pt x="1930" y="2045"/>
                  </a:cubicBezTo>
                  <a:cubicBezTo>
                    <a:pt x="1931" y="2046"/>
                    <a:pt x="1931" y="2046"/>
                    <a:pt x="1931" y="2047"/>
                  </a:cubicBezTo>
                  <a:cubicBezTo>
                    <a:pt x="1933" y="2050"/>
                    <a:pt x="1934" y="2051"/>
                    <a:pt x="1937" y="2053"/>
                  </a:cubicBezTo>
                  <a:cubicBezTo>
                    <a:pt x="1939" y="2054"/>
                    <a:pt x="1941" y="2055"/>
                    <a:pt x="1944" y="2055"/>
                  </a:cubicBezTo>
                  <a:cubicBezTo>
                    <a:pt x="1946" y="2055"/>
                    <a:pt x="1949" y="2054"/>
                    <a:pt x="1951" y="2053"/>
                  </a:cubicBezTo>
                  <a:cubicBezTo>
                    <a:pt x="1953" y="2051"/>
                    <a:pt x="1954" y="2050"/>
                    <a:pt x="1956" y="2047"/>
                  </a:cubicBezTo>
                  <a:cubicBezTo>
                    <a:pt x="1957" y="2046"/>
                    <a:pt x="1958" y="2044"/>
                    <a:pt x="1958" y="2042"/>
                  </a:cubicBezTo>
                  <a:cubicBezTo>
                    <a:pt x="1959" y="2032"/>
                    <a:pt x="1961" y="2022"/>
                    <a:pt x="1967" y="2013"/>
                  </a:cubicBezTo>
                  <a:cubicBezTo>
                    <a:pt x="1969" y="2009"/>
                    <a:pt x="1973" y="2004"/>
                    <a:pt x="1976" y="2001"/>
                  </a:cubicBezTo>
                  <a:cubicBezTo>
                    <a:pt x="1987" y="1992"/>
                    <a:pt x="1999" y="1984"/>
                    <a:pt x="2011" y="1977"/>
                  </a:cubicBezTo>
                  <a:cubicBezTo>
                    <a:pt x="2016" y="1974"/>
                    <a:pt x="2020" y="1971"/>
                    <a:pt x="2025" y="1969"/>
                  </a:cubicBezTo>
                  <a:cubicBezTo>
                    <a:pt x="2033" y="1966"/>
                    <a:pt x="2041" y="1965"/>
                    <a:pt x="2050" y="1965"/>
                  </a:cubicBezTo>
                  <a:cubicBezTo>
                    <a:pt x="2054" y="1965"/>
                    <a:pt x="2059" y="1965"/>
                    <a:pt x="2063" y="1966"/>
                  </a:cubicBezTo>
                  <a:cubicBezTo>
                    <a:pt x="2072" y="1968"/>
                    <a:pt x="2080" y="1969"/>
                    <a:pt x="2089" y="1969"/>
                  </a:cubicBezTo>
                  <a:cubicBezTo>
                    <a:pt x="2097" y="1969"/>
                    <a:pt x="2106" y="1968"/>
                    <a:pt x="2114" y="1966"/>
                  </a:cubicBezTo>
                  <a:cubicBezTo>
                    <a:pt x="2121" y="1965"/>
                    <a:pt x="2128" y="1963"/>
                    <a:pt x="2135" y="1959"/>
                  </a:cubicBezTo>
                  <a:cubicBezTo>
                    <a:pt x="2144" y="1954"/>
                    <a:pt x="2151" y="1946"/>
                    <a:pt x="2156" y="1937"/>
                  </a:cubicBezTo>
                  <a:cubicBezTo>
                    <a:pt x="2160" y="1930"/>
                    <a:pt x="2163" y="1922"/>
                    <a:pt x="2164" y="1914"/>
                  </a:cubicBezTo>
                  <a:lnTo>
                    <a:pt x="2165" y="1912"/>
                  </a:lnTo>
                  <a:cubicBezTo>
                    <a:pt x="2166" y="1911"/>
                    <a:pt x="2168" y="1910"/>
                    <a:pt x="2169" y="1909"/>
                  </a:cubicBezTo>
                  <a:cubicBezTo>
                    <a:pt x="2171" y="1910"/>
                    <a:pt x="2173" y="1910"/>
                    <a:pt x="2175" y="1910"/>
                  </a:cubicBezTo>
                  <a:cubicBezTo>
                    <a:pt x="2186" y="1910"/>
                    <a:pt x="2196" y="1907"/>
                    <a:pt x="2205" y="1902"/>
                  </a:cubicBezTo>
                  <a:cubicBezTo>
                    <a:pt x="2214" y="1897"/>
                    <a:pt x="2220" y="1889"/>
                    <a:pt x="2226" y="1880"/>
                  </a:cubicBezTo>
                  <a:cubicBezTo>
                    <a:pt x="2227" y="1877"/>
                    <a:pt x="2229" y="1876"/>
                    <a:pt x="2230" y="1873"/>
                  </a:cubicBezTo>
                  <a:lnTo>
                    <a:pt x="2246" y="1867"/>
                  </a:lnTo>
                  <a:cubicBezTo>
                    <a:pt x="2249" y="1868"/>
                    <a:pt x="2251" y="1868"/>
                    <a:pt x="2254" y="1868"/>
                  </a:cubicBezTo>
                  <a:cubicBezTo>
                    <a:pt x="2263" y="1868"/>
                    <a:pt x="2272" y="1865"/>
                    <a:pt x="2280" y="1861"/>
                  </a:cubicBezTo>
                  <a:cubicBezTo>
                    <a:pt x="2287" y="1856"/>
                    <a:pt x="2293" y="1849"/>
                    <a:pt x="2298" y="1842"/>
                  </a:cubicBezTo>
                  <a:cubicBezTo>
                    <a:pt x="2298" y="1841"/>
                    <a:pt x="2299" y="1842"/>
                    <a:pt x="2299" y="1841"/>
                  </a:cubicBezTo>
                  <a:lnTo>
                    <a:pt x="2303" y="1838"/>
                  </a:lnTo>
                  <a:cubicBezTo>
                    <a:pt x="2306" y="1836"/>
                    <a:pt x="2310" y="1834"/>
                    <a:pt x="2313" y="1831"/>
                  </a:cubicBezTo>
                  <a:cubicBezTo>
                    <a:pt x="2314" y="1836"/>
                    <a:pt x="2315" y="1840"/>
                    <a:pt x="2318" y="1845"/>
                  </a:cubicBezTo>
                  <a:cubicBezTo>
                    <a:pt x="2321" y="1852"/>
                    <a:pt x="2328" y="1857"/>
                    <a:pt x="2335" y="1861"/>
                  </a:cubicBezTo>
                  <a:cubicBezTo>
                    <a:pt x="2335" y="1862"/>
                    <a:pt x="2335" y="1862"/>
                    <a:pt x="2336" y="1862"/>
                  </a:cubicBezTo>
                  <a:cubicBezTo>
                    <a:pt x="2339" y="1865"/>
                    <a:pt x="2343" y="1868"/>
                    <a:pt x="2347" y="1871"/>
                  </a:cubicBezTo>
                  <a:cubicBezTo>
                    <a:pt x="2352" y="1874"/>
                    <a:pt x="2358" y="1876"/>
                    <a:pt x="2364" y="1877"/>
                  </a:cubicBezTo>
                  <a:cubicBezTo>
                    <a:pt x="2369" y="1878"/>
                    <a:pt x="2374" y="1878"/>
                    <a:pt x="2379" y="1878"/>
                  </a:cubicBezTo>
                  <a:cubicBezTo>
                    <a:pt x="2384" y="1878"/>
                    <a:pt x="2389" y="1878"/>
                    <a:pt x="2393" y="1877"/>
                  </a:cubicBezTo>
                  <a:cubicBezTo>
                    <a:pt x="2408" y="1880"/>
                    <a:pt x="2423" y="1882"/>
                    <a:pt x="2437" y="1884"/>
                  </a:cubicBezTo>
                  <a:cubicBezTo>
                    <a:pt x="2442" y="1886"/>
                    <a:pt x="2448" y="1887"/>
                    <a:pt x="2453" y="1888"/>
                  </a:cubicBezTo>
                  <a:cubicBezTo>
                    <a:pt x="2462" y="1890"/>
                    <a:pt x="2472" y="1891"/>
                    <a:pt x="2482" y="1891"/>
                  </a:cubicBezTo>
                  <a:cubicBezTo>
                    <a:pt x="2493" y="1891"/>
                    <a:pt x="2504" y="1890"/>
                    <a:pt x="2515" y="1887"/>
                  </a:cubicBezTo>
                  <a:cubicBezTo>
                    <a:pt x="2520" y="1893"/>
                    <a:pt x="2527" y="1899"/>
                    <a:pt x="2534" y="1903"/>
                  </a:cubicBezTo>
                  <a:cubicBezTo>
                    <a:pt x="2546" y="1910"/>
                    <a:pt x="2560" y="1914"/>
                    <a:pt x="2574" y="1914"/>
                  </a:cubicBezTo>
                  <a:cubicBezTo>
                    <a:pt x="2587" y="1914"/>
                    <a:pt x="2601" y="1910"/>
                    <a:pt x="2613" y="1903"/>
                  </a:cubicBezTo>
                  <a:cubicBezTo>
                    <a:pt x="2614" y="1902"/>
                    <a:pt x="2616" y="1901"/>
                    <a:pt x="2618" y="1900"/>
                  </a:cubicBezTo>
                  <a:cubicBezTo>
                    <a:pt x="2621" y="1903"/>
                    <a:pt x="2624" y="1906"/>
                    <a:pt x="2628" y="1908"/>
                  </a:cubicBezTo>
                  <a:cubicBezTo>
                    <a:pt x="2637" y="1913"/>
                    <a:pt x="2646" y="1916"/>
                    <a:pt x="2657" y="1916"/>
                  </a:cubicBezTo>
                  <a:cubicBezTo>
                    <a:pt x="2667" y="1916"/>
                    <a:pt x="2678" y="1913"/>
                    <a:pt x="2687" y="1908"/>
                  </a:cubicBezTo>
                  <a:cubicBezTo>
                    <a:pt x="2691" y="1906"/>
                    <a:pt x="2694" y="1903"/>
                    <a:pt x="2697" y="1900"/>
                  </a:cubicBezTo>
                  <a:cubicBezTo>
                    <a:pt x="2707" y="1905"/>
                    <a:pt x="2717" y="1907"/>
                    <a:pt x="2728" y="1907"/>
                  </a:cubicBezTo>
                  <a:cubicBezTo>
                    <a:pt x="2738" y="1907"/>
                    <a:pt x="2748" y="1905"/>
                    <a:pt x="2758" y="1900"/>
                  </a:cubicBezTo>
                  <a:cubicBezTo>
                    <a:pt x="2773" y="1894"/>
                    <a:pt x="2775" y="1887"/>
                    <a:pt x="2787" y="1884"/>
                  </a:cubicBezTo>
                  <a:cubicBezTo>
                    <a:pt x="2795" y="1886"/>
                    <a:pt x="2804" y="1887"/>
                    <a:pt x="2812" y="1887"/>
                  </a:cubicBezTo>
                  <a:cubicBezTo>
                    <a:pt x="2820" y="1887"/>
                    <a:pt x="2829" y="1886"/>
                    <a:pt x="2837" y="1884"/>
                  </a:cubicBezTo>
                  <a:cubicBezTo>
                    <a:pt x="2840" y="1883"/>
                    <a:pt x="2843" y="1881"/>
                    <a:pt x="2846" y="1879"/>
                  </a:cubicBezTo>
                  <a:cubicBezTo>
                    <a:pt x="2856" y="1874"/>
                    <a:pt x="2864" y="1866"/>
                    <a:pt x="2869" y="1857"/>
                  </a:cubicBezTo>
                  <a:cubicBezTo>
                    <a:pt x="2872" y="1861"/>
                    <a:pt x="2874" y="1864"/>
                    <a:pt x="2877" y="1867"/>
                  </a:cubicBezTo>
                  <a:cubicBezTo>
                    <a:pt x="2888" y="1879"/>
                    <a:pt x="2913" y="1877"/>
                    <a:pt x="2913" y="1857"/>
                  </a:cubicBezTo>
                  <a:cubicBezTo>
                    <a:pt x="2913" y="1844"/>
                    <a:pt x="2916" y="1823"/>
                    <a:pt x="2904" y="1813"/>
                  </a:cubicBezTo>
                  <a:cubicBezTo>
                    <a:pt x="2903" y="1813"/>
                    <a:pt x="2902" y="1812"/>
                    <a:pt x="2902" y="1812"/>
                  </a:cubicBezTo>
                  <a:cubicBezTo>
                    <a:pt x="2898" y="1810"/>
                    <a:pt x="2893" y="1808"/>
                    <a:pt x="2888" y="1808"/>
                  </a:cubicBezTo>
                  <a:cubicBezTo>
                    <a:pt x="2885" y="1808"/>
                    <a:pt x="2882" y="1809"/>
                    <a:pt x="2879" y="1810"/>
                  </a:cubicBezTo>
                  <a:moveTo>
                    <a:pt x="1353" y="1448"/>
                  </a:moveTo>
                  <a:lnTo>
                    <a:pt x="1357" y="1458"/>
                  </a:lnTo>
                  <a:lnTo>
                    <a:pt x="1352" y="1458"/>
                  </a:lnTo>
                  <a:cubicBezTo>
                    <a:pt x="1353" y="1456"/>
                    <a:pt x="1353" y="1453"/>
                    <a:pt x="1353" y="1450"/>
                  </a:cubicBezTo>
                  <a:cubicBezTo>
                    <a:pt x="1353" y="1449"/>
                    <a:pt x="1353" y="1449"/>
                    <a:pt x="1353" y="1448"/>
                  </a:cubicBezTo>
                  <a:moveTo>
                    <a:pt x="1147" y="1422"/>
                  </a:moveTo>
                  <a:cubicBezTo>
                    <a:pt x="1151" y="1411"/>
                    <a:pt x="1169" y="1403"/>
                    <a:pt x="1178" y="1395"/>
                  </a:cubicBezTo>
                  <a:cubicBezTo>
                    <a:pt x="1181" y="1394"/>
                    <a:pt x="1183" y="1392"/>
                    <a:pt x="1186" y="1391"/>
                  </a:cubicBezTo>
                  <a:cubicBezTo>
                    <a:pt x="1208" y="1378"/>
                    <a:pt x="1234" y="1371"/>
                    <a:pt x="1259" y="1371"/>
                  </a:cubicBezTo>
                  <a:cubicBezTo>
                    <a:pt x="1260" y="1371"/>
                    <a:pt x="1261" y="1371"/>
                    <a:pt x="1262" y="1371"/>
                  </a:cubicBezTo>
                  <a:cubicBezTo>
                    <a:pt x="1263" y="1371"/>
                    <a:pt x="1264" y="1371"/>
                    <a:pt x="1265" y="1371"/>
                  </a:cubicBezTo>
                  <a:cubicBezTo>
                    <a:pt x="1279" y="1371"/>
                    <a:pt x="1292" y="1374"/>
                    <a:pt x="1304" y="1381"/>
                  </a:cubicBezTo>
                  <a:cubicBezTo>
                    <a:pt x="1316" y="1387"/>
                    <a:pt x="1326" y="1398"/>
                    <a:pt x="1333" y="1410"/>
                  </a:cubicBezTo>
                  <a:cubicBezTo>
                    <a:pt x="1315" y="1391"/>
                    <a:pt x="1288" y="1388"/>
                    <a:pt x="1251" y="1389"/>
                  </a:cubicBezTo>
                  <a:cubicBezTo>
                    <a:pt x="1217" y="1400"/>
                    <a:pt x="1184" y="1412"/>
                    <a:pt x="1151" y="1426"/>
                  </a:cubicBezTo>
                  <a:lnTo>
                    <a:pt x="1146" y="1423"/>
                  </a:lnTo>
                  <a:cubicBezTo>
                    <a:pt x="1146" y="1423"/>
                    <a:pt x="1147" y="1423"/>
                    <a:pt x="1147" y="1422"/>
                  </a:cubicBezTo>
                  <a:moveTo>
                    <a:pt x="256" y="1542"/>
                  </a:moveTo>
                  <a:cubicBezTo>
                    <a:pt x="256" y="1544"/>
                    <a:pt x="255" y="1545"/>
                    <a:pt x="255" y="1546"/>
                  </a:cubicBezTo>
                  <a:cubicBezTo>
                    <a:pt x="255" y="1547"/>
                    <a:pt x="256" y="1549"/>
                    <a:pt x="256" y="1550"/>
                  </a:cubicBezTo>
                  <a:lnTo>
                    <a:pt x="228" y="1559"/>
                  </a:lnTo>
                  <a:lnTo>
                    <a:pt x="256" y="1542"/>
                  </a:lnTo>
                  <a:moveTo>
                    <a:pt x="29" y="1715"/>
                  </a:moveTo>
                  <a:cubicBezTo>
                    <a:pt x="31" y="1712"/>
                    <a:pt x="33" y="1710"/>
                    <a:pt x="35" y="1707"/>
                  </a:cubicBezTo>
                  <a:lnTo>
                    <a:pt x="36" y="1707"/>
                  </a:lnTo>
                  <a:cubicBezTo>
                    <a:pt x="37" y="1707"/>
                    <a:pt x="37" y="1707"/>
                    <a:pt x="37" y="1707"/>
                  </a:cubicBezTo>
                  <a:cubicBezTo>
                    <a:pt x="35" y="1710"/>
                    <a:pt x="32" y="1712"/>
                    <a:pt x="30" y="1715"/>
                  </a:cubicBezTo>
                  <a:lnTo>
                    <a:pt x="29" y="1715"/>
                  </a:lnTo>
                  <a:moveTo>
                    <a:pt x="55" y="1693"/>
                  </a:moveTo>
                  <a:lnTo>
                    <a:pt x="50" y="1697"/>
                  </a:lnTo>
                  <a:cubicBezTo>
                    <a:pt x="52" y="1694"/>
                    <a:pt x="54" y="1692"/>
                    <a:pt x="56" y="1689"/>
                  </a:cubicBezTo>
                  <a:lnTo>
                    <a:pt x="56" y="1690"/>
                  </a:lnTo>
                  <a:cubicBezTo>
                    <a:pt x="56" y="1691"/>
                    <a:pt x="56" y="1692"/>
                    <a:pt x="56" y="1693"/>
                  </a:cubicBezTo>
                  <a:lnTo>
                    <a:pt x="55" y="1693"/>
                  </a:lnTo>
                  <a:moveTo>
                    <a:pt x="120" y="1655"/>
                  </a:moveTo>
                  <a:lnTo>
                    <a:pt x="119" y="1655"/>
                  </a:lnTo>
                  <a:lnTo>
                    <a:pt x="113" y="1655"/>
                  </a:lnTo>
                  <a:lnTo>
                    <a:pt x="114" y="1655"/>
                  </a:lnTo>
                  <a:lnTo>
                    <a:pt x="122" y="1651"/>
                  </a:lnTo>
                  <a:lnTo>
                    <a:pt x="120" y="1655"/>
                  </a:lnTo>
                  <a:moveTo>
                    <a:pt x="99" y="1618"/>
                  </a:moveTo>
                  <a:cubicBezTo>
                    <a:pt x="95" y="1620"/>
                    <a:pt x="90" y="1623"/>
                    <a:pt x="86" y="1625"/>
                  </a:cubicBezTo>
                  <a:cubicBezTo>
                    <a:pt x="71" y="1634"/>
                    <a:pt x="58" y="1645"/>
                    <a:pt x="46" y="1658"/>
                  </a:cubicBezTo>
                  <a:cubicBezTo>
                    <a:pt x="35" y="1669"/>
                    <a:pt x="24" y="1681"/>
                    <a:pt x="15" y="1695"/>
                  </a:cubicBezTo>
                  <a:cubicBezTo>
                    <a:pt x="17" y="1675"/>
                    <a:pt x="23" y="1656"/>
                    <a:pt x="33" y="1639"/>
                  </a:cubicBezTo>
                  <a:cubicBezTo>
                    <a:pt x="46" y="1617"/>
                    <a:pt x="64" y="1599"/>
                    <a:pt x="86" y="1586"/>
                  </a:cubicBezTo>
                  <a:cubicBezTo>
                    <a:pt x="90" y="1584"/>
                    <a:pt x="95" y="1581"/>
                    <a:pt x="100" y="1579"/>
                  </a:cubicBezTo>
                  <a:cubicBezTo>
                    <a:pt x="118" y="1571"/>
                    <a:pt x="188" y="1543"/>
                    <a:pt x="202" y="1566"/>
                  </a:cubicBezTo>
                  <a:lnTo>
                    <a:pt x="201" y="1567"/>
                  </a:lnTo>
                  <a:lnTo>
                    <a:pt x="202" y="1567"/>
                  </a:lnTo>
                  <a:cubicBezTo>
                    <a:pt x="195" y="1570"/>
                    <a:pt x="188" y="1572"/>
                    <a:pt x="182" y="1575"/>
                  </a:cubicBezTo>
                  <a:cubicBezTo>
                    <a:pt x="179" y="1576"/>
                    <a:pt x="176" y="1577"/>
                    <a:pt x="173" y="1579"/>
                  </a:cubicBezTo>
                  <a:cubicBezTo>
                    <a:pt x="169" y="1581"/>
                    <a:pt x="166" y="1584"/>
                    <a:pt x="162" y="1587"/>
                  </a:cubicBezTo>
                  <a:cubicBezTo>
                    <a:pt x="161" y="1586"/>
                    <a:pt x="159" y="1586"/>
                    <a:pt x="158" y="1586"/>
                  </a:cubicBezTo>
                  <a:cubicBezTo>
                    <a:pt x="156" y="1586"/>
                    <a:pt x="155" y="1586"/>
                    <a:pt x="153" y="1587"/>
                  </a:cubicBezTo>
                  <a:cubicBezTo>
                    <a:pt x="152" y="1586"/>
                    <a:pt x="152" y="1585"/>
                    <a:pt x="151" y="1585"/>
                  </a:cubicBezTo>
                  <a:cubicBezTo>
                    <a:pt x="150" y="1584"/>
                    <a:pt x="149" y="1584"/>
                    <a:pt x="148" y="1584"/>
                  </a:cubicBezTo>
                  <a:cubicBezTo>
                    <a:pt x="128" y="1580"/>
                    <a:pt x="112" y="1602"/>
                    <a:pt x="100" y="1618"/>
                  </a:cubicBezTo>
                  <a:lnTo>
                    <a:pt x="99" y="1618"/>
                  </a:lnTo>
                  <a:moveTo>
                    <a:pt x="128" y="1711"/>
                  </a:moveTo>
                  <a:lnTo>
                    <a:pt x="128" y="1711"/>
                  </a:lnTo>
                  <a:moveTo>
                    <a:pt x="251" y="1607"/>
                  </a:moveTo>
                  <a:cubicBezTo>
                    <a:pt x="249" y="1610"/>
                    <a:pt x="244" y="1618"/>
                    <a:pt x="248" y="1617"/>
                  </a:cubicBezTo>
                  <a:cubicBezTo>
                    <a:pt x="240" y="1617"/>
                    <a:pt x="232" y="1617"/>
                    <a:pt x="223" y="1617"/>
                  </a:cubicBezTo>
                  <a:cubicBezTo>
                    <a:pt x="206" y="1618"/>
                    <a:pt x="188" y="1623"/>
                    <a:pt x="173" y="1632"/>
                  </a:cubicBezTo>
                  <a:cubicBezTo>
                    <a:pt x="168" y="1635"/>
                    <a:pt x="164" y="1637"/>
                    <a:pt x="160" y="1640"/>
                  </a:cubicBezTo>
                  <a:cubicBezTo>
                    <a:pt x="149" y="1648"/>
                    <a:pt x="139" y="1659"/>
                    <a:pt x="132" y="1670"/>
                  </a:cubicBezTo>
                  <a:cubicBezTo>
                    <a:pt x="135" y="1657"/>
                    <a:pt x="140" y="1644"/>
                    <a:pt x="146" y="1633"/>
                  </a:cubicBezTo>
                  <a:cubicBezTo>
                    <a:pt x="152" y="1622"/>
                    <a:pt x="159" y="1613"/>
                    <a:pt x="168" y="1605"/>
                  </a:cubicBezTo>
                  <a:cubicBezTo>
                    <a:pt x="168" y="1605"/>
                    <a:pt x="169" y="1604"/>
                    <a:pt x="170" y="1604"/>
                  </a:cubicBezTo>
                  <a:cubicBezTo>
                    <a:pt x="171" y="1603"/>
                    <a:pt x="172" y="1602"/>
                    <a:pt x="173" y="1601"/>
                  </a:cubicBezTo>
                  <a:lnTo>
                    <a:pt x="173" y="1600"/>
                  </a:lnTo>
                  <a:cubicBezTo>
                    <a:pt x="179" y="1595"/>
                    <a:pt x="185" y="1590"/>
                    <a:pt x="192" y="1586"/>
                  </a:cubicBezTo>
                  <a:cubicBezTo>
                    <a:pt x="195" y="1584"/>
                    <a:pt x="199" y="1583"/>
                    <a:pt x="203" y="1581"/>
                  </a:cubicBezTo>
                  <a:cubicBezTo>
                    <a:pt x="220" y="1573"/>
                    <a:pt x="239" y="1567"/>
                    <a:pt x="257" y="1561"/>
                  </a:cubicBezTo>
                  <a:cubicBezTo>
                    <a:pt x="261" y="1573"/>
                    <a:pt x="265" y="1584"/>
                    <a:pt x="270" y="1596"/>
                  </a:cubicBezTo>
                  <a:lnTo>
                    <a:pt x="269" y="1596"/>
                  </a:lnTo>
                  <a:cubicBezTo>
                    <a:pt x="266" y="1596"/>
                    <a:pt x="262" y="1596"/>
                    <a:pt x="259" y="1598"/>
                  </a:cubicBezTo>
                  <a:cubicBezTo>
                    <a:pt x="256" y="1600"/>
                    <a:pt x="254" y="1602"/>
                    <a:pt x="252" y="1605"/>
                  </a:cubicBezTo>
                  <a:cubicBezTo>
                    <a:pt x="252" y="1606"/>
                    <a:pt x="252" y="1606"/>
                    <a:pt x="251" y="1607"/>
                  </a:cubicBezTo>
                  <a:moveTo>
                    <a:pt x="273" y="1540"/>
                  </a:moveTo>
                  <a:cubicBezTo>
                    <a:pt x="272" y="1540"/>
                    <a:pt x="272" y="1539"/>
                    <a:pt x="272" y="1539"/>
                  </a:cubicBezTo>
                  <a:cubicBezTo>
                    <a:pt x="271" y="1538"/>
                    <a:pt x="270" y="1537"/>
                    <a:pt x="269" y="1536"/>
                  </a:cubicBezTo>
                  <a:cubicBezTo>
                    <a:pt x="268" y="1535"/>
                    <a:pt x="268" y="1535"/>
                    <a:pt x="267" y="1535"/>
                  </a:cubicBezTo>
                  <a:cubicBezTo>
                    <a:pt x="339" y="1492"/>
                    <a:pt x="411" y="1448"/>
                    <a:pt x="482" y="1403"/>
                  </a:cubicBezTo>
                  <a:cubicBezTo>
                    <a:pt x="529" y="1374"/>
                    <a:pt x="580" y="1352"/>
                    <a:pt x="624" y="1318"/>
                  </a:cubicBezTo>
                  <a:cubicBezTo>
                    <a:pt x="642" y="1305"/>
                    <a:pt x="660" y="1293"/>
                    <a:pt x="679" y="1283"/>
                  </a:cubicBezTo>
                  <a:cubicBezTo>
                    <a:pt x="682" y="1281"/>
                    <a:pt x="684" y="1280"/>
                    <a:pt x="686" y="1279"/>
                  </a:cubicBezTo>
                  <a:cubicBezTo>
                    <a:pt x="680" y="1287"/>
                    <a:pt x="674" y="1296"/>
                    <a:pt x="668" y="1306"/>
                  </a:cubicBezTo>
                  <a:cubicBezTo>
                    <a:pt x="653" y="1326"/>
                    <a:pt x="633" y="1343"/>
                    <a:pt x="611" y="1356"/>
                  </a:cubicBezTo>
                  <a:cubicBezTo>
                    <a:pt x="609" y="1357"/>
                    <a:pt x="607" y="1358"/>
                    <a:pt x="605" y="1359"/>
                  </a:cubicBezTo>
                  <a:cubicBezTo>
                    <a:pt x="577" y="1376"/>
                    <a:pt x="553" y="1397"/>
                    <a:pt x="527" y="1415"/>
                  </a:cubicBezTo>
                  <a:cubicBezTo>
                    <a:pt x="513" y="1423"/>
                    <a:pt x="500" y="1431"/>
                    <a:pt x="487" y="1439"/>
                  </a:cubicBezTo>
                  <a:cubicBezTo>
                    <a:pt x="463" y="1453"/>
                    <a:pt x="439" y="1466"/>
                    <a:pt x="414" y="1477"/>
                  </a:cubicBezTo>
                  <a:cubicBezTo>
                    <a:pt x="379" y="1497"/>
                    <a:pt x="344" y="1519"/>
                    <a:pt x="308" y="1538"/>
                  </a:cubicBezTo>
                  <a:lnTo>
                    <a:pt x="305" y="1539"/>
                  </a:lnTo>
                  <a:cubicBezTo>
                    <a:pt x="295" y="1543"/>
                    <a:pt x="284" y="1545"/>
                    <a:pt x="274" y="1545"/>
                  </a:cubicBezTo>
                  <a:cubicBezTo>
                    <a:pt x="274" y="1544"/>
                    <a:pt x="274" y="1542"/>
                    <a:pt x="273" y="1540"/>
                  </a:cubicBezTo>
                  <a:moveTo>
                    <a:pt x="300" y="1627"/>
                  </a:moveTo>
                  <a:cubicBezTo>
                    <a:pt x="300" y="1625"/>
                    <a:pt x="300" y="1623"/>
                    <a:pt x="300" y="1621"/>
                  </a:cubicBezTo>
                  <a:lnTo>
                    <a:pt x="306" y="1623"/>
                  </a:lnTo>
                  <a:lnTo>
                    <a:pt x="300" y="1627"/>
                  </a:lnTo>
                  <a:moveTo>
                    <a:pt x="464" y="1524"/>
                  </a:moveTo>
                  <a:cubicBezTo>
                    <a:pt x="460" y="1538"/>
                    <a:pt x="434" y="1535"/>
                    <a:pt x="423" y="1537"/>
                  </a:cubicBezTo>
                  <a:cubicBezTo>
                    <a:pt x="421" y="1537"/>
                    <a:pt x="420" y="1537"/>
                    <a:pt x="418" y="1538"/>
                  </a:cubicBezTo>
                  <a:cubicBezTo>
                    <a:pt x="415" y="1539"/>
                    <a:pt x="414" y="1542"/>
                    <a:pt x="412" y="1544"/>
                  </a:cubicBezTo>
                  <a:cubicBezTo>
                    <a:pt x="411" y="1545"/>
                    <a:pt x="411" y="1546"/>
                    <a:pt x="411" y="1548"/>
                  </a:cubicBezTo>
                  <a:lnTo>
                    <a:pt x="385" y="1552"/>
                  </a:lnTo>
                  <a:cubicBezTo>
                    <a:pt x="384" y="1551"/>
                    <a:pt x="382" y="1550"/>
                    <a:pt x="381" y="1549"/>
                  </a:cubicBezTo>
                  <a:cubicBezTo>
                    <a:pt x="378" y="1547"/>
                    <a:pt x="375" y="1547"/>
                    <a:pt x="372" y="1547"/>
                  </a:cubicBezTo>
                  <a:cubicBezTo>
                    <a:pt x="369" y="1547"/>
                    <a:pt x="367" y="1547"/>
                    <a:pt x="364" y="1549"/>
                  </a:cubicBezTo>
                  <a:cubicBezTo>
                    <a:pt x="361" y="1550"/>
                    <a:pt x="359" y="1552"/>
                    <a:pt x="358" y="1555"/>
                  </a:cubicBezTo>
                  <a:cubicBezTo>
                    <a:pt x="357" y="1557"/>
                    <a:pt x="356" y="1559"/>
                    <a:pt x="356" y="1562"/>
                  </a:cubicBezTo>
                  <a:lnTo>
                    <a:pt x="356" y="1563"/>
                  </a:lnTo>
                  <a:cubicBezTo>
                    <a:pt x="356" y="1568"/>
                    <a:pt x="354" y="1574"/>
                    <a:pt x="352" y="1580"/>
                  </a:cubicBezTo>
                  <a:cubicBezTo>
                    <a:pt x="352" y="1578"/>
                    <a:pt x="351" y="1577"/>
                    <a:pt x="350" y="1575"/>
                  </a:cubicBezTo>
                  <a:cubicBezTo>
                    <a:pt x="349" y="1573"/>
                    <a:pt x="347" y="1571"/>
                    <a:pt x="345" y="1570"/>
                  </a:cubicBezTo>
                  <a:cubicBezTo>
                    <a:pt x="342" y="1568"/>
                    <a:pt x="340" y="1568"/>
                    <a:pt x="337" y="1568"/>
                  </a:cubicBezTo>
                  <a:cubicBezTo>
                    <a:pt x="334" y="1568"/>
                    <a:pt x="331" y="1568"/>
                    <a:pt x="329" y="1570"/>
                  </a:cubicBezTo>
                  <a:cubicBezTo>
                    <a:pt x="326" y="1571"/>
                    <a:pt x="325" y="1573"/>
                    <a:pt x="324" y="1575"/>
                  </a:cubicBezTo>
                  <a:cubicBezTo>
                    <a:pt x="322" y="1577"/>
                    <a:pt x="322" y="1580"/>
                    <a:pt x="321" y="1582"/>
                  </a:cubicBezTo>
                  <a:lnTo>
                    <a:pt x="298" y="1590"/>
                  </a:lnTo>
                  <a:cubicBezTo>
                    <a:pt x="296" y="1584"/>
                    <a:pt x="295" y="1579"/>
                    <a:pt x="291" y="1573"/>
                  </a:cubicBezTo>
                  <a:cubicBezTo>
                    <a:pt x="289" y="1571"/>
                    <a:pt x="287" y="1568"/>
                    <a:pt x="285" y="1565"/>
                  </a:cubicBezTo>
                  <a:cubicBezTo>
                    <a:pt x="295" y="1562"/>
                    <a:pt x="304" y="1558"/>
                    <a:pt x="313" y="1553"/>
                  </a:cubicBezTo>
                  <a:cubicBezTo>
                    <a:pt x="314" y="1552"/>
                    <a:pt x="315" y="1552"/>
                    <a:pt x="316" y="1551"/>
                  </a:cubicBezTo>
                  <a:cubicBezTo>
                    <a:pt x="342" y="1537"/>
                    <a:pt x="368" y="1524"/>
                    <a:pt x="395" y="1511"/>
                  </a:cubicBezTo>
                  <a:cubicBezTo>
                    <a:pt x="397" y="1510"/>
                    <a:pt x="398" y="1509"/>
                    <a:pt x="400" y="1508"/>
                  </a:cubicBezTo>
                  <a:lnTo>
                    <a:pt x="401" y="1507"/>
                  </a:lnTo>
                  <a:cubicBezTo>
                    <a:pt x="440" y="1488"/>
                    <a:pt x="477" y="1470"/>
                    <a:pt x="513" y="1448"/>
                  </a:cubicBezTo>
                  <a:cubicBezTo>
                    <a:pt x="508" y="1455"/>
                    <a:pt x="505" y="1468"/>
                    <a:pt x="495" y="1468"/>
                  </a:cubicBezTo>
                  <a:cubicBezTo>
                    <a:pt x="495" y="1468"/>
                    <a:pt x="494" y="1469"/>
                    <a:pt x="495" y="1469"/>
                  </a:cubicBezTo>
                  <a:cubicBezTo>
                    <a:pt x="506" y="1471"/>
                    <a:pt x="510" y="1457"/>
                    <a:pt x="516" y="1450"/>
                  </a:cubicBezTo>
                  <a:cubicBezTo>
                    <a:pt x="517" y="1448"/>
                    <a:pt x="516" y="1447"/>
                    <a:pt x="514" y="1448"/>
                  </a:cubicBezTo>
                  <a:cubicBezTo>
                    <a:pt x="522" y="1443"/>
                    <a:pt x="531" y="1438"/>
                    <a:pt x="539" y="1433"/>
                  </a:cubicBezTo>
                  <a:cubicBezTo>
                    <a:pt x="547" y="1427"/>
                    <a:pt x="559" y="1420"/>
                    <a:pt x="568" y="1413"/>
                  </a:cubicBezTo>
                  <a:cubicBezTo>
                    <a:pt x="562" y="1420"/>
                    <a:pt x="555" y="1426"/>
                    <a:pt x="547" y="1430"/>
                  </a:cubicBezTo>
                  <a:cubicBezTo>
                    <a:pt x="541" y="1433"/>
                    <a:pt x="535" y="1436"/>
                    <a:pt x="529" y="1438"/>
                  </a:cubicBezTo>
                  <a:cubicBezTo>
                    <a:pt x="523" y="1440"/>
                    <a:pt x="529" y="1439"/>
                    <a:pt x="529" y="1439"/>
                  </a:cubicBezTo>
                  <a:cubicBezTo>
                    <a:pt x="546" y="1439"/>
                    <a:pt x="560" y="1422"/>
                    <a:pt x="573" y="1410"/>
                  </a:cubicBezTo>
                  <a:cubicBezTo>
                    <a:pt x="589" y="1399"/>
                    <a:pt x="605" y="1388"/>
                    <a:pt x="621" y="1376"/>
                  </a:cubicBezTo>
                  <a:cubicBezTo>
                    <a:pt x="617" y="1382"/>
                    <a:pt x="614" y="1387"/>
                    <a:pt x="610" y="1392"/>
                  </a:cubicBezTo>
                  <a:cubicBezTo>
                    <a:pt x="606" y="1397"/>
                    <a:pt x="610" y="1400"/>
                    <a:pt x="614" y="1397"/>
                  </a:cubicBezTo>
                  <a:cubicBezTo>
                    <a:pt x="627" y="1388"/>
                    <a:pt x="638" y="1377"/>
                    <a:pt x="647" y="1365"/>
                  </a:cubicBezTo>
                  <a:cubicBezTo>
                    <a:pt x="660" y="1348"/>
                    <a:pt x="680" y="1345"/>
                    <a:pt x="695" y="1334"/>
                  </a:cubicBezTo>
                  <a:cubicBezTo>
                    <a:pt x="703" y="1329"/>
                    <a:pt x="713" y="1324"/>
                    <a:pt x="715" y="1313"/>
                  </a:cubicBezTo>
                  <a:cubicBezTo>
                    <a:pt x="715" y="1309"/>
                    <a:pt x="715" y="1306"/>
                    <a:pt x="715" y="1303"/>
                  </a:cubicBezTo>
                  <a:cubicBezTo>
                    <a:pt x="715" y="1299"/>
                    <a:pt x="715" y="1296"/>
                    <a:pt x="715" y="1293"/>
                  </a:cubicBezTo>
                  <a:cubicBezTo>
                    <a:pt x="720" y="1299"/>
                    <a:pt x="725" y="1304"/>
                    <a:pt x="732" y="1309"/>
                  </a:cubicBezTo>
                  <a:cubicBezTo>
                    <a:pt x="734" y="1311"/>
                    <a:pt x="737" y="1313"/>
                    <a:pt x="741" y="1315"/>
                  </a:cubicBezTo>
                  <a:cubicBezTo>
                    <a:pt x="747" y="1318"/>
                    <a:pt x="753" y="1321"/>
                    <a:pt x="760" y="1324"/>
                  </a:cubicBezTo>
                  <a:cubicBezTo>
                    <a:pt x="752" y="1327"/>
                    <a:pt x="745" y="1331"/>
                    <a:pt x="738" y="1335"/>
                  </a:cubicBezTo>
                  <a:cubicBezTo>
                    <a:pt x="711" y="1350"/>
                    <a:pt x="687" y="1372"/>
                    <a:pt x="669" y="1397"/>
                  </a:cubicBezTo>
                  <a:cubicBezTo>
                    <a:pt x="668" y="1399"/>
                    <a:pt x="666" y="1401"/>
                    <a:pt x="665" y="1403"/>
                  </a:cubicBezTo>
                  <a:cubicBezTo>
                    <a:pt x="664" y="1405"/>
                    <a:pt x="663" y="1407"/>
                    <a:pt x="662" y="1409"/>
                  </a:cubicBezTo>
                  <a:cubicBezTo>
                    <a:pt x="661" y="1415"/>
                    <a:pt x="660" y="1420"/>
                    <a:pt x="657" y="1425"/>
                  </a:cubicBezTo>
                  <a:cubicBezTo>
                    <a:pt x="655" y="1428"/>
                    <a:pt x="653" y="1431"/>
                    <a:pt x="651" y="1433"/>
                  </a:cubicBezTo>
                  <a:cubicBezTo>
                    <a:pt x="653" y="1431"/>
                    <a:pt x="655" y="1428"/>
                    <a:pt x="657" y="1425"/>
                  </a:cubicBezTo>
                  <a:cubicBezTo>
                    <a:pt x="657" y="1424"/>
                    <a:pt x="657" y="1423"/>
                    <a:pt x="658" y="1422"/>
                  </a:cubicBezTo>
                  <a:cubicBezTo>
                    <a:pt x="661" y="1415"/>
                    <a:pt x="651" y="1407"/>
                    <a:pt x="646" y="1414"/>
                  </a:cubicBezTo>
                  <a:cubicBezTo>
                    <a:pt x="639" y="1423"/>
                    <a:pt x="631" y="1432"/>
                    <a:pt x="621" y="1439"/>
                  </a:cubicBezTo>
                  <a:cubicBezTo>
                    <a:pt x="597" y="1435"/>
                    <a:pt x="596" y="1460"/>
                    <a:pt x="575" y="1462"/>
                  </a:cubicBezTo>
                  <a:cubicBezTo>
                    <a:pt x="567" y="1462"/>
                    <a:pt x="563" y="1470"/>
                    <a:pt x="562" y="1477"/>
                  </a:cubicBezTo>
                  <a:cubicBezTo>
                    <a:pt x="563" y="1488"/>
                    <a:pt x="558" y="1492"/>
                    <a:pt x="546" y="1487"/>
                  </a:cubicBezTo>
                  <a:cubicBezTo>
                    <a:pt x="545" y="1486"/>
                    <a:pt x="544" y="1485"/>
                    <a:pt x="542" y="1484"/>
                  </a:cubicBezTo>
                  <a:cubicBezTo>
                    <a:pt x="540" y="1482"/>
                    <a:pt x="537" y="1482"/>
                    <a:pt x="534" y="1482"/>
                  </a:cubicBezTo>
                  <a:cubicBezTo>
                    <a:pt x="531" y="1482"/>
                    <a:pt x="529" y="1482"/>
                    <a:pt x="526" y="1484"/>
                  </a:cubicBezTo>
                  <a:cubicBezTo>
                    <a:pt x="523" y="1485"/>
                    <a:pt x="521" y="1487"/>
                    <a:pt x="519" y="1490"/>
                  </a:cubicBezTo>
                  <a:cubicBezTo>
                    <a:pt x="519" y="1491"/>
                    <a:pt x="518" y="1492"/>
                    <a:pt x="518" y="1493"/>
                  </a:cubicBezTo>
                  <a:cubicBezTo>
                    <a:pt x="517" y="1509"/>
                    <a:pt x="506" y="1516"/>
                    <a:pt x="485" y="1513"/>
                  </a:cubicBezTo>
                  <a:cubicBezTo>
                    <a:pt x="484" y="1513"/>
                    <a:pt x="483" y="1513"/>
                    <a:pt x="481" y="1513"/>
                  </a:cubicBezTo>
                  <a:cubicBezTo>
                    <a:pt x="478" y="1513"/>
                    <a:pt x="476" y="1513"/>
                    <a:pt x="473" y="1515"/>
                  </a:cubicBezTo>
                  <a:cubicBezTo>
                    <a:pt x="470" y="1516"/>
                    <a:pt x="468" y="1518"/>
                    <a:pt x="467" y="1521"/>
                  </a:cubicBezTo>
                  <a:cubicBezTo>
                    <a:pt x="466" y="1522"/>
                    <a:pt x="466" y="1523"/>
                    <a:pt x="465" y="1525"/>
                  </a:cubicBezTo>
                  <a:lnTo>
                    <a:pt x="464" y="1524"/>
                  </a:lnTo>
                  <a:moveTo>
                    <a:pt x="484" y="1650"/>
                  </a:moveTo>
                  <a:cubicBezTo>
                    <a:pt x="477" y="1656"/>
                    <a:pt x="471" y="1663"/>
                    <a:pt x="467" y="1671"/>
                  </a:cubicBezTo>
                  <a:cubicBezTo>
                    <a:pt x="462" y="1679"/>
                    <a:pt x="459" y="1687"/>
                    <a:pt x="457" y="1695"/>
                  </a:cubicBezTo>
                  <a:cubicBezTo>
                    <a:pt x="450" y="1684"/>
                    <a:pt x="447" y="1670"/>
                    <a:pt x="447" y="1656"/>
                  </a:cubicBezTo>
                  <a:cubicBezTo>
                    <a:pt x="447" y="1643"/>
                    <a:pt x="450" y="1629"/>
                    <a:pt x="457" y="1617"/>
                  </a:cubicBezTo>
                  <a:cubicBezTo>
                    <a:pt x="464" y="1605"/>
                    <a:pt x="474" y="1595"/>
                    <a:pt x="486" y="1588"/>
                  </a:cubicBezTo>
                  <a:cubicBezTo>
                    <a:pt x="487" y="1587"/>
                    <a:pt x="489" y="1587"/>
                    <a:pt x="490" y="1586"/>
                  </a:cubicBezTo>
                  <a:cubicBezTo>
                    <a:pt x="491" y="1586"/>
                    <a:pt x="491" y="1585"/>
                    <a:pt x="492" y="1585"/>
                  </a:cubicBezTo>
                  <a:cubicBezTo>
                    <a:pt x="494" y="1584"/>
                    <a:pt x="496" y="1582"/>
                    <a:pt x="498" y="1581"/>
                  </a:cubicBezTo>
                  <a:cubicBezTo>
                    <a:pt x="506" y="1584"/>
                    <a:pt x="515" y="1588"/>
                    <a:pt x="523" y="1593"/>
                  </a:cubicBezTo>
                  <a:cubicBezTo>
                    <a:pt x="528" y="1596"/>
                    <a:pt x="533" y="1599"/>
                    <a:pt x="539" y="1603"/>
                  </a:cubicBezTo>
                  <a:cubicBezTo>
                    <a:pt x="532" y="1605"/>
                    <a:pt x="526" y="1608"/>
                    <a:pt x="520" y="1611"/>
                  </a:cubicBezTo>
                  <a:cubicBezTo>
                    <a:pt x="508" y="1618"/>
                    <a:pt x="496" y="1629"/>
                    <a:pt x="489" y="1642"/>
                  </a:cubicBezTo>
                  <a:cubicBezTo>
                    <a:pt x="487" y="1645"/>
                    <a:pt x="486" y="1647"/>
                    <a:pt x="485" y="1650"/>
                  </a:cubicBezTo>
                  <a:lnTo>
                    <a:pt x="484" y="1650"/>
                  </a:lnTo>
                  <a:moveTo>
                    <a:pt x="1113" y="1429"/>
                  </a:moveTo>
                  <a:cubicBezTo>
                    <a:pt x="1113" y="1429"/>
                    <a:pt x="1112" y="1430"/>
                    <a:pt x="1111" y="1431"/>
                  </a:cubicBezTo>
                  <a:cubicBezTo>
                    <a:pt x="1110" y="1432"/>
                    <a:pt x="1111" y="1432"/>
                    <a:pt x="1111" y="1433"/>
                  </a:cubicBezTo>
                  <a:cubicBezTo>
                    <a:pt x="1112" y="1430"/>
                    <a:pt x="1073" y="1469"/>
                    <a:pt x="1073" y="1442"/>
                  </a:cubicBezTo>
                  <a:cubicBezTo>
                    <a:pt x="1073" y="1439"/>
                    <a:pt x="1072" y="1435"/>
                    <a:pt x="1070" y="1432"/>
                  </a:cubicBezTo>
                  <a:cubicBezTo>
                    <a:pt x="1068" y="1429"/>
                    <a:pt x="1066" y="1427"/>
                    <a:pt x="1063" y="1425"/>
                  </a:cubicBezTo>
                  <a:cubicBezTo>
                    <a:pt x="1062" y="1424"/>
                    <a:pt x="1062" y="1425"/>
                    <a:pt x="1062" y="1424"/>
                  </a:cubicBezTo>
                  <a:cubicBezTo>
                    <a:pt x="1077" y="1426"/>
                    <a:pt x="1097" y="1426"/>
                    <a:pt x="1115" y="1429"/>
                  </a:cubicBezTo>
                  <a:lnTo>
                    <a:pt x="1113" y="1429"/>
                  </a:lnTo>
                  <a:moveTo>
                    <a:pt x="1133" y="978"/>
                  </a:moveTo>
                  <a:cubicBezTo>
                    <a:pt x="1133" y="974"/>
                    <a:pt x="1132" y="970"/>
                    <a:pt x="1131" y="967"/>
                  </a:cubicBezTo>
                  <a:lnTo>
                    <a:pt x="1139" y="965"/>
                  </a:lnTo>
                  <a:cubicBezTo>
                    <a:pt x="1137" y="969"/>
                    <a:pt x="1135" y="974"/>
                    <a:pt x="1134" y="978"/>
                  </a:cubicBezTo>
                  <a:lnTo>
                    <a:pt x="1133" y="978"/>
                  </a:lnTo>
                  <a:moveTo>
                    <a:pt x="1153" y="791"/>
                  </a:moveTo>
                  <a:cubicBezTo>
                    <a:pt x="1151" y="793"/>
                    <a:pt x="1149" y="795"/>
                    <a:pt x="1148" y="797"/>
                  </a:cubicBezTo>
                  <a:cubicBezTo>
                    <a:pt x="1146" y="800"/>
                    <a:pt x="1145" y="803"/>
                    <a:pt x="1145" y="807"/>
                  </a:cubicBezTo>
                  <a:cubicBezTo>
                    <a:pt x="1145" y="810"/>
                    <a:pt x="1146" y="814"/>
                    <a:pt x="1148" y="817"/>
                  </a:cubicBezTo>
                  <a:cubicBezTo>
                    <a:pt x="1149" y="819"/>
                    <a:pt x="1151" y="821"/>
                    <a:pt x="1154" y="823"/>
                  </a:cubicBezTo>
                  <a:cubicBezTo>
                    <a:pt x="1173" y="836"/>
                    <a:pt x="1151" y="850"/>
                    <a:pt x="1139" y="859"/>
                  </a:cubicBezTo>
                  <a:cubicBezTo>
                    <a:pt x="1137" y="860"/>
                    <a:pt x="1135" y="862"/>
                    <a:pt x="1134" y="865"/>
                  </a:cubicBezTo>
                  <a:cubicBezTo>
                    <a:pt x="1132" y="868"/>
                    <a:pt x="1131" y="871"/>
                    <a:pt x="1131" y="875"/>
                  </a:cubicBezTo>
                  <a:cubicBezTo>
                    <a:pt x="1131" y="878"/>
                    <a:pt x="1132" y="881"/>
                    <a:pt x="1134" y="884"/>
                  </a:cubicBezTo>
                  <a:cubicBezTo>
                    <a:pt x="1135" y="887"/>
                    <a:pt x="1137" y="889"/>
                    <a:pt x="1139" y="890"/>
                  </a:cubicBezTo>
                  <a:cubicBezTo>
                    <a:pt x="1141" y="893"/>
                    <a:pt x="1144" y="895"/>
                    <a:pt x="1147" y="897"/>
                  </a:cubicBezTo>
                  <a:cubicBezTo>
                    <a:pt x="1147" y="897"/>
                    <a:pt x="1148" y="898"/>
                    <a:pt x="1149" y="898"/>
                  </a:cubicBezTo>
                  <a:cubicBezTo>
                    <a:pt x="1169" y="904"/>
                    <a:pt x="1137" y="926"/>
                    <a:pt x="1127" y="929"/>
                  </a:cubicBezTo>
                  <a:cubicBezTo>
                    <a:pt x="1117" y="930"/>
                    <a:pt x="1107" y="933"/>
                    <a:pt x="1098" y="939"/>
                  </a:cubicBezTo>
                  <a:cubicBezTo>
                    <a:pt x="1097" y="939"/>
                    <a:pt x="1095" y="941"/>
                    <a:pt x="1094" y="942"/>
                  </a:cubicBezTo>
                  <a:cubicBezTo>
                    <a:pt x="1092" y="943"/>
                    <a:pt x="1089" y="945"/>
                    <a:pt x="1088" y="947"/>
                  </a:cubicBezTo>
                  <a:cubicBezTo>
                    <a:pt x="1086" y="950"/>
                    <a:pt x="1086" y="954"/>
                    <a:pt x="1086" y="957"/>
                  </a:cubicBezTo>
                  <a:cubicBezTo>
                    <a:pt x="1086" y="960"/>
                    <a:pt x="1086" y="963"/>
                    <a:pt x="1087" y="965"/>
                  </a:cubicBezTo>
                  <a:cubicBezTo>
                    <a:pt x="1107" y="1003"/>
                    <a:pt x="1050" y="1010"/>
                    <a:pt x="1046" y="1040"/>
                  </a:cubicBezTo>
                  <a:cubicBezTo>
                    <a:pt x="1046" y="1041"/>
                    <a:pt x="1046" y="1041"/>
                    <a:pt x="1046" y="1042"/>
                  </a:cubicBezTo>
                  <a:cubicBezTo>
                    <a:pt x="1046" y="1048"/>
                    <a:pt x="1048" y="1054"/>
                    <a:pt x="1051" y="1059"/>
                  </a:cubicBezTo>
                  <a:cubicBezTo>
                    <a:pt x="1052" y="1061"/>
                    <a:pt x="1053" y="1062"/>
                    <a:pt x="1054" y="1063"/>
                  </a:cubicBezTo>
                  <a:cubicBezTo>
                    <a:pt x="1075" y="1091"/>
                    <a:pt x="1043" y="1109"/>
                    <a:pt x="1020" y="1122"/>
                  </a:cubicBezTo>
                  <a:cubicBezTo>
                    <a:pt x="1019" y="1123"/>
                    <a:pt x="1018" y="1123"/>
                    <a:pt x="1017" y="1124"/>
                  </a:cubicBezTo>
                  <a:cubicBezTo>
                    <a:pt x="1014" y="1126"/>
                    <a:pt x="1011" y="1128"/>
                    <a:pt x="1010" y="1131"/>
                  </a:cubicBezTo>
                  <a:cubicBezTo>
                    <a:pt x="1008" y="1134"/>
                    <a:pt x="1008" y="1137"/>
                    <a:pt x="1008" y="1141"/>
                  </a:cubicBezTo>
                  <a:cubicBezTo>
                    <a:pt x="1008" y="1144"/>
                    <a:pt x="1008" y="1148"/>
                    <a:pt x="1010" y="1151"/>
                  </a:cubicBezTo>
                  <a:cubicBezTo>
                    <a:pt x="1011" y="1153"/>
                    <a:pt x="1014" y="1155"/>
                    <a:pt x="1016" y="1157"/>
                  </a:cubicBezTo>
                  <a:cubicBezTo>
                    <a:pt x="1044" y="1177"/>
                    <a:pt x="1000" y="1186"/>
                    <a:pt x="985" y="1199"/>
                  </a:cubicBezTo>
                  <a:cubicBezTo>
                    <a:pt x="984" y="1200"/>
                    <a:pt x="983" y="1201"/>
                    <a:pt x="982" y="1203"/>
                  </a:cubicBezTo>
                  <a:cubicBezTo>
                    <a:pt x="980" y="1206"/>
                    <a:pt x="979" y="1209"/>
                    <a:pt x="979" y="1213"/>
                  </a:cubicBezTo>
                  <a:cubicBezTo>
                    <a:pt x="979" y="1216"/>
                    <a:pt x="980" y="1220"/>
                    <a:pt x="982" y="1223"/>
                  </a:cubicBezTo>
                  <a:cubicBezTo>
                    <a:pt x="982" y="1224"/>
                    <a:pt x="983" y="1225"/>
                    <a:pt x="983" y="1225"/>
                  </a:cubicBezTo>
                  <a:cubicBezTo>
                    <a:pt x="994" y="1242"/>
                    <a:pt x="973" y="1270"/>
                    <a:pt x="964" y="1283"/>
                  </a:cubicBezTo>
                  <a:cubicBezTo>
                    <a:pt x="955" y="1296"/>
                    <a:pt x="964" y="1324"/>
                    <a:pt x="970" y="1342"/>
                  </a:cubicBezTo>
                  <a:cubicBezTo>
                    <a:pt x="968" y="1347"/>
                    <a:pt x="967" y="1353"/>
                    <a:pt x="967" y="1359"/>
                  </a:cubicBezTo>
                  <a:cubicBezTo>
                    <a:pt x="967" y="1361"/>
                    <a:pt x="967" y="1364"/>
                    <a:pt x="968" y="1367"/>
                  </a:cubicBezTo>
                  <a:cubicBezTo>
                    <a:pt x="969" y="1372"/>
                    <a:pt x="971" y="1378"/>
                    <a:pt x="973" y="1383"/>
                  </a:cubicBezTo>
                  <a:cubicBezTo>
                    <a:pt x="977" y="1390"/>
                    <a:pt x="983" y="1396"/>
                    <a:pt x="990" y="1400"/>
                  </a:cubicBezTo>
                  <a:cubicBezTo>
                    <a:pt x="992" y="1401"/>
                    <a:pt x="994" y="1402"/>
                    <a:pt x="996" y="1402"/>
                  </a:cubicBezTo>
                  <a:cubicBezTo>
                    <a:pt x="1014" y="1410"/>
                    <a:pt x="1033" y="1417"/>
                    <a:pt x="1052" y="1423"/>
                  </a:cubicBezTo>
                  <a:cubicBezTo>
                    <a:pt x="1049" y="1423"/>
                    <a:pt x="1046" y="1423"/>
                    <a:pt x="1043" y="1425"/>
                  </a:cubicBezTo>
                  <a:cubicBezTo>
                    <a:pt x="1040" y="1426"/>
                    <a:pt x="1039" y="1428"/>
                    <a:pt x="1038" y="1431"/>
                  </a:cubicBezTo>
                  <a:cubicBezTo>
                    <a:pt x="1036" y="1433"/>
                    <a:pt x="1035" y="1437"/>
                    <a:pt x="1035" y="1439"/>
                  </a:cubicBezTo>
                  <a:cubicBezTo>
                    <a:pt x="1035" y="1440"/>
                    <a:pt x="1035" y="1440"/>
                    <a:pt x="1035" y="1440"/>
                  </a:cubicBezTo>
                  <a:cubicBezTo>
                    <a:pt x="1033" y="1445"/>
                    <a:pt x="1029" y="1448"/>
                    <a:pt x="1024" y="1451"/>
                  </a:cubicBezTo>
                  <a:cubicBezTo>
                    <a:pt x="1019" y="1454"/>
                    <a:pt x="1014" y="1455"/>
                    <a:pt x="1008" y="1455"/>
                  </a:cubicBezTo>
                  <a:cubicBezTo>
                    <a:pt x="1007" y="1455"/>
                    <a:pt x="1006" y="1455"/>
                    <a:pt x="1005" y="1455"/>
                  </a:cubicBezTo>
                  <a:cubicBezTo>
                    <a:pt x="993" y="1455"/>
                    <a:pt x="994" y="1450"/>
                    <a:pt x="990" y="1457"/>
                  </a:cubicBezTo>
                  <a:cubicBezTo>
                    <a:pt x="991" y="1454"/>
                    <a:pt x="992" y="1451"/>
                    <a:pt x="992" y="1448"/>
                  </a:cubicBezTo>
                  <a:cubicBezTo>
                    <a:pt x="992" y="1445"/>
                    <a:pt x="990" y="1441"/>
                    <a:pt x="989" y="1439"/>
                  </a:cubicBezTo>
                  <a:cubicBezTo>
                    <a:pt x="987" y="1436"/>
                    <a:pt x="985" y="1434"/>
                    <a:pt x="983" y="1433"/>
                  </a:cubicBezTo>
                  <a:cubicBezTo>
                    <a:pt x="980" y="1431"/>
                    <a:pt x="976" y="1430"/>
                    <a:pt x="973" y="1430"/>
                  </a:cubicBezTo>
                  <a:cubicBezTo>
                    <a:pt x="969" y="1430"/>
                    <a:pt x="967" y="1431"/>
                    <a:pt x="964" y="1433"/>
                  </a:cubicBezTo>
                  <a:cubicBezTo>
                    <a:pt x="962" y="1434"/>
                    <a:pt x="960" y="1436"/>
                    <a:pt x="958" y="1439"/>
                  </a:cubicBezTo>
                  <a:cubicBezTo>
                    <a:pt x="956" y="1441"/>
                    <a:pt x="902" y="1454"/>
                    <a:pt x="938" y="1412"/>
                  </a:cubicBezTo>
                  <a:cubicBezTo>
                    <a:pt x="952" y="1395"/>
                    <a:pt x="925" y="1377"/>
                    <a:pt x="912" y="1392"/>
                  </a:cubicBezTo>
                  <a:cubicBezTo>
                    <a:pt x="910" y="1394"/>
                    <a:pt x="909" y="1395"/>
                    <a:pt x="907" y="1397"/>
                  </a:cubicBezTo>
                  <a:cubicBezTo>
                    <a:pt x="906" y="1396"/>
                    <a:pt x="906" y="1395"/>
                    <a:pt x="905" y="1394"/>
                  </a:cubicBezTo>
                  <a:cubicBezTo>
                    <a:pt x="903" y="1391"/>
                    <a:pt x="900" y="1389"/>
                    <a:pt x="897" y="1387"/>
                  </a:cubicBezTo>
                  <a:cubicBezTo>
                    <a:pt x="893" y="1385"/>
                    <a:pt x="889" y="1383"/>
                    <a:pt x="884" y="1383"/>
                  </a:cubicBezTo>
                  <a:cubicBezTo>
                    <a:pt x="882" y="1383"/>
                    <a:pt x="879" y="1384"/>
                    <a:pt x="877" y="1385"/>
                  </a:cubicBezTo>
                  <a:cubicBezTo>
                    <a:pt x="875" y="1385"/>
                    <a:pt x="873" y="1385"/>
                    <a:pt x="872" y="1386"/>
                  </a:cubicBezTo>
                  <a:cubicBezTo>
                    <a:pt x="870" y="1387"/>
                    <a:pt x="869" y="1388"/>
                    <a:pt x="868" y="1390"/>
                  </a:cubicBezTo>
                  <a:cubicBezTo>
                    <a:pt x="865" y="1389"/>
                    <a:pt x="862" y="1388"/>
                    <a:pt x="859" y="1388"/>
                  </a:cubicBezTo>
                  <a:cubicBezTo>
                    <a:pt x="849" y="1384"/>
                    <a:pt x="850" y="1363"/>
                    <a:pt x="848" y="1355"/>
                  </a:cubicBezTo>
                  <a:cubicBezTo>
                    <a:pt x="848" y="1354"/>
                    <a:pt x="847" y="1353"/>
                    <a:pt x="847" y="1352"/>
                  </a:cubicBezTo>
                  <a:cubicBezTo>
                    <a:pt x="846" y="1350"/>
                    <a:pt x="844" y="1349"/>
                    <a:pt x="843" y="1348"/>
                  </a:cubicBezTo>
                  <a:cubicBezTo>
                    <a:pt x="841" y="1347"/>
                    <a:pt x="839" y="1347"/>
                    <a:pt x="838" y="1347"/>
                  </a:cubicBezTo>
                  <a:cubicBezTo>
                    <a:pt x="836" y="1347"/>
                    <a:pt x="835" y="1347"/>
                    <a:pt x="833" y="1348"/>
                  </a:cubicBezTo>
                  <a:cubicBezTo>
                    <a:pt x="832" y="1349"/>
                    <a:pt x="831" y="1350"/>
                    <a:pt x="830" y="1351"/>
                  </a:cubicBezTo>
                  <a:cubicBezTo>
                    <a:pt x="829" y="1350"/>
                    <a:pt x="828" y="1350"/>
                    <a:pt x="827" y="1350"/>
                  </a:cubicBezTo>
                  <a:cubicBezTo>
                    <a:pt x="824" y="1350"/>
                    <a:pt x="822" y="1350"/>
                    <a:pt x="819" y="1352"/>
                  </a:cubicBezTo>
                  <a:cubicBezTo>
                    <a:pt x="816" y="1353"/>
                    <a:pt x="815" y="1356"/>
                    <a:pt x="814" y="1358"/>
                  </a:cubicBezTo>
                  <a:cubicBezTo>
                    <a:pt x="813" y="1360"/>
                    <a:pt x="812" y="1362"/>
                    <a:pt x="812" y="1364"/>
                  </a:cubicBezTo>
                  <a:cubicBezTo>
                    <a:pt x="812" y="1384"/>
                    <a:pt x="812" y="1394"/>
                    <a:pt x="798" y="1406"/>
                  </a:cubicBezTo>
                  <a:cubicBezTo>
                    <a:pt x="791" y="1412"/>
                    <a:pt x="790" y="1434"/>
                    <a:pt x="775" y="1430"/>
                  </a:cubicBezTo>
                  <a:cubicBezTo>
                    <a:pt x="774" y="1429"/>
                    <a:pt x="772" y="1429"/>
                    <a:pt x="770" y="1429"/>
                  </a:cubicBezTo>
                  <a:cubicBezTo>
                    <a:pt x="767" y="1429"/>
                    <a:pt x="764" y="1429"/>
                    <a:pt x="761" y="1431"/>
                  </a:cubicBezTo>
                  <a:cubicBezTo>
                    <a:pt x="758" y="1432"/>
                    <a:pt x="756" y="1435"/>
                    <a:pt x="754" y="1438"/>
                  </a:cubicBezTo>
                  <a:cubicBezTo>
                    <a:pt x="753" y="1440"/>
                    <a:pt x="752" y="1443"/>
                    <a:pt x="752" y="1446"/>
                  </a:cubicBezTo>
                  <a:cubicBezTo>
                    <a:pt x="754" y="1459"/>
                    <a:pt x="747" y="1463"/>
                    <a:pt x="730" y="1459"/>
                  </a:cubicBezTo>
                  <a:cubicBezTo>
                    <a:pt x="729" y="1458"/>
                    <a:pt x="727" y="1458"/>
                    <a:pt x="726" y="1458"/>
                  </a:cubicBezTo>
                  <a:cubicBezTo>
                    <a:pt x="723" y="1458"/>
                    <a:pt x="720" y="1459"/>
                    <a:pt x="717" y="1461"/>
                  </a:cubicBezTo>
                  <a:cubicBezTo>
                    <a:pt x="714" y="1462"/>
                    <a:pt x="712" y="1464"/>
                    <a:pt x="710" y="1467"/>
                  </a:cubicBezTo>
                  <a:cubicBezTo>
                    <a:pt x="708" y="1470"/>
                    <a:pt x="708" y="1473"/>
                    <a:pt x="708" y="1476"/>
                  </a:cubicBezTo>
                  <a:cubicBezTo>
                    <a:pt x="706" y="1514"/>
                    <a:pt x="674" y="1493"/>
                    <a:pt x="660" y="1516"/>
                  </a:cubicBezTo>
                  <a:lnTo>
                    <a:pt x="659" y="1516"/>
                  </a:lnTo>
                  <a:cubicBezTo>
                    <a:pt x="655" y="1524"/>
                    <a:pt x="652" y="1533"/>
                    <a:pt x="651" y="1542"/>
                  </a:cubicBezTo>
                  <a:cubicBezTo>
                    <a:pt x="651" y="1547"/>
                    <a:pt x="625" y="1546"/>
                    <a:pt x="619" y="1547"/>
                  </a:cubicBezTo>
                  <a:cubicBezTo>
                    <a:pt x="617" y="1547"/>
                    <a:pt x="615" y="1548"/>
                    <a:pt x="614" y="1549"/>
                  </a:cubicBezTo>
                  <a:cubicBezTo>
                    <a:pt x="611" y="1551"/>
                    <a:pt x="609" y="1553"/>
                    <a:pt x="607" y="1556"/>
                  </a:cubicBezTo>
                  <a:cubicBezTo>
                    <a:pt x="607" y="1556"/>
                    <a:pt x="606" y="1557"/>
                    <a:pt x="606" y="1558"/>
                  </a:cubicBezTo>
                  <a:cubicBezTo>
                    <a:pt x="605" y="1565"/>
                    <a:pt x="602" y="1572"/>
                    <a:pt x="599" y="1577"/>
                  </a:cubicBezTo>
                  <a:cubicBezTo>
                    <a:pt x="598" y="1579"/>
                    <a:pt x="597" y="1581"/>
                    <a:pt x="595" y="1583"/>
                  </a:cubicBezTo>
                  <a:cubicBezTo>
                    <a:pt x="591" y="1586"/>
                    <a:pt x="587" y="1589"/>
                    <a:pt x="583" y="1592"/>
                  </a:cubicBezTo>
                  <a:cubicBezTo>
                    <a:pt x="578" y="1594"/>
                    <a:pt x="573" y="1595"/>
                    <a:pt x="567" y="1596"/>
                  </a:cubicBezTo>
                  <a:cubicBezTo>
                    <a:pt x="565" y="1596"/>
                    <a:pt x="563" y="1597"/>
                    <a:pt x="561" y="1597"/>
                  </a:cubicBezTo>
                  <a:cubicBezTo>
                    <a:pt x="554" y="1586"/>
                    <a:pt x="544" y="1576"/>
                    <a:pt x="533" y="1570"/>
                  </a:cubicBezTo>
                  <a:cubicBezTo>
                    <a:pt x="528" y="1567"/>
                    <a:pt x="523" y="1565"/>
                    <a:pt x="518" y="1563"/>
                  </a:cubicBezTo>
                  <a:cubicBezTo>
                    <a:pt x="527" y="1558"/>
                    <a:pt x="535" y="1551"/>
                    <a:pt x="543" y="1544"/>
                  </a:cubicBezTo>
                  <a:cubicBezTo>
                    <a:pt x="553" y="1540"/>
                    <a:pt x="562" y="1536"/>
                    <a:pt x="571" y="1530"/>
                  </a:cubicBezTo>
                  <a:cubicBezTo>
                    <a:pt x="574" y="1528"/>
                    <a:pt x="578" y="1526"/>
                    <a:pt x="581" y="1524"/>
                  </a:cubicBezTo>
                  <a:cubicBezTo>
                    <a:pt x="589" y="1513"/>
                    <a:pt x="597" y="1502"/>
                    <a:pt x="603" y="1490"/>
                  </a:cubicBezTo>
                  <a:cubicBezTo>
                    <a:pt x="604" y="1488"/>
                    <a:pt x="605" y="1487"/>
                    <a:pt x="606" y="1485"/>
                  </a:cubicBezTo>
                  <a:cubicBezTo>
                    <a:pt x="614" y="1479"/>
                    <a:pt x="622" y="1473"/>
                    <a:pt x="630" y="1468"/>
                  </a:cubicBezTo>
                  <a:cubicBezTo>
                    <a:pt x="632" y="1466"/>
                    <a:pt x="633" y="1465"/>
                    <a:pt x="634" y="1463"/>
                  </a:cubicBezTo>
                  <a:cubicBezTo>
                    <a:pt x="635" y="1462"/>
                    <a:pt x="635" y="1461"/>
                    <a:pt x="635" y="1460"/>
                  </a:cubicBezTo>
                  <a:cubicBezTo>
                    <a:pt x="636" y="1460"/>
                    <a:pt x="637" y="1459"/>
                    <a:pt x="638" y="1459"/>
                  </a:cubicBezTo>
                  <a:cubicBezTo>
                    <a:pt x="645" y="1454"/>
                    <a:pt x="652" y="1449"/>
                    <a:pt x="658" y="1443"/>
                  </a:cubicBezTo>
                  <a:cubicBezTo>
                    <a:pt x="670" y="1431"/>
                    <a:pt x="669" y="1420"/>
                    <a:pt x="678" y="1405"/>
                  </a:cubicBezTo>
                  <a:cubicBezTo>
                    <a:pt x="702" y="1370"/>
                    <a:pt x="737" y="1355"/>
                    <a:pt x="768" y="1328"/>
                  </a:cubicBezTo>
                  <a:cubicBezTo>
                    <a:pt x="774" y="1330"/>
                    <a:pt x="779" y="1330"/>
                    <a:pt x="785" y="1330"/>
                  </a:cubicBezTo>
                  <a:cubicBezTo>
                    <a:pt x="794" y="1330"/>
                    <a:pt x="803" y="1328"/>
                    <a:pt x="812" y="1324"/>
                  </a:cubicBezTo>
                  <a:cubicBezTo>
                    <a:pt x="813" y="1323"/>
                    <a:pt x="814" y="1322"/>
                    <a:pt x="815" y="1321"/>
                  </a:cubicBezTo>
                  <a:cubicBezTo>
                    <a:pt x="815" y="1320"/>
                    <a:pt x="816" y="1319"/>
                    <a:pt x="816" y="1318"/>
                  </a:cubicBezTo>
                  <a:cubicBezTo>
                    <a:pt x="816" y="1317"/>
                    <a:pt x="815" y="1316"/>
                    <a:pt x="815" y="1315"/>
                  </a:cubicBezTo>
                  <a:cubicBezTo>
                    <a:pt x="814" y="1314"/>
                    <a:pt x="813" y="1313"/>
                    <a:pt x="812" y="1312"/>
                  </a:cubicBezTo>
                  <a:cubicBezTo>
                    <a:pt x="796" y="1303"/>
                    <a:pt x="776" y="1302"/>
                    <a:pt x="760" y="1294"/>
                  </a:cubicBezTo>
                  <a:cubicBezTo>
                    <a:pt x="757" y="1293"/>
                    <a:pt x="755" y="1292"/>
                    <a:pt x="753" y="1291"/>
                  </a:cubicBezTo>
                  <a:cubicBezTo>
                    <a:pt x="750" y="1289"/>
                    <a:pt x="747" y="1287"/>
                    <a:pt x="743" y="1284"/>
                  </a:cubicBezTo>
                  <a:cubicBezTo>
                    <a:pt x="736" y="1280"/>
                    <a:pt x="733" y="1272"/>
                    <a:pt x="726" y="1266"/>
                  </a:cubicBezTo>
                  <a:lnTo>
                    <a:pt x="725" y="1266"/>
                  </a:lnTo>
                  <a:cubicBezTo>
                    <a:pt x="730" y="1260"/>
                    <a:pt x="736" y="1253"/>
                    <a:pt x="740" y="1245"/>
                  </a:cubicBezTo>
                  <a:lnTo>
                    <a:pt x="741" y="1245"/>
                  </a:lnTo>
                  <a:cubicBezTo>
                    <a:pt x="747" y="1247"/>
                    <a:pt x="752" y="1250"/>
                    <a:pt x="757" y="1253"/>
                  </a:cubicBezTo>
                  <a:cubicBezTo>
                    <a:pt x="758" y="1254"/>
                    <a:pt x="760" y="1255"/>
                    <a:pt x="761" y="1255"/>
                  </a:cubicBezTo>
                  <a:cubicBezTo>
                    <a:pt x="769" y="1260"/>
                    <a:pt x="778" y="1262"/>
                    <a:pt x="787" y="1262"/>
                  </a:cubicBezTo>
                  <a:cubicBezTo>
                    <a:pt x="796" y="1262"/>
                    <a:pt x="805" y="1260"/>
                    <a:pt x="813" y="1255"/>
                  </a:cubicBezTo>
                  <a:cubicBezTo>
                    <a:pt x="814" y="1255"/>
                    <a:pt x="814" y="1254"/>
                    <a:pt x="815" y="1253"/>
                  </a:cubicBezTo>
                  <a:cubicBezTo>
                    <a:pt x="815" y="1252"/>
                    <a:pt x="816" y="1251"/>
                    <a:pt x="816" y="1250"/>
                  </a:cubicBezTo>
                  <a:cubicBezTo>
                    <a:pt x="816" y="1249"/>
                    <a:pt x="815" y="1248"/>
                    <a:pt x="815" y="1247"/>
                  </a:cubicBezTo>
                  <a:cubicBezTo>
                    <a:pt x="814" y="1246"/>
                    <a:pt x="814" y="1245"/>
                    <a:pt x="813" y="1245"/>
                  </a:cubicBezTo>
                  <a:cubicBezTo>
                    <a:pt x="799" y="1237"/>
                    <a:pt x="782" y="1239"/>
                    <a:pt x="768" y="1231"/>
                  </a:cubicBezTo>
                  <a:cubicBezTo>
                    <a:pt x="767" y="1230"/>
                    <a:pt x="766" y="1230"/>
                    <a:pt x="765" y="1229"/>
                  </a:cubicBezTo>
                  <a:cubicBezTo>
                    <a:pt x="761" y="1227"/>
                    <a:pt x="757" y="1225"/>
                    <a:pt x="752" y="1224"/>
                  </a:cubicBezTo>
                  <a:lnTo>
                    <a:pt x="750" y="1221"/>
                  </a:lnTo>
                  <a:cubicBezTo>
                    <a:pt x="751" y="1213"/>
                    <a:pt x="754" y="1206"/>
                    <a:pt x="758" y="1199"/>
                  </a:cubicBezTo>
                  <a:cubicBezTo>
                    <a:pt x="763" y="1190"/>
                    <a:pt x="770" y="1182"/>
                    <a:pt x="779" y="1177"/>
                  </a:cubicBezTo>
                  <a:cubicBezTo>
                    <a:pt x="780" y="1178"/>
                    <a:pt x="781" y="1178"/>
                    <a:pt x="782" y="1179"/>
                  </a:cubicBezTo>
                  <a:lnTo>
                    <a:pt x="783" y="1179"/>
                  </a:lnTo>
                  <a:cubicBezTo>
                    <a:pt x="784" y="1180"/>
                    <a:pt x="785" y="1180"/>
                    <a:pt x="786" y="1181"/>
                  </a:cubicBezTo>
                  <a:cubicBezTo>
                    <a:pt x="800" y="1189"/>
                    <a:pt x="816" y="1196"/>
                    <a:pt x="832" y="1202"/>
                  </a:cubicBezTo>
                  <a:cubicBezTo>
                    <a:pt x="838" y="1203"/>
                    <a:pt x="844" y="1204"/>
                    <a:pt x="851" y="1204"/>
                  </a:cubicBezTo>
                  <a:cubicBezTo>
                    <a:pt x="861" y="1204"/>
                    <a:pt x="872" y="1201"/>
                    <a:pt x="882" y="1197"/>
                  </a:cubicBezTo>
                  <a:cubicBezTo>
                    <a:pt x="883" y="1196"/>
                    <a:pt x="884" y="1197"/>
                    <a:pt x="885" y="1195"/>
                  </a:cubicBezTo>
                  <a:cubicBezTo>
                    <a:pt x="885" y="1193"/>
                    <a:pt x="886" y="1192"/>
                    <a:pt x="886" y="1191"/>
                  </a:cubicBezTo>
                  <a:cubicBezTo>
                    <a:pt x="886" y="1190"/>
                    <a:pt x="885" y="1189"/>
                    <a:pt x="885" y="1188"/>
                  </a:cubicBezTo>
                  <a:cubicBezTo>
                    <a:pt x="884" y="1187"/>
                    <a:pt x="883" y="1186"/>
                    <a:pt x="882" y="1185"/>
                  </a:cubicBezTo>
                  <a:cubicBezTo>
                    <a:pt x="862" y="1176"/>
                    <a:pt x="840" y="1179"/>
                    <a:pt x="821" y="1171"/>
                  </a:cubicBezTo>
                  <a:cubicBezTo>
                    <a:pt x="815" y="1169"/>
                    <a:pt x="810" y="1167"/>
                    <a:pt x="805" y="1165"/>
                  </a:cubicBezTo>
                  <a:cubicBezTo>
                    <a:pt x="806" y="1164"/>
                    <a:pt x="806" y="1163"/>
                    <a:pt x="807" y="1161"/>
                  </a:cubicBezTo>
                  <a:cubicBezTo>
                    <a:pt x="808" y="1158"/>
                    <a:pt x="810" y="1156"/>
                    <a:pt x="810" y="1153"/>
                  </a:cubicBezTo>
                  <a:cubicBezTo>
                    <a:pt x="810" y="1141"/>
                    <a:pt x="813" y="1129"/>
                    <a:pt x="820" y="1118"/>
                  </a:cubicBezTo>
                  <a:cubicBezTo>
                    <a:pt x="825" y="1109"/>
                    <a:pt x="831" y="1102"/>
                    <a:pt x="839" y="1096"/>
                  </a:cubicBezTo>
                  <a:cubicBezTo>
                    <a:pt x="850" y="1106"/>
                    <a:pt x="864" y="1107"/>
                    <a:pt x="876" y="1115"/>
                  </a:cubicBezTo>
                  <a:cubicBezTo>
                    <a:pt x="877" y="1117"/>
                    <a:pt x="879" y="1118"/>
                    <a:pt x="881" y="1120"/>
                  </a:cubicBezTo>
                  <a:cubicBezTo>
                    <a:pt x="886" y="1123"/>
                    <a:pt x="892" y="1124"/>
                    <a:pt x="898" y="1124"/>
                  </a:cubicBezTo>
                  <a:cubicBezTo>
                    <a:pt x="904" y="1124"/>
                    <a:pt x="910" y="1123"/>
                    <a:pt x="915" y="1120"/>
                  </a:cubicBezTo>
                  <a:cubicBezTo>
                    <a:pt x="916" y="1119"/>
                    <a:pt x="917" y="1118"/>
                    <a:pt x="918" y="1118"/>
                  </a:cubicBezTo>
                  <a:cubicBezTo>
                    <a:pt x="919" y="1117"/>
                    <a:pt x="919" y="1116"/>
                    <a:pt x="920" y="1115"/>
                  </a:cubicBezTo>
                  <a:cubicBezTo>
                    <a:pt x="921" y="1114"/>
                    <a:pt x="921" y="1113"/>
                    <a:pt x="921" y="1112"/>
                  </a:cubicBezTo>
                  <a:cubicBezTo>
                    <a:pt x="921" y="1110"/>
                    <a:pt x="921" y="1109"/>
                    <a:pt x="920" y="1108"/>
                  </a:cubicBezTo>
                  <a:cubicBezTo>
                    <a:pt x="919" y="1107"/>
                    <a:pt x="919" y="1106"/>
                    <a:pt x="918" y="1106"/>
                  </a:cubicBezTo>
                  <a:cubicBezTo>
                    <a:pt x="917" y="1105"/>
                    <a:pt x="917" y="1105"/>
                    <a:pt x="916" y="1105"/>
                  </a:cubicBezTo>
                  <a:cubicBezTo>
                    <a:pt x="912" y="1102"/>
                    <a:pt x="907" y="1101"/>
                    <a:pt x="903" y="1101"/>
                  </a:cubicBezTo>
                  <a:cubicBezTo>
                    <a:pt x="899" y="1101"/>
                    <a:pt x="895" y="1099"/>
                    <a:pt x="891" y="1097"/>
                  </a:cubicBezTo>
                  <a:cubicBezTo>
                    <a:pt x="890" y="1096"/>
                    <a:pt x="888" y="1095"/>
                    <a:pt x="887" y="1094"/>
                  </a:cubicBezTo>
                  <a:cubicBezTo>
                    <a:pt x="879" y="1090"/>
                    <a:pt x="870" y="1087"/>
                    <a:pt x="862" y="1085"/>
                  </a:cubicBezTo>
                  <a:cubicBezTo>
                    <a:pt x="862" y="1084"/>
                    <a:pt x="862" y="1084"/>
                    <a:pt x="862" y="1083"/>
                  </a:cubicBezTo>
                  <a:lnTo>
                    <a:pt x="862" y="1082"/>
                  </a:lnTo>
                  <a:cubicBezTo>
                    <a:pt x="861" y="1078"/>
                    <a:pt x="861" y="1075"/>
                    <a:pt x="861" y="1071"/>
                  </a:cubicBezTo>
                  <a:cubicBezTo>
                    <a:pt x="861" y="1056"/>
                    <a:pt x="865" y="1042"/>
                    <a:pt x="872" y="1030"/>
                  </a:cubicBezTo>
                  <a:cubicBezTo>
                    <a:pt x="877" y="1021"/>
                    <a:pt x="884" y="1013"/>
                    <a:pt x="892" y="1006"/>
                  </a:cubicBezTo>
                  <a:cubicBezTo>
                    <a:pt x="892" y="1007"/>
                    <a:pt x="892" y="1008"/>
                    <a:pt x="892" y="1009"/>
                  </a:cubicBezTo>
                  <a:cubicBezTo>
                    <a:pt x="892" y="1010"/>
                    <a:pt x="891" y="1011"/>
                    <a:pt x="892" y="1012"/>
                  </a:cubicBezTo>
                  <a:cubicBezTo>
                    <a:pt x="892" y="1013"/>
                    <a:pt x="893" y="1013"/>
                    <a:pt x="894" y="1014"/>
                  </a:cubicBezTo>
                  <a:cubicBezTo>
                    <a:pt x="895" y="1015"/>
                    <a:pt x="896" y="1014"/>
                    <a:pt x="897" y="1015"/>
                  </a:cubicBezTo>
                  <a:cubicBezTo>
                    <a:pt x="902" y="1015"/>
                    <a:pt x="906" y="1025"/>
                    <a:pt x="911" y="1028"/>
                  </a:cubicBezTo>
                  <a:cubicBezTo>
                    <a:pt x="921" y="1032"/>
                    <a:pt x="932" y="1035"/>
                    <a:pt x="943" y="1036"/>
                  </a:cubicBezTo>
                  <a:cubicBezTo>
                    <a:pt x="959" y="1038"/>
                    <a:pt x="987" y="1039"/>
                    <a:pt x="993" y="1020"/>
                  </a:cubicBezTo>
                  <a:cubicBezTo>
                    <a:pt x="993" y="1020"/>
                    <a:pt x="993" y="1019"/>
                    <a:pt x="993" y="1018"/>
                  </a:cubicBezTo>
                  <a:cubicBezTo>
                    <a:pt x="993" y="1017"/>
                    <a:pt x="993" y="1016"/>
                    <a:pt x="992" y="1015"/>
                  </a:cubicBezTo>
                  <a:cubicBezTo>
                    <a:pt x="991" y="1014"/>
                    <a:pt x="990" y="1012"/>
                    <a:pt x="989" y="1012"/>
                  </a:cubicBezTo>
                  <a:cubicBezTo>
                    <a:pt x="987" y="1011"/>
                    <a:pt x="987" y="1011"/>
                    <a:pt x="986" y="1011"/>
                  </a:cubicBezTo>
                  <a:cubicBezTo>
                    <a:pt x="985" y="1011"/>
                    <a:pt x="985" y="1011"/>
                    <a:pt x="984" y="1011"/>
                  </a:cubicBezTo>
                  <a:cubicBezTo>
                    <a:pt x="975" y="1013"/>
                    <a:pt x="966" y="1014"/>
                    <a:pt x="957" y="1014"/>
                  </a:cubicBezTo>
                  <a:cubicBezTo>
                    <a:pt x="950" y="1014"/>
                    <a:pt x="943" y="1014"/>
                    <a:pt x="936" y="1013"/>
                  </a:cubicBezTo>
                  <a:cubicBezTo>
                    <a:pt x="922" y="1012"/>
                    <a:pt x="911" y="998"/>
                    <a:pt x="897" y="1002"/>
                  </a:cubicBezTo>
                  <a:cubicBezTo>
                    <a:pt x="904" y="996"/>
                    <a:pt x="911" y="991"/>
                    <a:pt x="917" y="984"/>
                  </a:cubicBezTo>
                  <a:cubicBezTo>
                    <a:pt x="921" y="981"/>
                    <a:pt x="920" y="974"/>
                    <a:pt x="919" y="970"/>
                  </a:cubicBezTo>
                  <a:cubicBezTo>
                    <a:pt x="919" y="966"/>
                    <a:pt x="919" y="962"/>
                    <a:pt x="919" y="958"/>
                  </a:cubicBezTo>
                  <a:cubicBezTo>
                    <a:pt x="919" y="954"/>
                    <a:pt x="919" y="950"/>
                    <a:pt x="919" y="946"/>
                  </a:cubicBezTo>
                  <a:cubicBezTo>
                    <a:pt x="920" y="946"/>
                    <a:pt x="921" y="946"/>
                    <a:pt x="921" y="946"/>
                  </a:cubicBezTo>
                  <a:cubicBezTo>
                    <a:pt x="941" y="946"/>
                    <a:pt x="960" y="943"/>
                    <a:pt x="978" y="938"/>
                  </a:cubicBezTo>
                  <a:cubicBezTo>
                    <a:pt x="992" y="935"/>
                    <a:pt x="1014" y="928"/>
                    <a:pt x="1015" y="911"/>
                  </a:cubicBezTo>
                  <a:lnTo>
                    <a:pt x="1015" y="910"/>
                  </a:lnTo>
                  <a:cubicBezTo>
                    <a:pt x="1015" y="909"/>
                    <a:pt x="1015" y="908"/>
                    <a:pt x="1015" y="907"/>
                  </a:cubicBezTo>
                  <a:cubicBezTo>
                    <a:pt x="1014" y="906"/>
                    <a:pt x="1013" y="904"/>
                    <a:pt x="1012" y="904"/>
                  </a:cubicBezTo>
                  <a:cubicBezTo>
                    <a:pt x="1011" y="903"/>
                    <a:pt x="1010" y="904"/>
                    <a:pt x="1009" y="904"/>
                  </a:cubicBezTo>
                  <a:cubicBezTo>
                    <a:pt x="1008" y="904"/>
                    <a:pt x="1007" y="903"/>
                    <a:pt x="1006" y="904"/>
                  </a:cubicBezTo>
                  <a:cubicBezTo>
                    <a:pt x="1005" y="905"/>
                    <a:pt x="1005" y="905"/>
                    <a:pt x="1004" y="906"/>
                  </a:cubicBezTo>
                  <a:cubicBezTo>
                    <a:pt x="996" y="909"/>
                    <a:pt x="988" y="911"/>
                    <a:pt x="980" y="911"/>
                  </a:cubicBezTo>
                  <a:cubicBezTo>
                    <a:pt x="973" y="911"/>
                    <a:pt x="966" y="913"/>
                    <a:pt x="960" y="914"/>
                  </a:cubicBezTo>
                  <a:cubicBezTo>
                    <a:pt x="948" y="916"/>
                    <a:pt x="936" y="919"/>
                    <a:pt x="923" y="922"/>
                  </a:cubicBezTo>
                  <a:cubicBezTo>
                    <a:pt x="926" y="910"/>
                    <a:pt x="929" y="899"/>
                    <a:pt x="931" y="888"/>
                  </a:cubicBezTo>
                  <a:cubicBezTo>
                    <a:pt x="931" y="887"/>
                    <a:pt x="931" y="887"/>
                    <a:pt x="931" y="887"/>
                  </a:cubicBezTo>
                  <a:cubicBezTo>
                    <a:pt x="931" y="886"/>
                    <a:pt x="931" y="885"/>
                    <a:pt x="931" y="884"/>
                  </a:cubicBezTo>
                  <a:cubicBezTo>
                    <a:pt x="930" y="883"/>
                    <a:pt x="930" y="883"/>
                    <a:pt x="929" y="882"/>
                  </a:cubicBezTo>
                  <a:cubicBezTo>
                    <a:pt x="930" y="880"/>
                    <a:pt x="931" y="878"/>
                    <a:pt x="932" y="875"/>
                  </a:cubicBezTo>
                  <a:cubicBezTo>
                    <a:pt x="932" y="873"/>
                    <a:pt x="934" y="870"/>
                    <a:pt x="935" y="868"/>
                  </a:cubicBezTo>
                  <a:lnTo>
                    <a:pt x="935" y="867"/>
                  </a:lnTo>
                  <a:cubicBezTo>
                    <a:pt x="943" y="868"/>
                    <a:pt x="950" y="869"/>
                    <a:pt x="958" y="869"/>
                  </a:cubicBezTo>
                  <a:cubicBezTo>
                    <a:pt x="983" y="869"/>
                    <a:pt x="1008" y="864"/>
                    <a:pt x="1032" y="854"/>
                  </a:cubicBezTo>
                  <a:lnTo>
                    <a:pt x="1033" y="853"/>
                  </a:lnTo>
                  <a:cubicBezTo>
                    <a:pt x="1034" y="852"/>
                    <a:pt x="1035" y="851"/>
                    <a:pt x="1036" y="850"/>
                  </a:cubicBezTo>
                  <a:cubicBezTo>
                    <a:pt x="1037" y="849"/>
                    <a:pt x="1037" y="847"/>
                    <a:pt x="1037" y="846"/>
                  </a:cubicBezTo>
                  <a:cubicBezTo>
                    <a:pt x="1037" y="844"/>
                    <a:pt x="1037" y="843"/>
                    <a:pt x="1037" y="842"/>
                  </a:cubicBezTo>
                  <a:lnTo>
                    <a:pt x="1037" y="840"/>
                  </a:lnTo>
                  <a:cubicBezTo>
                    <a:pt x="1035" y="836"/>
                    <a:pt x="1029" y="832"/>
                    <a:pt x="1025" y="837"/>
                  </a:cubicBezTo>
                  <a:cubicBezTo>
                    <a:pt x="1019" y="838"/>
                    <a:pt x="1012" y="839"/>
                    <a:pt x="1006" y="839"/>
                  </a:cubicBezTo>
                  <a:lnTo>
                    <a:pt x="981" y="844"/>
                  </a:lnTo>
                  <a:cubicBezTo>
                    <a:pt x="973" y="845"/>
                    <a:pt x="965" y="846"/>
                    <a:pt x="957" y="846"/>
                  </a:cubicBezTo>
                  <a:cubicBezTo>
                    <a:pt x="958" y="845"/>
                    <a:pt x="958" y="845"/>
                    <a:pt x="959" y="844"/>
                  </a:cubicBezTo>
                  <a:cubicBezTo>
                    <a:pt x="963" y="842"/>
                    <a:pt x="967" y="841"/>
                    <a:pt x="971" y="840"/>
                  </a:cubicBezTo>
                  <a:cubicBezTo>
                    <a:pt x="978" y="837"/>
                    <a:pt x="984" y="834"/>
                    <a:pt x="991" y="830"/>
                  </a:cubicBezTo>
                  <a:cubicBezTo>
                    <a:pt x="998" y="826"/>
                    <a:pt x="1006" y="821"/>
                    <a:pt x="1012" y="814"/>
                  </a:cubicBezTo>
                  <a:cubicBezTo>
                    <a:pt x="1044" y="800"/>
                    <a:pt x="1076" y="786"/>
                    <a:pt x="1110" y="775"/>
                  </a:cubicBezTo>
                  <a:lnTo>
                    <a:pt x="1111" y="775"/>
                  </a:lnTo>
                  <a:cubicBezTo>
                    <a:pt x="1120" y="775"/>
                    <a:pt x="1129" y="774"/>
                    <a:pt x="1139" y="772"/>
                  </a:cubicBezTo>
                  <a:cubicBezTo>
                    <a:pt x="1144" y="771"/>
                    <a:pt x="1150" y="770"/>
                    <a:pt x="1155" y="770"/>
                  </a:cubicBezTo>
                  <a:cubicBezTo>
                    <a:pt x="1157" y="770"/>
                    <a:pt x="1158" y="770"/>
                    <a:pt x="1160" y="771"/>
                  </a:cubicBezTo>
                  <a:cubicBezTo>
                    <a:pt x="1160" y="772"/>
                    <a:pt x="1161" y="774"/>
                    <a:pt x="1162" y="776"/>
                  </a:cubicBezTo>
                  <a:cubicBezTo>
                    <a:pt x="1163" y="778"/>
                    <a:pt x="1165" y="780"/>
                    <a:pt x="1166" y="781"/>
                  </a:cubicBezTo>
                  <a:cubicBezTo>
                    <a:pt x="1160" y="777"/>
                    <a:pt x="1161" y="783"/>
                    <a:pt x="1152" y="791"/>
                  </a:cubicBezTo>
                  <a:lnTo>
                    <a:pt x="1153" y="791"/>
                  </a:lnTo>
                  <a:moveTo>
                    <a:pt x="1229" y="862"/>
                  </a:moveTo>
                  <a:cubicBezTo>
                    <a:pt x="1227" y="866"/>
                    <a:pt x="1225" y="870"/>
                    <a:pt x="1223" y="873"/>
                  </a:cubicBezTo>
                  <a:cubicBezTo>
                    <a:pt x="1225" y="867"/>
                    <a:pt x="1228" y="860"/>
                    <a:pt x="1231" y="853"/>
                  </a:cubicBezTo>
                  <a:cubicBezTo>
                    <a:pt x="1232" y="852"/>
                    <a:pt x="1233" y="852"/>
                    <a:pt x="1234" y="851"/>
                  </a:cubicBezTo>
                  <a:cubicBezTo>
                    <a:pt x="1235" y="850"/>
                    <a:pt x="1235" y="850"/>
                    <a:pt x="1236" y="850"/>
                  </a:cubicBezTo>
                  <a:lnTo>
                    <a:pt x="1229" y="862"/>
                  </a:lnTo>
                  <a:moveTo>
                    <a:pt x="1326" y="832"/>
                  </a:moveTo>
                  <a:cubicBezTo>
                    <a:pt x="1335" y="815"/>
                    <a:pt x="1344" y="797"/>
                    <a:pt x="1354" y="780"/>
                  </a:cubicBezTo>
                  <a:cubicBezTo>
                    <a:pt x="1356" y="775"/>
                    <a:pt x="1359" y="771"/>
                    <a:pt x="1361" y="766"/>
                  </a:cubicBezTo>
                  <a:cubicBezTo>
                    <a:pt x="1356" y="780"/>
                    <a:pt x="1350" y="794"/>
                    <a:pt x="1342" y="806"/>
                  </a:cubicBezTo>
                  <a:cubicBezTo>
                    <a:pt x="1336" y="815"/>
                    <a:pt x="1332" y="824"/>
                    <a:pt x="1326" y="832"/>
                  </a:cubicBezTo>
                  <a:moveTo>
                    <a:pt x="1687" y="1896"/>
                  </a:moveTo>
                  <a:lnTo>
                    <a:pt x="1686" y="1896"/>
                  </a:lnTo>
                  <a:cubicBezTo>
                    <a:pt x="1685" y="1896"/>
                    <a:pt x="1684" y="1896"/>
                    <a:pt x="1683" y="1897"/>
                  </a:cubicBezTo>
                  <a:cubicBezTo>
                    <a:pt x="1682" y="1897"/>
                    <a:pt x="1681" y="1898"/>
                    <a:pt x="1681" y="1899"/>
                  </a:cubicBezTo>
                  <a:cubicBezTo>
                    <a:pt x="1680" y="1900"/>
                    <a:pt x="1680" y="1901"/>
                    <a:pt x="1680" y="1902"/>
                  </a:cubicBezTo>
                  <a:cubicBezTo>
                    <a:pt x="1680" y="1903"/>
                    <a:pt x="1681" y="1905"/>
                    <a:pt x="1681" y="1905"/>
                  </a:cubicBezTo>
                  <a:cubicBezTo>
                    <a:pt x="1682" y="1906"/>
                    <a:pt x="1682" y="1907"/>
                    <a:pt x="1683" y="1907"/>
                  </a:cubicBezTo>
                  <a:cubicBezTo>
                    <a:pt x="1681" y="1908"/>
                    <a:pt x="1680" y="1908"/>
                    <a:pt x="1678" y="1909"/>
                  </a:cubicBezTo>
                  <a:cubicBezTo>
                    <a:pt x="1676" y="1910"/>
                    <a:pt x="1674" y="1911"/>
                    <a:pt x="1672" y="1912"/>
                  </a:cubicBezTo>
                  <a:cubicBezTo>
                    <a:pt x="1665" y="1916"/>
                    <a:pt x="1659" y="1922"/>
                    <a:pt x="1654" y="1928"/>
                  </a:cubicBezTo>
                  <a:cubicBezTo>
                    <a:pt x="1636" y="1953"/>
                    <a:pt x="1601" y="1958"/>
                    <a:pt x="1573" y="1963"/>
                  </a:cubicBezTo>
                  <a:cubicBezTo>
                    <a:pt x="1551" y="1966"/>
                    <a:pt x="1531" y="1972"/>
                    <a:pt x="1512" y="1982"/>
                  </a:cubicBezTo>
                  <a:cubicBezTo>
                    <a:pt x="1529" y="1956"/>
                    <a:pt x="1564" y="1937"/>
                    <a:pt x="1588" y="1923"/>
                  </a:cubicBezTo>
                  <a:cubicBezTo>
                    <a:pt x="1607" y="1912"/>
                    <a:pt x="1657" y="1886"/>
                    <a:pt x="1692" y="1892"/>
                  </a:cubicBezTo>
                  <a:lnTo>
                    <a:pt x="1692" y="1893"/>
                  </a:lnTo>
                  <a:cubicBezTo>
                    <a:pt x="1693" y="1894"/>
                    <a:pt x="1693" y="1894"/>
                    <a:pt x="1694" y="1894"/>
                  </a:cubicBezTo>
                  <a:lnTo>
                    <a:pt x="1698" y="1897"/>
                  </a:lnTo>
                  <a:cubicBezTo>
                    <a:pt x="1698" y="1898"/>
                    <a:pt x="1698" y="1899"/>
                    <a:pt x="1698" y="1901"/>
                  </a:cubicBezTo>
                  <a:cubicBezTo>
                    <a:pt x="1694" y="1899"/>
                    <a:pt x="1691" y="1898"/>
                    <a:pt x="1687" y="1896"/>
                  </a:cubicBezTo>
                  <a:moveTo>
                    <a:pt x="1986" y="1940"/>
                  </a:moveTo>
                  <a:cubicBezTo>
                    <a:pt x="1976" y="1946"/>
                    <a:pt x="1966" y="1952"/>
                    <a:pt x="1958" y="1959"/>
                  </a:cubicBezTo>
                  <a:cubicBezTo>
                    <a:pt x="1962" y="1949"/>
                    <a:pt x="1967" y="1938"/>
                    <a:pt x="1972" y="1927"/>
                  </a:cubicBezTo>
                  <a:cubicBezTo>
                    <a:pt x="1988" y="1890"/>
                    <a:pt x="2015" y="1903"/>
                    <a:pt x="2036" y="1921"/>
                  </a:cubicBezTo>
                  <a:cubicBezTo>
                    <a:pt x="2020" y="1924"/>
                    <a:pt x="2004" y="1929"/>
                    <a:pt x="1990" y="1937"/>
                  </a:cubicBezTo>
                  <a:cubicBezTo>
                    <a:pt x="1989" y="1938"/>
                    <a:pt x="1987" y="1939"/>
                    <a:pt x="1986" y="1940"/>
                  </a:cubicBezTo>
                  <a:moveTo>
                    <a:pt x="2384" y="1404"/>
                  </a:moveTo>
                  <a:cubicBezTo>
                    <a:pt x="2384" y="1408"/>
                    <a:pt x="2385" y="1411"/>
                    <a:pt x="2385" y="1415"/>
                  </a:cubicBezTo>
                  <a:cubicBezTo>
                    <a:pt x="2385" y="1419"/>
                    <a:pt x="2384" y="1423"/>
                    <a:pt x="2384" y="1427"/>
                  </a:cubicBezTo>
                  <a:lnTo>
                    <a:pt x="2379" y="1423"/>
                  </a:lnTo>
                  <a:cubicBezTo>
                    <a:pt x="2381" y="1417"/>
                    <a:pt x="2383" y="1410"/>
                    <a:pt x="2384" y="1404"/>
                  </a:cubicBezTo>
                  <a:moveTo>
                    <a:pt x="2120" y="1188"/>
                  </a:moveTo>
                  <a:lnTo>
                    <a:pt x="2120" y="1189"/>
                  </a:lnTo>
                  <a:cubicBezTo>
                    <a:pt x="2120" y="1190"/>
                    <a:pt x="2120" y="1191"/>
                    <a:pt x="2120" y="1192"/>
                  </a:cubicBezTo>
                  <a:cubicBezTo>
                    <a:pt x="2120" y="1193"/>
                    <a:pt x="2120" y="1194"/>
                    <a:pt x="2120" y="1195"/>
                  </a:cubicBezTo>
                  <a:cubicBezTo>
                    <a:pt x="2120" y="1193"/>
                    <a:pt x="2120" y="1190"/>
                    <a:pt x="2120" y="1187"/>
                  </a:cubicBezTo>
                  <a:lnTo>
                    <a:pt x="2120" y="1188"/>
                  </a:lnTo>
                  <a:moveTo>
                    <a:pt x="2075" y="1824"/>
                  </a:moveTo>
                  <a:cubicBezTo>
                    <a:pt x="2074" y="1823"/>
                    <a:pt x="2074" y="1821"/>
                    <a:pt x="2073" y="1820"/>
                  </a:cubicBezTo>
                  <a:cubicBezTo>
                    <a:pt x="2071" y="1818"/>
                    <a:pt x="2069" y="1815"/>
                    <a:pt x="2066" y="1814"/>
                  </a:cubicBezTo>
                  <a:cubicBezTo>
                    <a:pt x="2063" y="1812"/>
                    <a:pt x="2060" y="1811"/>
                    <a:pt x="2057" y="1811"/>
                  </a:cubicBezTo>
                  <a:cubicBezTo>
                    <a:pt x="2054" y="1811"/>
                    <a:pt x="2051" y="1812"/>
                    <a:pt x="2048" y="1814"/>
                  </a:cubicBezTo>
                  <a:cubicBezTo>
                    <a:pt x="2045" y="1815"/>
                    <a:pt x="2043" y="1818"/>
                    <a:pt x="2041" y="1820"/>
                  </a:cubicBezTo>
                  <a:cubicBezTo>
                    <a:pt x="2041" y="1821"/>
                    <a:pt x="2041" y="1821"/>
                    <a:pt x="2041" y="1821"/>
                  </a:cubicBezTo>
                  <a:cubicBezTo>
                    <a:pt x="2024" y="1854"/>
                    <a:pt x="2003" y="1854"/>
                    <a:pt x="1971" y="1842"/>
                  </a:cubicBezTo>
                  <a:cubicBezTo>
                    <a:pt x="1969" y="1841"/>
                    <a:pt x="1967" y="1841"/>
                    <a:pt x="1965" y="1841"/>
                  </a:cubicBezTo>
                  <a:cubicBezTo>
                    <a:pt x="1962" y="1841"/>
                    <a:pt x="1958" y="1841"/>
                    <a:pt x="1956" y="1843"/>
                  </a:cubicBezTo>
                  <a:cubicBezTo>
                    <a:pt x="1953" y="1844"/>
                    <a:pt x="1951" y="1847"/>
                    <a:pt x="1950" y="1850"/>
                  </a:cubicBezTo>
                  <a:cubicBezTo>
                    <a:pt x="1949" y="1851"/>
                    <a:pt x="1948" y="1852"/>
                    <a:pt x="1948" y="1854"/>
                  </a:cubicBezTo>
                  <a:cubicBezTo>
                    <a:pt x="1947" y="1865"/>
                    <a:pt x="1943" y="1876"/>
                    <a:pt x="1938" y="1885"/>
                  </a:cubicBezTo>
                  <a:cubicBezTo>
                    <a:pt x="1937" y="1886"/>
                    <a:pt x="1937" y="1887"/>
                    <a:pt x="1936" y="1888"/>
                  </a:cubicBezTo>
                  <a:lnTo>
                    <a:pt x="1925" y="1891"/>
                  </a:lnTo>
                  <a:cubicBezTo>
                    <a:pt x="1916" y="1886"/>
                    <a:pt x="1909" y="1879"/>
                    <a:pt x="1904" y="1870"/>
                  </a:cubicBezTo>
                  <a:lnTo>
                    <a:pt x="1903" y="1870"/>
                  </a:lnTo>
                  <a:cubicBezTo>
                    <a:pt x="1903" y="1868"/>
                    <a:pt x="1902" y="1866"/>
                    <a:pt x="1901" y="1865"/>
                  </a:cubicBezTo>
                  <a:cubicBezTo>
                    <a:pt x="1899" y="1862"/>
                    <a:pt x="1898" y="1860"/>
                    <a:pt x="1895" y="1858"/>
                  </a:cubicBezTo>
                  <a:cubicBezTo>
                    <a:pt x="1892" y="1856"/>
                    <a:pt x="1889" y="1856"/>
                    <a:pt x="1886" y="1856"/>
                  </a:cubicBezTo>
                  <a:cubicBezTo>
                    <a:pt x="1883" y="1856"/>
                    <a:pt x="1880" y="1856"/>
                    <a:pt x="1877" y="1858"/>
                  </a:cubicBezTo>
                  <a:cubicBezTo>
                    <a:pt x="1874" y="1860"/>
                    <a:pt x="1872" y="1862"/>
                    <a:pt x="1870" y="1865"/>
                  </a:cubicBezTo>
                  <a:cubicBezTo>
                    <a:pt x="1869" y="1867"/>
                    <a:pt x="1868" y="1870"/>
                    <a:pt x="1868" y="1872"/>
                  </a:cubicBezTo>
                  <a:cubicBezTo>
                    <a:pt x="1868" y="1870"/>
                    <a:pt x="1834" y="1912"/>
                    <a:pt x="1823" y="1888"/>
                  </a:cubicBezTo>
                  <a:cubicBezTo>
                    <a:pt x="1817" y="1873"/>
                    <a:pt x="1793" y="1871"/>
                    <a:pt x="1790" y="1890"/>
                  </a:cubicBezTo>
                  <a:cubicBezTo>
                    <a:pt x="1791" y="1913"/>
                    <a:pt x="1775" y="1917"/>
                    <a:pt x="1743" y="1901"/>
                  </a:cubicBezTo>
                  <a:cubicBezTo>
                    <a:pt x="1743" y="1900"/>
                    <a:pt x="1742" y="1900"/>
                    <a:pt x="1742" y="1899"/>
                  </a:cubicBezTo>
                  <a:cubicBezTo>
                    <a:pt x="1740" y="1896"/>
                    <a:pt x="1738" y="1894"/>
                    <a:pt x="1736" y="1893"/>
                  </a:cubicBezTo>
                  <a:cubicBezTo>
                    <a:pt x="1733" y="1892"/>
                    <a:pt x="1731" y="1891"/>
                    <a:pt x="1728" y="1891"/>
                  </a:cubicBezTo>
                  <a:cubicBezTo>
                    <a:pt x="1726" y="1891"/>
                    <a:pt x="1725" y="1891"/>
                    <a:pt x="1723" y="1891"/>
                  </a:cubicBezTo>
                  <a:lnTo>
                    <a:pt x="1722" y="1889"/>
                  </a:lnTo>
                  <a:cubicBezTo>
                    <a:pt x="1721" y="1888"/>
                    <a:pt x="1719" y="1887"/>
                    <a:pt x="1718" y="1886"/>
                  </a:cubicBezTo>
                  <a:cubicBezTo>
                    <a:pt x="1714" y="1884"/>
                    <a:pt x="1710" y="1883"/>
                    <a:pt x="1706" y="1882"/>
                  </a:cubicBezTo>
                  <a:cubicBezTo>
                    <a:pt x="1717" y="1872"/>
                    <a:pt x="1745" y="1871"/>
                    <a:pt x="1758" y="1869"/>
                  </a:cubicBezTo>
                  <a:cubicBezTo>
                    <a:pt x="1774" y="1864"/>
                    <a:pt x="1791" y="1859"/>
                    <a:pt x="1807" y="1853"/>
                  </a:cubicBezTo>
                  <a:cubicBezTo>
                    <a:pt x="1851" y="1842"/>
                    <a:pt x="1894" y="1826"/>
                    <a:pt x="1935" y="1805"/>
                  </a:cubicBezTo>
                  <a:cubicBezTo>
                    <a:pt x="2015" y="1761"/>
                    <a:pt x="2150" y="1781"/>
                    <a:pt x="2199" y="1694"/>
                  </a:cubicBezTo>
                  <a:cubicBezTo>
                    <a:pt x="2199" y="1696"/>
                    <a:pt x="2199" y="1699"/>
                    <a:pt x="2199" y="1701"/>
                  </a:cubicBezTo>
                  <a:cubicBezTo>
                    <a:pt x="2199" y="1713"/>
                    <a:pt x="2197" y="1724"/>
                    <a:pt x="2194" y="1734"/>
                  </a:cubicBezTo>
                  <a:cubicBezTo>
                    <a:pt x="2178" y="1750"/>
                    <a:pt x="2161" y="1763"/>
                    <a:pt x="2142" y="1774"/>
                  </a:cubicBezTo>
                  <a:cubicBezTo>
                    <a:pt x="2140" y="1775"/>
                    <a:pt x="2139" y="1776"/>
                    <a:pt x="2137" y="1777"/>
                  </a:cubicBezTo>
                  <a:cubicBezTo>
                    <a:pt x="2133" y="1779"/>
                    <a:pt x="2081" y="1847"/>
                    <a:pt x="2074" y="1823"/>
                  </a:cubicBezTo>
                  <a:lnTo>
                    <a:pt x="2075" y="1824"/>
                  </a:lnTo>
                  <a:moveTo>
                    <a:pt x="2712" y="1856"/>
                  </a:moveTo>
                  <a:cubicBezTo>
                    <a:pt x="2712" y="1857"/>
                    <a:pt x="2711" y="1856"/>
                    <a:pt x="2710" y="1857"/>
                  </a:cubicBezTo>
                  <a:cubicBezTo>
                    <a:pt x="2709" y="1858"/>
                    <a:pt x="2709" y="1858"/>
                    <a:pt x="2709" y="1858"/>
                  </a:cubicBezTo>
                  <a:cubicBezTo>
                    <a:pt x="2707" y="1856"/>
                    <a:pt x="2705" y="1854"/>
                    <a:pt x="2702" y="1852"/>
                  </a:cubicBezTo>
                  <a:cubicBezTo>
                    <a:pt x="2699" y="1850"/>
                    <a:pt x="2695" y="1849"/>
                    <a:pt x="2692" y="1849"/>
                  </a:cubicBezTo>
                  <a:cubicBezTo>
                    <a:pt x="2688" y="1849"/>
                    <a:pt x="2685" y="1850"/>
                    <a:pt x="2682" y="1852"/>
                  </a:cubicBezTo>
                  <a:cubicBezTo>
                    <a:pt x="2679" y="1854"/>
                    <a:pt x="2677" y="1856"/>
                    <a:pt x="2675" y="1859"/>
                  </a:cubicBezTo>
                  <a:cubicBezTo>
                    <a:pt x="2673" y="1862"/>
                    <a:pt x="2672" y="1866"/>
                    <a:pt x="2672" y="1869"/>
                  </a:cubicBezTo>
                  <a:lnTo>
                    <a:pt x="2672" y="1870"/>
                  </a:lnTo>
                  <a:cubicBezTo>
                    <a:pt x="2672" y="1879"/>
                    <a:pt x="2642" y="1877"/>
                    <a:pt x="2643" y="1859"/>
                  </a:cubicBezTo>
                  <a:cubicBezTo>
                    <a:pt x="2645" y="1837"/>
                    <a:pt x="2610" y="1835"/>
                    <a:pt x="2604" y="1856"/>
                  </a:cubicBezTo>
                  <a:cubicBezTo>
                    <a:pt x="2598" y="1876"/>
                    <a:pt x="2545" y="1878"/>
                    <a:pt x="2545" y="1852"/>
                  </a:cubicBezTo>
                  <a:cubicBezTo>
                    <a:pt x="2545" y="1831"/>
                    <a:pt x="2515" y="1829"/>
                    <a:pt x="2507" y="1846"/>
                  </a:cubicBezTo>
                  <a:cubicBezTo>
                    <a:pt x="2503" y="1846"/>
                    <a:pt x="2499" y="1847"/>
                    <a:pt x="2495" y="1847"/>
                  </a:cubicBezTo>
                  <a:cubicBezTo>
                    <a:pt x="2491" y="1847"/>
                    <a:pt x="2487" y="1846"/>
                    <a:pt x="2483" y="1846"/>
                  </a:cubicBezTo>
                  <a:cubicBezTo>
                    <a:pt x="2462" y="1846"/>
                    <a:pt x="2444" y="1853"/>
                    <a:pt x="2439" y="1820"/>
                  </a:cubicBezTo>
                  <a:cubicBezTo>
                    <a:pt x="2439" y="1818"/>
                    <a:pt x="2438" y="1817"/>
                    <a:pt x="2437" y="1815"/>
                  </a:cubicBezTo>
                  <a:cubicBezTo>
                    <a:pt x="2436" y="1812"/>
                    <a:pt x="2433" y="1809"/>
                    <a:pt x="2431" y="1808"/>
                  </a:cubicBezTo>
                  <a:cubicBezTo>
                    <a:pt x="2428" y="1806"/>
                    <a:pt x="2425" y="1806"/>
                    <a:pt x="2422" y="1806"/>
                  </a:cubicBezTo>
                  <a:cubicBezTo>
                    <a:pt x="2419" y="1806"/>
                    <a:pt x="2415" y="1806"/>
                    <a:pt x="2413" y="1808"/>
                  </a:cubicBezTo>
                  <a:cubicBezTo>
                    <a:pt x="2410" y="1809"/>
                    <a:pt x="2408" y="1812"/>
                    <a:pt x="2406" y="1815"/>
                  </a:cubicBezTo>
                  <a:cubicBezTo>
                    <a:pt x="2405" y="1817"/>
                    <a:pt x="2404" y="1820"/>
                    <a:pt x="2404" y="1823"/>
                  </a:cubicBezTo>
                  <a:cubicBezTo>
                    <a:pt x="2404" y="1862"/>
                    <a:pt x="2351" y="1766"/>
                    <a:pt x="2356" y="1800"/>
                  </a:cubicBezTo>
                  <a:cubicBezTo>
                    <a:pt x="2354" y="1787"/>
                    <a:pt x="2352" y="1773"/>
                    <a:pt x="2350" y="1761"/>
                  </a:cubicBezTo>
                  <a:cubicBezTo>
                    <a:pt x="2350" y="1760"/>
                    <a:pt x="2349" y="1758"/>
                    <a:pt x="2349" y="1757"/>
                  </a:cubicBezTo>
                  <a:cubicBezTo>
                    <a:pt x="2348" y="1756"/>
                    <a:pt x="2346" y="1755"/>
                    <a:pt x="2345" y="1754"/>
                  </a:cubicBezTo>
                  <a:cubicBezTo>
                    <a:pt x="2344" y="1753"/>
                    <a:pt x="2343" y="1753"/>
                    <a:pt x="2342" y="1753"/>
                  </a:cubicBezTo>
                  <a:cubicBezTo>
                    <a:pt x="2342" y="1752"/>
                    <a:pt x="2342" y="1752"/>
                    <a:pt x="2342" y="1752"/>
                  </a:cubicBezTo>
                  <a:cubicBezTo>
                    <a:pt x="2340" y="1749"/>
                    <a:pt x="2338" y="1747"/>
                    <a:pt x="2336" y="1746"/>
                  </a:cubicBezTo>
                  <a:cubicBezTo>
                    <a:pt x="2334" y="1745"/>
                    <a:pt x="2331" y="1744"/>
                    <a:pt x="2328" y="1744"/>
                  </a:cubicBezTo>
                  <a:cubicBezTo>
                    <a:pt x="2325" y="1744"/>
                    <a:pt x="2322" y="1745"/>
                    <a:pt x="2320" y="1746"/>
                  </a:cubicBezTo>
                  <a:cubicBezTo>
                    <a:pt x="2317" y="1747"/>
                    <a:pt x="2316" y="1749"/>
                    <a:pt x="2315" y="1752"/>
                  </a:cubicBezTo>
                  <a:cubicBezTo>
                    <a:pt x="2314" y="1753"/>
                    <a:pt x="2314" y="1754"/>
                    <a:pt x="2313" y="1755"/>
                  </a:cubicBezTo>
                  <a:cubicBezTo>
                    <a:pt x="2313" y="1763"/>
                    <a:pt x="2310" y="1771"/>
                    <a:pt x="2306" y="1778"/>
                  </a:cubicBezTo>
                  <a:cubicBezTo>
                    <a:pt x="2302" y="1784"/>
                    <a:pt x="2299" y="1789"/>
                    <a:pt x="2294" y="1793"/>
                  </a:cubicBezTo>
                  <a:cubicBezTo>
                    <a:pt x="2293" y="1793"/>
                    <a:pt x="2292" y="1793"/>
                    <a:pt x="2291" y="1793"/>
                  </a:cubicBezTo>
                  <a:cubicBezTo>
                    <a:pt x="2288" y="1793"/>
                    <a:pt x="2284" y="1793"/>
                    <a:pt x="2281" y="1795"/>
                  </a:cubicBezTo>
                  <a:cubicBezTo>
                    <a:pt x="2278" y="1796"/>
                    <a:pt x="2276" y="1799"/>
                    <a:pt x="2274" y="1802"/>
                  </a:cubicBezTo>
                  <a:cubicBezTo>
                    <a:pt x="2273" y="1804"/>
                    <a:pt x="2273" y="1806"/>
                    <a:pt x="2272" y="1808"/>
                  </a:cubicBezTo>
                  <a:cubicBezTo>
                    <a:pt x="2268" y="1834"/>
                    <a:pt x="2253" y="1839"/>
                    <a:pt x="2228" y="1821"/>
                  </a:cubicBezTo>
                  <a:cubicBezTo>
                    <a:pt x="2226" y="1821"/>
                    <a:pt x="2224" y="1820"/>
                    <a:pt x="2222" y="1820"/>
                  </a:cubicBezTo>
                  <a:cubicBezTo>
                    <a:pt x="2219" y="1820"/>
                    <a:pt x="2215" y="1821"/>
                    <a:pt x="2212" y="1823"/>
                  </a:cubicBezTo>
                  <a:cubicBezTo>
                    <a:pt x="2209" y="1825"/>
                    <a:pt x="2207" y="1827"/>
                    <a:pt x="2205" y="1830"/>
                  </a:cubicBezTo>
                  <a:cubicBezTo>
                    <a:pt x="2204" y="1832"/>
                    <a:pt x="2203" y="1835"/>
                    <a:pt x="2203" y="1837"/>
                  </a:cubicBezTo>
                  <a:cubicBezTo>
                    <a:pt x="2198" y="1869"/>
                    <a:pt x="2180" y="1874"/>
                    <a:pt x="2152" y="1865"/>
                  </a:cubicBezTo>
                  <a:cubicBezTo>
                    <a:pt x="2151" y="1864"/>
                    <a:pt x="2149" y="1864"/>
                    <a:pt x="2148" y="1864"/>
                  </a:cubicBezTo>
                  <a:cubicBezTo>
                    <a:pt x="2145" y="1864"/>
                    <a:pt x="2141" y="1865"/>
                    <a:pt x="2138" y="1867"/>
                  </a:cubicBezTo>
                  <a:cubicBezTo>
                    <a:pt x="2135" y="1868"/>
                    <a:pt x="2133" y="1871"/>
                    <a:pt x="2131" y="1874"/>
                  </a:cubicBezTo>
                  <a:cubicBezTo>
                    <a:pt x="2130" y="1876"/>
                    <a:pt x="2129" y="1878"/>
                    <a:pt x="2129" y="1880"/>
                  </a:cubicBezTo>
                  <a:cubicBezTo>
                    <a:pt x="2124" y="1923"/>
                    <a:pt x="2105" y="1921"/>
                    <a:pt x="2070" y="1919"/>
                  </a:cubicBezTo>
                  <a:cubicBezTo>
                    <a:pt x="2070" y="1918"/>
                    <a:pt x="2069" y="1917"/>
                    <a:pt x="2069" y="1916"/>
                  </a:cubicBezTo>
                  <a:cubicBezTo>
                    <a:pt x="2067" y="1914"/>
                    <a:pt x="2066" y="1913"/>
                    <a:pt x="2064" y="1912"/>
                  </a:cubicBezTo>
                  <a:cubicBezTo>
                    <a:pt x="2063" y="1911"/>
                    <a:pt x="2062" y="1911"/>
                    <a:pt x="2062" y="1911"/>
                  </a:cubicBezTo>
                  <a:cubicBezTo>
                    <a:pt x="2109" y="1892"/>
                    <a:pt x="2138" y="1849"/>
                    <a:pt x="2166" y="1808"/>
                  </a:cubicBezTo>
                  <a:cubicBezTo>
                    <a:pt x="2169" y="1804"/>
                    <a:pt x="2171" y="1801"/>
                    <a:pt x="2174" y="1798"/>
                  </a:cubicBezTo>
                  <a:cubicBezTo>
                    <a:pt x="2177" y="1795"/>
                    <a:pt x="2185" y="1790"/>
                    <a:pt x="2191" y="1786"/>
                  </a:cubicBezTo>
                  <a:cubicBezTo>
                    <a:pt x="2202" y="1776"/>
                    <a:pt x="2210" y="1764"/>
                    <a:pt x="2218" y="1752"/>
                  </a:cubicBezTo>
                  <a:cubicBezTo>
                    <a:pt x="2221" y="1748"/>
                    <a:pt x="2223" y="1744"/>
                    <a:pt x="2224" y="1740"/>
                  </a:cubicBezTo>
                  <a:lnTo>
                    <a:pt x="2225" y="1739"/>
                  </a:lnTo>
                  <a:cubicBezTo>
                    <a:pt x="2225" y="1738"/>
                    <a:pt x="2226" y="1736"/>
                    <a:pt x="2226" y="1734"/>
                  </a:cubicBezTo>
                  <a:cubicBezTo>
                    <a:pt x="2226" y="1732"/>
                    <a:pt x="2226" y="1730"/>
                    <a:pt x="2225" y="1728"/>
                  </a:cubicBezTo>
                  <a:cubicBezTo>
                    <a:pt x="2224" y="1727"/>
                    <a:pt x="2223" y="1726"/>
                    <a:pt x="2222" y="1725"/>
                  </a:cubicBezTo>
                  <a:cubicBezTo>
                    <a:pt x="2224" y="1718"/>
                    <a:pt x="2225" y="1711"/>
                    <a:pt x="2225" y="1704"/>
                  </a:cubicBezTo>
                  <a:cubicBezTo>
                    <a:pt x="2225" y="1704"/>
                    <a:pt x="2225" y="1703"/>
                    <a:pt x="2225" y="1702"/>
                  </a:cubicBezTo>
                  <a:cubicBezTo>
                    <a:pt x="2233" y="1705"/>
                    <a:pt x="2242" y="1706"/>
                    <a:pt x="2250" y="1707"/>
                  </a:cubicBezTo>
                  <a:cubicBezTo>
                    <a:pt x="2272" y="1708"/>
                    <a:pt x="2301" y="1713"/>
                    <a:pt x="2316" y="1694"/>
                  </a:cubicBezTo>
                  <a:cubicBezTo>
                    <a:pt x="2316" y="1694"/>
                    <a:pt x="2317" y="1694"/>
                    <a:pt x="2317" y="1693"/>
                  </a:cubicBezTo>
                  <a:cubicBezTo>
                    <a:pt x="2317" y="1692"/>
                    <a:pt x="2318" y="1691"/>
                    <a:pt x="2318" y="1690"/>
                  </a:cubicBezTo>
                  <a:cubicBezTo>
                    <a:pt x="2318" y="1689"/>
                    <a:pt x="2317" y="1688"/>
                    <a:pt x="2317" y="1687"/>
                  </a:cubicBezTo>
                  <a:cubicBezTo>
                    <a:pt x="2316" y="1686"/>
                    <a:pt x="2315" y="1686"/>
                    <a:pt x="2314" y="1685"/>
                  </a:cubicBezTo>
                  <a:cubicBezTo>
                    <a:pt x="2313" y="1684"/>
                    <a:pt x="2313" y="1684"/>
                    <a:pt x="2313" y="1684"/>
                  </a:cubicBezTo>
                  <a:cubicBezTo>
                    <a:pt x="2303" y="1683"/>
                    <a:pt x="2294" y="1683"/>
                    <a:pt x="2285" y="1683"/>
                  </a:cubicBezTo>
                  <a:cubicBezTo>
                    <a:pt x="2276" y="1683"/>
                    <a:pt x="2267" y="1683"/>
                    <a:pt x="2258" y="1684"/>
                  </a:cubicBezTo>
                  <a:cubicBezTo>
                    <a:pt x="2254" y="1685"/>
                    <a:pt x="2250" y="1685"/>
                    <a:pt x="2246" y="1685"/>
                  </a:cubicBezTo>
                  <a:cubicBezTo>
                    <a:pt x="2238" y="1685"/>
                    <a:pt x="2230" y="1684"/>
                    <a:pt x="2223" y="1681"/>
                  </a:cubicBezTo>
                  <a:cubicBezTo>
                    <a:pt x="2221" y="1670"/>
                    <a:pt x="2219" y="1659"/>
                    <a:pt x="2216" y="1649"/>
                  </a:cubicBezTo>
                  <a:cubicBezTo>
                    <a:pt x="2224" y="1652"/>
                    <a:pt x="2232" y="1656"/>
                    <a:pt x="2240" y="1659"/>
                  </a:cubicBezTo>
                  <a:cubicBezTo>
                    <a:pt x="2247" y="1661"/>
                    <a:pt x="2254" y="1662"/>
                    <a:pt x="2261" y="1662"/>
                  </a:cubicBezTo>
                  <a:cubicBezTo>
                    <a:pt x="2263" y="1662"/>
                    <a:pt x="2266" y="1661"/>
                    <a:pt x="2268" y="1661"/>
                  </a:cubicBezTo>
                  <a:cubicBezTo>
                    <a:pt x="2282" y="1661"/>
                    <a:pt x="2303" y="1658"/>
                    <a:pt x="2308" y="1644"/>
                  </a:cubicBezTo>
                  <a:cubicBezTo>
                    <a:pt x="2309" y="1643"/>
                    <a:pt x="2309" y="1642"/>
                    <a:pt x="2309" y="1642"/>
                  </a:cubicBezTo>
                  <a:cubicBezTo>
                    <a:pt x="2309" y="1640"/>
                    <a:pt x="2308" y="1639"/>
                    <a:pt x="2308" y="1638"/>
                  </a:cubicBezTo>
                  <a:cubicBezTo>
                    <a:pt x="2307" y="1637"/>
                    <a:pt x="2306" y="1636"/>
                    <a:pt x="2305" y="1636"/>
                  </a:cubicBezTo>
                  <a:lnTo>
                    <a:pt x="2305" y="1635"/>
                  </a:lnTo>
                  <a:cubicBezTo>
                    <a:pt x="2290" y="1629"/>
                    <a:pt x="2270" y="1638"/>
                    <a:pt x="2254" y="1637"/>
                  </a:cubicBezTo>
                  <a:cubicBezTo>
                    <a:pt x="2238" y="1635"/>
                    <a:pt x="2227" y="1629"/>
                    <a:pt x="2212" y="1628"/>
                  </a:cubicBezTo>
                  <a:cubicBezTo>
                    <a:pt x="2211" y="1621"/>
                    <a:pt x="2210" y="1612"/>
                    <a:pt x="2209" y="1604"/>
                  </a:cubicBezTo>
                  <a:cubicBezTo>
                    <a:pt x="2213" y="1604"/>
                    <a:pt x="2217" y="1605"/>
                    <a:pt x="2221" y="1605"/>
                  </a:cubicBezTo>
                  <a:cubicBezTo>
                    <a:pt x="2225" y="1605"/>
                    <a:pt x="2228" y="1604"/>
                    <a:pt x="2232" y="1604"/>
                  </a:cubicBezTo>
                  <a:cubicBezTo>
                    <a:pt x="2249" y="1603"/>
                    <a:pt x="2278" y="1610"/>
                    <a:pt x="2287" y="1590"/>
                  </a:cubicBezTo>
                  <a:cubicBezTo>
                    <a:pt x="2289" y="1586"/>
                    <a:pt x="2286" y="1579"/>
                    <a:pt x="2280" y="1581"/>
                  </a:cubicBezTo>
                  <a:cubicBezTo>
                    <a:pt x="2275" y="1582"/>
                    <a:pt x="2269" y="1583"/>
                    <a:pt x="2263" y="1583"/>
                  </a:cubicBezTo>
                  <a:cubicBezTo>
                    <a:pt x="2255" y="1583"/>
                    <a:pt x="2247" y="1582"/>
                    <a:pt x="2240" y="1580"/>
                  </a:cubicBezTo>
                  <a:cubicBezTo>
                    <a:pt x="2231" y="1580"/>
                    <a:pt x="2209" y="1586"/>
                    <a:pt x="2206" y="1578"/>
                  </a:cubicBezTo>
                  <a:cubicBezTo>
                    <a:pt x="2204" y="1570"/>
                    <a:pt x="2202" y="1561"/>
                    <a:pt x="2200" y="1553"/>
                  </a:cubicBezTo>
                  <a:cubicBezTo>
                    <a:pt x="2203" y="1553"/>
                    <a:pt x="2206" y="1554"/>
                    <a:pt x="2209" y="1554"/>
                  </a:cubicBezTo>
                  <a:cubicBezTo>
                    <a:pt x="2214" y="1555"/>
                    <a:pt x="2220" y="1555"/>
                    <a:pt x="2225" y="1555"/>
                  </a:cubicBezTo>
                  <a:cubicBezTo>
                    <a:pt x="2246" y="1555"/>
                    <a:pt x="2266" y="1550"/>
                    <a:pt x="2283" y="1540"/>
                  </a:cubicBezTo>
                  <a:cubicBezTo>
                    <a:pt x="2284" y="1539"/>
                    <a:pt x="2285" y="1538"/>
                    <a:pt x="2286" y="1538"/>
                  </a:cubicBezTo>
                  <a:cubicBezTo>
                    <a:pt x="2287" y="1537"/>
                    <a:pt x="2287" y="1537"/>
                    <a:pt x="2288" y="1536"/>
                  </a:cubicBezTo>
                  <a:cubicBezTo>
                    <a:pt x="2288" y="1535"/>
                    <a:pt x="2288" y="1534"/>
                    <a:pt x="2288" y="1533"/>
                  </a:cubicBezTo>
                  <a:cubicBezTo>
                    <a:pt x="2288" y="1532"/>
                    <a:pt x="2288" y="1531"/>
                    <a:pt x="2288" y="1530"/>
                  </a:cubicBezTo>
                  <a:cubicBezTo>
                    <a:pt x="2287" y="1529"/>
                    <a:pt x="2287" y="1528"/>
                    <a:pt x="2286" y="1528"/>
                  </a:cubicBezTo>
                  <a:cubicBezTo>
                    <a:pt x="2273" y="1519"/>
                    <a:pt x="2259" y="1528"/>
                    <a:pt x="2245" y="1531"/>
                  </a:cubicBezTo>
                  <a:cubicBezTo>
                    <a:pt x="2239" y="1532"/>
                    <a:pt x="2232" y="1532"/>
                    <a:pt x="2225" y="1532"/>
                  </a:cubicBezTo>
                  <a:cubicBezTo>
                    <a:pt x="2218" y="1532"/>
                    <a:pt x="2211" y="1532"/>
                    <a:pt x="2204" y="1531"/>
                  </a:cubicBezTo>
                  <a:cubicBezTo>
                    <a:pt x="2201" y="1530"/>
                    <a:pt x="2198" y="1529"/>
                    <a:pt x="2196" y="1528"/>
                  </a:cubicBezTo>
                  <a:cubicBezTo>
                    <a:pt x="2194" y="1527"/>
                    <a:pt x="2192" y="1525"/>
                    <a:pt x="2190" y="1524"/>
                  </a:cubicBezTo>
                  <a:cubicBezTo>
                    <a:pt x="2186" y="1510"/>
                    <a:pt x="2181" y="1495"/>
                    <a:pt x="2178" y="1480"/>
                  </a:cubicBezTo>
                  <a:cubicBezTo>
                    <a:pt x="2184" y="1480"/>
                    <a:pt x="2190" y="1480"/>
                    <a:pt x="2195" y="1480"/>
                  </a:cubicBezTo>
                  <a:cubicBezTo>
                    <a:pt x="2213" y="1480"/>
                    <a:pt x="2251" y="1488"/>
                    <a:pt x="2258" y="1465"/>
                  </a:cubicBezTo>
                  <a:cubicBezTo>
                    <a:pt x="2259" y="1465"/>
                    <a:pt x="2259" y="1464"/>
                    <a:pt x="2259" y="1463"/>
                  </a:cubicBezTo>
                  <a:cubicBezTo>
                    <a:pt x="2259" y="1462"/>
                    <a:pt x="2258" y="1461"/>
                    <a:pt x="2258" y="1460"/>
                  </a:cubicBezTo>
                  <a:cubicBezTo>
                    <a:pt x="2257" y="1459"/>
                    <a:pt x="2256" y="1457"/>
                    <a:pt x="2255" y="1457"/>
                  </a:cubicBezTo>
                  <a:cubicBezTo>
                    <a:pt x="2254" y="1456"/>
                    <a:pt x="2253" y="1456"/>
                    <a:pt x="2252" y="1456"/>
                  </a:cubicBezTo>
                  <a:cubicBezTo>
                    <a:pt x="2251" y="1456"/>
                    <a:pt x="2250" y="1457"/>
                    <a:pt x="2249" y="1457"/>
                  </a:cubicBezTo>
                  <a:cubicBezTo>
                    <a:pt x="2242" y="1458"/>
                    <a:pt x="2235" y="1459"/>
                    <a:pt x="2228" y="1459"/>
                  </a:cubicBezTo>
                  <a:cubicBezTo>
                    <a:pt x="2220" y="1459"/>
                    <a:pt x="2213" y="1458"/>
                    <a:pt x="2206" y="1457"/>
                  </a:cubicBezTo>
                  <a:cubicBezTo>
                    <a:pt x="2192" y="1456"/>
                    <a:pt x="2182" y="1459"/>
                    <a:pt x="2172" y="1450"/>
                  </a:cubicBezTo>
                  <a:cubicBezTo>
                    <a:pt x="2169" y="1435"/>
                    <a:pt x="2167" y="1419"/>
                    <a:pt x="2167" y="1403"/>
                  </a:cubicBezTo>
                  <a:cubicBezTo>
                    <a:pt x="2183" y="1411"/>
                    <a:pt x="2200" y="1416"/>
                    <a:pt x="2218" y="1416"/>
                  </a:cubicBezTo>
                  <a:cubicBezTo>
                    <a:pt x="2228" y="1416"/>
                    <a:pt x="2239" y="1414"/>
                    <a:pt x="2249" y="1411"/>
                  </a:cubicBezTo>
                  <a:cubicBezTo>
                    <a:pt x="2254" y="1409"/>
                    <a:pt x="2257" y="1400"/>
                    <a:pt x="2251" y="1398"/>
                  </a:cubicBezTo>
                  <a:cubicBezTo>
                    <a:pt x="2235" y="1392"/>
                    <a:pt x="2218" y="1390"/>
                    <a:pt x="2201" y="1389"/>
                  </a:cubicBezTo>
                  <a:cubicBezTo>
                    <a:pt x="2192" y="1388"/>
                    <a:pt x="2176" y="1388"/>
                    <a:pt x="2170" y="1380"/>
                  </a:cubicBezTo>
                  <a:cubicBezTo>
                    <a:pt x="2169" y="1379"/>
                    <a:pt x="2169" y="1378"/>
                    <a:pt x="2168" y="1378"/>
                  </a:cubicBezTo>
                  <a:cubicBezTo>
                    <a:pt x="2168" y="1378"/>
                    <a:pt x="2167" y="1378"/>
                    <a:pt x="2167" y="1377"/>
                  </a:cubicBezTo>
                  <a:cubicBezTo>
                    <a:pt x="2166" y="1367"/>
                    <a:pt x="2165" y="1356"/>
                    <a:pt x="2163" y="1346"/>
                  </a:cubicBezTo>
                  <a:cubicBezTo>
                    <a:pt x="2174" y="1348"/>
                    <a:pt x="2185" y="1349"/>
                    <a:pt x="2196" y="1349"/>
                  </a:cubicBezTo>
                  <a:cubicBezTo>
                    <a:pt x="2209" y="1349"/>
                    <a:pt x="2222" y="1348"/>
                    <a:pt x="2235" y="1345"/>
                  </a:cubicBezTo>
                  <a:cubicBezTo>
                    <a:pt x="2236" y="1344"/>
                    <a:pt x="2236" y="1344"/>
                    <a:pt x="2237" y="1343"/>
                  </a:cubicBezTo>
                  <a:cubicBezTo>
                    <a:pt x="2238" y="1342"/>
                    <a:pt x="2238" y="1341"/>
                    <a:pt x="2238" y="1340"/>
                  </a:cubicBezTo>
                  <a:cubicBezTo>
                    <a:pt x="2238" y="1339"/>
                    <a:pt x="2238" y="1338"/>
                    <a:pt x="2237" y="1337"/>
                  </a:cubicBezTo>
                  <a:cubicBezTo>
                    <a:pt x="2236" y="1336"/>
                    <a:pt x="2236" y="1336"/>
                    <a:pt x="2235" y="1335"/>
                  </a:cubicBezTo>
                  <a:cubicBezTo>
                    <a:pt x="2225" y="1332"/>
                    <a:pt x="2214" y="1330"/>
                    <a:pt x="2204" y="1330"/>
                  </a:cubicBezTo>
                  <a:cubicBezTo>
                    <a:pt x="2200" y="1330"/>
                    <a:pt x="2197" y="1331"/>
                    <a:pt x="2193" y="1331"/>
                  </a:cubicBezTo>
                  <a:cubicBezTo>
                    <a:pt x="2188" y="1331"/>
                    <a:pt x="2164" y="1337"/>
                    <a:pt x="2163" y="1329"/>
                  </a:cubicBezTo>
                  <a:lnTo>
                    <a:pt x="2163" y="1328"/>
                  </a:lnTo>
                  <a:cubicBezTo>
                    <a:pt x="2162" y="1327"/>
                    <a:pt x="2162" y="1327"/>
                    <a:pt x="2161" y="1326"/>
                  </a:cubicBezTo>
                  <a:lnTo>
                    <a:pt x="2160" y="1326"/>
                  </a:lnTo>
                  <a:cubicBezTo>
                    <a:pt x="2158" y="1317"/>
                    <a:pt x="2157" y="1309"/>
                    <a:pt x="2157" y="1300"/>
                  </a:cubicBezTo>
                  <a:lnTo>
                    <a:pt x="2157" y="1296"/>
                  </a:lnTo>
                  <a:cubicBezTo>
                    <a:pt x="2163" y="1297"/>
                    <a:pt x="2169" y="1298"/>
                    <a:pt x="2175" y="1298"/>
                  </a:cubicBezTo>
                  <a:cubicBezTo>
                    <a:pt x="2178" y="1298"/>
                    <a:pt x="2181" y="1298"/>
                    <a:pt x="2185" y="1297"/>
                  </a:cubicBezTo>
                  <a:cubicBezTo>
                    <a:pt x="2187" y="1297"/>
                    <a:pt x="2189" y="1297"/>
                    <a:pt x="2191" y="1297"/>
                  </a:cubicBezTo>
                  <a:cubicBezTo>
                    <a:pt x="2202" y="1297"/>
                    <a:pt x="2213" y="1296"/>
                    <a:pt x="2224" y="1294"/>
                  </a:cubicBezTo>
                  <a:cubicBezTo>
                    <a:pt x="2227" y="1294"/>
                    <a:pt x="2227" y="1289"/>
                    <a:pt x="2224" y="1288"/>
                  </a:cubicBezTo>
                  <a:cubicBezTo>
                    <a:pt x="2211" y="1285"/>
                    <a:pt x="2199" y="1284"/>
                    <a:pt x="2186" y="1284"/>
                  </a:cubicBezTo>
                  <a:cubicBezTo>
                    <a:pt x="2183" y="1284"/>
                    <a:pt x="2181" y="1284"/>
                    <a:pt x="2178" y="1284"/>
                  </a:cubicBezTo>
                  <a:cubicBezTo>
                    <a:pt x="2170" y="1284"/>
                    <a:pt x="2162" y="1283"/>
                    <a:pt x="2154" y="1282"/>
                  </a:cubicBezTo>
                  <a:cubicBezTo>
                    <a:pt x="2154" y="1281"/>
                    <a:pt x="2153" y="1279"/>
                    <a:pt x="2152" y="1277"/>
                  </a:cubicBezTo>
                  <a:cubicBezTo>
                    <a:pt x="2151" y="1275"/>
                    <a:pt x="2149" y="1274"/>
                    <a:pt x="2148" y="1272"/>
                  </a:cubicBezTo>
                  <a:lnTo>
                    <a:pt x="2148" y="1271"/>
                  </a:lnTo>
                  <a:cubicBezTo>
                    <a:pt x="2143" y="1263"/>
                    <a:pt x="2139" y="1254"/>
                    <a:pt x="2136" y="1245"/>
                  </a:cubicBezTo>
                  <a:cubicBezTo>
                    <a:pt x="2144" y="1248"/>
                    <a:pt x="2152" y="1249"/>
                    <a:pt x="2161" y="1249"/>
                  </a:cubicBezTo>
                  <a:cubicBezTo>
                    <a:pt x="2166" y="1250"/>
                    <a:pt x="2172" y="1251"/>
                    <a:pt x="2177" y="1251"/>
                  </a:cubicBezTo>
                  <a:cubicBezTo>
                    <a:pt x="2192" y="1251"/>
                    <a:pt x="2207" y="1247"/>
                    <a:pt x="2221" y="1241"/>
                  </a:cubicBezTo>
                  <a:cubicBezTo>
                    <a:pt x="2222" y="1241"/>
                    <a:pt x="2221" y="1240"/>
                    <a:pt x="2222" y="1239"/>
                  </a:cubicBezTo>
                  <a:cubicBezTo>
                    <a:pt x="2223" y="1238"/>
                    <a:pt x="2223" y="1238"/>
                    <a:pt x="2223" y="1237"/>
                  </a:cubicBezTo>
                  <a:cubicBezTo>
                    <a:pt x="2223" y="1236"/>
                    <a:pt x="2223" y="1235"/>
                    <a:pt x="2222" y="1234"/>
                  </a:cubicBezTo>
                  <a:cubicBezTo>
                    <a:pt x="2222" y="1234"/>
                    <a:pt x="2222" y="1233"/>
                    <a:pt x="2221" y="1233"/>
                  </a:cubicBezTo>
                  <a:cubicBezTo>
                    <a:pt x="2212" y="1229"/>
                    <a:pt x="2201" y="1227"/>
                    <a:pt x="2191" y="1227"/>
                  </a:cubicBezTo>
                  <a:cubicBezTo>
                    <a:pt x="2186" y="1227"/>
                    <a:pt x="2181" y="1227"/>
                    <a:pt x="2176" y="1228"/>
                  </a:cubicBezTo>
                  <a:cubicBezTo>
                    <a:pt x="2168" y="1228"/>
                    <a:pt x="2143" y="1232"/>
                    <a:pt x="2137" y="1223"/>
                  </a:cubicBezTo>
                  <a:cubicBezTo>
                    <a:pt x="2136" y="1222"/>
                    <a:pt x="2135" y="1221"/>
                    <a:pt x="2134" y="1220"/>
                  </a:cubicBezTo>
                  <a:cubicBezTo>
                    <a:pt x="2132" y="1219"/>
                    <a:pt x="2130" y="1218"/>
                    <a:pt x="2129" y="1218"/>
                  </a:cubicBezTo>
                  <a:cubicBezTo>
                    <a:pt x="2128" y="1218"/>
                    <a:pt x="2127" y="1218"/>
                    <a:pt x="2127" y="1219"/>
                  </a:cubicBezTo>
                  <a:cubicBezTo>
                    <a:pt x="2125" y="1211"/>
                    <a:pt x="2123" y="1202"/>
                    <a:pt x="2122" y="1194"/>
                  </a:cubicBezTo>
                  <a:cubicBezTo>
                    <a:pt x="2122" y="1195"/>
                    <a:pt x="2122" y="1196"/>
                    <a:pt x="2123" y="1197"/>
                  </a:cubicBezTo>
                  <a:cubicBezTo>
                    <a:pt x="2124" y="1200"/>
                    <a:pt x="2128" y="1203"/>
                    <a:pt x="2131" y="1205"/>
                  </a:cubicBezTo>
                  <a:cubicBezTo>
                    <a:pt x="2134" y="1206"/>
                    <a:pt x="2136" y="1207"/>
                    <a:pt x="2140" y="1207"/>
                  </a:cubicBezTo>
                  <a:cubicBezTo>
                    <a:pt x="2143" y="1207"/>
                    <a:pt x="2147" y="1206"/>
                    <a:pt x="2150" y="1205"/>
                  </a:cubicBezTo>
                  <a:cubicBezTo>
                    <a:pt x="2152" y="1204"/>
                    <a:pt x="2153" y="1203"/>
                    <a:pt x="2154" y="1202"/>
                  </a:cubicBezTo>
                  <a:cubicBezTo>
                    <a:pt x="2158" y="1198"/>
                    <a:pt x="2161" y="1194"/>
                    <a:pt x="2163" y="1189"/>
                  </a:cubicBezTo>
                  <a:lnTo>
                    <a:pt x="2164" y="1189"/>
                  </a:lnTo>
                  <a:lnTo>
                    <a:pt x="2165" y="1189"/>
                  </a:lnTo>
                  <a:cubicBezTo>
                    <a:pt x="2168" y="1189"/>
                    <a:pt x="2171" y="1187"/>
                    <a:pt x="2173" y="1186"/>
                  </a:cubicBezTo>
                  <a:cubicBezTo>
                    <a:pt x="2174" y="1185"/>
                    <a:pt x="2176" y="1185"/>
                    <a:pt x="2177" y="1184"/>
                  </a:cubicBezTo>
                  <a:cubicBezTo>
                    <a:pt x="2178" y="1182"/>
                    <a:pt x="2179" y="1180"/>
                    <a:pt x="2180" y="1179"/>
                  </a:cubicBezTo>
                  <a:cubicBezTo>
                    <a:pt x="2182" y="1175"/>
                    <a:pt x="2184" y="1170"/>
                    <a:pt x="2184" y="1166"/>
                  </a:cubicBezTo>
                  <a:cubicBezTo>
                    <a:pt x="2189" y="1165"/>
                    <a:pt x="2194" y="1165"/>
                    <a:pt x="2199" y="1165"/>
                  </a:cubicBezTo>
                  <a:cubicBezTo>
                    <a:pt x="2208" y="1165"/>
                    <a:pt x="2218" y="1166"/>
                    <a:pt x="2227" y="1169"/>
                  </a:cubicBezTo>
                  <a:cubicBezTo>
                    <a:pt x="2248" y="1173"/>
                    <a:pt x="2288" y="1161"/>
                    <a:pt x="2312" y="1166"/>
                  </a:cubicBezTo>
                  <a:cubicBezTo>
                    <a:pt x="2308" y="1188"/>
                    <a:pt x="2294" y="1214"/>
                    <a:pt x="2312" y="1231"/>
                  </a:cubicBezTo>
                  <a:cubicBezTo>
                    <a:pt x="2321" y="1239"/>
                    <a:pt x="2350" y="1244"/>
                    <a:pt x="2325" y="1263"/>
                  </a:cubicBezTo>
                  <a:cubicBezTo>
                    <a:pt x="2321" y="1266"/>
                    <a:pt x="2317" y="1270"/>
                    <a:pt x="2314" y="1275"/>
                  </a:cubicBezTo>
                  <a:cubicBezTo>
                    <a:pt x="2311" y="1281"/>
                    <a:pt x="2309" y="1287"/>
                    <a:pt x="2309" y="1294"/>
                  </a:cubicBezTo>
                  <a:lnTo>
                    <a:pt x="2309" y="1295"/>
                  </a:lnTo>
                  <a:cubicBezTo>
                    <a:pt x="2309" y="1298"/>
                    <a:pt x="2310" y="1302"/>
                    <a:pt x="2312" y="1305"/>
                  </a:cubicBezTo>
                  <a:cubicBezTo>
                    <a:pt x="2313" y="1308"/>
                    <a:pt x="2316" y="1310"/>
                    <a:pt x="2319" y="1312"/>
                  </a:cubicBezTo>
                  <a:cubicBezTo>
                    <a:pt x="2334" y="1320"/>
                    <a:pt x="2346" y="1334"/>
                    <a:pt x="2331" y="1348"/>
                  </a:cubicBezTo>
                  <a:cubicBezTo>
                    <a:pt x="2330" y="1349"/>
                    <a:pt x="2329" y="1351"/>
                    <a:pt x="2328" y="1352"/>
                  </a:cubicBezTo>
                  <a:cubicBezTo>
                    <a:pt x="2326" y="1356"/>
                    <a:pt x="2325" y="1359"/>
                    <a:pt x="2325" y="1363"/>
                  </a:cubicBezTo>
                  <a:cubicBezTo>
                    <a:pt x="2325" y="1366"/>
                    <a:pt x="2326" y="1370"/>
                    <a:pt x="2328" y="1373"/>
                  </a:cubicBezTo>
                  <a:cubicBezTo>
                    <a:pt x="2330" y="1376"/>
                    <a:pt x="2332" y="1380"/>
                    <a:pt x="2335" y="1381"/>
                  </a:cubicBezTo>
                  <a:cubicBezTo>
                    <a:pt x="2337" y="1382"/>
                    <a:pt x="2338" y="1382"/>
                    <a:pt x="2339" y="1382"/>
                  </a:cubicBezTo>
                  <a:lnTo>
                    <a:pt x="2344" y="1384"/>
                  </a:lnTo>
                  <a:cubicBezTo>
                    <a:pt x="2344" y="1386"/>
                    <a:pt x="2344" y="1387"/>
                    <a:pt x="2344" y="1388"/>
                  </a:cubicBezTo>
                  <a:cubicBezTo>
                    <a:pt x="2344" y="1398"/>
                    <a:pt x="2342" y="1408"/>
                    <a:pt x="2337" y="1417"/>
                  </a:cubicBezTo>
                  <a:cubicBezTo>
                    <a:pt x="2335" y="1420"/>
                    <a:pt x="2334" y="1424"/>
                    <a:pt x="2334" y="1428"/>
                  </a:cubicBezTo>
                  <a:cubicBezTo>
                    <a:pt x="2334" y="1431"/>
                    <a:pt x="2335" y="1435"/>
                    <a:pt x="2337" y="1438"/>
                  </a:cubicBezTo>
                  <a:cubicBezTo>
                    <a:pt x="2338" y="1441"/>
                    <a:pt x="2340" y="1443"/>
                    <a:pt x="2343" y="1445"/>
                  </a:cubicBezTo>
                  <a:cubicBezTo>
                    <a:pt x="2359" y="1457"/>
                    <a:pt x="2368" y="1455"/>
                    <a:pt x="2362" y="1481"/>
                  </a:cubicBezTo>
                  <a:cubicBezTo>
                    <a:pt x="2359" y="1495"/>
                    <a:pt x="2340" y="1502"/>
                    <a:pt x="2336" y="1517"/>
                  </a:cubicBezTo>
                  <a:cubicBezTo>
                    <a:pt x="2335" y="1520"/>
                    <a:pt x="2334" y="1523"/>
                    <a:pt x="2334" y="1525"/>
                  </a:cubicBezTo>
                  <a:cubicBezTo>
                    <a:pt x="2334" y="1529"/>
                    <a:pt x="2335" y="1532"/>
                    <a:pt x="2337" y="1535"/>
                  </a:cubicBezTo>
                  <a:cubicBezTo>
                    <a:pt x="2339" y="1538"/>
                    <a:pt x="2341" y="1540"/>
                    <a:pt x="2344" y="1542"/>
                  </a:cubicBezTo>
                  <a:cubicBezTo>
                    <a:pt x="2347" y="1544"/>
                    <a:pt x="2349" y="1545"/>
                    <a:pt x="2352" y="1545"/>
                  </a:cubicBezTo>
                  <a:cubicBezTo>
                    <a:pt x="2393" y="1553"/>
                    <a:pt x="2362" y="1567"/>
                    <a:pt x="2363" y="1586"/>
                  </a:cubicBezTo>
                  <a:cubicBezTo>
                    <a:pt x="2363" y="1592"/>
                    <a:pt x="2363" y="1602"/>
                    <a:pt x="2369" y="1607"/>
                  </a:cubicBezTo>
                  <a:cubicBezTo>
                    <a:pt x="2389" y="1625"/>
                    <a:pt x="2380" y="1637"/>
                    <a:pt x="2369" y="1658"/>
                  </a:cubicBezTo>
                  <a:cubicBezTo>
                    <a:pt x="2354" y="1684"/>
                    <a:pt x="2393" y="1704"/>
                    <a:pt x="2415" y="1723"/>
                  </a:cubicBezTo>
                  <a:cubicBezTo>
                    <a:pt x="2417" y="1732"/>
                    <a:pt x="2421" y="1741"/>
                    <a:pt x="2425" y="1748"/>
                  </a:cubicBezTo>
                  <a:cubicBezTo>
                    <a:pt x="2444" y="1779"/>
                    <a:pt x="2482" y="1793"/>
                    <a:pt x="2514" y="1806"/>
                  </a:cubicBezTo>
                  <a:cubicBezTo>
                    <a:pt x="2549" y="1819"/>
                    <a:pt x="2586" y="1828"/>
                    <a:pt x="2624" y="1832"/>
                  </a:cubicBezTo>
                  <a:cubicBezTo>
                    <a:pt x="2627" y="1832"/>
                    <a:pt x="2631" y="1832"/>
                    <a:pt x="2634" y="1832"/>
                  </a:cubicBezTo>
                  <a:cubicBezTo>
                    <a:pt x="2647" y="1832"/>
                    <a:pt x="2660" y="1831"/>
                    <a:pt x="2673" y="1830"/>
                  </a:cubicBezTo>
                  <a:cubicBezTo>
                    <a:pt x="2675" y="1830"/>
                    <a:pt x="2676" y="1830"/>
                    <a:pt x="2678" y="1830"/>
                  </a:cubicBezTo>
                  <a:cubicBezTo>
                    <a:pt x="2686" y="1830"/>
                    <a:pt x="2693" y="1831"/>
                    <a:pt x="2700" y="1833"/>
                  </a:cubicBezTo>
                  <a:lnTo>
                    <a:pt x="2712" y="1835"/>
                  </a:lnTo>
                  <a:cubicBezTo>
                    <a:pt x="2719" y="1836"/>
                    <a:pt x="2719" y="1843"/>
                    <a:pt x="2712" y="1856"/>
                  </a:cubicBezTo>
                  <a:moveTo>
                    <a:pt x="2761" y="1855"/>
                  </a:moveTo>
                  <a:lnTo>
                    <a:pt x="2755" y="1853"/>
                  </a:lnTo>
                  <a:cubicBezTo>
                    <a:pt x="2756" y="1853"/>
                    <a:pt x="2756" y="1852"/>
                    <a:pt x="2756" y="1851"/>
                  </a:cubicBezTo>
                  <a:cubicBezTo>
                    <a:pt x="2756" y="1850"/>
                    <a:pt x="2756" y="1849"/>
                    <a:pt x="2755" y="1849"/>
                  </a:cubicBezTo>
                  <a:cubicBezTo>
                    <a:pt x="2755" y="1845"/>
                    <a:pt x="2754" y="1842"/>
                    <a:pt x="2752" y="1839"/>
                  </a:cubicBezTo>
                  <a:cubicBezTo>
                    <a:pt x="2749" y="1835"/>
                    <a:pt x="2745" y="1831"/>
                    <a:pt x="2741" y="1828"/>
                  </a:cubicBezTo>
                  <a:cubicBezTo>
                    <a:pt x="2740" y="1827"/>
                    <a:pt x="2738" y="1827"/>
                    <a:pt x="2737" y="1826"/>
                  </a:cubicBezTo>
                  <a:cubicBezTo>
                    <a:pt x="2739" y="1825"/>
                    <a:pt x="2742" y="1823"/>
                    <a:pt x="2744" y="1822"/>
                  </a:cubicBezTo>
                  <a:cubicBezTo>
                    <a:pt x="2757" y="1815"/>
                    <a:pt x="2770" y="1811"/>
                    <a:pt x="2785" y="1811"/>
                  </a:cubicBezTo>
                  <a:cubicBezTo>
                    <a:pt x="2795" y="1810"/>
                    <a:pt x="2805" y="1809"/>
                    <a:pt x="2816" y="1809"/>
                  </a:cubicBezTo>
                  <a:cubicBezTo>
                    <a:pt x="2826" y="1809"/>
                    <a:pt x="2836" y="1810"/>
                    <a:pt x="2846" y="1811"/>
                  </a:cubicBezTo>
                  <a:cubicBezTo>
                    <a:pt x="2843" y="1812"/>
                    <a:pt x="2841" y="1814"/>
                    <a:pt x="2838" y="1815"/>
                  </a:cubicBezTo>
                  <a:cubicBezTo>
                    <a:pt x="2813" y="1830"/>
                    <a:pt x="2788" y="1843"/>
                    <a:pt x="2761" y="185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3" name="Google Shape;2333;p32"/>
          <p:cNvGrpSpPr/>
          <p:nvPr/>
        </p:nvGrpSpPr>
        <p:grpSpPr>
          <a:xfrm>
            <a:off x="7752161" y="3415897"/>
            <a:ext cx="1357245" cy="2009368"/>
            <a:chOff x="19286235" y="1778760"/>
            <a:chExt cx="1137960" cy="1684440"/>
          </a:xfrm>
        </p:grpSpPr>
        <p:sp>
          <p:nvSpPr>
            <p:cNvPr id="2334" name="Google Shape;2334;p32"/>
            <p:cNvSpPr/>
            <p:nvPr/>
          </p:nvSpPr>
          <p:spPr>
            <a:xfrm>
              <a:off x="19608435" y="2363400"/>
              <a:ext cx="22320" cy="5040"/>
            </a:xfrm>
            <a:custGeom>
              <a:avLst/>
              <a:gdLst/>
              <a:ahLst/>
              <a:cxnLst/>
              <a:rect l="l" t="t" r="r" b="b"/>
              <a:pathLst>
                <a:path w="62" h="14" extrusionOk="0">
                  <a:moveTo>
                    <a:pt x="38" y="0"/>
                  </a:moveTo>
                  <a:cubicBezTo>
                    <a:pt x="27" y="0"/>
                    <a:pt x="15" y="1"/>
                    <a:pt x="4" y="3"/>
                  </a:cubicBezTo>
                  <a:cubicBezTo>
                    <a:pt x="3" y="3"/>
                    <a:pt x="2" y="3"/>
                    <a:pt x="2" y="3"/>
                  </a:cubicBezTo>
                  <a:lnTo>
                    <a:pt x="1" y="4"/>
                  </a:lnTo>
                  <a:cubicBezTo>
                    <a:pt x="1" y="5"/>
                    <a:pt x="0" y="5"/>
                    <a:pt x="0" y="6"/>
                  </a:cubicBezTo>
                  <a:cubicBezTo>
                    <a:pt x="0" y="6"/>
                    <a:pt x="1" y="7"/>
                    <a:pt x="1" y="8"/>
                  </a:cubicBezTo>
                  <a:cubicBezTo>
                    <a:pt x="1" y="8"/>
                    <a:pt x="2" y="8"/>
                    <a:pt x="2" y="9"/>
                  </a:cubicBezTo>
                  <a:cubicBezTo>
                    <a:pt x="2" y="9"/>
                    <a:pt x="3" y="9"/>
                    <a:pt x="4" y="9"/>
                  </a:cubicBezTo>
                  <a:cubicBezTo>
                    <a:pt x="13" y="11"/>
                    <a:pt x="23" y="12"/>
                    <a:pt x="33" y="12"/>
                  </a:cubicBezTo>
                  <a:cubicBezTo>
                    <a:pt x="36" y="13"/>
                    <a:pt x="39" y="13"/>
                    <a:pt x="41" y="13"/>
                  </a:cubicBezTo>
                  <a:cubicBezTo>
                    <a:pt x="48" y="13"/>
                    <a:pt x="54" y="11"/>
                    <a:pt x="60" y="8"/>
                  </a:cubicBezTo>
                  <a:cubicBezTo>
                    <a:pt x="61" y="8"/>
                    <a:pt x="61" y="8"/>
                    <a:pt x="61" y="8"/>
                  </a:cubicBezTo>
                  <a:cubicBezTo>
                    <a:pt x="61" y="7"/>
                    <a:pt x="61" y="7"/>
                    <a:pt x="61" y="6"/>
                  </a:cubicBezTo>
                  <a:lnTo>
                    <a:pt x="61" y="5"/>
                  </a:lnTo>
                  <a:cubicBezTo>
                    <a:pt x="61" y="5"/>
                    <a:pt x="61" y="4"/>
                    <a:pt x="60" y="4"/>
                  </a:cubicBezTo>
                  <a:cubicBezTo>
                    <a:pt x="55" y="1"/>
                    <a:pt x="49" y="0"/>
                    <a:pt x="43" y="0"/>
                  </a:cubicBezTo>
                  <a:cubicBezTo>
                    <a:pt x="41" y="0"/>
                    <a:pt x="40" y="0"/>
                    <a:pt x="38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2"/>
            <p:cNvSpPr/>
            <p:nvPr/>
          </p:nvSpPr>
          <p:spPr>
            <a:xfrm>
              <a:off x="19420155" y="2768760"/>
              <a:ext cx="421200" cy="191520"/>
            </a:xfrm>
            <a:custGeom>
              <a:avLst/>
              <a:gdLst/>
              <a:ahLst/>
              <a:cxnLst/>
              <a:rect l="l" t="t" r="r" b="b"/>
              <a:pathLst>
                <a:path w="1170" h="532" extrusionOk="0">
                  <a:moveTo>
                    <a:pt x="1166" y="512"/>
                  </a:moveTo>
                  <a:cubicBezTo>
                    <a:pt x="1116" y="504"/>
                    <a:pt x="1066" y="511"/>
                    <a:pt x="1016" y="501"/>
                  </a:cubicBezTo>
                  <a:cubicBezTo>
                    <a:pt x="965" y="492"/>
                    <a:pt x="916" y="495"/>
                    <a:pt x="867" y="489"/>
                  </a:cubicBezTo>
                  <a:lnTo>
                    <a:pt x="836" y="486"/>
                  </a:lnTo>
                  <a:cubicBezTo>
                    <a:pt x="836" y="433"/>
                    <a:pt x="844" y="381"/>
                    <a:pt x="841" y="328"/>
                  </a:cubicBezTo>
                  <a:cubicBezTo>
                    <a:pt x="837" y="276"/>
                    <a:pt x="838" y="217"/>
                    <a:pt x="837" y="161"/>
                  </a:cubicBezTo>
                  <a:cubicBezTo>
                    <a:pt x="837" y="158"/>
                    <a:pt x="831" y="159"/>
                    <a:pt x="831" y="161"/>
                  </a:cubicBezTo>
                  <a:cubicBezTo>
                    <a:pt x="829" y="269"/>
                    <a:pt x="807" y="374"/>
                    <a:pt x="805" y="482"/>
                  </a:cubicBezTo>
                  <a:cubicBezTo>
                    <a:pt x="777" y="478"/>
                    <a:pt x="750" y="475"/>
                    <a:pt x="722" y="473"/>
                  </a:cubicBezTo>
                  <a:cubicBezTo>
                    <a:pt x="707" y="469"/>
                    <a:pt x="693" y="466"/>
                    <a:pt x="680" y="464"/>
                  </a:cubicBezTo>
                  <a:cubicBezTo>
                    <a:pt x="645" y="459"/>
                    <a:pt x="610" y="456"/>
                    <a:pt x="575" y="455"/>
                  </a:cubicBezTo>
                  <a:cubicBezTo>
                    <a:pt x="574" y="435"/>
                    <a:pt x="571" y="415"/>
                    <a:pt x="566" y="395"/>
                  </a:cubicBezTo>
                  <a:cubicBezTo>
                    <a:pt x="565" y="389"/>
                    <a:pt x="558" y="391"/>
                    <a:pt x="557" y="395"/>
                  </a:cubicBezTo>
                  <a:cubicBezTo>
                    <a:pt x="553" y="414"/>
                    <a:pt x="550" y="434"/>
                    <a:pt x="549" y="454"/>
                  </a:cubicBezTo>
                  <a:cubicBezTo>
                    <a:pt x="549" y="375"/>
                    <a:pt x="553" y="296"/>
                    <a:pt x="549" y="216"/>
                  </a:cubicBezTo>
                  <a:cubicBezTo>
                    <a:pt x="549" y="212"/>
                    <a:pt x="541" y="211"/>
                    <a:pt x="541" y="216"/>
                  </a:cubicBezTo>
                  <a:cubicBezTo>
                    <a:pt x="537" y="295"/>
                    <a:pt x="528" y="373"/>
                    <a:pt x="528" y="452"/>
                  </a:cubicBezTo>
                  <a:lnTo>
                    <a:pt x="493" y="444"/>
                  </a:lnTo>
                  <a:cubicBezTo>
                    <a:pt x="496" y="429"/>
                    <a:pt x="497" y="413"/>
                    <a:pt x="497" y="397"/>
                  </a:cubicBezTo>
                  <a:cubicBezTo>
                    <a:pt x="497" y="377"/>
                    <a:pt x="495" y="357"/>
                    <a:pt x="490" y="338"/>
                  </a:cubicBezTo>
                  <a:cubicBezTo>
                    <a:pt x="490" y="337"/>
                    <a:pt x="490" y="337"/>
                    <a:pt x="490" y="336"/>
                  </a:cubicBezTo>
                  <a:cubicBezTo>
                    <a:pt x="490" y="335"/>
                    <a:pt x="489" y="336"/>
                    <a:pt x="488" y="335"/>
                  </a:cubicBezTo>
                  <a:cubicBezTo>
                    <a:pt x="487" y="335"/>
                    <a:pt x="487" y="334"/>
                    <a:pt x="486" y="334"/>
                  </a:cubicBezTo>
                  <a:cubicBezTo>
                    <a:pt x="486" y="334"/>
                    <a:pt x="485" y="334"/>
                    <a:pt x="484" y="335"/>
                  </a:cubicBezTo>
                  <a:cubicBezTo>
                    <a:pt x="484" y="335"/>
                    <a:pt x="483" y="335"/>
                    <a:pt x="483" y="336"/>
                  </a:cubicBezTo>
                  <a:cubicBezTo>
                    <a:pt x="483" y="337"/>
                    <a:pt x="483" y="337"/>
                    <a:pt x="483" y="338"/>
                  </a:cubicBezTo>
                  <a:cubicBezTo>
                    <a:pt x="479" y="356"/>
                    <a:pt x="477" y="375"/>
                    <a:pt x="476" y="393"/>
                  </a:cubicBezTo>
                  <a:cubicBezTo>
                    <a:pt x="476" y="400"/>
                    <a:pt x="472" y="408"/>
                    <a:pt x="471" y="415"/>
                  </a:cubicBezTo>
                  <a:cubicBezTo>
                    <a:pt x="470" y="423"/>
                    <a:pt x="469" y="431"/>
                    <a:pt x="467" y="439"/>
                  </a:cubicBezTo>
                  <a:cubicBezTo>
                    <a:pt x="457" y="437"/>
                    <a:pt x="447" y="435"/>
                    <a:pt x="436" y="434"/>
                  </a:cubicBezTo>
                  <a:lnTo>
                    <a:pt x="419" y="431"/>
                  </a:lnTo>
                  <a:cubicBezTo>
                    <a:pt x="421" y="382"/>
                    <a:pt x="418" y="331"/>
                    <a:pt x="424" y="283"/>
                  </a:cubicBezTo>
                  <a:cubicBezTo>
                    <a:pt x="426" y="264"/>
                    <a:pt x="428" y="244"/>
                    <a:pt x="428" y="225"/>
                  </a:cubicBezTo>
                  <a:cubicBezTo>
                    <a:pt x="428" y="199"/>
                    <a:pt x="425" y="174"/>
                    <a:pt x="421" y="149"/>
                  </a:cubicBezTo>
                  <a:cubicBezTo>
                    <a:pt x="421" y="146"/>
                    <a:pt x="415" y="146"/>
                    <a:pt x="415" y="149"/>
                  </a:cubicBezTo>
                  <a:cubicBezTo>
                    <a:pt x="422" y="241"/>
                    <a:pt x="404" y="335"/>
                    <a:pt x="397" y="427"/>
                  </a:cubicBezTo>
                  <a:lnTo>
                    <a:pt x="383" y="424"/>
                  </a:lnTo>
                  <a:cubicBezTo>
                    <a:pt x="383" y="407"/>
                    <a:pt x="386" y="390"/>
                    <a:pt x="386" y="374"/>
                  </a:cubicBezTo>
                  <a:cubicBezTo>
                    <a:pt x="386" y="342"/>
                    <a:pt x="382" y="311"/>
                    <a:pt x="380" y="279"/>
                  </a:cubicBezTo>
                  <a:cubicBezTo>
                    <a:pt x="380" y="274"/>
                    <a:pt x="373" y="275"/>
                    <a:pt x="372" y="279"/>
                  </a:cubicBezTo>
                  <a:cubicBezTo>
                    <a:pt x="370" y="326"/>
                    <a:pt x="362" y="373"/>
                    <a:pt x="363" y="420"/>
                  </a:cubicBezTo>
                  <a:lnTo>
                    <a:pt x="338" y="415"/>
                  </a:lnTo>
                  <a:cubicBezTo>
                    <a:pt x="347" y="327"/>
                    <a:pt x="361" y="233"/>
                    <a:pt x="356" y="144"/>
                  </a:cubicBezTo>
                  <a:cubicBezTo>
                    <a:pt x="356" y="143"/>
                    <a:pt x="357" y="143"/>
                    <a:pt x="356" y="142"/>
                  </a:cubicBezTo>
                  <a:cubicBezTo>
                    <a:pt x="355" y="142"/>
                    <a:pt x="355" y="142"/>
                    <a:pt x="354" y="141"/>
                  </a:cubicBezTo>
                  <a:cubicBezTo>
                    <a:pt x="353" y="141"/>
                    <a:pt x="353" y="140"/>
                    <a:pt x="352" y="140"/>
                  </a:cubicBezTo>
                  <a:cubicBezTo>
                    <a:pt x="351" y="140"/>
                    <a:pt x="351" y="140"/>
                    <a:pt x="350" y="141"/>
                  </a:cubicBezTo>
                  <a:lnTo>
                    <a:pt x="349" y="142"/>
                  </a:lnTo>
                  <a:cubicBezTo>
                    <a:pt x="348" y="143"/>
                    <a:pt x="348" y="143"/>
                    <a:pt x="348" y="144"/>
                  </a:cubicBezTo>
                  <a:cubicBezTo>
                    <a:pt x="338" y="233"/>
                    <a:pt x="323" y="321"/>
                    <a:pt x="311" y="411"/>
                  </a:cubicBezTo>
                  <a:lnTo>
                    <a:pt x="288" y="406"/>
                  </a:lnTo>
                  <a:lnTo>
                    <a:pt x="286" y="406"/>
                  </a:lnTo>
                  <a:cubicBezTo>
                    <a:pt x="286" y="405"/>
                    <a:pt x="287" y="404"/>
                    <a:pt x="288" y="403"/>
                  </a:cubicBezTo>
                  <a:cubicBezTo>
                    <a:pt x="297" y="383"/>
                    <a:pt x="290" y="360"/>
                    <a:pt x="288" y="340"/>
                  </a:cubicBezTo>
                  <a:cubicBezTo>
                    <a:pt x="285" y="315"/>
                    <a:pt x="280" y="292"/>
                    <a:pt x="279" y="266"/>
                  </a:cubicBezTo>
                  <a:cubicBezTo>
                    <a:pt x="279" y="262"/>
                    <a:pt x="273" y="262"/>
                    <a:pt x="273" y="266"/>
                  </a:cubicBezTo>
                  <a:cubicBezTo>
                    <a:pt x="271" y="288"/>
                    <a:pt x="274" y="310"/>
                    <a:pt x="273" y="332"/>
                  </a:cubicBezTo>
                  <a:cubicBezTo>
                    <a:pt x="272" y="354"/>
                    <a:pt x="263" y="382"/>
                    <a:pt x="273" y="403"/>
                  </a:cubicBezTo>
                  <a:lnTo>
                    <a:pt x="253" y="399"/>
                  </a:lnTo>
                  <a:cubicBezTo>
                    <a:pt x="254" y="399"/>
                    <a:pt x="255" y="398"/>
                    <a:pt x="256" y="397"/>
                  </a:cubicBezTo>
                  <a:cubicBezTo>
                    <a:pt x="257" y="395"/>
                    <a:pt x="257" y="394"/>
                    <a:pt x="257" y="392"/>
                  </a:cubicBezTo>
                  <a:cubicBezTo>
                    <a:pt x="257" y="366"/>
                    <a:pt x="251" y="340"/>
                    <a:pt x="250" y="314"/>
                  </a:cubicBezTo>
                  <a:cubicBezTo>
                    <a:pt x="250" y="310"/>
                    <a:pt x="242" y="310"/>
                    <a:pt x="242" y="314"/>
                  </a:cubicBezTo>
                  <a:cubicBezTo>
                    <a:pt x="242" y="340"/>
                    <a:pt x="236" y="365"/>
                    <a:pt x="235" y="390"/>
                  </a:cubicBezTo>
                  <a:cubicBezTo>
                    <a:pt x="235" y="392"/>
                    <a:pt x="236" y="394"/>
                    <a:pt x="237" y="395"/>
                  </a:cubicBezTo>
                  <a:cubicBezTo>
                    <a:pt x="237" y="396"/>
                    <a:pt x="237" y="396"/>
                    <a:pt x="237" y="396"/>
                  </a:cubicBezTo>
                  <a:lnTo>
                    <a:pt x="212" y="391"/>
                  </a:lnTo>
                  <a:cubicBezTo>
                    <a:pt x="215" y="384"/>
                    <a:pt x="216" y="377"/>
                    <a:pt x="216" y="370"/>
                  </a:cubicBezTo>
                  <a:cubicBezTo>
                    <a:pt x="216" y="366"/>
                    <a:pt x="216" y="362"/>
                    <a:pt x="215" y="358"/>
                  </a:cubicBezTo>
                  <a:cubicBezTo>
                    <a:pt x="214" y="344"/>
                    <a:pt x="217" y="330"/>
                    <a:pt x="215" y="315"/>
                  </a:cubicBezTo>
                  <a:cubicBezTo>
                    <a:pt x="214" y="297"/>
                    <a:pt x="212" y="278"/>
                    <a:pt x="211" y="260"/>
                  </a:cubicBezTo>
                  <a:cubicBezTo>
                    <a:pt x="211" y="259"/>
                    <a:pt x="211" y="259"/>
                    <a:pt x="210" y="258"/>
                  </a:cubicBezTo>
                  <a:cubicBezTo>
                    <a:pt x="209" y="257"/>
                    <a:pt x="210" y="258"/>
                    <a:pt x="209" y="257"/>
                  </a:cubicBezTo>
                  <a:cubicBezTo>
                    <a:pt x="208" y="257"/>
                    <a:pt x="208" y="256"/>
                    <a:pt x="207" y="256"/>
                  </a:cubicBezTo>
                  <a:cubicBezTo>
                    <a:pt x="207" y="256"/>
                    <a:pt x="206" y="256"/>
                    <a:pt x="205" y="257"/>
                  </a:cubicBezTo>
                  <a:cubicBezTo>
                    <a:pt x="205" y="257"/>
                    <a:pt x="204" y="257"/>
                    <a:pt x="204" y="258"/>
                  </a:cubicBezTo>
                  <a:cubicBezTo>
                    <a:pt x="204" y="259"/>
                    <a:pt x="204" y="259"/>
                    <a:pt x="204" y="260"/>
                  </a:cubicBezTo>
                  <a:cubicBezTo>
                    <a:pt x="203" y="286"/>
                    <a:pt x="200" y="312"/>
                    <a:pt x="195" y="338"/>
                  </a:cubicBezTo>
                  <a:cubicBezTo>
                    <a:pt x="193" y="346"/>
                    <a:pt x="198" y="373"/>
                    <a:pt x="193" y="378"/>
                  </a:cubicBezTo>
                  <a:cubicBezTo>
                    <a:pt x="192" y="378"/>
                    <a:pt x="191" y="379"/>
                    <a:pt x="191" y="380"/>
                  </a:cubicBezTo>
                  <a:cubicBezTo>
                    <a:pt x="190" y="382"/>
                    <a:pt x="190" y="384"/>
                    <a:pt x="190" y="385"/>
                  </a:cubicBezTo>
                  <a:cubicBezTo>
                    <a:pt x="190" y="386"/>
                    <a:pt x="190" y="386"/>
                    <a:pt x="190" y="386"/>
                  </a:cubicBezTo>
                  <a:lnTo>
                    <a:pt x="175" y="383"/>
                  </a:lnTo>
                  <a:cubicBezTo>
                    <a:pt x="175" y="380"/>
                    <a:pt x="176" y="379"/>
                    <a:pt x="176" y="376"/>
                  </a:cubicBezTo>
                  <a:cubicBezTo>
                    <a:pt x="176" y="374"/>
                    <a:pt x="175" y="371"/>
                    <a:pt x="175" y="368"/>
                  </a:cubicBezTo>
                  <a:cubicBezTo>
                    <a:pt x="175" y="364"/>
                    <a:pt x="175" y="360"/>
                    <a:pt x="175" y="356"/>
                  </a:cubicBezTo>
                  <a:cubicBezTo>
                    <a:pt x="175" y="351"/>
                    <a:pt x="175" y="347"/>
                    <a:pt x="175" y="343"/>
                  </a:cubicBezTo>
                  <a:cubicBezTo>
                    <a:pt x="175" y="327"/>
                    <a:pt x="170" y="312"/>
                    <a:pt x="169" y="297"/>
                  </a:cubicBezTo>
                  <a:cubicBezTo>
                    <a:pt x="169" y="292"/>
                    <a:pt x="161" y="292"/>
                    <a:pt x="161" y="297"/>
                  </a:cubicBezTo>
                  <a:cubicBezTo>
                    <a:pt x="161" y="308"/>
                    <a:pt x="157" y="321"/>
                    <a:pt x="155" y="332"/>
                  </a:cubicBezTo>
                  <a:cubicBezTo>
                    <a:pt x="153" y="344"/>
                    <a:pt x="151" y="362"/>
                    <a:pt x="147" y="376"/>
                  </a:cubicBezTo>
                  <a:cubicBezTo>
                    <a:pt x="147" y="377"/>
                    <a:pt x="147" y="377"/>
                    <a:pt x="147" y="377"/>
                  </a:cubicBezTo>
                  <a:lnTo>
                    <a:pt x="128" y="372"/>
                  </a:lnTo>
                  <a:cubicBezTo>
                    <a:pt x="129" y="366"/>
                    <a:pt x="129" y="360"/>
                    <a:pt x="129" y="354"/>
                  </a:cubicBezTo>
                  <a:cubicBezTo>
                    <a:pt x="129" y="353"/>
                    <a:pt x="129" y="352"/>
                    <a:pt x="129" y="351"/>
                  </a:cubicBezTo>
                  <a:cubicBezTo>
                    <a:pt x="128" y="329"/>
                    <a:pt x="122" y="308"/>
                    <a:pt x="120" y="287"/>
                  </a:cubicBezTo>
                  <a:cubicBezTo>
                    <a:pt x="120" y="286"/>
                    <a:pt x="120" y="285"/>
                    <a:pt x="120" y="285"/>
                  </a:cubicBezTo>
                  <a:cubicBezTo>
                    <a:pt x="119" y="285"/>
                    <a:pt x="119" y="284"/>
                    <a:pt x="118" y="284"/>
                  </a:cubicBezTo>
                  <a:lnTo>
                    <a:pt x="117" y="283"/>
                  </a:lnTo>
                  <a:cubicBezTo>
                    <a:pt x="116" y="283"/>
                    <a:pt x="116" y="284"/>
                    <a:pt x="115" y="284"/>
                  </a:cubicBezTo>
                  <a:cubicBezTo>
                    <a:pt x="115" y="284"/>
                    <a:pt x="115" y="285"/>
                    <a:pt x="114" y="285"/>
                  </a:cubicBezTo>
                  <a:cubicBezTo>
                    <a:pt x="114" y="285"/>
                    <a:pt x="114" y="286"/>
                    <a:pt x="114" y="287"/>
                  </a:cubicBezTo>
                  <a:cubicBezTo>
                    <a:pt x="112" y="306"/>
                    <a:pt x="108" y="324"/>
                    <a:pt x="106" y="344"/>
                  </a:cubicBezTo>
                  <a:cubicBezTo>
                    <a:pt x="106" y="351"/>
                    <a:pt x="104" y="359"/>
                    <a:pt x="103" y="366"/>
                  </a:cubicBezTo>
                  <a:lnTo>
                    <a:pt x="86" y="362"/>
                  </a:lnTo>
                  <a:cubicBezTo>
                    <a:pt x="88" y="346"/>
                    <a:pt x="88" y="330"/>
                    <a:pt x="88" y="314"/>
                  </a:cubicBezTo>
                  <a:cubicBezTo>
                    <a:pt x="88" y="298"/>
                    <a:pt x="88" y="282"/>
                    <a:pt x="86" y="266"/>
                  </a:cubicBezTo>
                  <a:cubicBezTo>
                    <a:pt x="85" y="245"/>
                    <a:pt x="91" y="222"/>
                    <a:pt x="90" y="200"/>
                  </a:cubicBezTo>
                  <a:cubicBezTo>
                    <a:pt x="89" y="135"/>
                    <a:pt x="99" y="69"/>
                    <a:pt x="98" y="3"/>
                  </a:cubicBezTo>
                  <a:cubicBezTo>
                    <a:pt x="98" y="0"/>
                    <a:pt x="93" y="0"/>
                    <a:pt x="93" y="3"/>
                  </a:cubicBezTo>
                  <a:cubicBezTo>
                    <a:pt x="92" y="119"/>
                    <a:pt x="51" y="239"/>
                    <a:pt x="63" y="354"/>
                  </a:cubicBezTo>
                  <a:cubicBezTo>
                    <a:pt x="50" y="350"/>
                    <a:pt x="37" y="346"/>
                    <a:pt x="24" y="341"/>
                  </a:cubicBezTo>
                  <a:lnTo>
                    <a:pt x="24" y="340"/>
                  </a:lnTo>
                  <a:cubicBezTo>
                    <a:pt x="24" y="339"/>
                    <a:pt x="24" y="339"/>
                    <a:pt x="24" y="338"/>
                  </a:cubicBezTo>
                  <a:cubicBezTo>
                    <a:pt x="27" y="317"/>
                    <a:pt x="28" y="296"/>
                    <a:pt x="28" y="275"/>
                  </a:cubicBezTo>
                  <a:cubicBezTo>
                    <a:pt x="28" y="237"/>
                    <a:pt x="24" y="200"/>
                    <a:pt x="15" y="164"/>
                  </a:cubicBezTo>
                  <a:cubicBezTo>
                    <a:pt x="14" y="160"/>
                    <a:pt x="8" y="163"/>
                    <a:pt x="9" y="166"/>
                  </a:cubicBezTo>
                  <a:cubicBezTo>
                    <a:pt x="16" y="188"/>
                    <a:pt x="6" y="222"/>
                    <a:pt x="5" y="245"/>
                  </a:cubicBezTo>
                  <a:cubicBezTo>
                    <a:pt x="5" y="275"/>
                    <a:pt x="3" y="304"/>
                    <a:pt x="0" y="334"/>
                  </a:cubicBezTo>
                  <a:cubicBezTo>
                    <a:pt x="0" y="335"/>
                    <a:pt x="0" y="335"/>
                    <a:pt x="0" y="336"/>
                  </a:cubicBezTo>
                  <a:cubicBezTo>
                    <a:pt x="0" y="338"/>
                    <a:pt x="1" y="340"/>
                    <a:pt x="2" y="342"/>
                  </a:cubicBezTo>
                  <a:cubicBezTo>
                    <a:pt x="3" y="344"/>
                    <a:pt x="4" y="345"/>
                    <a:pt x="6" y="346"/>
                  </a:cubicBezTo>
                  <a:cubicBezTo>
                    <a:pt x="8" y="347"/>
                    <a:pt x="10" y="348"/>
                    <a:pt x="13" y="348"/>
                  </a:cubicBezTo>
                  <a:cubicBezTo>
                    <a:pt x="14" y="348"/>
                    <a:pt x="15" y="348"/>
                    <a:pt x="16" y="347"/>
                  </a:cubicBezTo>
                  <a:cubicBezTo>
                    <a:pt x="18" y="347"/>
                    <a:pt x="16" y="347"/>
                    <a:pt x="17" y="349"/>
                  </a:cubicBezTo>
                  <a:lnTo>
                    <a:pt x="8" y="347"/>
                  </a:lnTo>
                  <a:cubicBezTo>
                    <a:pt x="7" y="347"/>
                    <a:pt x="7" y="348"/>
                    <a:pt x="6" y="348"/>
                  </a:cubicBezTo>
                  <a:lnTo>
                    <a:pt x="5" y="349"/>
                  </a:lnTo>
                  <a:cubicBezTo>
                    <a:pt x="5" y="350"/>
                    <a:pt x="5" y="350"/>
                    <a:pt x="5" y="351"/>
                  </a:cubicBezTo>
                  <a:lnTo>
                    <a:pt x="5" y="352"/>
                  </a:lnTo>
                  <a:cubicBezTo>
                    <a:pt x="5" y="353"/>
                    <a:pt x="6" y="353"/>
                    <a:pt x="6" y="353"/>
                  </a:cubicBezTo>
                  <a:cubicBezTo>
                    <a:pt x="60" y="408"/>
                    <a:pt x="159" y="414"/>
                    <a:pt x="229" y="438"/>
                  </a:cubicBezTo>
                  <a:cubicBezTo>
                    <a:pt x="314" y="463"/>
                    <a:pt x="401" y="479"/>
                    <a:pt x="489" y="485"/>
                  </a:cubicBezTo>
                  <a:cubicBezTo>
                    <a:pt x="561" y="492"/>
                    <a:pt x="633" y="494"/>
                    <a:pt x="705" y="499"/>
                  </a:cubicBezTo>
                  <a:cubicBezTo>
                    <a:pt x="742" y="501"/>
                    <a:pt x="795" y="519"/>
                    <a:pt x="834" y="508"/>
                  </a:cubicBezTo>
                  <a:cubicBezTo>
                    <a:pt x="839" y="508"/>
                    <a:pt x="843" y="509"/>
                    <a:pt x="847" y="510"/>
                  </a:cubicBezTo>
                  <a:cubicBezTo>
                    <a:pt x="891" y="522"/>
                    <a:pt x="954" y="519"/>
                    <a:pt x="999" y="520"/>
                  </a:cubicBezTo>
                  <a:cubicBezTo>
                    <a:pt x="1055" y="521"/>
                    <a:pt x="1107" y="531"/>
                    <a:pt x="1165" y="521"/>
                  </a:cubicBezTo>
                  <a:lnTo>
                    <a:pt x="1166" y="521"/>
                  </a:lnTo>
                  <a:cubicBezTo>
                    <a:pt x="1167" y="520"/>
                    <a:pt x="1167" y="520"/>
                    <a:pt x="1168" y="519"/>
                  </a:cubicBezTo>
                  <a:cubicBezTo>
                    <a:pt x="1168" y="518"/>
                    <a:pt x="1169" y="517"/>
                    <a:pt x="1169" y="516"/>
                  </a:cubicBezTo>
                  <a:cubicBezTo>
                    <a:pt x="1169" y="516"/>
                    <a:pt x="1168" y="515"/>
                    <a:pt x="1168" y="514"/>
                  </a:cubicBezTo>
                  <a:cubicBezTo>
                    <a:pt x="1167" y="513"/>
                    <a:pt x="1167" y="513"/>
                    <a:pt x="1166" y="5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2"/>
            <p:cNvSpPr/>
            <p:nvPr/>
          </p:nvSpPr>
          <p:spPr>
            <a:xfrm>
              <a:off x="19850715" y="2950560"/>
              <a:ext cx="31320" cy="8280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83" y="1"/>
                  </a:moveTo>
                  <a:cubicBezTo>
                    <a:pt x="77" y="0"/>
                    <a:pt x="71" y="0"/>
                    <a:pt x="65" y="0"/>
                  </a:cubicBezTo>
                  <a:cubicBezTo>
                    <a:pt x="59" y="0"/>
                    <a:pt x="54" y="0"/>
                    <a:pt x="48" y="1"/>
                  </a:cubicBezTo>
                  <a:cubicBezTo>
                    <a:pt x="39" y="2"/>
                    <a:pt x="30" y="4"/>
                    <a:pt x="22" y="5"/>
                  </a:cubicBezTo>
                  <a:cubicBezTo>
                    <a:pt x="16" y="5"/>
                    <a:pt x="11" y="9"/>
                    <a:pt x="5" y="9"/>
                  </a:cubicBezTo>
                  <a:cubicBezTo>
                    <a:pt x="0" y="9"/>
                    <a:pt x="2" y="15"/>
                    <a:pt x="5" y="15"/>
                  </a:cubicBezTo>
                  <a:cubicBezTo>
                    <a:pt x="11" y="17"/>
                    <a:pt x="16" y="19"/>
                    <a:pt x="21" y="21"/>
                  </a:cubicBezTo>
                  <a:cubicBezTo>
                    <a:pt x="25" y="21"/>
                    <a:pt x="29" y="22"/>
                    <a:pt x="33" y="22"/>
                  </a:cubicBezTo>
                  <a:cubicBezTo>
                    <a:pt x="37" y="22"/>
                    <a:pt x="42" y="21"/>
                    <a:pt x="46" y="21"/>
                  </a:cubicBezTo>
                  <a:cubicBezTo>
                    <a:pt x="61" y="18"/>
                    <a:pt x="75" y="21"/>
                    <a:pt x="85" y="7"/>
                  </a:cubicBezTo>
                  <a:cubicBezTo>
                    <a:pt x="85" y="6"/>
                    <a:pt x="85" y="6"/>
                    <a:pt x="85" y="5"/>
                  </a:cubicBezTo>
                  <a:cubicBezTo>
                    <a:pt x="85" y="4"/>
                    <a:pt x="86" y="4"/>
                    <a:pt x="85" y="3"/>
                  </a:cubicBezTo>
                  <a:cubicBezTo>
                    <a:pt x="85" y="2"/>
                    <a:pt x="84" y="2"/>
                    <a:pt x="83" y="2"/>
                  </a:cubicBezTo>
                  <a:lnTo>
                    <a:pt x="83" y="1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2"/>
            <p:cNvSpPr/>
            <p:nvPr/>
          </p:nvSpPr>
          <p:spPr>
            <a:xfrm>
              <a:off x="19555515" y="3260520"/>
              <a:ext cx="17640" cy="792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27" y="0"/>
                  </a:moveTo>
                  <a:cubicBezTo>
                    <a:pt x="27" y="0"/>
                    <a:pt x="26" y="0"/>
                    <a:pt x="25" y="0"/>
                  </a:cubicBezTo>
                  <a:cubicBezTo>
                    <a:pt x="19" y="0"/>
                    <a:pt x="13" y="1"/>
                    <a:pt x="8" y="3"/>
                  </a:cubicBezTo>
                  <a:cubicBezTo>
                    <a:pt x="7" y="3"/>
                    <a:pt x="7" y="3"/>
                    <a:pt x="6" y="3"/>
                  </a:cubicBezTo>
                  <a:cubicBezTo>
                    <a:pt x="6" y="3"/>
                    <a:pt x="5" y="3"/>
                    <a:pt x="5" y="4"/>
                  </a:cubicBezTo>
                  <a:cubicBezTo>
                    <a:pt x="5" y="4"/>
                    <a:pt x="4" y="4"/>
                    <a:pt x="4" y="5"/>
                  </a:cubicBezTo>
                  <a:cubicBezTo>
                    <a:pt x="0" y="16"/>
                    <a:pt x="12" y="21"/>
                    <a:pt x="21" y="21"/>
                  </a:cubicBezTo>
                  <a:cubicBezTo>
                    <a:pt x="26" y="21"/>
                    <a:pt x="30" y="21"/>
                    <a:pt x="35" y="20"/>
                  </a:cubicBezTo>
                  <a:cubicBezTo>
                    <a:pt x="37" y="19"/>
                    <a:pt x="39" y="18"/>
                    <a:pt x="41" y="17"/>
                  </a:cubicBezTo>
                  <a:cubicBezTo>
                    <a:pt x="43" y="16"/>
                    <a:pt x="45" y="14"/>
                    <a:pt x="47" y="12"/>
                  </a:cubicBezTo>
                  <a:cubicBezTo>
                    <a:pt x="48" y="11"/>
                    <a:pt x="48" y="10"/>
                    <a:pt x="48" y="10"/>
                  </a:cubicBezTo>
                  <a:cubicBezTo>
                    <a:pt x="48" y="9"/>
                    <a:pt x="48" y="8"/>
                    <a:pt x="47" y="8"/>
                  </a:cubicBezTo>
                  <a:lnTo>
                    <a:pt x="47" y="7"/>
                  </a:lnTo>
                  <a:cubicBezTo>
                    <a:pt x="45" y="6"/>
                    <a:pt x="44" y="4"/>
                    <a:pt x="42" y="3"/>
                  </a:cubicBezTo>
                  <a:cubicBezTo>
                    <a:pt x="38" y="1"/>
                    <a:pt x="34" y="0"/>
                    <a:pt x="30" y="0"/>
                  </a:cubicBezTo>
                  <a:cubicBezTo>
                    <a:pt x="29" y="0"/>
                    <a:pt x="28" y="0"/>
                    <a:pt x="27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2"/>
            <p:cNvSpPr/>
            <p:nvPr/>
          </p:nvSpPr>
          <p:spPr>
            <a:xfrm>
              <a:off x="19584315" y="3063600"/>
              <a:ext cx="525960" cy="243000"/>
            </a:xfrm>
            <a:custGeom>
              <a:avLst/>
              <a:gdLst/>
              <a:ahLst/>
              <a:cxnLst/>
              <a:rect l="l" t="t" r="r" b="b"/>
              <a:pathLst>
                <a:path w="1461" h="675" extrusionOk="0">
                  <a:moveTo>
                    <a:pt x="1446" y="569"/>
                  </a:moveTo>
                  <a:lnTo>
                    <a:pt x="1445" y="569"/>
                  </a:lnTo>
                  <a:cubicBezTo>
                    <a:pt x="1429" y="578"/>
                    <a:pt x="1412" y="584"/>
                    <a:pt x="1394" y="586"/>
                  </a:cubicBezTo>
                  <a:cubicBezTo>
                    <a:pt x="1392" y="495"/>
                    <a:pt x="1397" y="399"/>
                    <a:pt x="1375" y="311"/>
                  </a:cubicBezTo>
                  <a:cubicBezTo>
                    <a:pt x="1374" y="306"/>
                    <a:pt x="1367" y="308"/>
                    <a:pt x="1368" y="313"/>
                  </a:cubicBezTo>
                  <a:cubicBezTo>
                    <a:pt x="1382" y="402"/>
                    <a:pt x="1372" y="500"/>
                    <a:pt x="1370" y="591"/>
                  </a:cubicBezTo>
                  <a:lnTo>
                    <a:pt x="1368" y="591"/>
                  </a:lnTo>
                  <a:cubicBezTo>
                    <a:pt x="1368" y="574"/>
                    <a:pt x="1363" y="558"/>
                    <a:pt x="1363" y="541"/>
                  </a:cubicBezTo>
                  <a:cubicBezTo>
                    <a:pt x="1360" y="521"/>
                    <a:pt x="1357" y="502"/>
                    <a:pt x="1352" y="482"/>
                  </a:cubicBezTo>
                  <a:cubicBezTo>
                    <a:pt x="1351" y="477"/>
                    <a:pt x="1342" y="478"/>
                    <a:pt x="1343" y="483"/>
                  </a:cubicBezTo>
                  <a:cubicBezTo>
                    <a:pt x="1349" y="520"/>
                    <a:pt x="1346" y="557"/>
                    <a:pt x="1348" y="594"/>
                  </a:cubicBezTo>
                  <a:lnTo>
                    <a:pt x="1336" y="595"/>
                  </a:lnTo>
                  <a:cubicBezTo>
                    <a:pt x="1336" y="574"/>
                    <a:pt x="1334" y="552"/>
                    <a:pt x="1331" y="531"/>
                  </a:cubicBezTo>
                  <a:cubicBezTo>
                    <a:pt x="1330" y="518"/>
                    <a:pt x="1327" y="506"/>
                    <a:pt x="1320" y="495"/>
                  </a:cubicBezTo>
                  <a:lnTo>
                    <a:pt x="1320" y="494"/>
                  </a:lnTo>
                  <a:cubicBezTo>
                    <a:pt x="1319" y="494"/>
                    <a:pt x="1319" y="494"/>
                    <a:pt x="1319" y="494"/>
                  </a:cubicBezTo>
                  <a:cubicBezTo>
                    <a:pt x="1318" y="493"/>
                    <a:pt x="1318" y="493"/>
                    <a:pt x="1317" y="493"/>
                  </a:cubicBezTo>
                  <a:cubicBezTo>
                    <a:pt x="1316" y="493"/>
                    <a:pt x="1316" y="493"/>
                    <a:pt x="1315" y="494"/>
                  </a:cubicBezTo>
                  <a:cubicBezTo>
                    <a:pt x="1314" y="495"/>
                    <a:pt x="1314" y="494"/>
                    <a:pt x="1313" y="495"/>
                  </a:cubicBezTo>
                  <a:cubicBezTo>
                    <a:pt x="1312" y="496"/>
                    <a:pt x="1313" y="497"/>
                    <a:pt x="1313" y="497"/>
                  </a:cubicBezTo>
                  <a:cubicBezTo>
                    <a:pt x="1313" y="498"/>
                    <a:pt x="1313" y="499"/>
                    <a:pt x="1313" y="499"/>
                  </a:cubicBezTo>
                  <a:cubicBezTo>
                    <a:pt x="1314" y="507"/>
                    <a:pt x="1314" y="514"/>
                    <a:pt x="1314" y="522"/>
                  </a:cubicBezTo>
                  <a:cubicBezTo>
                    <a:pt x="1314" y="529"/>
                    <a:pt x="1314" y="537"/>
                    <a:pt x="1313" y="544"/>
                  </a:cubicBezTo>
                  <a:cubicBezTo>
                    <a:pt x="1311" y="560"/>
                    <a:pt x="1310" y="575"/>
                    <a:pt x="1310" y="591"/>
                  </a:cubicBezTo>
                  <a:cubicBezTo>
                    <a:pt x="1310" y="593"/>
                    <a:pt x="1310" y="595"/>
                    <a:pt x="1310" y="596"/>
                  </a:cubicBezTo>
                  <a:cubicBezTo>
                    <a:pt x="1310" y="597"/>
                    <a:pt x="1310" y="597"/>
                    <a:pt x="1310" y="597"/>
                  </a:cubicBezTo>
                  <a:cubicBezTo>
                    <a:pt x="1310" y="598"/>
                    <a:pt x="1310" y="598"/>
                    <a:pt x="1310" y="598"/>
                  </a:cubicBezTo>
                  <a:lnTo>
                    <a:pt x="1308" y="598"/>
                  </a:lnTo>
                  <a:cubicBezTo>
                    <a:pt x="1308" y="583"/>
                    <a:pt x="1300" y="567"/>
                    <a:pt x="1299" y="551"/>
                  </a:cubicBezTo>
                  <a:lnTo>
                    <a:pt x="1299" y="550"/>
                  </a:lnTo>
                  <a:cubicBezTo>
                    <a:pt x="1298" y="549"/>
                    <a:pt x="1298" y="549"/>
                    <a:pt x="1297" y="548"/>
                  </a:cubicBezTo>
                  <a:cubicBezTo>
                    <a:pt x="1296" y="547"/>
                    <a:pt x="1296" y="548"/>
                    <a:pt x="1295" y="548"/>
                  </a:cubicBezTo>
                  <a:cubicBezTo>
                    <a:pt x="1294" y="548"/>
                    <a:pt x="1293" y="548"/>
                    <a:pt x="1293" y="548"/>
                  </a:cubicBezTo>
                  <a:cubicBezTo>
                    <a:pt x="1292" y="549"/>
                    <a:pt x="1292" y="549"/>
                    <a:pt x="1291" y="550"/>
                  </a:cubicBezTo>
                  <a:lnTo>
                    <a:pt x="1291" y="551"/>
                  </a:lnTo>
                  <a:cubicBezTo>
                    <a:pt x="1291" y="566"/>
                    <a:pt x="1282" y="580"/>
                    <a:pt x="1286" y="595"/>
                  </a:cubicBezTo>
                  <a:lnTo>
                    <a:pt x="1288" y="601"/>
                  </a:lnTo>
                  <a:lnTo>
                    <a:pt x="1280" y="601"/>
                  </a:lnTo>
                  <a:lnTo>
                    <a:pt x="1237" y="607"/>
                  </a:lnTo>
                  <a:cubicBezTo>
                    <a:pt x="1237" y="604"/>
                    <a:pt x="1236" y="601"/>
                    <a:pt x="1236" y="598"/>
                  </a:cubicBezTo>
                  <a:cubicBezTo>
                    <a:pt x="1236" y="595"/>
                    <a:pt x="1237" y="592"/>
                    <a:pt x="1237" y="589"/>
                  </a:cubicBezTo>
                  <a:lnTo>
                    <a:pt x="1237" y="588"/>
                  </a:lnTo>
                  <a:cubicBezTo>
                    <a:pt x="1237" y="579"/>
                    <a:pt x="1235" y="571"/>
                    <a:pt x="1231" y="564"/>
                  </a:cubicBezTo>
                  <a:cubicBezTo>
                    <a:pt x="1230" y="563"/>
                    <a:pt x="1230" y="562"/>
                    <a:pt x="1229" y="562"/>
                  </a:cubicBezTo>
                  <a:cubicBezTo>
                    <a:pt x="1229" y="561"/>
                    <a:pt x="1229" y="561"/>
                    <a:pt x="1228" y="561"/>
                  </a:cubicBezTo>
                  <a:cubicBezTo>
                    <a:pt x="1227" y="560"/>
                    <a:pt x="1227" y="560"/>
                    <a:pt x="1226" y="560"/>
                  </a:cubicBezTo>
                  <a:cubicBezTo>
                    <a:pt x="1225" y="560"/>
                    <a:pt x="1225" y="560"/>
                    <a:pt x="1224" y="561"/>
                  </a:cubicBezTo>
                  <a:cubicBezTo>
                    <a:pt x="1223" y="562"/>
                    <a:pt x="1223" y="561"/>
                    <a:pt x="1222" y="562"/>
                  </a:cubicBezTo>
                  <a:cubicBezTo>
                    <a:pt x="1217" y="572"/>
                    <a:pt x="1214" y="583"/>
                    <a:pt x="1214" y="594"/>
                  </a:cubicBezTo>
                  <a:lnTo>
                    <a:pt x="1214" y="595"/>
                  </a:lnTo>
                  <a:cubicBezTo>
                    <a:pt x="1213" y="597"/>
                    <a:pt x="1213" y="599"/>
                    <a:pt x="1213" y="602"/>
                  </a:cubicBezTo>
                  <a:cubicBezTo>
                    <a:pt x="1213" y="604"/>
                    <a:pt x="1213" y="607"/>
                    <a:pt x="1214" y="609"/>
                  </a:cubicBezTo>
                  <a:lnTo>
                    <a:pt x="1201" y="611"/>
                  </a:lnTo>
                  <a:lnTo>
                    <a:pt x="1201" y="609"/>
                  </a:lnTo>
                  <a:cubicBezTo>
                    <a:pt x="1201" y="608"/>
                    <a:pt x="1200" y="607"/>
                    <a:pt x="1200" y="606"/>
                  </a:cubicBezTo>
                  <a:cubicBezTo>
                    <a:pt x="1199" y="604"/>
                    <a:pt x="1198" y="603"/>
                    <a:pt x="1197" y="602"/>
                  </a:cubicBezTo>
                  <a:cubicBezTo>
                    <a:pt x="1199" y="602"/>
                    <a:pt x="1200" y="602"/>
                    <a:pt x="1200" y="599"/>
                  </a:cubicBezTo>
                  <a:cubicBezTo>
                    <a:pt x="1198" y="572"/>
                    <a:pt x="1190" y="545"/>
                    <a:pt x="1188" y="518"/>
                  </a:cubicBezTo>
                  <a:cubicBezTo>
                    <a:pt x="1186" y="490"/>
                    <a:pt x="1175" y="462"/>
                    <a:pt x="1174" y="433"/>
                  </a:cubicBezTo>
                  <a:cubicBezTo>
                    <a:pt x="1174" y="430"/>
                    <a:pt x="1168" y="429"/>
                    <a:pt x="1168" y="433"/>
                  </a:cubicBezTo>
                  <a:cubicBezTo>
                    <a:pt x="1168" y="459"/>
                    <a:pt x="1164" y="484"/>
                    <a:pt x="1166" y="510"/>
                  </a:cubicBezTo>
                  <a:cubicBezTo>
                    <a:pt x="1168" y="545"/>
                    <a:pt x="1174" y="579"/>
                    <a:pt x="1177" y="614"/>
                  </a:cubicBezTo>
                  <a:cubicBezTo>
                    <a:pt x="1154" y="617"/>
                    <a:pt x="1131" y="618"/>
                    <a:pt x="1108" y="619"/>
                  </a:cubicBezTo>
                  <a:cubicBezTo>
                    <a:pt x="1081" y="619"/>
                    <a:pt x="1054" y="623"/>
                    <a:pt x="1028" y="629"/>
                  </a:cubicBezTo>
                  <a:cubicBezTo>
                    <a:pt x="1005" y="633"/>
                    <a:pt x="981" y="636"/>
                    <a:pt x="957" y="637"/>
                  </a:cubicBezTo>
                  <a:cubicBezTo>
                    <a:pt x="958" y="634"/>
                    <a:pt x="958" y="631"/>
                    <a:pt x="958" y="628"/>
                  </a:cubicBezTo>
                  <a:cubicBezTo>
                    <a:pt x="958" y="611"/>
                    <a:pt x="956" y="594"/>
                    <a:pt x="954" y="577"/>
                  </a:cubicBezTo>
                  <a:cubicBezTo>
                    <a:pt x="952" y="547"/>
                    <a:pt x="947" y="518"/>
                    <a:pt x="946" y="489"/>
                  </a:cubicBezTo>
                  <a:cubicBezTo>
                    <a:pt x="946" y="485"/>
                    <a:pt x="940" y="485"/>
                    <a:pt x="940" y="489"/>
                  </a:cubicBezTo>
                  <a:cubicBezTo>
                    <a:pt x="939" y="539"/>
                    <a:pt x="933" y="590"/>
                    <a:pt x="930" y="641"/>
                  </a:cubicBezTo>
                  <a:cubicBezTo>
                    <a:pt x="923" y="642"/>
                    <a:pt x="916" y="643"/>
                    <a:pt x="909" y="644"/>
                  </a:cubicBezTo>
                  <a:cubicBezTo>
                    <a:pt x="909" y="643"/>
                    <a:pt x="909" y="643"/>
                    <a:pt x="909" y="643"/>
                  </a:cubicBezTo>
                  <a:cubicBezTo>
                    <a:pt x="909" y="642"/>
                    <a:pt x="909" y="642"/>
                    <a:pt x="909" y="641"/>
                  </a:cubicBezTo>
                  <a:cubicBezTo>
                    <a:pt x="912" y="618"/>
                    <a:pt x="914" y="595"/>
                    <a:pt x="914" y="572"/>
                  </a:cubicBezTo>
                  <a:cubicBezTo>
                    <a:pt x="914" y="558"/>
                    <a:pt x="913" y="544"/>
                    <a:pt x="912" y="530"/>
                  </a:cubicBezTo>
                  <a:cubicBezTo>
                    <a:pt x="909" y="484"/>
                    <a:pt x="909" y="438"/>
                    <a:pt x="908" y="392"/>
                  </a:cubicBezTo>
                  <a:cubicBezTo>
                    <a:pt x="908" y="388"/>
                    <a:pt x="902" y="387"/>
                    <a:pt x="902" y="392"/>
                  </a:cubicBezTo>
                  <a:cubicBezTo>
                    <a:pt x="899" y="474"/>
                    <a:pt x="874" y="560"/>
                    <a:pt x="887" y="641"/>
                  </a:cubicBezTo>
                  <a:cubicBezTo>
                    <a:pt x="887" y="642"/>
                    <a:pt x="887" y="643"/>
                    <a:pt x="887" y="643"/>
                  </a:cubicBezTo>
                  <a:cubicBezTo>
                    <a:pt x="887" y="644"/>
                    <a:pt x="887" y="645"/>
                    <a:pt x="887" y="645"/>
                  </a:cubicBezTo>
                  <a:cubicBezTo>
                    <a:pt x="843" y="647"/>
                    <a:pt x="798" y="642"/>
                    <a:pt x="754" y="642"/>
                  </a:cubicBezTo>
                  <a:cubicBezTo>
                    <a:pt x="695" y="644"/>
                    <a:pt x="637" y="631"/>
                    <a:pt x="578" y="632"/>
                  </a:cubicBezTo>
                  <a:cubicBezTo>
                    <a:pt x="511" y="632"/>
                    <a:pt x="444" y="611"/>
                    <a:pt x="376" y="613"/>
                  </a:cubicBezTo>
                  <a:cubicBezTo>
                    <a:pt x="366" y="613"/>
                    <a:pt x="355" y="613"/>
                    <a:pt x="345" y="613"/>
                  </a:cubicBezTo>
                  <a:cubicBezTo>
                    <a:pt x="346" y="611"/>
                    <a:pt x="346" y="610"/>
                    <a:pt x="347" y="608"/>
                  </a:cubicBezTo>
                  <a:cubicBezTo>
                    <a:pt x="347" y="597"/>
                    <a:pt x="348" y="586"/>
                    <a:pt x="348" y="575"/>
                  </a:cubicBezTo>
                  <a:cubicBezTo>
                    <a:pt x="348" y="544"/>
                    <a:pt x="345" y="514"/>
                    <a:pt x="340" y="483"/>
                  </a:cubicBezTo>
                  <a:cubicBezTo>
                    <a:pt x="337" y="449"/>
                    <a:pt x="354" y="415"/>
                    <a:pt x="338" y="382"/>
                  </a:cubicBezTo>
                  <a:cubicBezTo>
                    <a:pt x="337" y="379"/>
                    <a:pt x="332" y="380"/>
                    <a:pt x="332" y="383"/>
                  </a:cubicBezTo>
                  <a:cubicBezTo>
                    <a:pt x="334" y="421"/>
                    <a:pt x="321" y="458"/>
                    <a:pt x="316" y="495"/>
                  </a:cubicBezTo>
                  <a:cubicBezTo>
                    <a:pt x="310" y="532"/>
                    <a:pt x="314" y="570"/>
                    <a:pt x="309" y="606"/>
                  </a:cubicBezTo>
                  <a:cubicBezTo>
                    <a:pt x="309" y="607"/>
                    <a:pt x="309" y="607"/>
                    <a:pt x="309" y="608"/>
                  </a:cubicBezTo>
                  <a:lnTo>
                    <a:pt x="309" y="609"/>
                  </a:lnTo>
                  <a:cubicBezTo>
                    <a:pt x="264" y="603"/>
                    <a:pt x="220" y="593"/>
                    <a:pt x="176" y="589"/>
                  </a:cubicBezTo>
                  <a:lnTo>
                    <a:pt x="168" y="589"/>
                  </a:lnTo>
                  <a:cubicBezTo>
                    <a:pt x="176" y="561"/>
                    <a:pt x="165" y="532"/>
                    <a:pt x="164" y="504"/>
                  </a:cubicBezTo>
                  <a:cubicBezTo>
                    <a:pt x="164" y="499"/>
                    <a:pt x="156" y="499"/>
                    <a:pt x="155" y="504"/>
                  </a:cubicBezTo>
                  <a:cubicBezTo>
                    <a:pt x="155" y="518"/>
                    <a:pt x="152" y="531"/>
                    <a:pt x="152" y="546"/>
                  </a:cubicBezTo>
                  <a:cubicBezTo>
                    <a:pt x="152" y="549"/>
                    <a:pt x="152" y="553"/>
                    <a:pt x="152" y="556"/>
                  </a:cubicBezTo>
                  <a:cubicBezTo>
                    <a:pt x="152" y="566"/>
                    <a:pt x="151" y="575"/>
                    <a:pt x="149" y="585"/>
                  </a:cubicBezTo>
                  <a:lnTo>
                    <a:pt x="149" y="586"/>
                  </a:lnTo>
                  <a:lnTo>
                    <a:pt x="149" y="587"/>
                  </a:lnTo>
                  <a:lnTo>
                    <a:pt x="138" y="586"/>
                  </a:lnTo>
                  <a:cubicBezTo>
                    <a:pt x="140" y="558"/>
                    <a:pt x="140" y="530"/>
                    <a:pt x="140" y="502"/>
                  </a:cubicBezTo>
                  <a:cubicBezTo>
                    <a:pt x="140" y="458"/>
                    <a:pt x="139" y="414"/>
                    <a:pt x="135" y="370"/>
                  </a:cubicBezTo>
                  <a:cubicBezTo>
                    <a:pt x="135" y="369"/>
                    <a:pt x="135" y="369"/>
                    <a:pt x="135" y="369"/>
                  </a:cubicBezTo>
                  <a:cubicBezTo>
                    <a:pt x="135" y="368"/>
                    <a:pt x="134" y="368"/>
                    <a:pt x="134" y="368"/>
                  </a:cubicBezTo>
                  <a:cubicBezTo>
                    <a:pt x="133" y="367"/>
                    <a:pt x="133" y="367"/>
                    <a:pt x="132" y="367"/>
                  </a:cubicBezTo>
                  <a:lnTo>
                    <a:pt x="131" y="368"/>
                  </a:lnTo>
                  <a:cubicBezTo>
                    <a:pt x="131" y="368"/>
                    <a:pt x="130" y="368"/>
                    <a:pt x="130" y="369"/>
                  </a:cubicBezTo>
                  <a:lnTo>
                    <a:pt x="130" y="370"/>
                  </a:lnTo>
                  <a:cubicBezTo>
                    <a:pt x="123" y="434"/>
                    <a:pt x="120" y="497"/>
                    <a:pt x="120" y="561"/>
                  </a:cubicBezTo>
                  <a:cubicBezTo>
                    <a:pt x="120" y="570"/>
                    <a:pt x="120" y="578"/>
                    <a:pt x="120" y="586"/>
                  </a:cubicBezTo>
                  <a:lnTo>
                    <a:pt x="109" y="585"/>
                  </a:lnTo>
                  <a:lnTo>
                    <a:pt x="109" y="584"/>
                  </a:lnTo>
                  <a:cubicBezTo>
                    <a:pt x="110" y="582"/>
                    <a:pt x="111" y="580"/>
                    <a:pt x="111" y="578"/>
                  </a:cubicBezTo>
                  <a:cubicBezTo>
                    <a:pt x="111" y="576"/>
                    <a:pt x="110" y="574"/>
                    <a:pt x="109" y="573"/>
                  </a:cubicBezTo>
                  <a:cubicBezTo>
                    <a:pt x="109" y="572"/>
                    <a:pt x="108" y="571"/>
                    <a:pt x="108" y="571"/>
                  </a:cubicBezTo>
                  <a:cubicBezTo>
                    <a:pt x="99" y="381"/>
                    <a:pt x="128" y="192"/>
                    <a:pt x="117" y="3"/>
                  </a:cubicBezTo>
                  <a:cubicBezTo>
                    <a:pt x="117" y="2"/>
                    <a:pt x="117" y="2"/>
                    <a:pt x="116" y="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114" y="0"/>
                    <a:pt x="115" y="0"/>
                    <a:pt x="114" y="1"/>
                  </a:cubicBezTo>
                  <a:cubicBezTo>
                    <a:pt x="113" y="2"/>
                    <a:pt x="113" y="1"/>
                    <a:pt x="113" y="1"/>
                  </a:cubicBezTo>
                  <a:cubicBezTo>
                    <a:pt x="113" y="2"/>
                    <a:pt x="112" y="2"/>
                    <a:pt x="112" y="3"/>
                  </a:cubicBezTo>
                  <a:cubicBezTo>
                    <a:pt x="109" y="55"/>
                    <a:pt x="109" y="106"/>
                    <a:pt x="105" y="158"/>
                  </a:cubicBezTo>
                  <a:cubicBezTo>
                    <a:pt x="100" y="209"/>
                    <a:pt x="94" y="258"/>
                    <a:pt x="89" y="309"/>
                  </a:cubicBezTo>
                  <a:cubicBezTo>
                    <a:pt x="85" y="348"/>
                    <a:pt x="81" y="387"/>
                    <a:pt x="80" y="428"/>
                  </a:cubicBezTo>
                  <a:cubicBezTo>
                    <a:pt x="80" y="476"/>
                    <a:pt x="71" y="534"/>
                    <a:pt x="80" y="581"/>
                  </a:cubicBezTo>
                  <a:cubicBezTo>
                    <a:pt x="54" y="578"/>
                    <a:pt x="29" y="571"/>
                    <a:pt x="4" y="562"/>
                  </a:cubicBezTo>
                  <a:lnTo>
                    <a:pt x="3" y="562"/>
                  </a:lnTo>
                  <a:lnTo>
                    <a:pt x="2" y="562"/>
                  </a:lnTo>
                  <a:cubicBezTo>
                    <a:pt x="1" y="562"/>
                    <a:pt x="1" y="563"/>
                    <a:pt x="1" y="563"/>
                  </a:cubicBezTo>
                  <a:cubicBezTo>
                    <a:pt x="0" y="564"/>
                    <a:pt x="0" y="564"/>
                    <a:pt x="0" y="565"/>
                  </a:cubicBezTo>
                  <a:cubicBezTo>
                    <a:pt x="0" y="566"/>
                    <a:pt x="0" y="566"/>
                    <a:pt x="1" y="567"/>
                  </a:cubicBezTo>
                  <a:cubicBezTo>
                    <a:pt x="34" y="588"/>
                    <a:pt x="81" y="595"/>
                    <a:pt x="123" y="602"/>
                  </a:cubicBezTo>
                  <a:cubicBezTo>
                    <a:pt x="124" y="602"/>
                    <a:pt x="125" y="603"/>
                    <a:pt x="126" y="603"/>
                  </a:cubicBezTo>
                  <a:cubicBezTo>
                    <a:pt x="126" y="603"/>
                    <a:pt x="127" y="602"/>
                    <a:pt x="128" y="602"/>
                  </a:cubicBezTo>
                  <a:cubicBezTo>
                    <a:pt x="138" y="604"/>
                    <a:pt x="148" y="606"/>
                    <a:pt x="157" y="608"/>
                  </a:cubicBezTo>
                  <a:cubicBezTo>
                    <a:pt x="214" y="620"/>
                    <a:pt x="271" y="629"/>
                    <a:pt x="329" y="635"/>
                  </a:cubicBezTo>
                  <a:cubicBezTo>
                    <a:pt x="393" y="642"/>
                    <a:pt x="461" y="639"/>
                    <a:pt x="524" y="655"/>
                  </a:cubicBezTo>
                  <a:cubicBezTo>
                    <a:pt x="560" y="664"/>
                    <a:pt x="603" y="658"/>
                    <a:pt x="638" y="662"/>
                  </a:cubicBezTo>
                  <a:cubicBezTo>
                    <a:pt x="672" y="666"/>
                    <a:pt x="705" y="668"/>
                    <a:pt x="739" y="669"/>
                  </a:cubicBezTo>
                  <a:cubicBezTo>
                    <a:pt x="807" y="669"/>
                    <a:pt x="874" y="674"/>
                    <a:pt x="942" y="665"/>
                  </a:cubicBezTo>
                  <a:cubicBezTo>
                    <a:pt x="1007" y="657"/>
                    <a:pt x="1073" y="653"/>
                    <a:pt x="1137" y="643"/>
                  </a:cubicBezTo>
                  <a:cubicBezTo>
                    <a:pt x="1201" y="633"/>
                    <a:pt x="1261" y="633"/>
                    <a:pt x="1323" y="621"/>
                  </a:cubicBezTo>
                  <a:cubicBezTo>
                    <a:pt x="1356" y="615"/>
                    <a:pt x="1434" y="611"/>
                    <a:pt x="1454" y="578"/>
                  </a:cubicBezTo>
                  <a:cubicBezTo>
                    <a:pt x="1460" y="572"/>
                    <a:pt x="1452" y="563"/>
                    <a:pt x="1446" y="56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2"/>
            <p:cNvSpPr/>
            <p:nvPr/>
          </p:nvSpPr>
          <p:spPr>
            <a:xfrm>
              <a:off x="20112435" y="3266640"/>
              <a:ext cx="19080" cy="7560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47" y="1"/>
                  </a:moveTo>
                  <a:cubicBezTo>
                    <a:pt x="44" y="0"/>
                    <a:pt x="41" y="0"/>
                    <a:pt x="38" y="0"/>
                  </a:cubicBezTo>
                  <a:cubicBezTo>
                    <a:pt x="35" y="0"/>
                    <a:pt x="33" y="0"/>
                    <a:pt x="30" y="1"/>
                  </a:cubicBezTo>
                  <a:lnTo>
                    <a:pt x="29" y="1"/>
                  </a:lnTo>
                  <a:cubicBezTo>
                    <a:pt x="22" y="1"/>
                    <a:pt x="15" y="1"/>
                    <a:pt x="9" y="3"/>
                  </a:cubicBezTo>
                  <a:cubicBezTo>
                    <a:pt x="2" y="4"/>
                    <a:pt x="0" y="14"/>
                    <a:pt x="8" y="16"/>
                  </a:cubicBezTo>
                  <a:cubicBezTo>
                    <a:pt x="13" y="18"/>
                    <a:pt x="19" y="20"/>
                    <a:pt x="25" y="20"/>
                  </a:cubicBezTo>
                  <a:cubicBezTo>
                    <a:pt x="34" y="20"/>
                    <a:pt x="42" y="17"/>
                    <a:pt x="50" y="13"/>
                  </a:cubicBezTo>
                  <a:cubicBezTo>
                    <a:pt x="51" y="12"/>
                    <a:pt x="51" y="12"/>
                    <a:pt x="51" y="11"/>
                  </a:cubicBezTo>
                  <a:cubicBezTo>
                    <a:pt x="52" y="10"/>
                    <a:pt x="52" y="8"/>
                    <a:pt x="52" y="7"/>
                  </a:cubicBezTo>
                  <a:cubicBezTo>
                    <a:pt x="52" y="5"/>
                    <a:pt x="52" y="5"/>
                    <a:pt x="51" y="4"/>
                  </a:cubicBezTo>
                  <a:cubicBezTo>
                    <a:pt x="51" y="3"/>
                    <a:pt x="50" y="2"/>
                    <a:pt x="49" y="1"/>
                  </a:cubicBezTo>
                  <a:cubicBezTo>
                    <a:pt x="48" y="1"/>
                    <a:pt x="47" y="1"/>
                    <a:pt x="4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2"/>
            <p:cNvSpPr/>
            <p:nvPr/>
          </p:nvSpPr>
          <p:spPr>
            <a:xfrm>
              <a:off x="19699875" y="3109320"/>
              <a:ext cx="9000" cy="2592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2" y="70"/>
                  </a:moveTo>
                  <a:cubicBezTo>
                    <a:pt x="13" y="70"/>
                    <a:pt x="13" y="71"/>
                    <a:pt x="14" y="71"/>
                  </a:cubicBezTo>
                  <a:cubicBezTo>
                    <a:pt x="14" y="71"/>
                    <a:pt x="15" y="71"/>
                    <a:pt x="16" y="71"/>
                  </a:cubicBezTo>
                  <a:cubicBezTo>
                    <a:pt x="16" y="71"/>
                    <a:pt x="17" y="71"/>
                    <a:pt x="18" y="71"/>
                  </a:cubicBezTo>
                  <a:lnTo>
                    <a:pt x="19" y="70"/>
                  </a:lnTo>
                  <a:cubicBezTo>
                    <a:pt x="23" y="62"/>
                    <a:pt x="24" y="53"/>
                    <a:pt x="24" y="45"/>
                  </a:cubicBezTo>
                  <a:cubicBezTo>
                    <a:pt x="24" y="42"/>
                    <a:pt x="24" y="39"/>
                    <a:pt x="24" y="36"/>
                  </a:cubicBezTo>
                  <a:cubicBezTo>
                    <a:pt x="24" y="29"/>
                    <a:pt x="23" y="22"/>
                    <a:pt x="21" y="15"/>
                  </a:cubicBezTo>
                  <a:cubicBezTo>
                    <a:pt x="20" y="10"/>
                    <a:pt x="17" y="6"/>
                    <a:pt x="15" y="1"/>
                  </a:cubicBezTo>
                  <a:lnTo>
                    <a:pt x="14" y="0"/>
                  </a:lnTo>
                  <a:cubicBezTo>
                    <a:pt x="13" y="0"/>
                    <a:pt x="13" y="0"/>
                    <a:pt x="12" y="0"/>
                  </a:cubicBezTo>
                  <a:lnTo>
                    <a:pt x="11" y="0"/>
                  </a:lnTo>
                  <a:lnTo>
                    <a:pt x="10" y="1"/>
                  </a:lnTo>
                  <a:cubicBezTo>
                    <a:pt x="10" y="2"/>
                    <a:pt x="9" y="2"/>
                    <a:pt x="9" y="3"/>
                  </a:cubicBezTo>
                  <a:cubicBezTo>
                    <a:pt x="11" y="23"/>
                    <a:pt x="0" y="50"/>
                    <a:pt x="12" y="7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2"/>
            <p:cNvSpPr/>
            <p:nvPr/>
          </p:nvSpPr>
          <p:spPr>
            <a:xfrm>
              <a:off x="19701315" y="3157560"/>
              <a:ext cx="3600" cy="26640"/>
            </a:xfrm>
            <a:custGeom>
              <a:avLst/>
              <a:gdLst/>
              <a:ahLst/>
              <a:cxnLst/>
              <a:rect l="l" t="t" r="r" b="b"/>
              <a:pathLst>
                <a:path w="10" h="74" extrusionOk="0">
                  <a:moveTo>
                    <a:pt x="3" y="73"/>
                  </a:moveTo>
                  <a:cubicBezTo>
                    <a:pt x="6" y="63"/>
                    <a:pt x="8" y="53"/>
                    <a:pt x="9" y="43"/>
                  </a:cubicBezTo>
                  <a:cubicBezTo>
                    <a:pt x="9" y="30"/>
                    <a:pt x="8" y="17"/>
                    <a:pt x="7" y="4"/>
                  </a:cubicBezTo>
                  <a:cubicBezTo>
                    <a:pt x="7" y="0"/>
                    <a:pt x="2" y="1"/>
                    <a:pt x="2" y="4"/>
                  </a:cubicBezTo>
                  <a:cubicBezTo>
                    <a:pt x="2" y="15"/>
                    <a:pt x="2" y="27"/>
                    <a:pt x="2" y="38"/>
                  </a:cubicBezTo>
                  <a:cubicBezTo>
                    <a:pt x="2" y="42"/>
                    <a:pt x="3" y="44"/>
                    <a:pt x="3" y="48"/>
                  </a:cubicBezTo>
                  <a:cubicBezTo>
                    <a:pt x="3" y="51"/>
                    <a:pt x="2" y="55"/>
                    <a:pt x="2" y="58"/>
                  </a:cubicBezTo>
                  <a:cubicBezTo>
                    <a:pt x="1" y="61"/>
                    <a:pt x="0" y="65"/>
                    <a:pt x="0" y="68"/>
                  </a:cubicBezTo>
                  <a:cubicBezTo>
                    <a:pt x="0" y="70"/>
                    <a:pt x="1" y="72"/>
                    <a:pt x="1" y="73"/>
                  </a:cubicBezTo>
                  <a:lnTo>
                    <a:pt x="2" y="73"/>
                  </a:lnTo>
                  <a:lnTo>
                    <a:pt x="3" y="7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2"/>
            <p:cNvSpPr/>
            <p:nvPr/>
          </p:nvSpPr>
          <p:spPr>
            <a:xfrm>
              <a:off x="19453635" y="3058200"/>
              <a:ext cx="5040" cy="44640"/>
            </a:xfrm>
            <a:custGeom>
              <a:avLst/>
              <a:gdLst/>
              <a:ahLst/>
              <a:cxnLst/>
              <a:rect l="l" t="t" r="r" b="b"/>
              <a:pathLst>
                <a:path w="14" h="124" extrusionOk="0">
                  <a:moveTo>
                    <a:pt x="4" y="2"/>
                  </a:moveTo>
                  <a:cubicBezTo>
                    <a:pt x="2" y="22"/>
                    <a:pt x="0" y="41"/>
                    <a:pt x="0" y="61"/>
                  </a:cubicBezTo>
                  <a:cubicBezTo>
                    <a:pt x="0" y="81"/>
                    <a:pt x="2" y="101"/>
                    <a:pt x="4" y="120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5" y="122"/>
                    <a:pt x="5" y="122"/>
                    <a:pt x="5" y="122"/>
                  </a:cubicBezTo>
                  <a:cubicBezTo>
                    <a:pt x="6" y="122"/>
                    <a:pt x="6" y="123"/>
                    <a:pt x="7" y="123"/>
                  </a:cubicBezTo>
                  <a:cubicBezTo>
                    <a:pt x="7" y="123"/>
                    <a:pt x="7" y="122"/>
                    <a:pt x="8" y="122"/>
                  </a:cubicBezTo>
                  <a:cubicBezTo>
                    <a:pt x="8" y="122"/>
                    <a:pt x="9" y="122"/>
                    <a:pt x="9" y="121"/>
                  </a:cubicBezTo>
                  <a:lnTo>
                    <a:pt x="9" y="120"/>
                  </a:lnTo>
                  <a:cubicBezTo>
                    <a:pt x="12" y="101"/>
                    <a:pt x="13" y="81"/>
                    <a:pt x="13" y="61"/>
                  </a:cubicBezTo>
                  <a:cubicBezTo>
                    <a:pt x="13" y="41"/>
                    <a:pt x="12" y="22"/>
                    <a:pt x="9" y="2"/>
                  </a:cubicBezTo>
                  <a:lnTo>
                    <a:pt x="9" y="1"/>
                  </a:lnTo>
                  <a:lnTo>
                    <a:pt x="8" y="0"/>
                  </a:ln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5" y="0"/>
                  </a:cubicBezTo>
                  <a:cubicBezTo>
                    <a:pt x="5" y="0"/>
                    <a:pt x="5" y="1"/>
                    <a:pt x="4" y="1"/>
                  </a:cubicBezTo>
                  <a:lnTo>
                    <a:pt x="4" y="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2"/>
            <p:cNvSpPr/>
            <p:nvPr/>
          </p:nvSpPr>
          <p:spPr>
            <a:xfrm>
              <a:off x="20137995" y="3120120"/>
              <a:ext cx="6480" cy="22320"/>
            </a:xfrm>
            <a:custGeom>
              <a:avLst/>
              <a:gdLst/>
              <a:ahLst/>
              <a:cxnLst/>
              <a:rect l="l" t="t" r="r" b="b"/>
              <a:pathLst>
                <a:path w="18" h="62" extrusionOk="0">
                  <a:moveTo>
                    <a:pt x="12" y="2"/>
                  </a:moveTo>
                  <a:cubicBezTo>
                    <a:pt x="11" y="1"/>
                    <a:pt x="11" y="0"/>
                    <a:pt x="10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2"/>
                  </a:cubicBezTo>
                  <a:cubicBezTo>
                    <a:pt x="5" y="6"/>
                    <a:pt x="1" y="11"/>
                    <a:pt x="0" y="15"/>
                  </a:cubicBezTo>
                  <a:cubicBezTo>
                    <a:pt x="0" y="18"/>
                    <a:pt x="0" y="21"/>
                    <a:pt x="0" y="24"/>
                  </a:cubicBezTo>
                  <a:cubicBezTo>
                    <a:pt x="0" y="26"/>
                    <a:pt x="0" y="29"/>
                    <a:pt x="0" y="32"/>
                  </a:cubicBezTo>
                  <a:cubicBezTo>
                    <a:pt x="2" y="41"/>
                    <a:pt x="4" y="50"/>
                    <a:pt x="7" y="59"/>
                  </a:cubicBezTo>
                  <a:cubicBezTo>
                    <a:pt x="7" y="61"/>
                    <a:pt x="10" y="61"/>
                    <a:pt x="11" y="59"/>
                  </a:cubicBezTo>
                  <a:cubicBezTo>
                    <a:pt x="14" y="48"/>
                    <a:pt x="16" y="36"/>
                    <a:pt x="17" y="25"/>
                  </a:cubicBezTo>
                  <a:cubicBezTo>
                    <a:pt x="17" y="23"/>
                    <a:pt x="17" y="21"/>
                    <a:pt x="17" y="20"/>
                  </a:cubicBezTo>
                  <a:cubicBezTo>
                    <a:pt x="17" y="18"/>
                    <a:pt x="17" y="16"/>
                    <a:pt x="17" y="15"/>
                  </a:cubicBezTo>
                  <a:cubicBezTo>
                    <a:pt x="16" y="10"/>
                    <a:pt x="14" y="7"/>
                    <a:pt x="12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2"/>
            <p:cNvSpPr/>
            <p:nvPr/>
          </p:nvSpPr>
          <p:spPr>
            <a:xfrm>
              <a:off x="20270115" y="3051720"/>
              <a:ext cx="10080" cy="39240"/>
            </a:xfrm>
            <a:custGeom>
              <a:avLst/>
              <a:gdLst/>
              <a:ahLst/>
              <a:cxnLst/>
              <a:rect l="l" t="t" r="r" b="b"/>
              <a:pathLst>
                <a:path w="28" h="109" extrusionOk="0">
                  <a:moveTo>
                    <a:pt x="17" y="1"/>
                  </a:moveTo>
                  <a:cubicBezTo>
                    <a:pt x="17" y="1"/>
                    <a:pt x="17" y="0"/>
                    <a:pt x="16" y="0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3" y="0"/>
                    <a:pt x="13" y="0"/>
                    <a:pt x="12" y="0"/>
                  </a:cubicBezTo>
                  <a:lnTo>
                    <a:pt x="11" y="1"/>
                  </a:lnTo>
                  <a:cubicBezTo>
                    <a:pt x="4" y="15"/>
                    <a:pt x="1" y="29"/>
                    <a:pt x="1" y="44"/>
                  </a:cubicBezTo>
                  <a:cubicBezTo>
                    <a:pt x="1" y="48"/>
                    <a:pt x="1" y="52"/>
                    <a:pt x="1" y="56"/>
                  </a:cubicBezTo>
                  <a:cubicBezTo>
                    <a:pt x="1" y="61"/>
                    <a:pt x="2" y="67"/>
                    <a:pt x="3" y="73"/>
                  </a:cubicBezTo>
                  <a:cubicBezTo>
                    <a:pt x="4" y="79"/>
                    <a:pt x="8" y="96"/>
                    <a:pt x="4" y="102"/>
                  </a:cubicBezTo>
                  <a:cubicBezTo>
                    <a:pt x="0" y="108"/>
                    <a:pt x="7" y="107"/>
                    <a:pt x="9" y="106"/>
                  </a:cubicBezTo>
                  <a:cubicBezTo>
                    <a:pt x="11" y="103"/>
                    <a:pt x="13" y="100"/>
                    <a:pt x="15" y="97"/>
                  </a:cubicBezTo>
                  <a:cubicBezTo>
                    <a:pt x="19" y="90"/>
                    <a:pt x="22" y="82"/>
                    <a:pt x="22" y="74"/>
                  </a:cubicBezTo>
                  <a:cubicBezTo>
                    <a:pt x="22" y="70"/>
                    <a:pt x="21" y="67"/>
                    <a:pt x="20" y="63"/>
                  </a:cubicBezTo>
                  <a:cubicBezTo>
                    <a:pt x="19" y="42"/>
                    <a:pt x="27" y="21"/>
                    <a:pt x="17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32"/>
            <p:cNvSpPr/>
            <p:nvPr/>
          </p:nvSpPr>
          <p:spPr>
            <a:xfrm>
              <a:off x="19717515" y="2738160"/>
              <a:ext cx="6120" cy="16200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10" y="41"/>
                  </a:moveTo>
                  <a:cubicBezTo>
                    <a:pt x="14" y="35"/>
                    <a:pt x="16" y="28"/>
                    <a:pt x="16" y="22"/>
                  </a:cubicBezTo>
                  <a:cubicBezTo>
                    <a:pt x="16" y="15"/>
                    <a:pt x="12" y="11"/>
                    <a:pt x="11" y="5"/>
                  </a:cubicBezTo>
                  <a:cubicBezTo>
                    <a:pt x="10" y="0"/>
                    <a:pt x="5" y="2"/>
                    <a:pt x="5" y="5"/>
                  </a:cubicBezTo>
                  <a:cubicBezTo>
                    <a:pt x="3" y="11"/>
                    <a:pt x="1" y="17"/>
                    <a:pt x="0" y="23"/>
                  </a:cubicBezTo>
                  <a:cubicBezTo>
                    <a:pt x="0" y="29"/>
                    <a:pt x="2" y="36"/>
                    <a:pt x="5" y="41"/>
                  </a:cubicBezTo>
                  <a:cubicBezTo>
                    <a:pt x="5" y="42"/>
                    <a:pt x="5" y="42"/>
                    <a:pt x="6" y="42"/>
                  </a:cubicBezTo>
                  <a:cubicBezTo>
                    <a:pt x="7" y="44"/>
                    <a:pt x="10" y="43"/>
                    <a:pt x="10" y="4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32"/>
            <p:cNvSpPr/>
            <p:nvPr/>
          </p:nvSpPr>
          <p:spPr>
            <a:xfrm>
              <a:off x="19715355" y="2787480"/>
              <a:ext cx="9360" cy="21240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0" y="4"/>
                  </a:moveTo>
                  <a:cubicBezTo>
                    <a:pt x="10" y="21"/>
                    <a:pt x="0" y="41"/>
                    <a:pt x="10" y="57"/>
                  </a:cubicBezTo>
                  <a:cubicBezTo>
                    <a:pt x="10" y="58"/>
                    <a:pt x="10" y="58"/>
                    <a:pt x="11" y="58"/>
                  </a:cubicBezTo>
                  <a:lnTo>
                    <a:pt x="12" y="58"/>
                  </a:lnTo>
                  <a:cubicBezTo>
                    <a:pt x="13" y="58"/>
                    <a:pt x="13" y="58"/>
                    <a:pt x="14" y="58"/>
                  </a:cubicBezTo>
                  <a:lnTo>
                    <a:pt x="14" y="57"/>
                  </a:lnTo>
                  <a:cubicBezTo>
                    <a:pt x="25" y="41"/>
                    <a:pt x="16" y="22"/>
                    <a:pt x="14" y="4"/>
                  </a:cubicBezTo>
                  <a:cubicBezTo>
                    <a:pt x="16" y="0"/>
                    <a:pt x="10" y="0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32"/>
            <p:cNvSpPr/>
            <p:nvPr/>
          </p:nvSpPr>
          <p:spPr>
            <a:xfrm>
              <a:off x="20123595" y="2714400"/>
              <a:ext cx="9720" cy="40680"/>
            </a:xfrm>
            <a:custGeom>
              <a:avLst/>
              <a:gdLst/>
              <a:ahLst/>
              <a:cxnLst/>
              <a:rect l="l" t="t" r="r" b="b"/>
              <a:pathLst>
                <a:path w="27" h="113" extrusionOk="0">
                  <a:moveTo>
                    <a:pt x="1" y="3"/>
                  </a:moveTo>
                  <a:cubicBezTo>
                    <a:pt x="0" y="9"/>
                    <a:pt x="0" y="16"/>
                    <a:pt x="0" y="22"/>
                  </a:cubicBezTo>
                  <a:cubicBezTo>
                    <a:pt x="0" y="28"/>
                    <a:pt x="0" y="34"/>
                    <a:pt x="1" y="40"/>
                  </a:cubicBezTo>
                  <a:cubicBezTo>
                    <a:pt x="7" y="62"/>
                    <a:pt x="2" y="86"/>
                    <a:pt x="10" y="108"/>
                  </a:cubicBezTo>
                  <a:cubicBezTo>
                    <a:pt x="10" y="109"/>
                    <a:pt x="10" y="109"/>
                    <a:pt x="10" y="109"/>
                  </a:cubicBezTo>
                  <a:cubicBezTo>
                    <a:pt x="11" y="110"/>
                    <a:pt x="11" y="111"/>
                    <a:pt x="12" y="111"/>
                  </a:cubicBezTo>
                  <a:cubicBezTo>
                    <a:pt x="13" y="111"/>
                    <a:pt x="14" y="112"/>
                    <a:pt x="14" y="112"/>
                  </a:cubicBezTo>
                  <a:cubicBezTo>
                    <a:pt x="15" y="112"/>
                    <a:pt x="16" y="111"/>
                    <a:pt x="17" y="111"/>
                  </a:cubicBezTo>
                  <a:cubicBezTo>
                    <a:pt x="17" y="111"/>
                    <a:pt x="17" y="110"/>
                    <a:pt x="18" y="109"/>
                  </a:cubicBezTo>
                  <a:cubicBezTo>
                    <a:pt x="19" y="108"/>
                    <a:pt x="19" y="109"/>
                    <a:pt x="19" y="108"/>
                  </a:cubicBezTo>
                  <a:cubicBezTo>
                    <a:pt x="24" y="95"/>
                    <a:pt x="26" y="81"/>
                    <a:pt x="26" y="67"/>
                  </a:cubicBezTo>
                  <a:cubicBezTo>
                    <a:pt x="26" y="46"/>
                    <a:pt x="22" y="26"/>
                    <a:pt x="11" y="8"/>
                  </a:cubicBezTo>
                  <a:cubicBezTo>
                    <a:pt x="10" y="6"/>
                    <a:pt x="8" y="3"/>
                    <a:pt x="6" y="1"/>
                  </a:cubicBezTo>
                  <a:cubicBezTo>
                    <a:pt x="5" y="1"/>
                    <a:pt x="5" y="0"/>
                    <a:pt x="4" y="0"/>
                  </a:cubicBezTo>
                  <a:lnTo>
                    <a:pt x="3" y="1"/>
                  </a:lnTo>
                  <a:cubicBezTo>
                    <a:pt x="2" y="1"/>
                    <a:pt x="2" y="2"/>
                    <a:pt x="1" y="2"/>
                  </a:cubicBezTo>
                  <a:lnTo>
                    <a:pt x="1" y="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32"/>
            <p:cNvSpPr/>
            <p:nvPr/>
          </p:nvSpPr>
          <p:spPr>
            <a:xfrm>
              <a:off x="19378755" y="2694960"/>
              <a:ext cx="8280" cy="40680"/>
            </a:xfrm>
            <a:custGeom>
              <a:avLst/>
              <a:gdLst/>
              <a:ahLst/>
              <a:cxnLst/>
              <a:rect l="l" t="t" r="r" b="b"/>
              <a:pathLst>
                <a:path w="23" h="113" extrusionOk="0">
                  <a:moveTo>
                    <a:pt x="6" y="2"/>
                  </a:moveTo>
                  <a:cubicBezTo>
                    <a:pt x="3" y="0"/>
                    <a:pt x="0" y="4"/>
                    <a:pt x="0" y="7"/>
                  </a:cubicBezTo>
                  <a:cubicBezTo>
                    <a:pt x="1" y="15"/>
                    <a:pt x="2" y="23"/>
                    <a:pt x="2" y="32"/>
                  </a:cubicBezTo>
                  <a:cubicBezTo>
                    <a:pt x="2" y="40"/>
                    <a:pt x="1" y="49"/>
                    <a:pt x="0" y="57"/>
                  </a:cubicBezTo>
                  <a:cubicBezTo>
                    <a:pt x="0" y="60"/>
                    <a:pt x="0" y="63"/>
                    <a:pt x="0" y="66"/>
                  </a:cubicBezTo>
                  <a:cubicBezTo>
                    <a:pt x="0" y="81"/>
                    <a:pt x="3" y="96"/>
                    <a:pt x="8" y="110"/>
                  </a:cubicBezTo>
                  <a:cubicBezTo>
                    <a:pt x="8" y="111"/>
                    <a:pt x="9" y="111"/>
                    <a:pt x="9" y="111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1" y="112"/>
                    <a:pt x="11" y="112"/>
                    <a:pt x="12" y="111"/>
                  </a:cubicBezTo>
                  <a:lnTo>
                    <a:pt x="13" y="110"/>
                  </a:lnTo>
                  <a:cubicBezTo>
                    <a:pt x="19" y="94"/>
                    <a:pt x="22" y="76"/>
                    <a:pt x="22" y="58"/>
                  </a:cubicBezTo>
                  <a:cubicBezTo>
                    <a:pt x="22" y="53"/>
                    <a:pt x="21" y="48"/>
                    <a:pt x="21" y="43"/>
                  </a:cubicBezTo>
                  <a:cubicBezTo>
                    <a:pt x="21" y="41"/>
                    <a:pt x="21" y="39"/>
                    <a:pt x="21" y="37"/>
                  </a:cubicBezTo>
                  <a:cubicBezTo>
                    <a:pt x="21" y="29"/>
                    <a:pt x="20" y="20"/>
                    <a:pt x="15" y="13"/>
                  </a:cubicBezTo>
                  <a:cubicBezTo>
                    <a:pt x="12" y="8"/>
                    <a:pt x="9" y="5"/>
                    <a:pt x="6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2"/>
            <p:cNvSpPr/>
            <p:nvPr/>
          </p:nvSpPr>
          <p:spPr>
            <a:xfrm>
              <a:off x="20227275" y="2682000"/>
              <a:ext cx="5400" cy="21960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3" y="3"/>
                  </a:moveTo>
                  <a:cubicBezTo>
                    <a:pt x="1" y="13"/>
                    <a:pt x="0" y="22"/>
                    <a:pt x="0" y="31"/>
                  </a:cubicBezTo>
                  <a:cubicBezTo>
                    <a:pt x="0" y="40"/>
                    <a:pt x="1" y="48"/>
                    <a:pt x="3" y="57"/>
                  </a:cubicBezTo>
                  <a:lnTo>
                    <a:pt x="4" y="58"/>
                  </a:lnTo>
                  <a:cubicBezTo>
                    <a:pt x="4" y="58"/>
                    <a:pt x="4" y="59"/>
                    <a:pt x="5" y="59"/>
                  </a:cubicBezTo>
                  <a:cubicBezTo>
                    <a:pt x="5" y="59"/>
                    <a:pt x="6" y="60"/>
                    <a:pt x="7" y="60"/>
                  </a:cubicBezTo>
                  <a:lnTo>
                    <a:pt x="8" y="59"/>
                  </a:lnTo>
                  <a:cubicBezTo>
                    <a:pt x="9" y="59"/>
                    <a:pt x="9" y="59"/>
                    <a:pt x="10" y="58"/>
                  </a:cubicBezTo>
                  <a:cubicBezTo>
                    <a:pt x="11" y="57"/>
                    <a:pt x="10" y="57"/>
                    <a:pt x="10" y="57"/>
                  </a:cubicBezTo>
                  <a:cubicBezTo>
                    <a:pt x="12" y="48"/>
                    <a:pt x="13" y="40"/>
                    <a:pt x="14" y="31"/>
                  </a:cubicBezTo>
                  <a:cubicBezTo>
                    <a:pt x="13" y="22"/>
                    <a:pt x="12" y="12"/>
                    <a:pt x="9" y="3"/>
                  </a:cubicBezTo>
                  <a:cubicBezTo>
                    <a:pt x="8" y="0"/>
                    <a:pt x="4" y="1"/>
                    <a:pt x="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2"/>
            <p:cNvSpPr/>
            <p:nvPr/>
          </p:nvSpPr>
          <p:spPr>
            <a:xfrm>
              <a:off x="20227275" y="2592360"/>
              <a:ext cx="6120" cy="68400"/>
            </a:xfrm>
            <a:custGeom>
              <a:avLst/>
              <a:gdLst/>
              <a:ahLst/>
              <a:cxnLst/>
              <a:rect l="l" t="t" r="r" b="b"/>
              <a:pathLst>
                <a:path w="17" h="190" extrusionOk="0">
                  <a:moveTo>
                    <a:pt x="4" y="1"/>
                  </a:moveTo>
                  <a:cubicBezTo>
                    <a:pt x="2" y="27"/>
                    <a:pt x="0" y="54"/>
                    <a:pt x="0" y="80"/>
                  </a:cubicBezTo>
                  <a:cubicBezTo>
                    <a:pt x="0" y="115"/>
                    <a:pt x="2" y="150"/>
                    <a:pt x="6" y="185"/>
                  </a:cubicBezTo>
                  <a:cubicBezTo>
                    <a:pt x="6" y="189"/>
                    <a:pt x="12" y="187"/>
                    <a:pt x="13" y="185"/>
                  </a:cubicBezTo>
                  <a:cubicBezTo>
                    <a:pt x="15" y="161"/>
                    <a:pt x="16" y="138"/>
                    <a:pt x="16" y="115"/>
                  </a:cubicBezTo>
                  <a:cubicBezTo>
                    <a:pt x="16" y="77"/>
                    <a:pt x="13" y="39"/>
                    <a:pt x="8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7" y="0"/>
                    <a:pt x="7" y="0"/>
                  </a:cubicBezTo>
                  <a:lnTo>
                    <a:pt x="6" y="0"/>
                  </a:ln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4" y="0"/>
                    <a:pt x="4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2"/>
            <p:cNvSpPr/>
            <p:nvPr/>
          </p:nvSpPr>
          <p:spPr>
            <a:xfrm>
              <a:off x="20242755" y="2593800"/>
              <a:ext cx="9720" cy="133560"/>
            </a:xfrm>
            <a:custGeom>
              <a:avLst/>
              <a:gdLst/>
              <a:ahLst/>
              <a:cxnLst/>
              <a:rect l="l" t="t" r="r" b="b"/>
              <a:pathLst>
                <a:path w="27" h="371" extrusionOk="0">
                  <a:moveTo>
                    <a:pt x="12" y="7"/>
                  </a:moveTo>
                  <a:cubicBezTo>
                    <a:pt x="12" y="0"/>
                    <a:pt x="1" y="1"/>
                    <a:pt x="1" y="7"/>
                  </a:cubicBezTo>
                  <a:cubicBezTo>
                    <a:pt x="1" y="66"/>
                    <a:pt x="0" y="127"/>
                    <a:pt x="3" y="186"/>
                  </a:cubicBezTo>
                  <a:cubicBezTo>
                    <a:pt x="7" y="245"/>
                    <a:pt x="3" y="307"/>
                    <a:pt x="13" y="367"/>
                  </a:cubicBezTo>
                  <a:cubicBezTo>
                    <a:pt x="13" y="370"/>
                    <a:pt x="20" y="370"/>
                    <a:pt x="21" y="367"/>
                  </a:cubicBezTo>
                  <a:cubicBezTo>
                    <a:pt x="24" y="339"/>
                    <a:pt x="26" y="311"/>
                    <a:pt x="26" y="283"/>
                  </a:cubicBezTo>
                  <a:cubicBezTo>
                    <a:pt x="26" y="254"/>
                    <a:pt x="24" y="226"/>
                    <a:pt x="21" y="199"/>
                  </a:cubicBezTo>
                  <a:cubicBezTo>
                    <a:pt x="15" y="136"/>
                    <a:pt x="15" y="71"/>
                    <a:pt x="12" y="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2"/>
            <p:cNvSpPr/>
            <p:nvPr/>
          </p:nvSpPr>
          <p:spPr>
            <a:xfrm>
              <a:off x="20256795" y="2630880"/>
              <a:ext cx="9360" cy="45720"/>
            </a:xfrm>
            <a:custGeom>
              <a:avLst/>
              <a:gdLst/>
              <a:ahLst/>
              <a:cxnLst/>
              <a:rect l="l" t="t" r="r" b="b"/>
              <a:pathLst>
                <a:path w="26" h="127" extrusionOk="0">
                  <a:moveTo>
                    <a:pt x="9" y="4"/>
                  </a:moveTo>
                  <a:cubicBezTo>
                    <a:pt x="9" y="43"/>
                    <a:pt x="0" y="84"/>
                    <a:pt x="9" y="122"/>
                  </a:cubicBezTo>
                  <a:cubicBezTo>
                    <a:pt x="9" y="126"/>
                    <a:pt x="16" y="125"/>
                    <a:pt x="17" y="122"/>
                  </a:cubicBezTo>
                  <a:cubicBezTo>
                    <a:pt x="25" y="83"/>
                    <a:pt x="17" y="43"/>
                    <a:pt x="17" y="4"/>
                  </a:cubicBezTo>
                  <a:cubicBezTo>
                    <a:pt x="15" y="1"/>
                    <a:pt x="9" y="0"/>
                    <a:pt x="9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2"/>
            <p:cNvSpPr/>
            <p:nvPr/>
          </p:nvSpPr>
          <p:spPr>
            <a:xfrm>
              <a:off x="20294955" y="2520000"/>
              <a:ext cx="17640" cy="210240"/>
            </a:xfrm>
            <a:custGeom>
              <a:avLst/>
              <a:gdLst/>
              <a:ahLst/>
              <a:cxnLst/>
              <a:rect l="l" t="t" r="r" b="b"/>
              <a:pathLst>
                <a:path w="49" h="584" extrusionOk="0">
                  <a:moveTo>
                    <a:pt x="18" y="91"/>
                  </a:moveTo>
                  <a:cubicBezTo>
                    <a:pt x="18" y="85"/>
                    <a:pt x="18" y="79"/>
                    <a:pt x="18" y="73"/>
                  </a:cubicBezTo>
                  <a:cubicBezTo>
                    <a:pt x="18" y="50"/>
                    <a:pt x="16" y="27"/>
                    <a:pt x="10" y="5"/>
                  </a:cubicBezTo>
                  <a:cubicBezTo>
                    <a:pt x="9" y="0"/>
                    <a:pt x="2" y="2"/>
                    <a:pt x="3" y="6"/>
                  </a:cubicBezTo>
                  <a:cubicBezTo>
                    <a:pt x="15" y="50"/>
                    <a:pt x="0" y="107"/>
                    <a:pt x="3" y="152"/>
                  </a:cubicBezTo>
                  <a:cubicBezTo>
                    <a:pt x="5" y="204"/>
                    <a:pt x="9" y="256"/>
                    <a:pt x="11" y="309"/>
                  </a:cubicBezTo>
                  <a:cubicBezTo>
                    <a:pt x="16" y="399"/>
                    <a:pt x="17" y="490"/>
                    <a:pt x="29" y="579"/>
                  </a:cubicBezTo>
                  <a:cubicBezTo>
                    <a:pt x="29" y="582"/>
                    <a:pt x="33" y="583"/>
                    <a:pt x="34" y="579"/>
                  </a:cubicBezTo>
                  <a:cubicBezTo>
                    <a:pt x="48" y="476"/>
                    <a:pt x="34" y="372"/>
                    <a:pt x="28" y="269"/>
                  </a:cubicBezTo>
                  <a:cubicBezTo>
                    <a:pt x="25" y="210"/>
                    <a:pt x="18" y="150"/>
                    <a:pt x="18" y="9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2"/>
            <p:cNvSpPr/>
            <p:nvPr/>
          </p:nvSpPr>
          <p:spPr>
            <a:xfrm>
              <a:off x="20313315" y="2522880"/>
              <a:ext cx="7920" cy="42480"/>
            </a:xfrm>
            <a:custGeom>
              <a:avLst/>
              <a:gdLst/>
              <a:ahLst/>
              <a:cxnLst/>
              <a:rect l="l" t="t" r="r" b="b"/>
              <a:pathLst>
                <a:path w="22" h="118" extrusionOk="0">
                  <a:moveTo>
                    <a:pt x="0" y="3"/>
                  </a:moveTo>
                  <a:cubicBezTo>
                    <a:pt x="1" y="41"/>
                    <a:pt x="5" y="78"/>
                    <a:pt x="12" y="114"/>
                  </a:cubicBezTo>
                  <a:cubicBezTo>
                    <a:pt x="12" y="115"/>
                    <a:pt x="12" y="115"/>
                    <a:pt x="12" y="116"/>
                  </a:cubicBezTo>
                  <a:lnTo>
                    <a:pt x="13" y="116"/>
                  </a:lnTo>
                  <a:cubicBezTo>
                    <a:pt x="13" y="117"/>
                    <a:pt x="14" y="117"/>
                    <a:pt x="14" y="117"/>
                  </a:cubicBezTo>
                  <a:cubicBezTo>
                    <a:pt x="15" y="117"/>
                    <a:pt x="14" y="117"/>
                    <a:pt x="15" y="116"/>
                  </a:cubicBezTo>
                  <a:cubicBezTo>
                    <a:pt x="16" y="116"/>
                    <a:pt x="16" y="116"/>
                    <a:pt x="16" y="116"/>
                  </a:cubicBezTo>
                  <a:cubicBezTo>
                    <a:pt x="17" y="115"/>
                    <a:pt x="17" y="115"/>
                    <a:pt x="17" y="114"/>
                  </a:cubicBezTo>
                  <a:cubicBezTo>
                    <a:pt x="21" y="76"/>
                    <a:pt x="9" y="41"/>
                    <a:pt x="7" y="4"/>
                  </a:cubicBezTo>
                  <a:cubicBezTo>
                    <a:pt x="7" y="3"/>
                    <a:pt x="7" y="3"/>
                    <a:pt x="7" y="3"/>
                  </a:cubicBezTo>
                  <a:lnTo>
                    <a:pt x="7" y="2"/>
                  </a:lnTo>
                  <a:cubicBezTo>
                    <a:pt x="7" y="1"/>
                    <a:pt x="7" y="1"/>
                    <a:pt x="6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1" y="1"/>
                    <a:pt x="2" y="2"/>
                    <a:pt x="1" y="2"/>
                  </a:cubicBezTo>
                  <a:cubicBezTo>
                    <a:pt x="0" y="3"/>
                    <a:pt x="0" y="3"/>
                    <a:pt x="0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2"/>
            <p:cNvSpPr/>
            <p:nvPr/>
          </p:nvSpPr>
          <p:spPr>
            <a:xfrm>
              <a:off x="20330955" y="2491200"/>
              <a:ext cx="23760" cy="168480"/>
            </a:xfrm>
            <a:custGeom>
              <a:avLst/>
              <a:gdLst/>
              <a:ahLst/>
              <a:cxnLst/>
              <a:rect l="l" t="t" r="r" b="b"/>
              <a:pathLst>
                <a:path w="66" h="468" extrusionOk="0">
                  <a:moveTo>
                    <a:pt x="18" y="78"/>
                  </a:moveTo>
                  <a:cubicBezTo>
                    <a:pt x="18" y="52"/>
                    <a:pt x="14" y="26"/>
                    <a:pt x="6" y="2"/>
                  </a:cubicBezTo>
                  <a:lnTo>
                    <a:pt x="6" y="1"/>
                  </a:lnTo>
                  <a:cubicBezTo>
                    <a:pt x="5" y="1"/>
                    <a:pt x="5" y="0"/>
                    <a:pt x="4" y="0"/>
                  </a:cubicBezTo>
                  <a:lnTo>
                    <a:pt x="3" y="0"/>
                  </a:ln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1"/>
                  </a:cubicBezTo>
                  <a:cubicBezTo>
                    <a:pt x="0" y="2"/>
                    <a:pt x="0" y="2"/>
                    <a:pt x="0" y="3"/>
                  </a:cubicBezTo>
                  <a:lnTo>
                    <a:pt x="0" y="4"/>
                  </a:lnTo>
                  <a:cubicBezTo>
                    <a:pt x="7" y="27"/>
                    <a:pt x="10" y="51"/>
                    <a:pt x="10" y="75"/>
                  </a:cubicBezTo>
                  <a:cubicBezTo>
                    <a:pt x="10" y="86"/>
                    <a:pt x="9" y="96"/>
                    <a:pt x="8" y="107"/>
                  </a:cubicBezTo>
                  <a:cubicBezTo>
                    <a:pt x="8" y="112"/>
                    <a:pt x="8" y="117"/>
                    <a:pt x="8" y="122"/>
                  </a:cubicBezTo>
                  <a:cubicBezTo>
                    <a:pt x="8" y="158"/>
                    <a:pt x="9" y="194"/>
                    <a:pt x="13" y="229"/>
                  </a:cubicBezTo>
                  <a:cubicBezTo>
                    <a:pt x="18" y="307"/>
                    <a:pt x="27" y="385"/>
                    <a:pt x="40" y="462"/>
                  </a:cubicBezTo>
                  <a:cubicBezTo>
                    <a:pt x="40" y="463"/>
                    <a:pt x="41" y="463"/>
                    <a:pt x="41" y="464"/>
                  </a:cubicBezTo>
                  <a:cubicBezTo>
                    <a:pt x="42" y="465"/>
                    <a:pt x="42" y="465"/>
                    <a:pt x="42" y="466"/>
                  </a:cubicBezTo>
                  <a:cubicBezTo>
                    <a:pt x="43" y="467"/>
                    <a:pt x="44" y="466"/>
                    <a:pt x="44" y="466"/>
                  </a:cubicBezTo>
                  <a:cubicBezTo>
                    <a:pt x="45" y="466"/>
                    <a:pt x="46" y="466"/>
                    <a:pt x="46" y="466"/>
                  </a:cubicBezTo>
                  <a:cubicBezTo>
                    <a:pt x="47" y="465"/>
                    <a:pt x="48" y="465"/>
                    <a:pt x="48" y="464"/>
                  </a:cubicBezTo>
                  <a:cubicBezTo>
                    <a:pt x="48" y="463"/>
                    <a:pt x="48" y="463"/>
                    <a:pt x="48" y="462"/>
                  </a:cubicBezTo>
                  <a:cubicBezTo>
                    <a:pt x="65" y="381"/>
                    <a:pt x="32" y="293"/>
                    <a:pt x="26" y="212"/>
                  </a:cubicBezTo>
                  <a:cubicBezTo>
                    <a:pt x="24" y="168"/>
                    <a:pt x="21" y="123"/>
                    <a:pt x="18" y="7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2"/>
            <p:cNvSpPr/>
            <p:nvPr/>
          </p:nvSpPr>
          <p:spPr>
            <a:xfrm>
              <a:off x="20000115" y="2809080"/>
              <a:ext cx="6120" cy="18360"/>
            </a:xfrm>
            <a:custGeom>
              <a:avLst/>
              <a:gdLst/>
              <a:ahLst/>
              <a:cxnLst/>
              <a:rect l="l" t="t" r="r" b="b"/>
              <a:pathLst>
                <a:path w="17" h="51" extrusionOk="0">
                  <a:moveTo>
                    <a:pt x="6" y="1"/>
                  </a:moveTo>
                  <a:cubicBezTo>
                    <a:pt x="2" y="8"/>
                    <a:pt x="0" y="16"/>
                    <a:pt x="0" y="25"/>
                  </a:cubicBezTo>
                  <a:cubicBezTo>
                    <a:pt x="0" y="33"/>
                    <a:pt x="2" y="41"/>
                    <a:pt x="6" y="48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6" y="49"/>
                    <a:pt x="6" y="50"/>
                    <a:pt x="7" y="50"/>
                  </a:cubicBezTo>
                  <a:lnTo>
                    <a:pt x="8" y="50"/>
                  </a:lnTo>
                  <a:cubicBezTo>
                    <a:pt x="9" y="50"/>
                    <a:pt x="9" y="50"/>
                    <a:pt x="10" y="50"/>
                  </a:cubicBezTo>
                  <a:lnTo>
                    <a:pt x="11" y="49"/>
                  </a:lnTo>
                  <a:lnTo>
                    <a:pt x="11" y="48"/>
                  </a:lnTo>
                  <a:cubicBezTo>
                    <a:pt x="15" y="41"/>
                    <a:pt x="16" y="32"/>
                    <a:pt x="16" y="24"/>
                  </a:cubicBezTo>
                  <a:cubicBezTo>
                    <a:pt x="16" y="15"/>
                    <a:pt x="15" y="8"/>
                    <a:pt x="11" y="0"/>
                  </a:cubicBezTo>
                  <a:cubicBezTo>
                    <a:pt x="10" y="0"/>
                    <a:pt x="9" y="0"/>
                    <a:pt x="9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6" y="0"/>
                    <a:pt x="6" y="1"/>
                    <a:pt x="6" y="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2"/>
            <p:cNvSpPr/>
            <p:nvPr/>
          </p:nvSpPr>
          <p:spPr>
            <a:xfrm>
              <a:off x="19909395" y="3155400"/>
              <a:ext cx="7200" cy="28440"/>
            </a:xfrm>
            <a:custGeom>
              <a:avLst/>
              <a:gdLst/>
              <a:ahLst/>
              <a:cxnLst/>
              <a:rect l="l" t="t" r="r" b="b"/>
              <a:pathLst>
                <a:path w="20" h="79" extrusionOk="0">
                  <a:moveTo>
                    <a:pt x="8" y="75"/>
                  </a:moveTo>
                  <a:cubicBezTo>
                    <a:pt x="10" y="71"/>
                    <a:pt x="11" y="66"/>
                    <a:pt x="12" y="63"/>
                  </a:cubicBezTo>
                  <a:cubicBezTo>
                    <a:pt x="13" y="59"/>
                    <a:pt x="18" y="56"/>
                    <a:pt x="19" y="50"/>
                  </a:cubicBezTo>
                  <a:cubicBezTo>
                    <a:pt x="19" y="46"/>
                    <a:pt x="19" y="42"/>
                    <a:pt x="19" y="38"/>
                  </a:cubicBezTo>
                  <a:cubicBezTo>
                    <a:pt x="19" y="27"/>
                    <a:pt x="17" y="15"/>
                    <a:pt x="14" y="4"/>
                  </a:cubicBezTo>
                  <a:cubicBezTo>
                    <a:pt x="14" y="3"/>
                    <a:pt x="15" y="3"/>
                    <a:pt x="14" y="2"/>
                  </a:cubicBezTo>
                  <a:cubicBezTo>
                    <a:pt x="13" y="1"/>
                    <a:pt x="13" y="2"/>
                    <a:pt x="12" y="1"/>
                  </a:cubicBezTo>
                  <a:cubicBezTo>
                    <a:pt x="11" y="0"/>
                    <a:pt x="10" y="0"/>
                    <a:pt x="10" y="0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6" y="2"/>
                    <a:pt x="6" y="1"/>
                    <a:pt x="5" y="2"/>
                  </a:cubicBezTo>
                  <a:cubicBezTo>
                    <a:pt x="4" y="3"/>
                    <a:pt x="5" y="3"/>
                    <a:pt x="5" y="4"/>
                  </a:cubicBezTo>
                  <a:cubicBezTo>
                    <a:pt x="2" y="15"/>
                    <a:pt x="0" y="26"/>
                    <a:pt x="0" y="38"/>
                  </a:cubicBezTo>
                  <a:cubicBezTo>
                    <a:pt x="0" y="40"/>
                    <a:pt x="0" y="41"/>
                    <a:pt x="0" y="43"/>
                  </a:cubicBezTo>
                  <a:cubicBezTo>
                    <a:pt x="0" y="45"/>
                    <a:pt x="0" y="48"/>
                    <a:pt x="0" y="50"/>
                  </a:cubicBezTo>
                  <a:cubicBezTo>
                    <a:pt x="0" y="58"/>
                    <a:pt x="1" y="66"/>
                    <a:pt x="4" y="74"/>
                  </a:cubicBezTo>
                  <a:cubicBezTo>
                    <a:pt x="4" y="77"/>
                    <a:pt x="8" y="78"/>
                    <a:pt x="8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2"/>
            <p:cNvSpPr/>
            <p:nvPr/>
          </p:nvSpPr>
          <p:spPr>
            <a:xfrm>
              <a:off x="20034675" y="3070080"/>
              <a:ext cx="7560" cy="28440"/>
            </a:xfrm>
            <a:custGeom>
              <a:avLst/>
              <a:gdLst/>
              <a:ahLst/>
              <a:cxnLst/>
              <a:rect l="l" t="t" r="r" b="b"/>
              <a:pathLst>
                <a:path w="21" h="79" extrusionOk="0">
                  <a:moveTo>
                    <a:pt x="6" y="75"/>
                  </a:moveTo>
                  <a:cubicBezTo>
                    <a:pt x="6" y="76"/>
                    <a:pt x="6" y="75"/>
                    <a:pt x="7" y="76"/>
                  </a:cubicBezTo>
                  <a:cubicBezTo>
                    <a:pt x="8" y="76"/>
                    <a:pt x="7" y="77"/>
                    <a:pt x="8" y="78"/>
                  </a:cubicBezTo>
                  <a:cubicBezTo>
                    <a:pt x="8" y="78"/>
                    <a:pt x="9" y="78"/>
                    <a:pt x="10" y="78"/>
                  </a:cubicBezTo>
                  <a:cubicBezTo>
                    <a:pt x="10" y="78"/>
                    <a:pt x="11" y="78"/>
                    <a:pt x="12" y="78"/>
                  </a:cubicBezTo>
                  <a:cubicBezTo>
                    <a:pt x="13" y="77"/>
                    <a:pt x="13" y="77"/>
                    <a:pt x="13" y="76"/>
                  </a:cubicBezTo>
                  <a:lnTo>
                    <a:pt x="13" y="75"/>
                  </a:lnTo>
                  <a:cubicBezTo>
                    <a:pt x="16" y="69"/>
                    <a:pt x="18" y="62"/>
                    <a:pt x="19" y="56"/>
                  </a:cubicBezTo>
                  <a:cubicBezTo>
                    <a:pt x="20" y="51"/>
                    <a:pt x="20" y="46"/>
                    <a:pt x="20" y="41"/>
                  </a:cubicBezTo>
                  <a:cubicBezTo>
                    <a:pt x="20" y="36"/>
                    <a:pt x="20" y="31"/>
                    <a:pt x="19" y="27"/>
                  </a:cubicBezTo>
                  <a:cubicBezTo>
                    <a:pt x="19" y="18"/>
                    <a:pt x="17" y="6"/>
                    <a:pt x="8" y="2"/>
                  </a:cubicBezTo>
                  <a:cubicBezTo>
                    <a:pt x="5" y="0"/>
                    <a:pt x="3" y="4"/>
                    <a:pt x="4" y="7"/>
                  </a:cubicBezTo>
                  <a:cubicBezTo>
                    <a:pt x="7" y="17"/>
                    <a:pt x="2" y="28"/>
                    <a:pt x="0" y="39"/>
                  </a:cubicBezTo>
                  <a:cubicBezTo>
                    <a:pt x="0" y="41"/>
                    <a:pt x="0" y="43"/>
                    <a:pt x="0" y="45"/>
                  </a:cubicBezTo>
                  <a:cubicBezTo>
                    <a:pt x="0" y="50"/>
                    <a:pt x="1" y="56"/>
                    <a:pt x="2" y="61"/>
                  </a:cubicBezTo>
                  <a:cubicBezTo>
                    <a:pt x="3" y="66"/>
                    <a:pt x="4" y="71"/>
                    <a:pt x="6" y="75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2"/>
            <p:cNvSpPr/>
            <p:nvPr/>
          </p:nvSpPr>
          <p:spPr>
            <a:xfrm>
              <a:off x="19589355" y="2817720"/>
              <a:ext cx="16200" cy="59040"/>
            </a:xfrm>
            <a:custGeom>
              <a:avLst/>
              <a:gdLst/>
              <a:ahLst/>
              <a:cxnLst/>
              <a:rect l="l" t="t" r="r" b="b"/>
              <a:pathLst>
                <a:path w="45" h="164" extrusionOk="0">
                  <a:moveTo>
                    <a:pt x="23" y="160"/>
                  </a:moveTo>
                  <a:cubicBezTo>
                    <a:pt x="37" y="142"/>
                    <a:pt x="29" y="128"/>
                    <a:pt x="32" y="104"/>
                  </a:cubicBezTo>
                  <a:lnTo>
                    <a:pt x="32" y="99"/>
                  </a:lnTo>
                  <a:cubicBezTo>
                    <a:pt x="33" y="92"/>
                    <a:pt x="35" y="85"/>
                    <a:pt x="37" y="79"/>
                  </a:cubicBezTo>
                  <a:cubicBezTo>
                    <a:pt x="38" y="76"/>
                    <a:pt x="38" y="73"/>
                    <a:pt x="38" y="69"/>
                  </a:cubicBezTo>
                  <a:cubicBezTo>
                    <a:pt x="38" y="66"/>
                    <a:pt x="38" y="63"/>
                    <a:pt x="37" y="59"/>
                  </a:cubicBezTo>
                  <a:cubicBezTo>
                    <a:pt x="37" y="50"/>
                    <a:pt x="39" y="40"/>
                    <a:pt x="42" y="31"/>
                  </a:cubicBezTo>
                  <a:cubicBezTo>
                    <a:pt x="43" y="27"/>
                    <a:pt x="44" y="23"/>
                    <a:pt x="44" y="20"/>
                  </a:cubicBezTo>
                  <a:cubicBezTo>
                    <a:pt x="44" y="14"/>
                    <a:pt x="43" y="8"/>
                    <a:pt x="40" y="3"/>
                  </a:cubicBezTo>
                  <a:lnTo>
                    <a:pt x="39" y="2"/>
                  </a:lnTo>
                  <a:cubicBezTo>
                    <a:pt x="39" y="1"/>
                    <a:pt x="39" y="1"/>
                    <a:pt x="38" y="0"/>
                  </a:cubicBezTo>
                  <a:cubicBezTo>
                    <a:pt x="37" y="0"/>
                    <a:pt x="36" y="0"/>
                    <a:pt x="36" y="0"/>
                  </a:cubicBezTo>
                  <a:cubicBezTo>
                    <a:pt x="35" y="0"/>
                    <a:pt x="35" y="0"/>
                    <a:pt x="34" y="0"/>
                  </a:cubicBezTo>
                  <a:cubicBezTo>
                    <a:pt x="33" y="1"/>
                    <a:pt x="33" y="1"/>
                    <a:pt x="33" y="2"/>
                  </a:cubicBezTo>
                  <a:cubicBezTo>
                    <a:pt x="23" y="26"/>
                    <a:pt x="22" y="55"/>
                    <a:pt x="13" y="78"/>
                  </a:cubicBezTo>
                  <a:cubicBezTo>
                    <a:pt x="4" y="101"/>
                    <a:pt x="0" y="142"/>
                    <a:pt x="15" y="161"/>
                  </a:cubicBezTo>
                  <a:lnTo>
                    <a:pt x="16" y="162"/>
                  </a:lnTo>
                  <a:cubicBezTo>
                    <a:pt x="17" y="162"/>
                    <a:pt x="18" y="163"/>
                    <a:pt x="19" y="163"/>
                  </a:cubicBezTo>
                  <a:cubicBezTo>
                    <a:pt x="20" y="163"/>
                    <a:pt x="20" y="163"/>
                    <a:pt x="21" y="162"/>
                  </a:cubicBezTo>
                  <a:cubicBezTo>
                    <a:pt x="22" y="162"/>
                    <a:pt x="22" y="161"/>
                    <a:pt x="23" y="1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2"/>
            <p:cNvSpPr/>
            <p:nvPr/>
          </p:nvSpPr>
          <p:spPr>
            <a:xfrm>
              <a:off x="19286235" y="1778760"/>
              <a:ext cx="1137960" cy="1684440"/>
            </a:xfrm>
            <a:custGeom>
              <a:avLst/>
              <a:gdLst/>
              <a:ahLst/>
              <a:cxnLst/>
              <a:rect l="l" t="t" r="r" b="b"/>
              <a:pathLst>
                <a:path w="3161" h="4679" extrusionOk="0">
                  <a:moveTo>
                    <a:pt x="3007" y="2053"/>
                  </a:moveTo>
                  <a:cubicBezTo>
                    <a:pt x="3017" y="2039"/>
                    <a:pt x="3029" y="2026"/>
                    <a:pt x="3045" y="2018"/>
                  </a:cubicBezTo>
                  <a:cubicBezTo>
                    <a:pt x="3046" y="2017"/>
                    <a:pt x="3048" y="2016"/>
                    <a:pt x="3050" y="2015"/>
                  </a:cubicBezTo>
                  <a:cubicBezTo>
                    <a:pt x="3051" y="2016"/>
                    <a:pt x="3052" y="2017"/>
                    <a:pt x="3054" y="2018"/>
                  </a:cubicBezTo>
                  <a:cubicBezTo>
                    <a:pt x="3057" y="2020"/>
                    <a:pt x="3061" y="2021"/>
                    <a:pt x="3065" y="2021"/>
                  </a:cubicBezTo>
                  <a:cubicBezTo>
                    <a:pt x="3160" y="2031"/>
                    <a:pt x="3106" y="1908"/>
                    <a:pt x="3082" y="1866"/>
                  </a:cubicBezTo>
                  <a:cubicBezTo>
                    <a:pt x="3081" y="1866"/>
                    <a:pt x="3081" y="1865"/>
                    <a:pt x="3080" y="1865"/>
                  </a:cubicBezTo>
                  <a:lnTo>
                    <a:pt x="3079" y="1864"/>
                  </a:lnTo>
                  <a:cubicBezTo>
                    <a:pt x="3078" y="1864"/>
                    <a:pt x="3077" y="1865"/>
                    <a:pt x="3077" y="1865"/>
                  </a:cubicBezTo>
                  <a:cubicBezTo>
                    <a:pt x="3076" y="1865"/>
                    <a:pt x="3076" y="1866"/>
                    <a:pt x="3076" y="1866"/>
                  </a:cubicBezTo>
                  <a:cubicBezTo>
                    <a:pt x="3075" y="1867"/>
                    <a:pt x="3075" y="1867"/>
                    <a:pt x="3075" y="1868"/>
                  </a:cubicBezTo>
                  <a:lnTo>
                    <a:pt x="3075" y="1869"/>
                  </a:lnTo>
                  <a:cubicBezTo>
                    <a:pt x="3082" y="1886"/>
                    <a:pt x="3087" y="1903"/>
                    <a:pt x="3092" y="1921"/>
                  </a:cubicBezTo>
                  <a:cubicBezTo>
                    <a:pt x="3092" y="1923"/>
                    <a:pt x="3093" y="1924"/>
                    <a:pt x="3093" y="1926"/>
                  </a:cubicBezTo>
                  <a:lnTo>
                    <a:pt x="3088" y="1922"/>
                  </a:lnTo>
                  <a:cubicBezTo>
                    <a:pt x="3080" y="1914"/>
                    <a:pt x="3073" y="1906"/>
                    <a:pt x="3065" y="1898"/>
                  </a:cubicBezTo>
                  <a:cubicBezTo>
                    <a:pt x="3062" y="1860"/>
                    <a:pt x="3065" y="1822"/>
                    <a:pt x="3060" y="1783"/>
                  </a:cubicBezTo>
                  <a:cubicBezTo>
                    <a:pt x="3049" y="1703"/>
                    <a:pt x="3052" y="1624"/>
                    <a:pt x="3032" y="1544"/>
                  </a:cubicBezTo>
                  <a:cubicBezTo>
                    <a:pt x="3014" y="1468"/>
                    <a:pt x="3016" y="1389"/>
                    <a:pt x="2996" y="1314"/>
                  </a:cubicBezTo>
                  <a:cubicBezTo>
                    <a:pt x="2985" y="1271"/>
                    <a:pt x="2979" y="1228"/>
                    <a:pt x="2967" y="1186"/>
                  </a:cubicBezTo>
                  <a:cubicBezTo>
                    <a:pt x="2960" y="1160"/>
                    <a:pt x="2942" y="1144"/>
                    <a:pt x="2938" y="1116"/>
                  </a:cubicBezTo>
                  <a:cubicBezTo>
                    <a:pt x="2938" y="1114"/>
                    <a:pt x="2937" y="1113"/>
                    <a:pt x="2936" y="1111"/>
                  </a:cubicBezTo>
                  <a:cubicBezTo>
                    <a:pt x="2935" y="1108"/>
                    <a:pt x="2932" y="1106"/>
                    <a:pt x="2930" y="1105"/>
                  </a:cubicBezTo>
                  <a:cubicBezTo>
                    <a:pt x="2924" y="1090"/>
                    <a:pt x="2918" y="1075"/>
                    <a:pt x="2912" y="1061"/>
                  </a:cubicBezTo>
                  <a:cubicBezTo>
                    <a:pt x="2886" y="1005"/>
                    <a:pt x="2850" y="951"/>
                    <a:pt x="2829" y="893"/>
                  </a:cubicBezTo>
                  <a:cubicBezTo>
                    <a:pt x="2809" y="838"/>
                    <a:pt x="2765" y="789"/>
                    <a:pt x="2733" y="742"/>
                  </a:cubicBezTo>
                  <a:cubicBezTo>
                    <a:pt x="2691" y="681"/>
                    <a:pt x="2646" y="623"/>
                    <a:pt x="2599" y="567"/>
                  </a:cubicBezTo>
                  <a:cubicBezTo>
                    <a:pt x="2569" y="529"/>
                    <a:pt x="2536" y="496"/>
                    <a:pt x="2498" y="467"/>
                  </a:cubicBezTo>
                  <a:cubicBezTo>
                    <a:pt x="2439" y="428"/>
                    <a:pt x="2399" y="363"/>
                    <a:pt x="2345" y="318"/>
                  </a:cubicBezTo>
                  <a:cubicBezTo>
                    <a:pt x="2321" y="298"/>
                    <a:pt x="2301" y="274"/>
                    <a:pt x="2279" y="253"/>
                  </a:cubicBezTo>
                  <a:cubicBezTo>
                    <a:pt x="2252" y="227"/>
                    <a:pt x="2221" y="208"/>
                    <a:pt x="2195" y="182"/>
                  </a:cubicBezTo>
                  <a:cubicBezTo>
                    <a:pt x="2168" y="156"/>
                    <a:pt x="2141" y="119"/>
                    <a:pt x="2100" y="120"/>
                  </a:cubicBezTo>
                  <a:lnTo>
                    <a:pt x="2098" y="120"/>
                  </a:lnTo>
                  <a:cubicBezTo>
                    <a:pt x="2096" y="82"/>
                    <a:pt x="2089" y="45"/>
                    <a:pt x="2075" y="10"/>
                  </a:cubicBezTo>
                  <a:lnTo>
                    <a:pt x="2075" y="9"/>
                  </a:lnTo>
                  <a:cubicBezTo>
                    <a:pt x="2075" y="9"/>
                    <a:pt x="2074" y="9"/>
                    <a:pt x="2074" y="8"/>
                  </a:cubicBezTo>
                  <a:lnTo>
                    <a:pt x="2073" y="8"/>
                  </a:lnTo>
                  <a:cubicBezTo>
                    <a:pt x="2072" y="6"/>
                    <a:pt x="2070" y="5"/>
                    <a:pt x="2069" y="4"/>
                  </a:cubicBezTo>
                  <a:cubicBezTo>
                    <a:pt x="2067" y="3"/>
                    <a:pt x="2065" y="3"/>
                    <a:pt x="2064" y="3"/>
                  </a:cubicBezTo>
                  <a:cubicBezTo>
                    <a:pt x="2063" y="3"/>
                    <a:pt x="2063" y="3"/>
                    <a:pt x="2063" y="3"/>
                  </a:cubicBezTo>
                  <a:cubicBezTo>
                    <a:pt x="1982" y="8"/>
                    <a:pt x="1908" y="51"/>
                    <a:pt x="1828" y="50"/>
                  </a:cubicBezTo>
                  <a:cubicBezTo>
                    <a:pt x="1742" y="50"/>
                    <a:pt x="1660" y="18"/>
                    <a:pt x="1576" y="3"/>
                  </a:cubicBezTo>
                  <a:cubicBezTo>
                    <a:pt x="1558" y="1"/>
                    <a:pt x="1540" y="0"/>
                    <a:pt x="1522" y="0"/>
                  </a:cubicBezTo>
                  <a:cubicBezTo>
                    <a:pt x="1499" y="0"/>
                    <a:pt x="1477" y="1"/>
                    <a:pt x="1455" y="4"/>
                  </a:cubicBezTo>
                  <a:cubicBezTo>
                    <a:pt x="1445" y="3"/>
                    <a:pt x="1436" y="3"/>
                    <a:pt x="1426" y="3"/>
                  </a:cubicBezTo>
                  <a:cubicBezTo>
                    <a:pt x="1416" y="3"/>
                    <a:pt x="1407" y="3"/>
                    <a:pt x="1397" y="4"/>
                  </a:cubicBezTo>
                  <a:cubicBezTo>
                    <a:pt x="1373" y="10"/>
                    <a:pt x="1349" y="14"/>
                    <a:pt x="1324" y="15"/>
                  </a:cubicBezTo>
                  <a:cubicBezTo>
                    <a:pt x="1279" y="13"/>
                    <a:pt x="1235" y="18"/>
                    <a:pt x="1189" y="13"/>
                  </a:cubicBezTo>
                  <a:cubicBezTo>
                    <a:pt x="1155" y="9"/>
                    <a:pt x="1097" y="5"/>
                    <a:pt x="1068" y="25"/>
                  </a:cubicBezTo>
                  <a:cubicBezTo>
                    <a:pt x="1067" y="25"/>
                    <a:pt x="1067" y="26"/>
                    <a:pt x="1066" y="27"/>
                  </a:cubicBezTo>
                  <a:cubicBezTo>
                    <a:pt x="1065" y="28"/>
                    <a:pt x="1066" y="29"/>
                    <a:pt x="1066" y="30"/>
                  </a:cubicBezTo>
                  <a:cubicBezTo>
                    <a:pt x="1066" y="30"/>
                    <a:pt x="1066" y="31"/>
                    <a:pt x="1066" y="32"/>
                  </a:cubicBezTo>
                  <a:cubicBezTo>
                    <a:pt x="1046" y="58"/>
                    <a:pt x="1045" y="102"/>
                    <a:pt x="1044" y="132"/>
                  </a:cubicBezTo>
                  <a:cubicBezTo>
                    <a:pt x="1044" y="136"/>
                    <a:pt x="1044" y="139"/>
                    <a:pt x="1044" y="142"/>
                  </a:cubicBezTo>
                  <a:cubicBezTo>
                    <a:pt x="1044" y="142"/>
                    <a:pt x="1043" y="142"/>
                    <a:pt x="1042" y="142"/>
                  </a:cubicBezTo>
                  <a:cubicBezTo>
                    <a:pt x="1040" y="142"/>
                    <a:pt x="1037" y="143"/>
                    <a:pt x="1035" y="144"/>
                  </a:cubicBezTo>
                  <a:cubicBezTo>
                    <a:pt x="1033" y="145"/>
                    <a:pt x="1031" y="147"/>
                    <a:pt x="1030" y="149"/>
                  </a:cubicBezTo>
                  <a:cubicBezTo>
                    <a:pt x="1029" y="150"/>
                    <a:pt x="1029" y="151"/>
                    <a:pt x="1029" y="152"/>
                  </a:cubicBezTo>
                  <a:cubicBezTo>
                    <a:pt x="1021" y="169"/>
                    <a:pt x="991" y="197"/>
                    <a:pt x="979" y="212"/>
                  </a:cubicBezTo>
                  <a:cubicBezTo>
                    <a:pt x="964" y="230"/>
                    <a:pt x="950" y="250"/>
                    <a:pt x="935" y="268"/>
                  </a:cubicBezTo>
                  <a:cubicBezTo>
                    <a:pt x="916" y="290"/>
                    <a:pt x="896" y="310"/>
                    <a:pt x="876" y="329"/>
                  </a:cubicBezTo>
                  <a:cubicBezTo>
                    <a:pt x="857" y="351"/>
                    <a:pt x="836" y="371"/>
                    <a:pt x="814" y="388"/>
                  </a:cubicBezTo>
                  <a:cubicBezTo>
                    <a:pt x="792" y="401"/>
                    <a:pt x="772" y="415"/>
                    <a:pt x="753" y="432"/>
                  </a:cubicBezTo>
                  <a:cubicBezTo>
                    <a:pt x="731" y="453"/>
                    <a:pt x="707" y="471"/>
                    <a:pt x="681" y="486"/>
                  </a:cubicBezTo>
                  <a:cubicBezTo>
                    <a:pt x="668" y="494"/>
                    <a:pt x="643" y="504"/>
                    <a:pt x="634" y="517"/>
                  </a:cubicBezTo>
                  <a:cubicBezTo>
                    <a:pt x="614" y="549"/>
                    <a:pt x="581" y="568"/>
                    <a:pt x="562" y="600"/>
                  </a:cubicBezTo>
                  <a:cubicBezTo>
                    <a:pt x="536" y="643"/>
                    <a:pt x="482" y="679"/>
                    <a:pt x="445" y="713"/>
                  </a:cubicBezTo>
                  <a:cubicBezTo>
                    <a:pt x="425" y="731"/>
                    <a:pt x="408" y="752"/>
                    <a:pt x="388" y="770"/>
                  </a:cubicBezTo>
                  <a:cubicBezTo>
                    <a:pt x="375" y="783"/>
                    <a:pt x="353" y="796"/>
                    <a:pt x="345" y="812"/>
                  </a:cubicBezTo>
                  <a:cubicBezTo>
                    <a:pt x="320" y="865"/>
                    <a:pt x="289" y="916"/>
                    <a:pt x="260" y="966"/>
                  </a:cubicBezTo>
                  <a:cubicBezTo>
                    <a:pt x="234" y="1009"/>
                    <a:pt x="233" y="1065"/>
                    <a:pt x="208" y="1108"/>
                  </a:cubicBezTo>
                  <a:cubicBezTo>
                    <a:pt x="188" y="1144"/>
                    <a:pt x="181" y="1190"/>
                    <a:pt x="169" y="1228"/>
                  </a:cubicBezTo>
                  <a:cubicBezTo>
                    <a:pt x="141" y="1317"/>
                    <a:pt x="132" y="1413"/>
                    <a:pt x="119" y="1505"/>
                  </a:cubicBezTo>
                  <a:cubicBezTo>
                    <a:pt x="112" y="1548"/>
                    <a:pt x="105" y="1595"/>
                    <a:pt x="102" y="1638"/>
                  </a:cubicBezTo>
                  <a:cubicBezTo>
                    <a:pt x="99" y="1685"/>
                    <a:pt x="90" y="1736"/>
                    <a:pt x="90" y="1783"/>
                  </a:cubicBezTo>
                  <a:lnTo>
                    <a:pt x="89" y="1782"/>
                  </a:lnTo>
                  <a:cubicBezTo>
                    <a:pt x="88" y="1782"/>
                    <a:pt x="86" y="1781"/>
                    <a:pt x="85" y="1781"/>
                  </a:cubicBezTo>
                  <a:cubicBezTo>
                    <a:pt x="83" y="1781"/>
                    <a:pt x="83" y="1781"/>
                    <a:pt x="82" y="1782"/>
                  </a:cubicBezTo>
                  <a:cubicBezTo>
                    <a:pt x="81" y="1782"/>
                    <a:pt x="81" y="1784"/>
                    <a:pt x="80" y="1785"/>
                  </a:cubicBezTo>
                  <a:cubicBezTo>
                    <a:pt x="79" y="1786"/>
                    <a:pt x="79" y="1786"/>
                    <a:pt x="79" y="1787"/>
                  </a:cubicBezTo>
                  <a:cubicBezTo>
                    <a:pt x="75" y="1803"/>
                    <a:pt x="69" y="1820"/>
                    <a:pt x="61" y="1835"/>
                  </a:cubicBezTo>
                  <a:cubicBezTo>
                    <a:pt x="39" y="1844"/>
                    <a:pt x="20" y="1859"/>
                    <a:pt x="25" y="1883"/>
                  </a:cubicBezTo>
                  <a:cubicBezTo>
                    <a:pt x="27" y="1891"/>
                    <a:pt x="30" y="1900"/>
                    <a:pt x="34" y="1907"/>
                  </a:cubicBezTo>
                  <a:cubicBezTo>
                    <a:pt x="21" y="1950"/>
                    <a:pt x="22" y="1986"/>
                    <a:pt x="68" y="1981"/>
                  </a:cubicBezTo>
                  <a:cubicBezTo>
                    <a:pt x="74" y="1981"/>
                    <a:pt x="80" y="1979"/>
                    <a:pt x="85" y="1976"/>
                  </a:cubicBezTo>
                  <a:cubicBezTo>
                    <a:pt x="88" y="1974"/>
                    <a:pt x="91" y="1972"/>
                    <a:pt x="93" y="1969"/>
                  </a:cubicBezTo>
                  <a:cubicBezTo>
                    <a:pt x="101" y="1973"/>
                    <a:pt x="112" y="1979"/>
                    <a:pt x="113" y="1983"/>
                  </a:cubicBezTo>
                  <a:cubicBezTo>
                    <a:pt x="113" y="1984"/>
                    <a:pt x="113" y="1984"/>
                    <a:pt x="114" y="1985"/>
                  </a:cubicBezTo>
                  <a:cubicBezTo>
                    <a:pt x="114" y="1986"/>
                    <a:pt x="115" y="1986"/>
                    <a:pt x="117" y="1987"/>
                  </a:cubicBezTo>
                  <a:cubicBezTo>
                    <a:pt x="118" y="1987"/>
                    <a:pt x="118" y="1988"/>
                    <a:pt x="119" y="1988"/>
                  </a:cubicBezTo>
                  <a:cubicBezTo>
                    <a:pt x="119" y="2018"/>
                    <a:pt x="122" y="2047"/>
                    <a:pt x="126" y="2075"/>
                  </a:cubicBezTo>
                  <a:cubicBezTo>
                    <a:pt x="134" y="2123"/>
                    <a:pt x="126" y="2174"/>
                    <a:pt x="127" y="2223"/>
                  </a:cubicBezTo>
                  <a:cubicBezTo>
                    <a:pt x="126" y="2271"/>
                    <a:pt x="122" y="2318"/>
                    <a:pt x="113" y="2366"/>
                  </a:cubicBezTo>
                  <a:cubicBezTo>
                    <a:pt x="109" y="2398"/>
                    <a:pt x="102" y="2430"/>
                    <a:pt x="101" y="2462"/>
                  </a:cubicBezTo>
                  <a:cubicBezTo>
                    <a:pt x="99" y="2508"/>
                    <a:pt x="83" y="2554"/>
                    <a:pt x="83" y="2601"/>
                  </a:cubicBezTo>
                  <a:cubicBezTo>
                    <a:pt x="83" y="2635"/>
                    <a:pt x="77" y="2669"/>
                    <a:pt x="76" y="2703"/>
                  </a:cubicBezTo>
                  <a:cubicBezTo>
                    <a:pt x="74" y="2744"/>
                    <a:pt x="76" y="2784"/>
                    <a:pt x="74" y="2826"/>
                  </a:cubicBezTo>
                  <a:cubicBezTo>
                    <a:pt x="21" y="2865"/>
                    <a:pt x="40" y="2928"/>
                    <a:pt x="80" y="2986"/>
                  </a:cubicBezTo>
                  <a:cubicBezTo>
                    <a:pt x="80" y="2986"/>
                    <a:pt x="80" y="2987"/>
                    <a:pt x="80" y="2988"/>
                  </a:cubicBezTo>
                  <a:cubicBezTo>
                    <a:pt x="81" y="2989"/>
                    <a:pt x="81" y="2989"/>
                    <a:pt x="82" y="2990"/>
                  </a:cubicBezTo>
                  <a:lnTo>
                    <a:pt x="82" y="2991"/>
                  </a:lnTo>
                  <a:cubicBezTo>
                    <a:pt x="69" y="2999"/>
                    <a:pt x="66" y="3136"/>
                    <a:pt x="65" y="3153"/>
                  </a:cubicBezTo>
                  <a:cubicBezTo>
                    <a:pt x="62" y="3217"/>
                    <a:pt x="65" y="3279"/>
                    <a:pt x="57" y="3342"/>
                  </a:cubicBezTo>
                  <a:cubicBezTo>
                    <a:pt x="49" y="3400"/>
                    <a:pt x="56" y="3463"/>
                    <a:pt x="43" y="3519"/>
                  </a:cubicBezTo>
                  <a:cubicBezTo>
                    <a:pt x="35" y="3560"/>
                    <a:pt x="31" y="3601"/>
                    <a:pt x="31" y="3643"/>
                  </a:cubicBezTo>
                  <a:cubicBezTo>
                    <a:pt x="31" y="3647"/>
                    <a:pt x="31" y="3650"/>
                    <a:pt x="31" y="3654"/>
                  </a:cubicBezTo>
                  <a:cubicBezTo>
                    <a:pt x="31" y="3653"/>
                    <a:pt x="30" y="3653"/>
                    <a:pt x="29" y="3653"/>
                  </a:cubicBezTo>
                  <a:cubicBezTo>
                    <a:pt x="28" y="3653"/>
                    <a:pt x="27" y="3653"/>
                    <a:pt x="26" y="3654"/>
                  </a:cubicBezTo>
                  <a:cubicBezTo>
                    <a:pt x="25" y="3654"/>
                    <a:pt x="25" y="3655"/>
                    <a:pt x="24" y="3656"/>
                  </a:cubicBezTo>
                  <a:lnTo>
                    <a:pt x="24" y="3657"/>
                  </a:lnTo>
                  <a:lnTo>
                    <a:pt x="22" y="3661"/>
                  </a:lnTo>
                  <a:cubicBezTo>
                    <a:pt x="0" y="3671"/>
                    <a:pt x="6" y="3711"/>
                    <a:pt x="8" y="3730"/>
                  </a:cubicBezTo>
                  <a:cubicBezTo>
                    <a:pt x="11" y="3759"/>
                    <a:pt x="12" y="3788"/>
                    <a:pt x="12" y="3816"/>
                  </a:cubicBezTo>
                  <a:cubicBezTo>
                    <a:pt x="12" y="3858"/>
                    <a:pt x="9" y="3900"/>
                    <a:pt x="4" y="3942"/>
                  </a:cubicBezTo>
                  <a:cubicBezTo>
                    <a:pt x="3" y="3942"/>
                    <a:pt x="3" y="3943"/>
                    <a:pt x="3" y="3944"/>
                  </a:cubicBezTo>
                  <a:cubicBezTo>
                    <a:pt x="3" y="3946"/>
                    <a:pt x="4" y="3947"/>
                    <a:pt x="5" y="3949"/>
                  </a:cubicBezTo>
                  <a:cubicBezTo>
                    <a:pt x="6" y="3950"/>
                    <a:pt x="7" y="3953"/>
                    <a:pt x="9" y="3954"/>
                  </a:cubicBezTo>
                  <a:cubicBezTo>
                    <a:pt x="10" y="3957"/>
                    <a:pt x="12" y="3961"/>
                    <a:pt x="14" y="3964"/>
                  </a:cubicBezTo>
                  <a:cubicBezTo>
                    <a:pt x="16" y="3968"/>
                    <a:pt x="19" y="3972"/>
                    <a:pt x="22" y="3975"/>
                  </a:cubicBezTo>
                  <a:cubicBezTo>
                    <a:pt x="19" y="3994"/>
                    <a:pt x="17" y="4013"/>
                    <a:pt x="16" y="4033"/>
                  </a:cubicBezTo>
                  <a:cubicBezTo>
                    <a:pt x="15" y="4040"/>
                    <a:pt x="15" y="4047"/>
                    <a:pt x="15" y="4055"/>
                  </a:cubicBezTo>
                  <a:cubicBezTo>
                    <a:pt x="15" y="4062"/>
                    <a:pt x="15" y="4070"/>
                    <a:pt x="16" y="4078"/>
                  </a:cubicBezTo>
                  <a:cubicBezTo>
                    <a:pt x="17" y="4079"/>
                    <a:pt x="17" y="4080"/>
                    <a:pt x="18" y="4081"/>
                  </a:cubicBezTo>
                  <a:cubicBezTo>
                    <a:pt x="19" y="4083"/>
                    <a:pt x="21" y="4085"/>
                    <a:pt x="23" y="4086"/>
                  </a:cubicBezTo>
                  <a:cubicBezTo>
                    <a:pt x="24" y="4087"/>
                    <a:pt x="24" y="4087"/>
                    <a:pt x="24" y="4087"/>
                  </a:cubicBezTo>
                  <a:cubicBezTo>
                    <a:pt x="19" y="4104"/>
                    <a:pt x="42" y="4142"/>
                    <a:pt x="48" y="4152"/>
                  </a:cubicBezTo>
                  <a:cubicBezTo>
                    <a:pt x="73" y="4196"/>
                    <a:pt x="108" y="4233"/>
                    <a:pt x="150" y="4260"/>
                  </a:cubicBezTo>
                  <a:cubicBezTo>
                    <a:pt x="178" y="4278"/>
                    <a:pt x="204" y="4301"/>
                    <a:pt x="232" y="4319"/>
                  </a:cubicBezTo>
                  <a:cubicBezTo>
                    <a:pt x="254" y="4333"/>
                    <a:pt x="280" y="4346"/>
                    <a:pt x="303" y="4360"/>
                  </a:cubicBezTo>
                  <a:cubicBezTo>
                    <a:pt x="303" y="4361"/>
                    <a:pt x="303" y="4362"/>
                    <a:pt x="304" y="4363"/>
                  </a:cubicBezTo>
                  <a:cubicBezTo>
                    <a:pt x="306" y="4365"/>
                    <a:pt x="307" y="4367"/>
                    <a:pt x="310" y="4369"/>
                  </a:cubicBezTo>
                  <a:cubicBezTo>
                    <a:pt x="313" y="4370"/>
                    <a:pt x="316" y="4371"/>
                    <a:pt x="319" y="4371"/>
                  </a:cubicBezTo>
                  <a:lnTo>
                    <a:pt x="320" y="4371"/>
                  </a:lnTo>
                  <a:lnTo>
                    <a:pt x="326" y="4375"/>
                  </a:lnTo>
                  <a:cubicBezTo>
                    <a:pt x="335" y="4381"/>
                    <a:pt x="344" y="4386"/>
                    <a:pt x="353" y="4392"/>
                  </a:cubicBezTo>
                  <a:cubicBezTo>
                    <a:pt x="364" y="4398"/>
                    <a:pt x="376" y="4404"/>
                    <a:pt x="387" y="4409"/>
                  </a:cubicBezTo>
                  <a:lnTo>
                    <a:pt x="394" y="4419"/>
                  </a:lnTo>
                  <a:cubicBezTo>
                    <a:pt x="406" y="4436"/>
                    <a:pt x="421" y="4449"/>
                    <a:pt x="439" y="4460"/>
                  </a:cubicBezTo>
                  <a:cubicBezTo>
                    <a:pt x="440" y="4460"/>
                    <a:pt x="442" y="4461"/>
                    <a:pt x="443" y="4462"/>
                  </a:cubicBezTo>
                  <a:cubicBezTo>
                    <a:pt x="488" y="4489"/>
                    <a:pt x="518" y="4521"/>
                    <a:pt x="570" y="4534"/>
                  </a:cubicBezTo>
                  <a:cubicBezTo>
                    <a:pt x="653" y="4552"/>
                    <a:pt x="729" y="4589"/>
                    <a:pt x="812" y="4609"/>
                  </a:cubicBezTo>
                  <a:cubicBezTo>
                    <a:pt x="875" y="4624"/>
                    <a:pt x="939" y="4633"/>
                    <a:pt x="1004" y="4637"/>
                  </a:cubicBezTo>
                  <a:cubicBezTo>
                    <a:pt x="1036" y="4640"/>
                    <a:pt x="1084" y="4652"/>
                    <a:pt x="1118" y="4641"/>
                  </a:cubicBezTo>
                  <a:cubicBezTo>
                    <a:pt x="1120" y="4641"/>
                    <a:pt x="1123" y="4641"/>
                    <a:pt x="1126" y="4641"/>
                  </a:cubicBezTo>
                  <a:cubicBezTo>
                    <a:pt x="1134" y="4641"/>
                    <a:pt x="1141" y="4638"/>
                    <a:pt x="1148" y="4635"/>
                  </a:cubicBezTo>
                  <a:cubicBezTo>
                    <a:pt x="1150" y="4634"/>
                    <a:pt x="1151" y="4634"/>
                    <a:pt x="1152" y="4633"/>
                  </a:cubicBezTo>
                  <a:cubicBezTo>
                    <a:pt x="1161" y="4635"/>
                    <a:pt x="1169" y="4636"/>
                    <a:pt x="1178" y="4638"/>
                  </a:cubicBezTo>
                  <a:cubicBezTo>
                    <a:pt x="1217" y="4665"/>
                    <a:pt x="1277" y="4673"/>
                    <a:pt x="1324" y="4675"/>
                  </a:cubicBezTo>
                  <a:cubicBezTo>
                    <a:pt x="1398" y="4678"/>
                    <a:pt x="1473" y="4675"/>
                    <a:pt x="1547" y="4675"/>
                  </a:cubicBezTo>
                  <a:cubicBezTo>
                    <a:pt x="1571" y="4675"/>
                    <a:pt x="1596" y="4673"/>
                    <a:pt x="1620" y="4670"/>
                  </a:cubicBezTo>
                  <a:lnTo>
                    <a:pt x="1646" y="4670"/>
                  </a:lnTo>
                  <a:cubicBezTo>
                    <a:pt x="1665" y="4670"/>
                    <a:pt x="1702" y="4677"/>
                    <a:pt x="1720" y="4670"/>
                  </a:cubicBezTo>
                  <a:cubicBezTo>
                    <a:pt x="1737" y="4665"/>
                    <a:pt x="1755" y="4663"/>
                    <a:pt x="1773" y="4662"/>
                  </a:cubicBezTo>
                  <a:cubicBezTo>
                    <a:pt x="1810" y="4661"/>
                    <a:pt x="1848" y="4657"/>
                    <a:pt x="1885" y="4652"/>
                  </a:cubicBezTo>
                  <a:cubicBezTo>
                    <a:pt x="1917" y="4650"/>
                    <a:pt x="1959" y="4656"/>
                    <a:pt x="1989" y="4646"/>
                  </a:cubicBezTo>
                  <a:cubicBezTo>
                    <a:pt x="1993" y="4645"/>
                    <a:pt x="1997" y="4643"/>
                    <a:pt x="2001" y="4642"/>
                  </a:cubicBezTo>
                  <a:cubicBezTo>
                    <a:pt x="2037" y="4642"/>
                    <a:pt x="2072" y="4642"/>
                    <a:pt x="2106" y="4642"/>
                  </a:cubicBezTo>
                  <a:cubicBezTo>
                    <a:pt x="2171" y="4641"/>
                    <a:pt x="2236" y="4634"/>
                    <a:pt x="2300" y="4623"/>
                  </a:cubicBezTo>
                  <a:cubicBezTo>
                    <a:pt x="2316" y="4620"/>
                    <a:pt x="2331" y="4613"/>
                    <a:pt x="2345" y="4606"/>
                  </a:cubicBezTo>
                  <a:cubicBezTo>
                    <a:pt x="2360" y="4597"/>
                    <a:pt x="2373" y="4586"/>
                    <a:pt x="2384" y="4573"/>
                  </a:cubicBezTo>
                  <a:lnTo>
                    <a:pt x="2396" y="4569"/>
                  </a:lnTo>
                  <a:cubicBezTo>
                    <a:pt x="2436" y="4586"/>
                    <a:pt x="2493" y="4592"/>
                    <a:pt x="2517" y="4549"/>
                  </a:cubicBezTo>
                  <a:cubicBezTo>
                    <a:pt x="2517" y="4548"/>
                    <a:pt x="2518" y="4546"/>
                    <a:pt x="2518" y="4545"/>
                  </a:cubicBezTo>
                  <a:cubicBezTo>
                    <a:pt x="2518" y="4548"/>
                    <a:pt x="2521" y="4545"/>
                    <a:pt x="2535" y="4543"/>
                  </a:cubicBezTo>
                  <a:cubicBezTo>
                    <a:pt x="2562" y="4537"/>
                    <a:pt x="2589" y="4529"/>
                    <a:pt x="2614" y="4518"/>
                  </a:cubicBezTo>
                  <a:cubicBezTo>
                    <a:pt x="2637" y="4508"/>
                    <a:pt x="2653" y="4489"/>
                    <a:pt x="2677" y="4479"/>
                  </a:cubicBezTo>
                  <a:cubicBezTo>
                    <a:pt x="2699" y="4472"/>
                    <a:pt x="2720" y="4462"/>
                    <a:pt x="2740" y="4451"/>
                  </a:cubicBezTo>
                  <a:cubicBezTo>
                    <a:pt x="2793" y="4415"/>
                    <a:pt x="2852" y="4397"/>
                    <a:pt x="2885" y="4340"/>
                  </a:cubicBezTo>
                  <a:cubicBezTo>
                    <a:pt x="2919" y="4315"/>
                    <a:pt x="2952" y="4288"/>
                    <a:pt x="2983" y="4259"/>
                  </a:cubicBezTo>
                  <a:cubicBezTo>
                    <a:pt x="3006" y="4238"/>
                    <a:pt x="3021" y="4210"/>
                    <a:pt x="3042" y="4188"/>
                  </a:cubicBezTo>
                  <a:cubicBezTo>
                    <a:pt x="3056" y="4176"/>
                    <a:pt x="3067" y="4162"/>
                    <a:pt x="3076" y="4146"/>
                  </a:cubicBezTo>
                  <a:cubicBezTo>
                    <a:pt x="3084" y="4132"/>
                    <a:pt x="3090" y="4117"/>
                    <a:pt x="3094" y="4101"/>
                  </a:cubicBezTo>
                  <a:cubicBezTo>
                    <a:pt x="3095" y="4101"/>
                    <a:pt x="3095" y="4100"/>
                    <a:pt x="3095" y="4100"/>
                  </a:cubicBezTo>
                  <a:cubicBezTo>
                    <a:pt x="3096" y="4100"/>
                    <a:pt x="3097" y="4098"/>
                    <a:pt x="3098" y="4097"/>
                  </a:cubicBezTo>
                  <a:cubicBezTo>
                    <a:pt x="3098" y="4095"/>
                    <a:pt x="3099" y="4095"/>
                    <a:pt x="3099" y="4094"/>
                  </a:cubicBezTo>
                  <a:cubicBezTo>
                    <a:pt x="3100" y="4088"/>
                    <a:pt x="3101" y="4082"/>
                    <a:pt x="3101" y="4076"/>
                  </a:cubicBezTo>
                  <a:cubicBezTo>
                    <a:pt x="3101" y="4070"/>
                    <a:pt x="3100" y="4064"/>
                    <a:pt x="3099" y="4058"/>
                  </a:cubicBezTo>
                  <a:cubicBezTo>
                    <a:pt x="3100" y="4053"/>
                    <a:pt x="3100" y="4048"/>
                    <a:pt x="3100" y="4043"/>
                  </a:cubicBezTo>
                  <a:cubicBezTo>
                    <a:pt x="3100" y="4030"/>
                    <a:pt x="3099" y="4017"/>
                    <a:pt x="3097" y="4004"/>
                  </a:cubicBezTo>
                  <a:cubicBezTo>
                    <a:pt x="3097" y="4003"/>
                    <a:pt x="3096" y="4002"/>
                    <a:pt x="3096" y="4001"/>
                  </a:cubicBezTo>
                  <a:cubicBezTo>
                    <a:pt x="3095" y="3999"/>
                    <a:pt x="3094" y="3998"/>
                    <a:pt x="3093" y="3998"/>
                  </a:cubicBezTo>
                  <a:cubicBezTo>
                    <a:pt x="3092" y="3997"/>
                    <a:pt x="3092" y="3998"/>
                    <a:pt x="3092" y="3998"/>
                  </a:cubicBezTo>
                  <a:cubicBezTo>
                    <a:pt x="3099" y="3982"/>
                    <a:pt x="3103" y="3966"/>
                    <a:pt x="3103" y="3949"/>
                  </a:cubicBezTo>
                  <a:cubicBezTo>
                    <a:pt x="3103" y="3943"/>
                    <a:pt x="3103" y="3937"/>
                    <a:pt x="3102" y="3931"/>
                  </a:cubicBezTo>
                  <a:lnTo>
                    <a:pt x="3102" y="3930"/>
                  </a:lnTo>
                  <a:cubicBezTo>
                    <a:pt x="3102" y="3929"/>
                    <a:pt x="3102" y="3929"/>
                    <a:pt x="3102" y="3928"/>
                  </a:cubicBezTo>
                  <a:cubicBezTo>
                    <a:pt x="3104" y="3908"/>
                    <a:pt x="3105" y="3887"/>
                    <a:pt x="3105" y="3866"/>
                  </a:cubicBezTo>
                  <a:cubicBezTo>
                    <a:pt x="3105" y="3805"/>
                    <a:pt x="3097" y="3743"/>
                    <a:pt x="3081" y="3683"/>
                  </a:cubicBezTo>
                  <a:cubicBezTo>
                    <a:pt x="3081" y="3683"/>
                    <a:pt x="3080" y="3683"/>
                    <a:pt x="3080" y="3682"/>
                  </a:cubicBezTo>
                  <a:lnTo>
                    <a:pt x="3079" y="3681"/>
                  </a:lnTo>
                  <a:cubicBezTo>
                    <a:pt x="3078" y="3681"/>
                    <a:pt x="3078" y="3681"/>
                    <a:pt x="3077" y="3681"/>
                  </a:cubicBezTo>
                  <a:cubicBezTo>
                    <a:pt x="3077" y="3681"/>
                    <a:pt x="3076" y="3681"/>
                    <a:pt x="3075" y="3681"/>
                  </a:cubicBezTo>
                  <a:lnTo>
                    <a:pt x="3074" y="3682"/>
                  </a:lnTo>
                  <a:cubicBezTo>
                    <a:pt x="3074" y="3683"/>
                    <a:pt x="3074" y="3683"/>
                    <a:pt x="3074" y="3683"/>
                  </a:cubicBezTo>
                  <a:cubicBezTo>
                    <a:pt x="3074" y="3686"/>
                    <a:pt x="3072" y="3689"/>
                    <a:pt x="3072" y="3691"/>
                  </a:cubicBezTo>
                  <a:cubicBezTo>
                    <a:pt x="3071" y="3690"/>
                    <a:pt x="3070" y="3689"/>
                    <a:pt x="3070" y="3688"/>
                  </a:cubicBezTo>
                  <a:cubicBezTo>
                    <a:pt x="3075" y="3646"/>
                    <a:pt x="3060" y="3606"/>
                    <a:pt x="3061" y="3564"/>
                  </a:cubicBezTo>
                  <a:cubicBezTo>
                    <a:pt x="3061" y="3537"/>
                    <a:pt x="3052" y="3508"/>
                    <a:pt x="3051" y="3480"/>
                  </a:cubicBezTo>
                  <a:cubicBezTo>
                    <a:pt x="3050" y="3455"/>
                    <a:pt x="3047" y="3432"/>
                    <a:pt x="3047" y="3407"/>
                  </a:cubicBezTo>
                  <a:cubicBezTo>
                    <a:pt x="3047" y="3343"/>
                    <a:pt x="3056" y="3280"/>
                    <a:pt x="3054" y="3217"/>
                  </a:cubicBezTo>
                  <a:cubicBezTo>
                    <a:pt x="3052" y="3183"/>
                    <a:pt x="3052" y="3150"/>
                    <a:pt x="3052" y="3117"/>
                  </a:cubicBezTo>
                  <a:cubicBezTo>
                    <a:pt x="3052" y="3110"/>
                    <a:pt x="3045" y="3070"/>
                    <a:pt x="3046" y="3052"/>
                  </a:cubicBezTo>
                  <a:cubicBezTo>
                    <a:pt x="3049" y="3048"/>
                    <a:pt x="3051" y="3044"/>
                    <a:pt x="3054" y="3040"/>
                  </a:cubicBezTo>
                  <a:cubicBezTo>
                    <a:pt x="3063" y="3025"/>
                    <a:pt x="3070" y="3009"/>
                    <a:pt x="3076" y="2992"/>
                  </a:cubicBezTo>
                  <a:cubicBezTo>
                    <a:pt x="3091" y="2951"/>
                    <a:pt x="3085" y="2901"/>
                    <a:pt x="3044" y="2888"/>
                  </a:cubicBezTo>
                  <a:cubicBezTo>
                    <a:pt x="3044" y="2888"/>
                    <a:pt x="3044" y="2887"/>
                    <a:pt x="3044" y="2886"/>
                  </a:cubicBezTo>
                  <a:lnTo>
                    <a:pt x="3044" y="2885"/>
                  </a:lnTo>
                  <a:cubicBezTo>
                    <a:pt x="3047" y="2804"/>
                    <a:pt x="3034" y="2726"/>
                    <a:pt x="3033" y="2646"/>
                  </a:cubicBezTo>
                  <a:cubicBezTo>
                    <a:pt x="3030" y="2535"/>
                    <a:pt x="3019" y="2424"/>
                    <a:pt x="3020" y="2312"/>
                  </a:cubicBezTo>
                  <a:cubicBezTo>
                    <a:pt x="3020" y="2280"/>
                    <a:pt x="3014" y="2247"/>
                    <a:pt x="3012" y="2214"/>
                  </a:cubicBezTo>
                  <a:cubicBezTo>
                    <a:pt x="3011" y="2173"/>
                    <a:pt x="3008" y="2132"/>
                    <a:pt x="3003" y="2091"/>
                  </a:cubicBezTo>
                  <a:cubicBezTo>
                    <a:pt x="3002" y="2080"/>
                    <a:pt x="3000" y="2068"/>
                    <a:pt x="3000" y="2056"/>
                  </a:cubicBezTo>
                  <a:cubicBezTo>
                    <a:pt x="3001" y="2056"/>
                    <a:pt x="3001" y="2056"/>
                    <a:pt x="3002" y="2056"/>
                  </a:cubicBezTo>
                  <a:cubicBezTo>
                    <a:pt x="3003" y="2056"/>
                    <a:pt x="3004" y="2056"/>
                    <a:pt x="3005" y="2056"/>
                  </a:cubicBezTo>
                  <a:cubicBezTo>
                    <a:pt x="3006" y="2055"/>
                    <a:pt x="3006" y="2055"/>
                    <a:pt x="3007" y="2054"/>
                  </a:cubicBezTo>
                  <a:cubicBezTo>
                    <a:pt x="3008" y="2053"/>
                    <a:pt x="3007" y="2053"/>
                    <a:pt x="3007" y="2053"/>
                  </a:cubicBezTo>
                  <a:moveTo>
                    <a:pt x="3075" y="1957"/>
                  </a:moveTo>
                  <a:cubicBezTo>
                    <a:pt x="3078" y="1959"/>
                    <a:pt x="3079" y="1961"/>
                    <a:pt x="3079" y="1963"/>
                  </a:cubicBezTo>
                  <a:cubicBezTo>
                    <a:pt x="3076" y="1964"/>
                    <a:pt x="3073" y="1966"/>
                    <a:pt x="3070" y="1967"/>
                  </a:cubicBezTo>
                  <a:cubicBezTo>
                    <a:pt x="3070" y="1963"/>
                    <a:pt x="3070" y="1959"/>
                    <a:pt x="3070" y="1954"/>
                  </a:cubicBezTo>
                  <a:cubicBezTo>
                    <a:pt x="3071" y="1955"/>
                    <a:pt x="3073" y="1956"/>
                    <a:pt x="3075" y="1957"/>
                  </a:cubicBezTo>
                  <a:moveTo>
                    <a:pt x="58" y="1941"/>
                  </a:moveTo>
                  <a:lnTo>
                    <a:pt x="59" y="1943"/>
                  </a:lnTo>
                  <a:cubicBezTo>
                    <a:pt x="59" y="1943"/>
                    <a:pt x="58" y="1942"/>
                    <a:pt x="58" y="1941"/>
                  </a:cubicBezTo>
                  <a:moveTo>
                    <a:pt x="72" y="1909"/>
                  </a:moveTo>
                  <a:lnTo>
                    <a:pt x="69" y="1919"/>
                  </a:lnTo>
                  <a:cubicBezTo>
                    <a:pt x="65" y="1915"/>
                    <a:pt x="62" y="1910"/>
                    <a:pt x="59" y="1906"/>
                  </a:cubicBezTo>
                  <a:cubicBezTo>
                    <a:pt x="59" y="1899"/>
                    <a:pt x="61" y="1891"/>
                    <a:pt x="63" y="1884"/>
                  </a:cubicBezTo>
                  <a:cubicBezTo>
                    <a:pt x="64" y="1880"/>
                    <a:pt x="66" y="1876"/>
                    <a:pt x="68" y="1871"/>
                  </a:cubicBezTo>
                  <a:cubicBezTo>
                    <a:pt x="72" y="1869"/>
                    <a:pt x="77" y="1867"/>
                    <a:pt x="82" y="1866"/>
                  </a:cubicBezTo>
                  <a:cubicBezTo>
                    <a:pt x="79" y="1880"/>
                    <a:pt x="75" y="1895"/>
                    <a:pt x="72" y="1909"/>
                  </a:cubicBezTo>
                  <a:moveTo>
                    <a:pt x="88" y="1826"/>
                  </a:moveTo>
                  <a:lnTo>
                    <a:pt x="85" y="1827"/>
                  </a:lnTo>
                  <a:cubicBezTo>
                    <a:pt x="87" y="1822"/>
                    <a:pt x="88" y="1817"/>
                    <a:pt x="90" y="1813"/>
                  </a:cubicBezTo>
                  <a:cubicBezTo>
                    <a:pt x="89" y="1817"/>
                    <a:pt x="89" y="1821"/>
                    <a:pt x="88" y="1826"/>
                  </a:cubicBezTo>
                  <a:moveTo>
                    <a:pt x="121" y="1960"/>
                  </a:moveTo>
                  <a:lnTo>
                    <a:pt x="116" y="1957"/>
                  </a:lnTo>
                  <a:cubicBezTo>
                    <a:pt x="113" y="1956"/>
                    <a:pt x="110" y="1955"/>
                    <a:pt x="107" y="1953"/>
                  </a:cubicBezTo>
                  <a:cubicBezTo>
                    <a:pt x="108" y="1953"/>
                    <a:pt x="108" y="1952"/>
                    <a:pt x="109" y="1951"/>
                  </a:cubicBezTo>
                  <a:cubicBezTo>
                    <a:pt x="115" y="1939"/>
                    <a:pt x="121" y="1927"/>
                    <a:pt x="124" y="1914"/>
                  </a:cubicBezTo>
                  <a:cubicBezTo>
                    <a:pt x="122" y="1929"/>
                    <a:pt x="121" y="1944"/>
                    <a:pt x="120" y="1960"/>
                  </a:cubicBezTo>
                  <a:lnTo>
                    <a:pt x="121" y="1960"/>
                  </a:lnTo>
                  <a:moveTo>
                    <a:pt x="1062" y="122"/>
                  </a:moveTo>
                  <a:cubicBezTo>
                    <a:pt x="1062" y="118"/>
                    <a:pt x="1062" y="114"/>
                    <a:pt x="1062" y="110"/>
                  </a:cubicBezTo>
                  <a:cubicBezTo>
                    <a:pt x="1062" y="85"/>
                    <a:pt x="1065" y="61"/>
                    <a:pt x="1071" y="38"/>
                  </a:cubicBezTo>
                  <a:cubicBezTo>
                    <a:pt x="1077" y="15"/>
                    <a:pt x="1072" y="38"/>
                    <a:pt x="1073" y="38"/>
                  </a:cubicBezTo>
                  <a:cubicBezTo>
                    <a:pt x="1098" y="36"/>
                    <a:pt x="1122" y="35"/>
                    <a:pt x="1147" y="35"/>
                  </a:cubicBezTo>
                  <a:cubicBezTo>
                    <a:pt x="1172" y="35"/>
                    <a:pt x="1197" y="36"/>
                    <a:pt x="1222" y="38"/>
                  </a:cubicBezTo>
                  <a:cubicBezTo>
                    <a:pt x="1216" y="50"/>
                    <a:pt x="1214" y="65"/>
                    <a:pt x="1223" y="73"/>
                  </a:cubicBezTo>
                  <a:lnTo>
                    <a:pt x="1224" y="73"/>
                  </a:lnTo>
                  <a:cubicBezTo>
                    <a:pt x="1224" y="74"/>
                    <a:pt x="1225" y="74"/>
                    <a:pt x="1226" y="74"/>
                  </a:cubicBezTo>
                  <a:cubicBezTo>
                    <a:pt x="1227" y="74"/>
                    <a:pt x="1227" y="74"/>
                    <a:pt x="1228" y="73"/>
                  </a:cubicBezTo>
                  <a:cubicBezTo>
                    <a:pt x="1232" y="71"/>
                    <a:pt x="1235" y="68"/>
                    <a:pt x="1237" y="64"/>
                  </a:cubicBezTo>
                  <a:cubicBezTo>
                    <a:pt x="1239" y="60"/>
                    <a:pt x="1241" y="56"/>
                    <a:pt x="1241" y="52"/>
                  </a:cubicBezTo>
                  <a:cubicBezTo>
                    <a:pt x="1241" y="47"/>
                    <a:pt x="1243" y="43"/>
                    <a:pt x="1244" y="39"/>
                  </a:cubicBezTo>
                  <a:cubicBezTo>
                    <a:pt x="1269" y="39"/>
                    <a:pt x="1293" y="40"/>
                    <a:pt x="1318" y="39"/>
                  </a:cubicBezTo>
                  <a:cubicBezTo>
                    <a:pt x="1409" y="33"/>
                    <a:pt x="1503" y="13"/>
                    <a:pt x="1596" y="30"/>
                  </a:cubicBezTo>
                  <a:cubicBezTo>
                    <a:pt x="1669" y="44"/>
                    <a:pt x="1740" y="76"/>
                    <a:pt x="1816" y="74"/>
                  </a:cubicBezTo>
                  <a:cubicBezTo>
                    <a:pt x="1824" y="74"/>
                    <a:pt x="1833" y="73"/>
                    <a:pt x="1842" y="72"/>
                  </a:cubicBezTo>
                  <a:cubicBezTo>
                    <a:pt x="1842" y="74"/>
                    <a:pt x="1842" y="75"/>
                    <a:pt x="1841" y="76"/>
                  </a:cubicBezTo>
                  <a:cubicBezTo>
                    <a:pt x="1840" y="79"/>
                    <a:pt x="1840" y="81"/>
                    <a:pt x="1840" y="83"/>
                  </a:cubicBezTo>
                  <a:cubicBezTo>
                    <a:pt x="1840" y="88"/>
                    <a:pt x="1841" y="93"/>
                    <a:pt x="1843" y="97"/>
                  </a:cubicBezTo>
                  <a:cubicBezTo>
                    <a:pt x="1846" y="103"/>
                    <a:pt x="1855" y="101"/>
                    <a:pt x="1856" y="96"/>
                  </a:cubicBezTo>
                  <a:cubicBezTo>
                    <a:pt x="1858" y="90"/>
                    <a:pt x="1859" y="84"/>
                    <a:pt x="1859" y="78"/>
                  </a:cubicBezTo>
                  <a:cubicBezTo>
                    <a:pt x="1859" y="75"/>
                    <a:pt x="1861" y="72"/>
                    <a:pt x="1862" y="69"/>
                  </a:cubicBezTo>
                  <a:cubicBezTo>
                    <a:pt x="1929" y="59"/>
                    <a:pt x="1992" y="33"/>
                    <a:pt x="2061" y="28"/>
                  </a:cubicBezTo>
                  <a:cubicBezTo>
                    <a:pt x="2063" y="28"/>
                    <a:pt x="2065" y="27"/>
                    <a:pt x="2067" y="26"/>
                  </a:cubicBezTo>
                  <a:cubicBezTo>
                    <a:pt x="2068" y="26"/>
                    <a:pt x="2070" y="24"/>
                    <a:pt x="2071" y="23"/>
                  </a:cubicBezTo>
                  <a:cubicBezTo>
                    <a:pt x="2072" y="41"/>
                    <a:pt x="2073" y="59"/>
                    <a:pt x="2073" y="77"/>
                  </a:cubicBezTo>
                  <a:cubicBezTo>
                    <a:pt x="2073" y="80"/>
                    <a:pt x="2073" y="84"/>
                    <a:pt x="2073" y="87"/>
                  </a:cubicBezTo>
                  <a:cubicBezTo>
                    <a:pt x="2071" y="133"/>
                    <a:pt x="2090" y="186"/>
                    <a:pt x="2066" y="229"/>
                  </a:cubicBezTo>
                  <a:lnTo>
                    <a:pt x="2064" y="229"/>
                  </a:lnTo>
                  <a:cubicBezTo>
                    <a:pt x="2064" y="228"/>
                    <a:pt x="2064" y="227"/>
                    <a:pt x="2064" y="227"/>
                  </a:cubicBezTo>
                  <a:cubicBezTo>
                    <a:pt x="2064" y="216"/>
                    <a:pt x="2062" y="206"/>
                    <a:pt x="2058" y="196"/>
                  </a:cubicBezTo>
                  <a:cubicBezTo>
                    <a:pt x="2055" y="190"/>
                    <a:pt x="2053" y="184"/>
                    <a:pt x="2051" y="178"/>
                  </a:cubicBezTo>
                  <a:cubicBezTo>
                    <a:pt x="2046" y="158"/>
                    <a:pt x="2043" y="138"/>
                    <a:pt x="2043" y="118"/>
                  </a:cubicBezTo>
                  <a:cubicBezTo>
                    <a:pt x="2043" y="115"/>
                    <a:pt x="2043" y="112"/>
                    <a:pt x="2043" y="109"/>
                  </a:cubicBezTo>
                  <a:cubicBezTo>
                    <a:pt x="2043" y="108"/>
                    <a:pt x="2043" y="108"/>
                    <a:pt x="2043" y="107"/>
                  </a:cubicBezTo>
                  <a:cubicBezTo>
                    <a:pt x="2043" y="107"/>
                    <a:pt x="2042" y="107"/>
                    <a:pt x="2042" y="106"/>
                  </a:cubicBezTo>
                  <a:lnTo>
                    <a:pt x="2041" y="106"/>
                  </a:lnTo>
                  <a:cubicBezTo>
                    <a:pt x="2040" y="106"/>
                    <a:pt x="2040" y="106"/>
                    <a:pt x="2040" y="106"/>
                  </a:cubicBezTo>
                  <a:cubicBezTo>
                    <a:pt x="2039" y="107"/>
                    <a:pt x="2039" y="107"/>
                    <a:pt x="2039" y="107"/>
                  </a:cubicBezTo>
                  <a:cubicBezTo>
                    <a:pt x="2038" y="108"/>
                    <a:pt x="2038" y="108"/>
                    <a:pt x="2038" y="109"/>
                  </a:cubicBezTo>
                  <a:cubicBezTo>
                    <a:pt x="2038" y="122"/>
                    <a:pt x="2038" y="136"/>
                    <a:pt x="2037" y="150"/>
                  </a:cubicBezTo>
                  <a:cubicBezTo>
                    <a:pt x="2035" y="160"/>
                    <a:pt x="2033" y="171"/>
                    <a:pt x="2033" y="181"/>
                  </a:cubicBezTo>
                  <a:cubicBezTo>
                    <a:pt x="2033" y="195"/>
                    <a:pt x="2031" y="208"/>
                    <a:pt x="2029" y="221"/>
                  </a:cubicBezTo>
                  <a:cubicBezTo>
                    <a:pt x="2026" y="214"/>
                    <a:pt x="2024" y="208"/>
                    <a:pt x="2023" y="201"/>
                  </a:cubicBezTo>
                  <a:cubicBezTo>
                    <a:pt x="2023" y="200"/>
                    <a:pt x="2023" y="199"/>
                    <a:pt x="2022" y="198"/>
                  </a:cubicBezTo>
                  <a:cubicBezTo>
                    <a:pt x="2021" y="197"/>
                    <a:pt x="2020" y="196"/>
                    <a:pt x="2019" y="195"/>
                  </a:cubicBezTo>
                  <a:cubicBezTo>
                    <a:pt x="2018" y="194"/>
                    <a:pt x="2016" y="194"/>
                    <a:pt x="2015" y="194"/>
                  </a:cubicBezTo>
                  <a:cubicBezTo>
                    <a:pt x="2014" y="194"/>
                    <a:pt x="2012" y="194"/>
                    <a:pt x="2011" y="195"/>
                  </a:cubicBezTo>
                  <a:cubicBezTo>
                    <a:pt x="2010" y="196"/>
                    <a:pt x="2009" y="197"/>
                    <a:pt x="2008" y="198"/>
                  </a:cubicBezTo>
                  <a:cubicBezTo>
                    <a:pt x="2007" y="199"/>
                    <a:pt x="2007" y="200"/>
                    <a:pt x="2007" y="201"/>
                  </a:cubicBezTo>
                  <a:cubicBezTo>
                    <a:pt x="2006" y="206"/>
                    <a:pt x="2006" y="211"/>
                    <a:pt x="2006" y="216"/>
                  </a:cubicBezTo>
                  <a:cubicBezTo>
                    <a:pt x="2006" y="225"/>
                    <a:pt x="2007" y="233"/>
                    <a:pt x="2009" y="240"/>
                  </a:cubicBezTo>
                  <a:cubicBezTo>
                    <a:pt x="2009" y="237"/>
                    <a:pt x="2006" y="235"/>
                    <a:pt x="2005" y="231"/>
                  </a:cubicBezTo>
                  <a:cubicBezTo>
                    <a:pt x="2003" y="220"/>
                    <a:pt x="2001" y="208"/>
                    <a:pt x="1999" y="197"/>
                  </a:cubicBezTo>
                  <a:cubicBezTo>
                    <a:pt x="1999" y="196"/>
                    <a:pt x="1999" y="195"/>
                    <a:pt x="1999" y="195"/>
                  </a:cubicBezTo>
                  <a:cubicBezTo>
                    <a:pt x="1998" y="194"/>
                    <a:pt x="1998" y="194"/>
                    <a:pt x="1997" y="193"/>
                  </a:cubicBezTo>
                  <a:cubicBezTo>
                    <a:pt x="1996" y="192"/>
                    <a:pt x="1996" y="193"/>
                    <a:pt x="1995" y="193"/>
                  </a:cubicBezTo>
                  <a:cubicBezTo>
                    <a:pt x="1994" y="193"/>
                    <a:pt x="1993" y="193"/>
                    <a:pt x="1993" y="193"/>
                  </a:cubicBezTo>
                  <a:cubicBezTo>
                    <a:pt x="1992" y="194"/>
                    <a:pt x="1992" y="194"/>
                    <a:pt x="1991" y="195"/>
                  </a:cubicBezTo>
                  <a:cubicBezTo>
                    <a:pt x="1991" y="195"/>
                    <a:pt x="1991" y="196"/>
                    <a:pt x="1991" y="197"/>
                  </a:cubicBezTo>
                  <a:cubicBezTo>
                    <a:pt x="1988" y="208"/>
                    <a:pt x="1986" y="219"/>
                    <a:pt x="1984" y="230"/>
                  </a:cubicBezTo>
                  <a:cubicBezTo>
                    <a:pt x="1984" y="230"/>
                    <a:pt x="1985" y="230"/>
                    <a:pt x="1984" y="229"/>
                  </a:cubicBezTo>
                  <a:cubicBezTo>
                    <a:pt x="1983" y="228"/>
                    <a:pt x="1983" y="228"/>
                    <a:pt x="1983" y="227"/>
                  </a:cubicBezTo>
                  <a:cubicBezTo>
                    <a:pt x="1980" y="221"/>
                    <a:pt x="1979" y="214"/>
                    <a:pt x="1978" y="207"/>
                  </a:cubicBezTo>
                  <a:cubicBezTo>
                    <a:pt x="1976" y="196"/>
                    <a:pt x="1976" y="184"/>
                    <a:pt x="1975" y="172"/>
                  </a:cubicBezTo>
                  <a:cubicBezTo>
                    <a:pt x="1975" y="167"/>
                    <a:pt x="1968" y="167"/>
                    <a:pt x="1968" y="172"/>
                  </a:cubicBezTo>
                  <a:cubicBezTo>
                    <a:pt x="1965" y="189"/>
                    <a:pt x="1964" y="206"/>
                    <a:pt x="1964" y="223"/>
                  </a:cubicBezTo>
                  <a:cubicBezTo>
                    <a:pt x="1964" y="224"/>
                    <a:pt x="1964" y="225"/>
                    <a:pt x="1964" y="225"/>
                  </a:cubicBezTo>
                  <a:cubicBezTo>
                    <a:pt x="1964" y="231"/>
                    <a:pt x="1966" y="236"/>
                    <a:pt x="1969" y="241"/>
                  </a:cubicBezTo>
                  <a:lnTo>
                    <a:pt x="1962" y="241"/>
                  </a:lnTo>
                  <a:cubicBezTo>
                    <a:pt x="1961" y="240"/>
                    <a:pt x="1961" y="239"/>
                    <a:pt x="1960" y="238"/>
                  </a:cubicBezTo>
                  <a:cubicBezTo>
                    <a:pt x="1959" y="237"/>
                    <a:pt x="1959" y="235"/>
                    <a:pt x="1957" y="235"/>
                  </a:cubicBezTo>
                  <a:cubicBezTo>
                    <a:pt x="1956" y="233"/>
                    <a:pt x="1955" y="232"/>
                    <a:pt x="1954" y="230"/>
                  </a:cubicBezTo>
                  <a:cubicBezTo>
                    <a:pt x="1953" y="228"/>
                    <a:pt x="1952" y="227"/>
                    <a:pt x="1952" y="225"/>
                  </a:cubicBezTo>
                  <a:cubicBezTo>
                    <a:pt x="1950" y="222"/>
                    <a:pt x="1950" y="218"/>
                    <a:pt x="1949" y="214"/>
                  </a:cubicBezTo>
                  <a:cubicBezTo>
                    <a:pt x="1947" y="211"/>
                    <a:pt x="1946" y="208"/>
                    <a:pt x="1945" y="204"/>
                  </a:cubicBezTo>
                  <a:cubicBezTo>
                    <a:pt x="1945" y="200"/>
                    <a:pt x="1937" y="198"/>
                    <a:pt x="1937" y="204"/>
                  </a:cubicBezTo>
                  <a:cubicBezTo>
                    <a:pt x="1936" y="210"/>
                    <a:pt x="1937" y="211"/>
                    <a:pt x="1937" y="214"/>
                  </a:cubicBezTo>
                  <a:cubicBezTo>
                    <a:pt x="1937" y="216"/>
                    <a:pt x="1934" y="224"/>
                    <a:pt x="1934" y="229"/>
                  </a:cubicBezTo>
                  <a:cubicBezTo>
                    <a:pt x="1934" y="233"/>
                    <a:pt x="1935" y="237"/>
                    <a:pt x="1937" y="240"/>
                  </a:cubicBezTo>
                  <a:lnTo>
                    <a:pt x="1923" y="238"/>
                  </a:lnTo>
                  <a:cubicBezTo>
                    <a:pt x="1920" y="227"/>
                    <a:pt x="1918" y="214"/>
                    <a:pt x="1918" y="202"/>
                  </a:cubicBezTo>
                  <a:cubicBezTo>
                    <a:pt x="1918" y="199"/>
                    <a:pt x="1918" y="196"/>
                    <a:pt x="1918" y="193"/>
                  </a:cubicBezTo>
                  <a:cubicBezTo>
                    <a:pt x="1918" y="189"/>
                    <a:pt x="1913" y="187"/>
                    <a:pt x="1911" y="191"/>
                  </a:cubicBezTo>
                  <a:cubicBezTo>
                    <a:pt x="1907" y="205"/>
                    <a:pt x="1905" y="220"/>
                    <a:pt x="1904" y="235"/>
                  </a:cubicBezTo>
                  <a:cubicBezTo>
                    <a:pt x="1900" y="233"/>
                    <a:pt x="1898" y="217"/>
                    <a:pt x="1897" y="212"/>
                  </a:cubicBezTo>
                  <a:cubicBezTo>
                    <a:pt x="1896" y="202"/>
                    <a:pt x="1894" y="194"/>
                    <a:pt x="1892" y="184"/>
                  </a:cubicBezTo>
                  <a:cubicBezTo>
                    <a:pt x="1892" y="184"/>
                    <a:pt x="1892" y="183"/>
                    <a:pt x="1891" y="183"/>
                  </a:cubicBezTo>
                  <a:lnTo>
                    <a:pt x="1890" y="183"/>
                  </a:lnTo>
                  <a:lnTo>
                    <a:pt x="1889" y="183"/>
                  </a:lnTo>
                  <a:lnTo>
                    <a:pt x="1888" y="184"/>
                  </a:lnTo>
                  <a:cubicBezTo>
                    <a:pt x="1886" y="194"/>
                    <a:pt x="1880" y="211"/>
                    <a:pt x="1879" y="226"/>
                  </a:cubicBezTo>
                  <a:cubicBezTo>
                    <a:pt x="1870" y="224"/>
                    <a:pt x="1867" y="185"/>
                    <a:pt x="1867" y="178"/>
                  </a:cubicBezTo>
                  <a:cubicBezTo>
                    <a:pt x="1867" y="176"/>
                    <a:pt x="1867" y="175"/>
                    <a:pt x="1867" y="173"/>
                  </a:cubicBezTo>
                  <a:cubicBezTo>
                    <a:pt x="1867" y="159"/>
                    <a:pt x="1866" y="146"/>
                    <a:pt x="1864" y="133"/>
                  </a:cubicBezTo>
                  <a:cubicBezTo>
                    <a:pt x="1864" y="132"/>
                    <a:pt x="1864" y="132"/>
                    <a:pt x="1864" y="132"/>
                  </a:cubicBezTo>
                  <a:cubicBezTo>
                    <a:pt x="1863" y="131"/>
                    <a:pt x="1863" y="131"/>
                    <a:pt x="1863" y="131"/>
                  </a:cubicBezTo>
                  <a:cubicBezTo>
                    <a:pt x="1862" y="130"/>
                    <a:pt x="1862" y="130"/>
                    <a:pt x="1862" y="130"/>
                  </a:cubicBezTo>
                  <a:cubicBezTo>
                    <a:pt x="1861" y="130"/>
                    <a:pt x="1861" y="130"/>
                    <a:pt x="1860" y="131"/>
                  </a:cubicBezTo>
                  <a:cubicBezTo>
                    <a:pt x="1860" y="131"/>
                    <a:pt x="1861" y="131"/>
                    <a:pt x="1860" y="132"/>
                  </a:cubicBezTo>
                  <a:cubicBezTo>
                    <a:pt x="1859" y="133"/>
                    <a:pt x="1859" y="132"/>
                    <a:pt x="1859" y="133"/>
                  </a:cubicBezTo>
                  <a:cubicBezTo>
                    <a:pt x="1858" y="141"/>
                    <a:pt x="1853" y="148"/>
                    <a:pt x="1853" y="156"/>
                  </a:cubicBezTo>
                  <a:cubicBezTo>
                    <a:pt x="1852" y="165"/>
                    <a:pt x="1852" y="175"/>
                    <a:pt x="1852" y="184"/>
                  </a:cubicBezTo>
                  <a:cubicBezTo>
                    <a:pt x="1852" y="193"/>
                    <a:pt x="1852" y="203"/>
                    <a:pt x="1853" y="212"/>
                  </a:cubicBezTo>
                  <a:cubicBezTo>
                    <a:pt x="1853" y="218"/>
                    <a:pt x="1854" y="224"/>
                    <a:pt x="1856" y="230"/>
                  </a:cubicBezTo>
                  <a:lnTo>
                    <a:pt x="1838" y="230"/>
                  </a:lnTo>
                  <a:cubicBezTo>
                    <a:pt x="1838" y="229"/>
                    <a:pt x="1838" y="229"/>
                    <a:pt x="1838" y="229"/>
                  </a:cubicBezTo>
                  <a:cubicBezTo>
                    <a:pt x="1837" y="227"/>
                    <a:pt x="1835" y="226"/>
                    <a:pt x="1834" y="225"/>
                  </a:cubicBezTo>
                  <a:cubicBezTo>
                    <a:pt x="1833" y="224"/>
                    <a:pt x="1832" y="224"/>
                    <a:pt x="1831" y="223"/>
                  </a:cubicBezTo>
                  <a:cubicBezTo>
                    <a:pt x="1833" y="223"/>
                    <a:pt x="1832" y="223"/>
                    <a:pt x="1831" y="219"/>
                  </a:cubicBezTo>
                  <a:lnTo>
                    <a:pt x="1826" y="204"/>
                  </a:lnTo>
                  <a:cubicBezTo>
                    <a:pt x="1825" y="201"/>
                    <a:pt x="1822" y="198"/>
                    <a:pt x="1821" y="194"/>
                  </a:cubicBezTo>
                  <a:cubicBezTo>
                    <a:pt x="1821" y="193"/>
                    <a:pt x="1821" y="193"/>
                    <a:pt x="1820" y="192"/>
                  </a:cubicBezTo>
                  <a:cubicBezTo>
                    <a:pt x="1819" y="191"/>
                    <a:pt x="1818" y="192"/>
                    <a:pt x="1818" y="192"/>
                  </a:cubicBezTo>
                  <a:cubicBezTo>
                    <a:pt x="1817" y="192"/>
                    <a:pt x="1816" y="192"/>
                    <a:pt x="1816" y="192"/>
                  </a:cubicBezTo>
                  <a:cubicBezTo>
                    <a:pt x="1815" y="193"/>
                    <a:pt x="1816" y="193"/>
                    <a:pt x="1815" y="194"/>
                  </a:cubicBezTo>
                  <a:cubicBezTo>
                    <a:pt x="1814" y="195"/>
                    <a:pt x="1814" y="194"/>
                    <a:pt x="1814" y="194"/>
                  </a:cubicBezTo>
                  <a:cubicBezTo>
                    <a:pt x="1814" y="195"/>
                    <a:pt x="1814" y="196"/>
                    <a:pt x="1813" y="197"/>
                  </a:cubicBezTo>
                  <a:cubicBezTo>
                    <a:pt x="1813" y="197"/>
                    <a:pt x="1812" y="198"/>
                    <a:pt x="1812" y="199"/>
                  </a:cubicBezTo>
                  <a:cubicBezTo>
                    <a:pt x="1811" y="199"/>
                    <a:pt x="1811" y="200"/>
                    <a:pt x="1810" y="201"/>
                  </a:cubicBezTo>
                  <a:cubicBezTo>
                    <a:pt x="1809" y="203"/>
                    <a:pt x="1808" y="205"/>
                    <a:pt x="1808" y="208"/>
                  </a:cubicBezTo>
                  <a:cubicBezTo>
                    <a:pt x="1806" y="213"/>
                    <a:pt x="1805" y="218"/>
                    <a:pt x="1805" y="223"/>
                  </a:cubicBezTo>
                  <a:cubicBezTo>
                    <a:pt x="1805" y="225"/>
                    <a:pt x="1805" y="227"/>
                    <a:pt x="1805" y="229"/>
                  </a:cubicBezTo>
                  <a:lnTo>
                    <a:pt x="1799" y="229"/>
                  </a:lnTo>
                  <a:cubicBezTo>
                    <a:pt x="1799" y="227"/>
                    <a:pt x="1799" y="226"/>
                    <a:pt x="1799" y="225"/>
                  </a:cubicBezTo>
                  <a:cubicBezTo>
                    <a:pt x="1798" y="210"/>
                    <a:pt x="1797" y="195"/>
                    <a:pt x="1795" y="180"/>
                  </a:cubicBezTo>
                  <a:cubicBezTo>
                    <a:pt x="1795" y="177"/>
                    <a:pt x="1790" y="177"/>
                    <a:pt x="1790" y="180"/>
                  </a:cubicBezTo>
                  <a:cubicBezTo>
                    <a:pt x="1789" y="195"/>
                    <a:pt x="1788" y="210"/>
                    <a:pt x="1786" y="225"/>
                  </a:cubicBezTo>
                  <a:cubicBezTo>
                    <a:pt x="1786" y="226"/>
                    <a:pt x="1786" y="228"/>
                    <a:pt x="1786" y="229"/>
                  </a:cubicBezTo>
                  <a:lnTo>
                    <a:pt x="1780" y="229"/>
                  </a:lnTo>
                  <a:cubicBezTo>
                    <a:pt x="1780" y="226"/>
                    <a:pt x="1780" y="223"/>
                    <a:pt x="1779" y="220"/>
                  </a:cubicBezTo>
                  <a:cubicBezTo>
                    <a:pt x="1779" y="216"/>
                    <a:pt x="1776" y="213"/>
                    <a:pt x="1775" y="209"/>
                  </a:cubicBezTo>
                  <a:cubicBezTo>
                    <a:pt x="1774" y="204"/>
                    <a:pt x="1773" y="198"/>
                    <a:pt x="1773" y="192"/>
                  </a:cubicBezTo>
                  <a:lnTo>
                    <a:pt x="1773" y="191"/>
                  </a:lnTo>
                  <a:cubicBezTo>
                    <a:pt x="1773" y="186"/>
                    <a:pt x="1767" y="185"/>
                    <a:pt x="1766" y="191"/>
                  </a:cubicBezTo>
                  <a:cubicBezTo>
                    <a:pt x="1764" y="200"/>
                    <a:pt x="1763" y="209"/>
                    <a:pt x="1763" y="219"/>
                  </a:cubicBezTo>
                  <a:cubicBezTo>
                    <a:pt x="1763" y="222"/>
                    <a:pt x="1765" y="226"/>
                    <a:pt x="1765" y="230"/>
                  </a:cubicBezTo>
                  <a:lnTo>
                    <a:pt x="1755" y="230"/>
                  </a:lnTo>
                  <a:cubicBezTo>
                    <a:pt x="1755" y="223"/>
                    <a:pt x="1754" y="215"/>
                    <a:pt x="1753" y="208"/>
                  </a:cubicBezTo>
                  <a:cubicBezTo>
                    <a:pt x="1753" y="197"/>
                    <a:pt x="1751" y="186"/>
                    <a:pt x="1750" y="175"/>
                  </a:cubicBezTo>
                  <a:cubicBezTo>
                    <a:pt x="1749" y="175"/>
                    <a:pt x="1749" y="174"/>
                    <a:pt x="1749" y="174"/>
                  </a:cubicBezTo>
                  <a:cubicBezTo>
                    <a:pt x="1749" y="174"/>
                    <a:pt x="1749" y="173"/>
                    <a:pt x="1748" y="173"/>
                  </a:cubicBezTo>
                  <a:lnTo>
                    <a:pt x="1747" y="173"/>
                  </a:lnTo>
                  <a:cubicBezTo>
                    <a:pt x="1746" y="173"/>
                    <a:pt x="1746" y="173"/>
                    <a:pt x="1745" y="173"/>
                  </a:cubicBezTo>
                  <a:lnTo>
                    <a:pt x="1744" y="174"/>
                  </a:lnTo>
                  <a:lnTo>
                    <a:pt x="1744" y="175"/>
                  </a:lnTo>
                  <a:cubicBezTo>
                    <a:pt x="1744" y="186"/>
                    <a:pt x="1746" y="196"/>
                    <a:pt x="1745" y="208"/>
                  </a:cubicBezTo>
                  <a:cubicBezTo>
                    <a:pt x="1745" y="215"/>
                    <a:pt x="1744" y="222"/>
                    <a:pt x="1744" y="229"/>
                  </a:cubicBezTo>
                  <a:lnTo>
                    <a:pt x="1726" y="229"/>
                  </a:lnTo>
                  <a:cubicBezTo>
                    <a:pt x="1726" y="219"/>
                    <a:pt x="1725" y="208"/>
                    <a:pt x="1725" y="197"/>
                  </a:cubicBezTo>
                  <a:cubicBezTo>
                    <a:pt x="1725" y="191"/>
                    <a:pt x="1717" y="192"/>
                    <a:pt x="1717" y="197"/>
                  </a:cubicBezTo>
                  <a:cubicBezTo>
                    <a:pt x="1717" y="206"/>
                    <a:pt x="1717" y="216"/>
                    <a:pt x="1715" y="226"/>
                  </a:cubicBezTo>
                  <a:lnTo>
                    <a:pt x="1715" y="229"/>
                  </a:lnTo>
                  <a:lnTo>
                    <a:pt x="1700" y="231"/>
                  </a:lnTo>
                  <a:cubicBezTo>
                    <a:pt x="1700" y="224"/>
                    <a:pt x="1700" y="216"/>
                    <a:pt x="1700" y="209"/>
                  </a:cubicBezTo>
                  <a:cubicBezTo>
                    <a:pt x="1700" y="197"/>
                    <a:pt x="1696" y="185"/>
                    <a:pt x="1696" y="173"/>
                  </a:cubicBezTo>
                  <a:cubicBezTo>
                    <a:pt x="1696" y="169"/>
                    <a:pt x="1690" y="169"/>
                    <a:pt x="1690" y="173"/>
                  </a:cubicBezTo>
                  <a:cubicBezTo>
                    <a:pt x="1690" y="185"/>
                    <a:pt x="1692" y="197"/>
                    <a:pt x="1692" y="209"/>
                  </a:cubicBezTo>
                  <a:cubicBezTo>
                    <a:pt x="1692" y="217"/>
                    <a:pt x="1692" y="225"/>
                    <a:pt x="1692" y="232"/>
                  </a:cubicBezTo>
                  <a:lnTo>
                    <a:pt x="1675" y="234"/>
                  </a:lnTo>
                  <a:cubicBezTo>
                    <a:pt x="1675" y="229"/>
                    <a:pt x="1674" y="223"/>
                    <a:pt x="1673" y="218"/>
                  </a:cubicBezTo>
                  <a:cubicBezTo>
                    <a:pt x="1673" y="214"/>
                    <a:pt x="1672" y="211"/>
                    <a:pt x="1671" y="208"/>
                  </a:cubicBezTo>
                  <a:cubicBezTo>
                    <a:pt x="1670" y="207"/>
                    <a:pt x="1669" y="206"/>
                    <a:pt x="1668" y="204"/>
                  </a:cubicBezTo>
                  <a:cubicBezTo>
                    <a:pt x="1665" y="202"/>
                    <a:pt x="1659" y="205"/>
                    <a:pt x="1662" y="209"/>
                  </a:cubicBezTo>
                  <a:cubicBezTo>
                    <a:pt x="1665" y="212"/>
                    <a:pt x="1662" y="224"/>
                    <a:pt x="1662" y="230"/>
                  </a:cubicBezTo>
                  <a:cubicBezTo>
                    <a:pt x="1662" y="232"/>
                    <a:pt x="1662" y="234"/>
                    <a:pt x="1662" y="236"/>
                  </a:cubicBezTo>
                  <a:lnTo>
                    <a:pt x="1646" y="238"/>
                  </a:lnTo>
                  <a:cubicBezTo>
                    <a:pt x="1646" y="232"/>
                    <a:pt x="1646" y="226"/>
                    <a:pt x="1646" y="219"/>
                  </a:cubicBezTo>
                  <a:cubicBezTo>
                    <a:pt x="1646" y="207"/>
                    <a:pt x="1646" y="195"/>
                    <a:pt x="1645" y="183"/>
                  </a:cubicBezTo>
                  <a:cubicBezTo>
                    <a:pt x="1645" y="179"/>
                    <a:pt x="1639" y="179"/>
                    <a:pt x="1638" y="183"/>
                  </a:cubicBezTo>
                  <a:cubicBezTo>
                    <a:pt x="1638" y="195"/>
                    <a:pt x="1638" y="207"/>
                    <a:pt x="1637" y="219"/>
                  </a:cubicBezTo>
                  <a:cubicBezTo>
                    <a:pt x="1637" y="226"/>
                    <a:pt x="1637" y="233"/>
                    <a:pt x="1637" y="240"/>
                  </a:cubicBezTo>
                  <a:lnTo>
                    <a:pt x="1629" y="242"/>
                  </a:lnTo>
                  <a:lnTo>
                    <a:pt x="1614" y="244"/>
                  </a:lnTo>
                  <a:cubicBezTo>
                    <a:pt x="1614" y="232"/>
                    <a:pt x="1612" y="219"/>
                    <a:pt x="1611" y="207"/>
                  </a:cubicBezTo>
                  <a:cubicBezTo>
                    <a:pt x="1611" y="206"/>
                    <a:pt x="1611" y="206"/>
                    <a:pt x="1611" y="206"/>
                  </a:cubicBezTo>
                  <a:cubicBezTo>
                    <a:pt x="1611" y="205"/>
                    <a:pt x="1610" y="205"/>
                    <a:pt x="1610" y="205"/>
                  </a:cubicBezTo>
                  <a:cubicBezTo>
                    <a:pt x="1609" y="204"/>
                    <a:pt x="1609" y="204"/>
                    <a:pt x="1609" y="204"/>
                  </a:cubicBezTo>
                  <a:cubicBezTo>
                    <a:pt x="1608" y="204"/>
                    <a:pt x="1608" y="204"/>
                    <a:pt x="1607" y="205"/>
                  </a:cubicBezTo>
                  <a:cubicBezTo>
                    <a:pt x="1607" y="205"/>
                    <a:pt x="1608" y="205"/>
                    <a:pt x="1607" y="206"/>
                  </a:cubicBezTo>
                  <a:cubicBezTo>
                    <a:pt x="1606" y="207"/>
                    <a:pt x="1606" y="206"/>
                    <a:pt x="1606" y="207"/>
                  </a:cubicBezTo>
                  <a:cubicBezTo>
                    <a:pt x="1606" y="219"/>
                    <a:pt x="1603" y="233"/>
                    <a:pt x="1603" y="246"/>
                  </a:cubicBezTo>
                  <a:lnTo>
                    <a:pt x="1586" y="248"/>
                  </a:lnTo>
                  <a:cubicBezTo>
                    <a:pt x="1586" y="235"/>
                    <a:pt x="1582" y="221"/>
                    <a:pt x="1580" y="208"/>
                  </a:cubicBezTo>
                  <a:cubicBezTo>
                    <a:pt x="1580" y="207"/>
                    <a:pt x="1581" y="207"/>
                    <a:pt x="1580" y="206"/>
                  </a:cubicBezTo>
                  <a:cubicBezTo>
                    <a:pt x="1579" y="205"/>
                    <a:pt x="1580" y="206"/>
                    <a:pt x="1579" y="205"/>
                  </a:cubicBezTo>
                  <a:cubicBezTo>
                    <a:pt x="1578" y="204"/>
                    <a:pt x="1578" y="205"/>
                    <a:pt x="1578" y="205"/>
                  </a:cubicBezTo>
                  <a:cubicBezTo>
                    <a:pt x="1577" y="205"/>
                    <a:pt x="1577" y="204"/>
                    <a:pt x="1576" y="205"/>
                  </a:cubicBezTo>
                  <a:cubicBezTo>
                    <a:pt x="1575" y="206"/>
                    <a:pt x="1576" y="205"/>
                    <a:pt x="1575" y="206"/>
                  </a:cubicBezTo>
                  <a:cubicBezTo>
                    <a:pt x="1574" y="207"/>
                    <a:pt x="1575" y="207"/>
                    <a:pt x="1575" y="208"/>
                  </a:cubicBezTo>
                  <a:cubicBezTo>
                    <a:pt x="1575" y="216"/>
                    <a:pt x="1575" y="224"/>
                    <a:pt x="1575" y="232"/>
                  </a:cubicBezTo>
                  <a:cubicBezTo>
                    <a:pt x="1575" y="235"/>
                    <a:pt x="1575" y="237"/>
                    <a:pt x="1575" y="240"/>
                  </a:cubicBezTo>
                  <a:cubicBezTo>
                    <a:pt x="1575" y="242"/>
                    <a:pt x="1575" y="246"/>
                    <a:pt x="1575" y="249"/>
                  </a:cubicBezTo>
                  <a:lnTo>
                    <a:pt x="1559" y="249"/>
                  </a:lnTo>
                  <a:cubicBezTo>
                    <a:pt x="1559" y="238"/>
                    <a:pt x="1556" y="227"/>
                    <a:pt x="1556" y="216"/>
                  </a:cubicBezTo>
                  <a:cubicBezTo>
                    <a:pt x="1555" y="205"/>
                    <a:pt x="1553" y="191"/>
                    <a:pt x="1552" y="177"/>
                  </a:cubicBezTo>
                  <a:cubicBezTo>
                    <a:pt x="1552" y="173"/>
                    <a:pt x="1546" y="174"/>
                    <a:pt x="1546" y="177"/>
                  </a:cubicBezTo>
                  <a:cubicBezTo>
                    <a:pt x="1546" y="190"/>
                    <a:pt x="1548" y="202"/>
                    <a:pt x="1548" y="216"/>
                  </a:cubicBezTo>
                  <a:cubicBezTo>
                    <a:pt x="1547" y="230"/>
                    <a:pt x="1548" y="238"/>
                    <a:pt x="1549" y="248"/>
                  </a:cubicBezTo>
                  <a:lnTo>
                    <a:pt x="1535" y="248"/>
                  </a:lnTo>
                  <a:cubicBezTo>
                    <a:pt x="1534" y="244"/>
                    <a:pt x="1533" y="240"/>
                    <a:pt x="1533" y="236"/>
                  </a:cubicBezTo>
                  <a:cubicBezTo>
                    <a:pt x="1533" y="235"/>
                    <a:pt x="1533" y="234"/>
                    <a:pt x="1533" y="233"/>
                  </a:cubicBezTo>
                  <a:cubicBezTo>
                    <a:pt x="1533" y="222"/>
                    <a:pt x="1532" y="211"/>
                    <a:pt x="1529" y="199"/>
                  </a:cubicBezTo>
                  <a:cubicBezTo>
                    <a:pt x="1529" y="199"/>
                    <a:pt x="1530" y="199"/>
                    <a:pt x="1529" y="198"/>
                  </a:cubicBezTo>
                  <a:cubicBezTo>
                    <a:pt x="1528" y="197"/>
                    <a:pt x="1529" y="198"/>
                    <a:pt x="1528" y="197"/>
                  </a:cubicBezTo>
                  <a:cubicBezTo>
                    <a:pt x="1527" y="196"/>
                    <a:pt x="1526" y="197"/>
                    <a:pt x="1526" y="197"/>
                  </a:cubicBezTo>
                  <a:cubicBezTo>
                    <a:pt x="1525" y="197"/>
                    <a:pt x="1525" y="196"/>
                    <a:pt x="1524" y="197"/>
                  </a:cubicBezTo>
                  <a:cubicBezTo>
                    <a:pt x="1523" y="198"/>
                    <a:pt x="1523" y="198"/>
                    <a:pt x="1523" y="198"/>
                  </a:cubicBezTo>
                  <a:cubicBezTo>
                    <a:pt x="1523" y="199"/>
                    <a:pt x="1523" y="199"/>
                    <a:pt x="1523" y="199"/>
                  </a:cubicBezTo>
                  <a:cubicBezTo>
                    <a:pt x="1520" y="210"/>
                    <a:pt x="1518" y="221"/>
                    <a:pt x="1518" y="232"/>
                  </a:cubicBezTo>
                  <a:cubicBezTo>
                    <a:pt x="1518" y="237"/>
                    <a:pt x="1518" y="243"/>
                    <a:pt x="1519" y="249"/>
                  </a:cubicBezTo>
                  <a:lnTo>
                    <a:pt x="1508" y="249"/>
                  </a:lnTo>
                  <a:cubicBezTo>
                    <a:pt x="1508" y="246"/>
                    <a:pt x="1508" y="243"/>
                    <a:pt x="1508" y="241"/>
                  </a:cubicBezTo>
                  <a:cubicBezTo>
                    <a:pt x="1507" y="231"/>
                    <a:pt x="1506" y="221"/>
                    <a:pt x="1503" y="212"/>
                  </a:cubicBezTo>
                  <a:cubicBezTo>
                    <a:pt x="1502" y="199"/>
                    <a:pt x="1497" y="186"/>
                    <a:pt x="1491" y="174"/>
                  </a:cubicBezTo>
                  <a:cubicBezTo>
                    <a:pt x="1490" y="173"/>
                    <a:pt x="1489" y="171"/>
                    <a:pt x="1488" y="170"/>
                  </a:cubicBezTo>
                  <a:cubicBezTo>
                    <a:pt x="1486" y="168"/>
                    <a:pt x="1483" y="171"/>
                    <a:pt x="1484" y="174"/>
                  </a:cubicBezTo>
                  <a:cubicBezTo>
                    <a:pt x="1486" y="178"/>
                    <a:pt x="1488" y="183"/>
                    <a:pt x="1488" y="188"/>
                  </a:cubicBezTo>
                  <a:cubicBezTo>
                    <a:pt x="1488" y="190"/>
                    <a:pt x="1487" y="193"/>
                    <a:pt x="1487" y="195"/>
                  </a:cubicBezTo>
                  <a:cubicBezTo>
                    <a:pt x="1488" y="206"/>
                    <a:pt x="1490" y="217"/>
                    <a:pt x="1493" y="227"/>
                  </a:cubicBezTo>
                  <a:cubicBezTo>
                    <a:pt x="1493" y="232"/>
                    <a:pt x="1493" y="241"/>
                    <a:pt x="1494" y="249"/>
                  </a:cubicBezTo>
                  <a:lnTo>
                    <a:pt x="1469" y="249"/>
                  </a:lnTo>
                  <a:cubicBezTo>
                    <a:pt x="1467" y="232"/>
                    <a:pt x="1465" y="215"/>
                    <a:pt x="1461" y="198"/>
                  </a:cubicBezTo>
                  <a:cubicBezTo>
                    <a:pt x="1461" y="198"/>
                    <a:pt x="1461" y="197"/>
                    <a:pt x="1461" y="196"/>
                  </a:cubicBezTo>
                  <a:lnTo>
                    <a:pt x="1460" y="195"/>
                  </a:lnTo>
                  <a:cubicBezTo>
                    <a:pt x="1459" y="195"/>
                    <a:pt x="1459" y="195"/>
                    <a:pt x="1458" y="195"/>
                  </a:cubicBezTo>
                  <a:cubicBezTo>
                    <a:pt x="1457" y="195"/>
                    <a:pt x="1457" y="195"/>
                    <a:pt x="1456" y="195"/>
                  </a:cubicBezTo>
                  <a:lnTo>
                    <a:pt x="1455" y="196"/>
                  </a:lnTo>
                  <a:cubicBezTo>
                    <a:pt x="1455" y="197"/>
                    <a:pt x="1455" y="198"/>
                    <a:pt x="1455" y="198"/>
                  </a:cubicBezTo>
                  <a:cubicBezTo>
                    <a:pt x="1454" y="210"/>
                    <a:pt x="1453" y="223"/>
                    <a:pt x="1453" y="235"/>
                  </a:cubicBezTo>
                  <a:cubicBezTo>
                    <a:pt x="1453" y="239"/>
                    <a:pt x="1453" y="244"/>
                    <a:pt x="1453" y="248"/>
                  </a:cubicBezTo>
                  <a:lnTo>
                    <a:pt x="1445" y="248"/>
                  </a:lnTo>
                  <a:cubicBezTo>
                    <a:pt x="1445" y="236"/>
                    <a:pt x="1443" y="223"/>
                    <a:pt x="1439" y="212"/>
                  </a:cubicBezTo>
                  <a:cubicBezTo>
                    <a:pt x="1439" y="209"/>
                    <a:pt x="1439" y="206"/>
                    <a:pt x="1439" y="203"/>
                  </a:cubicBezTo>
                  <a:cubicBezTo>
                    <a:pt x="1439" y="200"/>
                    <a:pt x="1439" y="197"/>
                    <a:pt x="1439" y="194"/>
                  </a:cubicBezTo>
                  <a:cubicBezTo>
                    <a:pt x="1438" y="186"/>
                    <a:pt x="1437" y="179"/>
                    <a:pt x="1435" y="171"/>
                  </a:cubicBezTo>
                  <a:cubicBezTo>
                    <a:pt x="1435" y="170"/>
                    <a:pt x="1435" y="170"/>
                    <a:pt x="1435" y="170"/>
                  </a:cubicBezTo>
                  <a:cubicBezTo>
                    <a:pt x="1434" y="169"/>
                    <a:pt x="1434" y="169"/>
                    <a:pt x="1434" y="169"/>
                  </a:cubicBezTo>
                  <a:cubicBezTo>
                    <a:pt x="1433" y="168"/>
                    <a:pt x="1433" y="168"/>
                    <a:pt x="1432" y="168"/>
                  </a:cubicBezTo>
                  <a:lnTo>
                    <a:pt x="1431" y="169"/>
                  </a:lnTo>
                  <a:lnTo>
                    <a:pt x="1430" y="170"/>
                  </a:lnTo>
                  <a:lnTo>
                    <a:pt x="1430" y="171"/>
                  </a:lnTo>
                  <a:cubicBezTo>
                    <a:pt x="1430" y="177"/>
                    <a:pt x="1431" y="183"/>
                    <a:pt x="1431" y="189"/>
                  </a:cubicBezTo>
                  <a:cubicBezTo>
                    <a:pt x="1431" y="195"/>
                    <a:pt x="1430" y="201"/>
                    <a:pt x="1430" y="206"/>
                  </a:cubicBezTo>
                  <a:cubicBezTo>
                    <a:pt x="1430" y="220"/>
                    <a:pt x="1431" y="233"/>
                    <a:pt x="1434" y="246"/>
                  </a:cubicBezTo>
                  <a:lnTo>
                    <a:pt x="1408" y="241"/>
                  </a:lnTo>
                  <a:cubicBezTo>
                    <a:pt x="1409" y="240"/>
                    <a:pt x="1410" y="239"/>
                    <a:pt x="1410" y="239"/>
                  </a:cubicBezTo>
                  <a:cubicBezTo>
                    <a:pt x="1411" y="238"/>
                    <a:pt x="1411" y="236"/>
                    <a:pt x="1411" y="235"/>
                  </a:cubicBezTo>
                  <a:lnTo>
                    <a:pt x="1411" y="234"/>
                  </a:lnTo>
                  <a:cubicBezTo>
                    <a:pt x="1410" y="226"/>
                    <a:pt x="1407" y="219"/>
                    <a:pt x="1406" y="210"/>
                  </a:cubicBezTo>
                  <a:cubicBezTo>
                    <a:pt x="1406" y="210"/>
                    <a:pt x="1406" y="209"/>
                    <a:pt x="1406" y="208"/>
                  </a:cubicBezTo>
                  <a:cubicBezTo>
                    <a:pt x="1406" y="202"/>
                    <a:pt x="1405" y="197"/>
                    <a:pt x="1402" y="192"/>
                  </a:cubicBezTo>
                  <a:cubicBezTo>
                    <a:pt x="1402" y="191"/>
                    <a:pt x="1402" y="191"/>
                    <a:pt x="1401" y="191"/>
                  </a:cubicBezTo>
                  <a:cubicBezTo>
                    <a:pt x="1398" y="187"/>
                    <a:pt x="1392" y="191"/>
                    <a:pt x="1395" y="195"/>
                  </a:cubicBezTo>
                  <a:cubicBezTo>
                    <a:pt x="1398" y="199"/>
                    <a:pt x="1395" y="209"/>
                    <a:pt x="1395" y="216"/>
                  </a:cubicBezTo>
                  <a:cubicBezTo>
                    <a:pt x="1395" y="219"/>
                    <a:pt x="1394" y="222"/>
                    <a:pt x="1394" y="225"/>
                  </a:cubicBezTo>
                  <a:cubicBezTo>
                    <a:pt x="1394" y="228"/>
                    <a:pt x="1395" y="231"/>
                    <a:pt x="1395" y="234"/>
                  </a:cubicBezTo>
                  <a:cubicBezTo>
                    <a:pt x="1395" y="235"/>
                    <a:pt x="1395" y="235"/>
                    <a:pt x="1395" y="236"/>
                  </a:cubicBezTo>
                  <a:lnTo>
                    <a:pt x="1395" y="237"/>
                  </a:lnTo>
                  <a:lnTo>
                    <a:pt x="1379" y="235"/>
                  </a:lnTo>
                  <a:lnTo>
                    <a:pt x="1379" y="234"/>
                  </a:lnTo>
                  <a:lnTo>
                    <a:pt x="1379" y="233"/>
                  </a:lnTo>
                  <a:cubicBezTo>
                    <a:pt x="1379" y="226"/>
                    <a:pt x="1375" y="220"/>
                    <a:pt x="1374" y="213"/>
                  </a:cubicBezTo>
                  <a:cubicBezTo>
                    <a:pt x="1372" y="204"/>
                    <a:pt x="1370" y="194"/>
                    <a:pt x="1369" y="185"/>
                  </a:cubicBezTo>
                  <a:cubicBezTo>
                    <a:pt x="1369" y="184"/>
                    <a:pt x="1369" y="183"/>
                    <a:pt x="1369" y="183"/>
                  </a:cubicBezTo>
                  <a:cubicBezTo>
                    <a:pt x="1368" y="182"/>
                    <a:pt x="1368" y="183"/>
                    <a:pt x="1367" y="182"/>
                  </a:cubicBezTo>
                  <a:cubicBezTo>
                    <a:pt x="1366" y="181"/>
                    <a:pt x="1366" y="181"/>
                    <a:pt x="1366" y="181"/>
                  </a:cubicBezTo>
                  <a:cubicBezTo>
                    <a:pt x="1365" y="181"/>
                    <a:pt x="1365" y="181"/>
                    <a:pt x="1364" y="182"/>
                  </a:cubicBezTo>
                  <a:cubicBezTo>
                    <a:pt x="1363" y="183"/>
                    <a:pt x="1363" y="182"/>
                    <a:pt x="1362" y="183"/>
                  </a:cubicBezTo>
                  <a:cubicBezTo>
                    <a:pt x="1362" y="183"/>
                    <a:pt x="1362" y="184"/>
                    <a:pt x="1362" y="185"/>
                  </a:cubicBezTo>
                  <a:cubicBezTo>
                    <a:pt x="1362" y="194"/>
                    <a:pt x="1358" y="204"/>
                    <a:pt x="1357" y="214"/>
                  </a:cubicBezTo>
                  <a:cubicBezTo>
                    <a:pt x="1358" y="220"/>
                    <a:pt x="1359" y="227"/>
                    <a:pt x="1362" y="233"/>
                  </a:cubicBezTo>
                  <a:lnTo>
                    <a:pt x="1355" y="233"/>
                  </a:lnTo>
                  <a:cubicBezTo>
                    <a:pt x="1343" y="208"/>
                    <a:pt x="1329" y="184"/>
                    <a:pt x="1336" y="155"/>
                  </a:cubicBezTo>
                  <a:cubicBezTo>
                    <a:pt x="1336" y="154"/>
                    <a:pt x="1337" y="154"/>
                    <a:pt x="1337" y="154"/>
                  </a:cubicBezTo>
                  <a:lnTo>
                    <a:pt x="1336" y="153"/>
                  </a:lnTo>
                  <a:cubicBezTo>
                    <a:pt x="1336" y="153"/>
                    <a:pt x="1336" y="152"/>
                    <a:pt x="1335" y="152"/>
                  </a:cubicBezTo>
                  <a:lnTo>
                    <a:pt x="1334" y="152"/>
                  </a:lnTo>
                  <a:lnTo>
                    <a:pt x="1333" y="152"/>
                  </a:lnTo>
                  <a:lnTo>
                    <a:pt x="1333" y="153"/>
                  </a:lnTo>
                  <a:lnTo>
                    <a:pt x="1332" y="153"/>
                  </a:lnTo>
                  <a:cubicBezTo>
                    <a:pt x="1328" y="165"/>
                    <a:pt x="1326" y="177"/>
                    <a:pt x="1326" y="190"/>
                  </a:cubicBezTo>
                  <a:cubicBezTo>
                    <a:pt x="1326" y="193"/>
                    <a:pt x="1326" y="197"/>
                    <a:pt x="1326" y="201"/>
                  </a:cubicBezTo>
                  <a:cubicBezTo>
                    <a:pt x="1328" y="211"/>
                    <a:pt x="1331" y="221"/>
                    <a:pt x="1336" y="230"/>
                  </a:cubicBezTo>
                  <a:cubicBezTo>
                    <a:pt x="1336" y="231"/>
                    <a:pt x="1337" y="231"/>
                    <a:pt x="1337" y="232"/>
                  </a:cubicBezTo>
                  <a:cubicBezTo>
                    <a:pt x="1330" y="231"/>
                    <a:pt x="1322" y="229"/>
                    <a:pt x="1315" y="227"/>
                  </a:cubicBezTo>
                  <a:cubicBezTo>
                    <a:pt x="1312" y="220"/>
                    <a:pt x="1309" y="212"/>
                    <a:pt x="1307" y="205"/>
                  </a:cubicBezTo>
                  <a:cubicBezTo>
                    <a:pt x="1304" y="196"/>
                    <a:pt x="1303" y="186"/>
                    <a:pt x="1302" y="177"/>
                  </a:cubicBezTo>
                  <a:lnTo>
                    <a:pt x="1302" y="176"/>
                  </a:lnTo>
                  <a:cubicBezTo>
                    <a:pt x="1301" y="175"/>
                    <a:pt x="1301" y="176"/>
                    <a:pt x="1300" y="175"/>
                  </a:cubicBezTo>
                  <a:cubicBezTo>
                    <a:pt x="1299" y="174"/>
                    <a:pt x="1299" y="174"/>
                    <a:pt x="1298" y="174"/>
                  </a:cubicBezTo>
                  <a:lnTo>
                    <a:pt x="1297" y="175"/>
                  </a:lnTo>
                  <a:cubicBezTo>
                    <a:pt x="1296" y="176"/>
                    <a:pt x="1295" y="175"/>
                    <a:pt x="1295" y="176"/>
                  </a:cubicBezTo>
                  <a:lnTo>
                    <a:pt x="1295" y="177"/>
                  </a:lnTo>
                  <a:cubicBezTo>
                    <a:pt x="1292" y="190"/>
                    <a:pt x="1290" y="203"/>
                    <a:pt x="1290" y="216"/>
                  </a:cubicBezTo>
                  <a:cubicBezTo>
                    <a:pt x="1290" y="218"/>
                    <a:pt x="1290" y="219"/>
                    <a:pt x="1290" y="221"/>
                  </a:cubicBezTo>
                  <a:lnTo>
                    <a:pt x="1289" y="221"/>
                  </a:lnTo>
                  <a:cubicBezTo>
                    <a:pt x="1289" y="220"/>
                    <a:pt x="1288" y="219"/>
                    <a:pt x="1287" y="218"/>
                  </a:cubicBezTo>
                  <a:lnTo>
                    <a:pt x="1286" y="218"/>
                  </a:lnTo>
                  <a:lnTo>
                    <a:pt x="1285" y="216"/>
                  </a:lnTo>
                  <a:lnTo>
                    <a:pt x="1279" y="206"/>
                  </a:lnTo>
                  <a:cubicBezTo>
                    <a:pt x="1277" y="204"/>
                    <a:pt x="1275" y="201"/>
                    <a:pt x="1274" y="198"/>
                  </a:cubicBezTo>
                  <a:cubicBezTo>
                    <a:pt x="1271" y="189"/>
                    <a:pt x="1270" y="181"/>
                    <a:pt x="1270" y="172"/>
                  </a:cubicBezTo>
                  <a:cubicBezTo>
                    <a:pt x="1270" y="168"/>
                    <a:pt x="1270" y="165"/>
                    <a:pt x="1271" y="162"/>
                  </a:cubicBezTo>
                  <a:cubicBezTo>
                    <a:pt x="1271" y="161"/>
                    <a:pt x="1270" y="160"/>
                    <a:pt x="1270" y="160"/>
                  </a:cubicBezTo>
                  <a:cubicBezTo>
                    <a:pt x="1270" y="159"/>
                    <a:pt x="1269" y="159"/>
                    <a:pt x="1269" y="159"/>
                  </a:cubicBezTo>
                  <a:cubicBezTo>
                    <a:pt x="1268" y="158"/>
                    <a:pt x="1268" y="158"/>
                    <a:pt x="1267" y="158"/>
                  </a:cubicBezTo>
                  <a:cubicBezTo>
                    <a:pt x="1267" y="158"/>
                    <a:pt x="1266" y="158"/>
                    <a:pt x="1265" y="159"/>
                  </a:cubicBezTo>
                  <a:cubicBezTo>
                    <a:pt x="1265" y="159"/>
                    <a:pt x="1264" y="159"/>
                    <a:pt x="1264" y="160"/>
                  </a:cubicBezTo>
                  <a:cubicBezTo>
                    <a:pt x="1264" y="160"/>
                    <a:pt x="1264" y="161"/>
                    <a:pt x="1264" y="162"/>
                  </a:cubicBezTo>
                  <a:cubicBezTo>
                    <a:pt x="1262" y="170"/>
                    <a:pt x="1262" y="178"/>
                    <a:pt x="1262" y="187"/>
                  </a:cubicBezTo>
                  <a:cubicBezTo>
                    <a:pt x="1262" y="195"/>
                    <a:pt x="1262" y="203"/>
                    <a:pt x="1264" y="212"/>
                  </a:cubicBezTo>
                  <a:cubicBezTo>
                    <a:pt x="1264" y="214"/>
                    <a:pt x="1265" y="216"/>
                    <a:pt x="1266" y="218"/>
                  </a:cubicBezTo>
                  <a:lnTo>
                    <a:pt x="1257" y="217"/>
                  </a:lnTo>
                  <a:cubicBezTo>
                    <a:pt x="1253" y="202"/>
                    <a:pt x="1247" y="188"/>
                    <a:pt x="1240" y="174"/>
                  </a:cubicBezTo>
                  <a:cubicBezTo>
                    <a:pt x="1235" y="158"/>
                    <a:pt x="1232" y="142"/>
                    <a:pt x="1230" y="125"/>
                  </a:cubicBezTo>
                  <a:cubicBezTo>
                    <a:pt x="1230" y="125"/>
                    <a:pt x="1230" y="124"/>
                    <a:pt x="1229" y="124"/>
                  </a:cubicBezTo>
                  <a:lnTo>
                    <a:pt x="1228" y="124"/>
                  </a:lnTo>
                  <a:lnTo>
                    <a:pt x="1227" y="124"/>
                  </a:lnTo>
                  <a:cubicBezTo>
                    <a:pt x="1227" y="124"/>
                    <a:pt x="1227" y="125"/>
                    <a:pt x="1226" y="125"/>
                  </a:cubicBezTo>
                  <a:cubicBezTo>
                    <a:pt x="1222" y="140"/>
                    <a:pt x="1221" y="155"/>
                    <a:pt x="1221" y="170"/>
                  </a:cubicBezTo>
                  <a:cubicBezTo>
                    <a:pt x="1221" y="185"/>
                    <a:pt x="1222" y="200"/>
                    <a:pt x="1226" y="214"/>
                  </a:cubicBezTo>
                  <a:lnTo>
                    <a:pt x="1217" y="214"/>
                  </a:lnTo>
                  <a:cubicBezTo>
                    <a:pt x="1213" y="209"/>
                    <a:pt x="1209" y="203"/>
                    <a:pt x="1206" y="196"/>
                  </a:cubicBezTo>
                  <a:cubicBezTo>
                    <a:pt x="1205" y="196"/>
                    <a:pt x="1205" y="195"/>
                    <a:pt x="1205" y="195"/>
                  </a:cubicBezTo>
                  <a:cubicBezTo>
                    <a:pt x="1201" y="188"/>
                    <a:pt x="1200" y="180"/>
                    <a:pt x="1200" y="172"/>
                  </a:cubicBezTo>
                  <a:cubicBezTo>
                    <a:pt x="1200" y="171"/>
                    <a:pt x="1200" y="170"/>
                    <a:pt x="1200" y="170"/>
                  </a:cubicBezTo>
                  <a:cubicBezTo>
                    <a:pt x="1200" y="169"/>
                    <a:pt x="1200" y="170"/>
                    <a:pt x="1199" y="169"/>
                  </a:cubicBezTo>
                  <a:cubicBezTo>
                    <a:pt x="1198" y="168"/>
                    <a:pt x="1199" y="168"/>
                    <a:pt x="1198" y="167"/>
                  </a:cubicBezTo>
                  <a:cubicBezTo>
                    <a:pt x="1197" y="166"/>
                    <a:pt x="1197" y="167"/>
                    <a:pt x="1196" y="167"/>
                  </a:cubicBezTo>
                  <a:cubicBezTo>
                    <a:pt x="1195" y="167"/>
                    <a:pt x="1195" y="166"/>
                    <a:pt x="1194" y="167"/>
                  </a:cubicBezTo>
                  <a:cubicBezTo>
                    <a:pt x="1193" y="168"/>
                    <a:pt x="1193" y="168"/>
                    <a:pt x="1193" y="169"/>
                  </a:cubicBezTo>
                  <a:lnTo>
                    <a:pt x="1192" y="170"/>
                  </a:lnTo>
                  <a:cubicBezTo>
                    <a:pt x="1192" y="174"/>
                    <a:pt x="1192" y="179"/>
                    <a:pt x="1192" y="184"/>
                  </a:cubicBezTo>
                  <a:cubicBezTo>
                    <a:pt x="1192" y="188"/>
                    <a:pt x="1192" y="193"/>
                    <a:pt x="1192" y="197"/>
                  </a:cubicBezTo>
                  <a:cubicBezTo>
                    <a:pt x="1193" y="204"/>
                    <a:pt x="1195" y="210"/>
                    <a:pt x="1198" y="215"/>
                  </a:cubicBezTo>
                  <a:lnTo>
                    <a:pt x="1190" y="215"/>
                  </a:lnTo>
                  <a:cubicBezTo>
                    <a:pt x="1187" y="211"/>
                    <a:pt x="1183" y="207"/>
                    <a:pt x="1181" y="203"/>
                  </a:cubicBezTo>
                  <a:cubicBezTo>
                    <a:pt x="1172" y="188"/>
                    <a:pt x="1167" y="171"/>
                    <a:pt x="1166" y="153"/>
                  </a:cubicBezTo>
                  <a:cubicBezTo>
                    <a:pt x="1166" y="150"/>
                    <a:pt x="1161" y="150"/>
                    <a:pt x="1160" y="153"/>
                  </a:cubicBezTo>
                  <a:cubicBezTo>
                    <a:pt x="1160" y="156"/>
                    <a:pt x="1160" y="159"/>
                    <a:pt x="1160" y="161"/>
                  </a:cubicBezTo>
                  <a:cubicBezTo>
                    <a:pt x="1160" y="173"/>
                    <a:pt x="1161" y="184"/>
                    <a:pt x="1163" y="195"/>
                  </a:cubicBezTo>
                  <a:cubicBezTo>
                    <a:pt x="1165" y="203"/>
                    <a:pt x="1167" y="210"/>
                    <a:pt x="1171" y="217"/>
                  </a:cubicBezTo>
                  <a:lnTo>
                    <a:pt x="1164" y="218"/>
                  </a:lnTo>
                  <a:cubicBezTo>
                    <a:pt x="1162" y="215"/>
                    <a:pt x="1160" y="211"/>
                    <a:pt x="1158" y="208"/>
                  </a:cubicBezTo>
                  <a:cubicBezTo>
                    <a:pt x="1156" y="205"/>
                    <a:pt x="1155" y="202"/>
                    <a:pt x="1153" y="199"/>
                  </a:cubicBezTo>
                  <a:cubicBezTo>
                    <a:pt x="1152" y="196"/>
                    <a:pt x="1149" y="193"/>
                    <a:pt x="1147" y="190"/>
                  </a:cubicBezTo>
                  <a:cubicBezTo>
                    <a:pt x="1145" y="185"/>
                    <a:pt x="1145" y="180"/>
                    <a:pt x="1145" y="174"/>
                  </a:cubicBezTo>
                  <a:cubicBezTo>
                    <a:pt x="1145" y="173"/>
                    <a:pt x="1145" y="172"/>
                    <a:pt x="1145" y="170"/>
                  </a:cubicBezTo>
                  <a:cubicBezTo>
                    <a:pt x="1145" y="168"/>
                    <a:pt x="1140" y="167"/>
                    <a:pt x="1140" y="170"/>
                  </a:cubicBezTo>
                  <a:cubicBezTo>
                    <a:pt x="1139" y="175"/>
                    <a:pt x="1139" y="179"/>
                    <a:pt x="1139" y="184"/>
                  </a:cubicBezTo>
                  <a:cubicBezTo>
                    <a:pt x="1139" y="190"/>
                    <a:pt x="1139" y="195"/>
                    <a:pt x="1141" y="201"/>
                  </a:cubicBezTo>
                  <a:cubicBezTo>
                    <a:pt x="1143" y="207"/>
                    <a:pt x="1145" y="214"/>
                    <a:pt x="1148" y="220"/>
                  </a:cubicBezTo>
                  <a:lnTo>
                    <a:pt x="1147" y="219"/>
                  </a:lnTo>
                  <a:cubicBezTo>
                    <a:pt x="1147" y="219"/>
                    <a:pt x="1147" y="220"/>
                    <a:pt x="1146" y="220"/>
                  </a:cubicBezTo>
                  <a:cubicBezTo>
                    <a:pt x="1142" y="214"/>
                    <a:pt x="1139" y="209"/>
                    <a:pt x="1135" y="203"/>
                  </a:cubicBezTo>
                  <a:cubicBezTo>
                    <a:pt x="1133" y="199"/>
                    <a:pt x="1130" y="194"/>
                    <a:pt x="1128" y="189"/>
                  </a:cubicBezTo>
                  <a:cubicBezTo>
                    <a:pt x="1120" y="173"/>
                    <a:pt x="1116" y="155"/>
                    <a:pt x="1116" y="138"/>
                  </a:cubicBezTo>
                  <a:lnTo>
                    <a:pt x="1116" y="137"/>
                  </a:lnTo>
                  <a:cubicBezTo>
                    <a:pt x="1115" y="137"/>
                    <a:pt x="1115" y="137"/>
                    <a:pt x="1115" y="136"/>
                  </a:cubicBezTo>
                  <a:lnTo>
                    <a:pt x="1114" y="136"/>
                  </a:lnTo>
                  <a:cubicBezTo>
                    <a:pt x="1114" y="136"/>
                    <a:pt x="1114" y="135"/>
                    <a:pt x="1113" y="136"/>
                  </a:cubicBezTo>
                  <a:cubicBezTo>
                    <a:pt x="1112" y="137"/>
                    <a:pt x="1113" y="137"/>
                    <a:pt x="1113" y="137"/>
                  </a:cubicBezTo>
                  <a:lnTo>
                    <a:pt x="1113" y="138"/>
                  </a:lnTo>
                  <a:cubicBezTo>
                    <a:pt x="1112" y="142"/>
                    <a:pt x="1112" y="147"/>
                    <a:pt x="1112" y="152"/>
                  </a:cubicBezTo>
                  <a:cubicBezTo>
                    <a:pt x="1112" y="164"/>
                    <a:pt x="1114" y="176"/>
                    <a:pt x="1117" y="187"/>
                  </a:cubicBezTo>
                  <a:cubicBezTo>
                    <a:pt x="1121" y="197"/>
                    <a:pt x="1125" y="206"/>
                    <a:pt x="1129" y="215"/>
                  </a:cubicBezTo>
                  <a:lnTo>
                    <a:pt x="1132" y="224"/>
                  </a:lnTo>
                  <a:lnTo>
                    <a:pt x="1120" y="226"/>
                  </a:lnTo>
                  <a:cubicBezTo>
                    <a:pt x="1120" y="225"/>
                    <a:pt x="1120" y="225"/>
                    <a:pt x="1120" y="225"/>
                  </a:cubicBezTo>
                  <a:cubicBezTo>
                    <a:pt x="1119" y="224"/>
                    <a:pt x="1119" y="223"/>
                    <a:pt x="1118" y="223"/>
                  </a:cubicBezTo>
                  <a:cubicBezTo>
                    <a:pt x="1114" y="219"/>
                    <a:pt x="1111" y="215"/>
                    <a:pt x="1108" y="210"/>
                  </a:cubicBezTo>
                  <a:cubicBezTo>
                    <a:pt x="1104" y="203"/>
                    <a:pt x="1101" y="195"/>
                    <a:pt x="1100" y="187"/>
                  </a:cubicBezTo>
                  <a:cubicBezTo>
                    <a:pt x="1100" y="186"/>
                    <a:pt x="1100" y="186"/>
                    <a:pt x="1100" y="186"/>
                  </a:cubicBezTo>
                  <a:cubicBezTo>
                    <a:pt x="1099" y="186"/>
                    <a:pt x="1099" y="186"/>
                    <a:pt x="1099" y="186"/>
                  </a:cubicBezTo>
                  <a:cubicBezTo>
                    <a:pt x="1098" y="186"/>
                    <a:pt x="1098" y="186"/>
                    <a:pt x="1098" y="186"/>
                  </a:cubicBezTo>
                  <a:cubicBezTo>
                    <a:pt x="1098" y="186"/>
                    <a:pt x="1097" y="186"/>
                    <a:pt x="1097" y="187"/>
                  </a:cubicBezTo>
                  <a:cubicBezTo>
                    <a:pt x="1096" y="191"/>
                    <a:pt x="1096" y="195"/>
                    <a:pt x="1096" y="199"/>
                  </a:cubicBezTo>
                  <a:cubicBezTo>
                    <a:pt x="1096" y="210"/>
                    <a:pt x="1099" y="220"/>
                    <a:pt x="1103" y="229"/>
                  </a:cubicBezTo>
                  <a:lnTo>
                    <a:pt x="1102" y="229"/>
                  </a:lnTo>
                  <a:cubicBezTo>
                    <a:pt x="1099" y="226"/>
                    <a:pt x="1096" y="223"/>
                    <a:pt x="1094" y="219"/>
                  </a:cubicBezTo>
                  <a:cubicBezTo>
                    <a:pt x="1094" y="219"/>
                    <a:pt x="1093" y="218"/>
                    <a:pt x="1093" y="217"/>
                  </a:cubicBezTo>
                  <a:cubicBezTo>
                    <a:pt x="1092" y="212"/>
                    <a:pt x="1092" y="207"/>
                    <a:pt x="1092" y="202"/>
                  </a:cubicBezTo>
                  <a:cubicBezTo>
                    <a:pt x="1092" y="196"/>
                    <a:pt x="1088" y="192"/>
                    <a:pt x="1088" y="187"/>
                  </a:cubicBezTo>
                  <a:cubicBezTo>
                    <a:pt x="1088" y="175"/>
                    <a:pt x="1085" y="165"/>
                    <a:pt x="1084" y="153"/>
                  </a:cubicBezTo>
                  <a:lnTo>
                    <a:pt x="1084" y="152"/>
                  </a:lnTo>
                  <a:cubicBezTo>
                    <a:pt x="1083" y="151"/>
                    <a:pt x="1083" y="151"/>
                    <a:pt x="1083" y="151"/>
                  </a:cubicBezTo>
                  <a:cubicBezTo>
                    <a:pt x="1082" y="151"/>
                    <a:pt x="1082" y="150"/>
                    <a:pt x="1081" y="150"/>
                  </a:cubicBezTo>
                  <a:lnTo>
                    <a:pt x="1080" y="151"/>
                  </a:lnTo>
                  <a:cubicBezTo>
                    <a:pt x="1079" y="151"/>
                    <a:pt x="1079" y="151"/>
                    <a:pt x="1079" y="152"/>
                  </a:cubicBezTo>
                  <a:lnTo>
                    <a:pt x="1078" y="153"/>
                  </a:lnTo>
                  <a:cubicBezTo>
                    <a:pt x="1076" y="172"/>
                    <a:pt x="1082" y="190"/>
                    <a:pt x="1080" y="208"/>
                  </a:cubicBezTo>
                  <a:cubicBezTo>
                    <a:pt x="1080" y="210"/>
                    <a:pt x="1080" y="212"/>
                    <a:pt x="1080" y="214"/>
                  </a:cubicBezTo>
                  <a:cubicBezTo>
                    <a:pt x="1079" y="212"/>
                    <a:pt x="1077" y="208"/>
                    <a:pt x="1074" y="203"/>
                  </a:cubicBezTo>
                  <a:cubicBezTo>
                    <a:pt x="1057" y="181"/>
                    <a:pt x="1063" y="148"/>
                    <a:pt x="1062" y="122"/>
                  </a:cubicBezTo>
                  <a:moveTo>
                    <a:pt x="176" y="1406"/>
                  </a:moveTo>
                  <a:cubicBezTo>
                    <a:pt x="185" y="1357"/>
                    <a:pt x="190" y="1308"/>
                    <a:pt x="199" y="1258"/>
                  </a:cubicBezTo>
                  <a:cubicBezTo>
                    <a:pt x="210" y="1202"/>
                    <a:pt x="228" y="1147"/>
                    <a:pt x="253" y="1095"/>
                  </a:cubicBezTo>
                  <a:cubicBezTo>
                    <a:pt x="261" y="1077"/>
                    <a:pt x="261" y="1056"/>
                    <a:pt x="269" y="1038"/>
                  </a:cubicBezTo>
                  <a:cubicBezTo>
                    <a:pt x="281" y="1011"/>
                    <a:pt x="289" y="983"/>
                    <a:pt x="302" y="956"/>
                  </a:cubicBezTo>
                  <a:cubicBezTo>
                    <a:pt x="309" y="941"/>
                    <a:pt x="317" y="927"/>
                    <a:pt x="325" y="913"/>
                  </a:cubicBezTo>
                  <a:cubicBezTo>
                    <a:pt x="333" y="899"/>
                    <a:pt x="342" y="885"/>
                    <a:pt x="351" y="871"/>
                  </a:cubicBezTo>
                  <a:cubicBezTo>
                    <a:pt x="365" y="852"/>
                    <a:pt x="369" y="829"/>
                    <a:pt x="388" y="815"/>
                  </a:cubicBezTo>
                  <a:cubicBezTo>
                    <a:pt x="435" y="779"/>
                    <a:pt x="466" y="722"/>
                    <a:pt x="516" y="690"/>
                  </a:cubicBezTo>
                  <a:cubicBezTo>
                    <a:pt x="565" y="657"/>
                    <a:pt x="597" y="601"/>
                    <a:pt x="640" y="562"/>
                  </a:cubicBezTo>
                  <a:cubicBezTo>
                    <a:pt x="653" y="551"/>
                    <a:pt x="660" y="534"/>
                    <a:pt x="675" y="526"/>
                  </a:cubicBezTo>
                  <a:cubicBezTo>
                    <a:pt x="681" y="523"/>
                    <a:pt x="687" y="520"/>
                    <a:pt x="693" y="516"/>
                  </a:cubicBezTo>
                  <a:cubicBezTo>
                    <a:pt x="709" y="507"/>
                    <a:pt x="723" y="498"/>
                    <a:pt x="737" y="487"/>
                  </a:cubicBezTo>
                  <a:cubicBezTo>
                    <a:pt x="756" y="472"/>
                    <a:pt x="774" y="456"/>
                    <a:pt x="794" y="442"/>
                  </a:cubicBezTo>
                  <a:cubicBezTo>
                    <a:pt x="817" y="424"/>
                    <a:pt x="859" y="401"/>
                    <a:pt x="875" y="376"/>
                  </a:cubicBezTo>
                  <a:cubicBezTo>
                    <a:pt x="890" y="350"/>
                    <a:pt x="923" y="338"/>
                    <a:pt x="943" y="315"/>
                  </a:cubicBezTo>
                  <a:cubicBezTo>
                    <a:pt x="962" y="292"/>
                    <a:pt x="977" y="265"/>
                    <a:pt x="995" y="241"/>
                  </a:cubicBezTo>
                  <a:cubicBezTo>
                    <a:pt x="1009" y="223"/>
                    <a:pt x="1030" y="205"/>
                    <a:pt x="1044" y="186"/>
                  </a:cubicBezTo>
                  <a:cubicBezTo>
                    <a:pt x="1045" y="199"/>
                    <a:pt x="1048" y="212"/>
                    <a:pt x="1055" y="224"/>
                  </a:cubicBezTo>
                  <a:cubicBezTo>
                    <a:pt x="1059" y="232"/>
                    <a:pt x="1066" y="239"/>
                    <a:pt x="1073" y="245"/>
                  </a:cubicBezTo>
                  <a:cubicBezTo>
                    <a:pt x="1074" y="245"/>
                    <a:pt x="1074" y="246"/>
                    <a:pt x="1075" y="246"/>
                  </a:cubicBezTo>
                  <a:cubicBezTo>
                    <a:pt x="1076" y="246"/>
                    <a:pt x="1076" y="245"/>
                    <a:pt x="1077" y="245"/>
                  </a:cubicBezTo>
                  <a:cubicBezTo>
                    <a:pt x="1078" y="245"/>
                    <a:pt x="1077" y="245"/>
                    <a:pt x="1079" y="245"/>
                  </a:cubicBezTo>
                  <a:lnTo>
                    <a:pt x="1088" y="245"/>
                  </a:lnTo>
                  <a:cubicBezTo>
                    <a:pt x="1089" y="246"/>
                    <a:pt x="1090" y="246"/>
                    <a:pt x="1092" y="246"/>
                  </a:cubicBezTo>
                  <a:cubicBezTo>
                    <a:pt x="1093" y="246"/>
                    <a:pt x="1094" y="246"/>
                    <a:pt x="1095" y="245"/>
                  </a:cubicBezTo>
                  <a:cubicBezTo>
                    <a:pt x="1136" y="243"/>
                    <a:pt x="1177" y="234"/>
                    <a:pt x="1218" y="233"/>
                  </a:cubicBezTo>
                  <a:cubicBezTo>
                    <a:pt x="1220" y="233"/>
                    <a:pt x="1222" y="233"/>
                    <a:pt x="1225" y="233"/>
                  </a:cubicBezTo>
                  <a:cubicBezTo>
                    <a:pt x="1227" y="233"/>
                    <a:pt x="1229" y="233"/>
                    <a:pt x="1232" y="233"/>
                  </a:cubicBezTo>
                  <a:lnTo>
                    <a:pt x="1232" y="234"/>
                  </a:lnTo>
                  <a:cubicBezTo>
                    <a:pt x="1233" y="235"/>
                    <a:pt x="1234" y="236"/>
                    <a:pt x="1236" y="237"/>
                  </a:cubicBezTo>
                  <a:cubicBezTo>
                    <a:pt x="1238" y="238"/>
                    <a:pt x="1239" y="239"/>
                    <a:pt x="1241" y="239"/>
                  </a:cubicBezTo>
                  <a:cubicBezTo>
                    <a:pt x="1243" y="239"/>
                    <a:pt x="1245" y="237"/>
                    <a:pt x="1246" y="237"/>
                  </a:cubicBezTo>
                  <a:cubicBezTo>
                    <a:pt x="1248" y="236"/>
                    <a:pt x="1249" y="236"/>
                    <a:pt x="1249" y="235"/>
                  </a:cubicBezTo>
                  <a:cubicBezTo>
                    <a:pt x="1280" y="242"/>
                    <a:pt x="1311" y="255"/>
                    <a:pt x="1341" y="255"/>
                  </a:cubicBezTo>
                  <a:cubicBezTo>
                    <a:pt x="1377" y="255"/>
                    <a:pt x="1411" y="271"/>
                    <a:pt x="1447" y="271"/>
                  </a:cubicBezTo>
                  <a:cubicBezTo>
                    <a:pt x="1495" y="271"/>
                    <a:pt x="1544" y="267"/>
                    <a:pt x="1592" y="266"/>
                  </a:cubicBezTo>
                  <a:cubicBezTo>
                    <a:pt x="1640" y="265"/>
                    <a:pt x="1688" y="250"/>
                    <a:pt x="1736" y="245"/>
                  </a:cubicBezTo>
                  <a:lnTo>
                    <a:pt x="1745" y="245"/>
                  </a:lnTo>
                  <a:lnTo>
                    <a:pt x="1747" y="245"/>
                  </a:lnTo>
                  <a:cubicBezTo>
                    <a:pt x="1749" y="245"/>
                    <a:pt x="1751" y="245"/>
                    <a:pt x="1754" y="245"/>
                  </a:cubicBezTo>
                  <a:cubicBezTo>
                    <a:pt x="1790" y="245"/>
                    <a:pt x="1825" y="248"/>
                    <a:pt x="1860" y="254"/>
                  </a:cubicBezTo>
                  <a:cubicBezTo>
                    <a:pt x="1932" y="263"/>
                    <a:pt x="2007" y="279"/>
                    <a:pt x="2077" y="254"/>
                  </a:cubicBezTo>
                  <a:lnTo>
                    <a:pt x="2078" y="254"/>
                  </a:lnTo>
                  <a:cubicBezTo>
                    <a:pt x="2079" y="253"/>
                    <a:pt x="2080" y="252"/>
                    <a:pt x="2080" y="251"/>
                  </a:cubicBezTo>
                  <a:cubicBezTo>
                    <a:pt x="2100" y="217"/>
                    <a:pt x="2097" y="190"/>
                    <a:pt x="2097" y="155"/>
                  </a:cubicBezTo>
                  <a:cubicBezTo>
                    <a:pt x="2099" y="155"/>
                    <a:pt x="2102" y="154"/>
                    <a:pt x="2103" y="153"/>
                  </a:cubicBezTo>
                  <a:cubicBezTo>
                    <a:pt x="2104" y="152"/>
                    <a:pt x="2105" y="152"/>
                    <a:pt x="2105" y="152"/>
                  </a:cubicBezTo>
                  <a:cubicBezTo>
                    <a:pt x="2126" y="165"/>
                    <a:pt x="2144" y="182"/>
                    <a:pt x="2158" y="202"/>
                  </a:cubicBezTo>
                  <a:cubicBezTo>
                    <a:pt x="2179" y="225"/>
                    <a:pt x="2203" y="247"/>
                    <a:pt x="2229" y="265"/>
                  </a:cubicBezTo>
                  <a:cubicBezTo>
                    <a:pt x="2252" y="286"/>
                    <a:pt x="2275" y="308"/>
                    <a:pt x="2296" y="331"/>
                  </a:cubicBezTo>
                  <a:cubicBezTo>
                    <a:pt x="2321" y="355"/>
                    <a:pt x="2347" y="380"/>
                    <a:pt x="2371" y="406"/>
                  </a:cubicBezTo>
                  <a:cubicBezTo>
                    <a:pt x="2444" y="486"/>
                    <a:pt x="2533" y="545"/>
                    <a:pt x="2597" y="635"/>
                  </a:cubicBezTo>
                  <a:cubicBezTo>
                    <a:pt x="2665" y="732"/>
                    <a:pt x="2740" y="821"/>
                    <a:pt x="2793" y="927"/>
                  </a:cubicBezTo>
                  <a:cubicBezTo>
                    <a:pt x="2819" y="979"/>
                    <a:pt x="2849" y="1028"/>
                    <a:pt x="2872" y="1080"/>
                  </a:cubicBezTo>
                  <a:cubicBezTo>
                    <a:pt x="2882" y="1110"/>
                    <a:pt x="2895" y="1139"/>
                    <a:pt x="2909" y="1168"/>
                  </a:cubicBezTo>
                  <a:cubicBezTo>
                    <a:pt x="2909" y="1168"/>
                    <a:pt x="2909" y="1169"/>
                    <a:pt x="2910" y="1170"/>
                  </a:cubicBezTo>
                  <a:cubicBezTo>
                    <a:pt x="2921" y="1189"/>
                    <a:pt x="2930" y="1209"/>
                    <a:pt x="2938" y="1231"/>
                  </a:cubicBezTo>
                  <a:cubicBezTo>
                    <a:pt x="2938" y="1232"/>
                    <a:pt x="2938" y="1233"/>
                    <a:pt x="2938" y="1234"/>
                  </a:cubicBezTo>
                  <a:cubicBezTo>
                    <a:pt x="2948" y="1295"/>
                    <a:pt x="2963" y="1355"/>
                    <a:pt x="2969" y="1417"/>
                  </a:cubicBezTo>
                  <a:cubicBezTo>
                    <a:pt x="2975" y="1473"/>
                    <a:pt x="2984" y="1528"/>
                    <a:pt x="2997" y="1582"/>
                  </a:cubicBezTo>
                  <a:cubicBezTo>
                    <a:pt x="3012" y="1637"/>
                    <a:pt x="3005" y="1695"/>
                    <a:pt x="3013" y="1750"/>
                  </a:cubicBezTo>
                  <a:cubicBezTo>
                    <a:pt x="3019" y="1793"/>
                    <a:pt x="3022" y="1835"/>
                    <a:pt x="3023" y="1878"/>
                  </a:cubicBezTo>
                  <a:cubicBezTo>
                    <a:pt x="3020" y="1877"/>
                    <a:pt x="3016" y="1875"/>
                    <a:pt x="3013" y="1874"/>
                  </a:cubicBezTo>
                  <a:cubicBezTo>
                    <a:pt x="3012" y="1873"/>
                    <a:pt x="3011" y="1873"/>
                    <a:pt x="3010" y="1872"/>
                  </a:cubicBezTo>
                  <a:cubicBezTo>
                    <a:pt x="3009" y="1871"/>
                    <a:pt x="3008" y="1871"/>
                    <a:pt x="3007" y="1870"/>
                  </a:cubicBezTo>
                  <a:cubicBezTo>
                    <a:pt x="3004" y="1868"/>
                    <a:pt x="3001" y="1868"/>
                    <a:pt x="2998" y="1868"/>
                  </a:cubicBezTo>
                  <a:cubicBezTo>
                    <a:pt x="2997" y="1868"/>
                    <a:pt x="2995" y="1868"/>
                    <a:pt x="2994" y="1868"/>
                  </a:cubicBezTo>
                  <a:cubicBezTo>
                    <a:pt x="2994" y="1860"/>
                    <a:pt x="2993" y="1853"/>
                    <a:pt x="2992" y="1845"/>
                  </a:cubicBezTo>
                  <a:cubicBezTo>
                    <a:pt x="2992" y="1844"/>
                    <a:pt x="2992" y="1844"/>
                    <a:pt x="2992" y="1843"/>
                  </a:cubicBezTo>
                  <a:cubicBezTo>
                    <a:pt x="2992" y="1843"/>
                    <a:pt x="2992" y="1842"/>
                    <a:pt x="2992" y="1841"/>
                  </a:cubicBezTo>
                  <a:cubicBezTo>
                    <a:pt x="3002" y="1818"/>
                    <a:pt x="3007" y="1793"/>
                    <a:pt x="3007" y="1768"/>
                  </a:cubicBezTo>
                  <a:cubicBezTo>
                    <a:pt x="3007" y="1767"/>
                    <a:pt x="3007" y="1766"/>
                    <a:pt x="3007" y="1765"/>
                  </a:cubicBezTo>
                  <a:cubicBezTo>
                    <a:pt x="3007" y="1763"/>
                    <a:pt x="3007" y="1761"/>
                    <a:pt x="3006" y="1759"/>
                  </a:cubicBezTo>
                  <a:cubicBezTo>
                    <a:pt x="3005" y="1758"/>
                    <a:pt x="3005" y="1757"/>
                    <a:pt x="3004" y="1757"/>
                  </a:cubicBezTo>
                  <a:cubicBezTo>
                    <a:pt x="3003" y="1733"/>
                    <a:pt x="2999" y="1711"/>
                    <a:pt x="2994" y="1688"/>
                  </a:cubicBezTo>
                  <a:cubicBezTo>
                    <a:pt x="2990" y="1655"/>
                    <a:pt x="2982" y="1622"/>
                    <a:pt x="2971" y="1590"/>
                  </a:cubicBezTo>
                  <a:lnTo>
                    <a:pt x="2971" y="1589"/>
                  </a:lnTo>
                  <a:cubicBezTo>
                    <a:pt x="2970" y="1588"/>
                    <a:pt x="2969" y="1587"/>
                    <a:pt x="2968" y="1587"/>
                  </a:cubicBezTo>
                  <a:cubicBezTo>
                    <a:pt x="2968" y="1582"/>
                    <a:pt x="2967" y="1578"/>
                    <a:pt x="2966" y="1574"/>
                  </a:cubicBezTo>
                  <a:cubicBezTo>
                    <a:pt x="2963" y="1564"/>
                    <a:pt x="2960" y="1554"/>
                    <a:pt x="2959" y="1544"/>
                  </a:cubicBezTo>
                  <a:cubicBezTo>
                    <a:pt x="2959" y="1539"/>
                    <a:pt x="2958" y="1534"/>
                    <a:pt x="2957" y="1529"/>
                  </a:cubicBezTo>
                  <a:cubicBezTo>
                    <a:pt x="2957" y="1529"/>
                    <a:pt x="2957" y="1528"/>
                    <a:pt x="2956" y="1527"/>
                  </a:cubicBezTo>
                  <a:cubicBezTo>
                    <a:pt x="2956" y="1527"/>
                    <a:pt x="2955" y="1527"/>
                    <a:pt x="2954" y="1526"/>
                  </a:cubicBezTo>
                  <a:cubicBezTo>
                    <a:pt x="2953" y="1525"/>
                    <a:pt x="2953" y="1525"/>
                    <a:pt x="2952" y="1525"/>
                  </a:cubicBezTo>
                  <a:lnTo>
                    <a:pt x="2951" y="1525"/>
                  </a:lnTo>
                  <a:cubicBezTo>
                    <a:pt x="2951" y="1505"/>
                    <a:pt x="2929" y="1489"/>
                    <a:pt x="2898" y="1478"/>
                  </a:cubicBezTo>
                  <a:cubicBezTo>
                    <a:pt x="2829" y="1454"/>
                    <a:pt x="2764" y="1429"/>
                    <a:pt x="2690" y="1427"/>
                  </a:cubicBezTo>
                  <a:cubicBezTo>
                    <a:pt x="2615" y="1425"/>
                    <a:pt x="2552" y="1403"/>
                    <a:pt x="2479" y="1413"/>
                  </a:cubicBezTo>
                  <a:lnTo>
                    <a:pt x="2420" y="1404"/>
                  </a:lnTo>
                  <a:cubicBezTo>
                    <a:pt x="2356" y="1394"/>
                    <a:pt x="2292" y="1387"/>
                    <a:pt x="2227" y="1384"/>
                  </a:cubicBezTo>
                  <a:cubicBezTo>
                    <a:pt x="2226" y="1383"/>
                    <a:pt x="2225" y="1382"/>
                    <a:pt x="2224" y="1381"/>
                  </a:cubicBezTo>
                  <a:cubicBezTo>
                    <a:pt x="2222" y="1380"/>
                    <a:pt x="2219" y="1379"/>
                    <a:pt x="2217" y="1379"/>
                  </a:cubicBezTo>
                  <a:cubicBezTo>
                    <a:pt x="2214" y="1379"/>
                    <a:pt x="2213" y="1380"/>
                    <a:pt x="2211" y="1381"/>
                  </a:cubicBezTo>
                  <a:cubicBezTo>
                    <a:pt x="2210" y="1381"/>
                    <a:pt x="2209" y="1382"/>
                    <a:pt x="2208" y="1383"/>
                  </a:cubicBezTo>
                  <a:cubicBezTo>
                    <a:pt x="2188" y="1382"/>
                    <a:pt x="2169" y="1381"/>
                    <a:pt x="2150" y="1380"/>
                  </a:cubicBezTo>
                  <a:cubicBezTo>
                    <a:pt x="2149" y="1380"/>
                    <a:pt x="2149" y="1379"/>
                    <a:pt x="2148" y="1379"/>
                  </a:cubicBezTo>
                  <a:cubicBezTo>
                    <a:pt x="2147" y="1378"/>
                    <a:pt x="2145" y="1378"/>
                    <a:pt x="2143" y="1378"/>
                  </a:cubicBezTo>
                  <a:cubicBezTo>
                    <a:pt x="2142" y="1378"/>
                    <a:pt x="2141" y="1378"/>
                    <a:pt x="2139" y="1379"/>
                  </a:cubicBezTo>
                  <a:cubicBezTo>
                    <a:pt x="2138" y="1379"/>
                    <a:pt x="2137" y="1380"/>
                    <a:pt x="2137" y="1380"/>
                  </a:cubicBezTo>
                  <a:cubicBezTo>
                    <a:pt x="2118" y="1380"/>
                    <a:pt x="2100" y="1379"/>
                    <a:pt x="2081" y="1379"/>
                  </a:cubicBezTo>
                  <a:cubicBezTo>
                    <a:pt x="2016" y="1379"/>
                    <a:pt x="1949" y="1375"/>
                    <a:pt x="1885" y="1376"/>
                  </a:cubicBezTo>
                  <a:cubicBezTo>
                    <a:pt x="1850" y="1376"/>
                    <a:pt x="1814" y="1376"/>
                    <a:pt x="1779" y="1375"/>
                  </a:cubicBezTo>
                  <a:cubicBezTo>
                    <a:pt x="1744" y="1374"/>
                    <a:pt x="1697" y="1385"/>
                    <a:pt x="1661" y="1376"/>
                  </a:cubicBezTo>
                  <a:cubicBezTo>
                    <a:pt x="1661" y="1376"/>
                    <a:pt x="1660" y="1376"/>
                    <a:pt x="1659" y="1376"/>
                  </a:cubicBezTo>
                  <a:cubicBezTo>
                    <a:pt x="1657" y="1376"/>
                    <a:pt x="1655" y="1376"/>
                    <a:pt x="1654" y="1377"/>
                  </a:cubicBezTo>
                  <a:cubicBezTo>
                    <a:pt x="1653" y="1377"/>
                    <a:pt x="1653" y="1378"/>
                    <a:pt x="1652" y="1378"/>
                  </a:cubicBezTo>
                  <a:cubicBezTo>
                    <a:pt x="1523" y="1371"/>
                    <a:pt x="1390" y="1378"/>
                    <a:pt x="1261" y="1378"/>
                  </a:cubicBezTo>
                  <a:cubicBezTo>
                    <a:pt x="1187" y="1378"/>
                    <a:pt x="1114" y="1378"/>
                    <a:pt x="1040" y="1378"/>
                  </a:cubicBezTo>
                  <a:cubicBezTo>
                    <a:pt x="978" y="1378"/>
                    <a:pt x="910" y="1370"/>
                    <a:pt x="849" y="1381"/>
                  </a:cubicBezTo>
                  <a:cubicBezTo>
                    <a:pt x="734" y="1400"/>
                    <a:pt x="613" y="1381"/>
                    <a:pt x="497" y="1407"/>
                  </a:cubicBezTo>
                  <a:lnTo>
                    <a:pt x="468" y="1413"/>
                  </a:lnTo>
                  <a:lnTo>
                    <a:pt x="467" y="1412"/>
                  </a:lnTo>
                  <a:cubicBezTo>
                    <a:pt x="465" y="1411"/>
                    <a:pt x="464" y="1411"/>
                    <a:pt x="462" y="1411"/>
                  </a:cubicBezTo>
                  <a:cubicBezTo>
                    <a:pt x="460" y="1411"/>
                    <a:pt x="458" y="1411"/>
                    <a:pt x="457" y="1412"/>
                  </a:cubicBezTo>
                  <a:cubicBezTo>
                    <a:pt x="455" y="1413"/>
                    <a:pt x="455" y="1414"/>
                    <a:pt x="454" y="1415"/>
                  </a:cubicBezTo>
                  <a:cubicBezTo>
                    <a:pt x="454" y="1416"/>
                    <a:pt x="454" y="1416"/>
                    <a:pt x="453" y="1416"/>
                  </a:cubicBezTo>
                  <a:cubicBezTo>
                    <a:pt x="418" y="1423"/>
                    <a:pt x="383" y="1428"/>
                    <a:pt x="347" y="1436"/>
                  </a:cubicBezTo>
                  <a:cubicBezTo>
                    <a:pt x="320" y="1441"/>
                    <a:pt x="294" y="1451"/>
                    <a:pt x="267" y="1458"/>
                  </a:cubicBezTo>
                  <a:cubicBezTo>
                    <a:pt x="261" y="1459"/>
                    <a:pt x="194" y="1484"/>
                    <a:pt x="196" y="1495"/>
                  </a:cubicBezTo>
                  <a:cubicBezTo>
                    <a:pt x="196" y="1491"/>
                    <a:pt x="191" y="1492"/>
                    <a:pt x="189" y="1495"/>
                  </a:cubicBezTo>
                  <a:cubicBezTo>
                    <a:pt x="185" y="1495"/>
                    <a:pt x="181" y="1496"/>
                    <a:pt x="177" y="1499"/>
                  </a:cubicBezTo>
                  <a:cubicBezTo>
                    <a:pt x="173" y="1501"/>
                    <a:pt x="169" y="1505"/>
                    <a:pt x="166" y="1510"/>
                  </a:cubicBezTo>
                  <a:cubicBezTo>
                    <a:pt x="166" y="1510"/>
                    <a:pt x="166" y="1511"/>
                    <a:pt x="165" y="1511"/>
                  </a:cubicBezTo>
                  <a:cubicBezTo>
                    <a:pt x="167" y="1476"/>
                    <a:pt x="170" y="1441"/>
                    <a:pt x="176" y="1406"/>
                  </a:cubicBezTo>
                  <a:moveTo>
                    <a:pt x="2873" y="1543"/>
                  </a:moveTo>
                  <a:lnTo>
                    <a:pt x="2874" y="1543"/>
                  </a:lnTo>
                  <a:cubicBezTo>
                    <a:pt x="2880" y="1547"/>
                    <a:pt x="2886" y="1549"/>
                    <a:pt x="2892" y="1551"/>
                  </a:cubicBezTo>
                  <a:cubicBezTo>
                    <a:pt x="2897" y="1551"/>
                    <a:pt x="2901" y="1552"/>
                    <a:pt x="2905" y="1554"/>
                  </a:cubicBezTo>
                  <a:cubicBezTo>
                    <a:pt x="2878" y="1566"/>
                    <a:pt x="2850" y="1575"/>
                    <a:pt x="2821" y="1582"/>
                  </a:cubicBezTo>
                  <a:lnTo>
                    <a:pt x="2797" y="1588"/>
                  </a:lnTo>
                  <a:cubicBezTo>
                    <a:pt x="2795" y="1585"/>
                    <a:pt x="2792" y="1582"/>
                    <a:pt x="2789" y="1580"/>
                  </a:cubicBezTo>
                  <a:cubicBezTo>
                    <a:pt x="2775" y="1572"/>
                    <a:pt x="2760" y="1567"/>
                    <a:pt x="2744" y="1564"/>
                  </a:cubicBezTo>
                  <a:cubicBezTo>
                    <a:pt x="2737" y="1562"/>
                    <a:pt x="2731" y="1559"/>
                    <a:pt x="2724" y="1558"/>
                  </a:cubicBezTo>
                  <a:cubicBezTo>
                    <a:pt x="2724" y="1557"/>
                    <a:pt x="2724" y="1557"/>
                    <a:pt x="2725" y="1557"/>
                  </a:cubicBezTo>
                  <a:cubicBezTo>
                    <a:pt x="2735" y="1551"/>
                    <a:pt x="2743" y="1543"/>
                    <a:pt x="2749" y="1533"/>
                  </a:cubicBezTo>
                  <a:cubicBezTo>
                    <a:pt x="2752" y="1527"/>
                    <a:pt x="2755" y="1521"/>
                    <a:pt x="2756" y="1515"/>
                  </a:cubicBezTo>
                  <a:cubicBezTo>
                    <a:pt x="2761" y="1517"/>
                    <a:pt x="2765" y="1521"/>
                    <a:pt x="2770" y="1524"/>
                  </a:cubicBezTo>
                  <a:cubicBezTo>
                    <a:pt x="2776" y="1526"/>
                    <a:pt x="2783" y="1527"/>
                    <a:pt x="2789" y="1528"/>
                  </a:cubicBezTo>
                  <a:cubicBezTo>
                    <a:pt x="2799" y="1530"/>
                    <a:pt x="2809" y="1532"/>
                    <a:pt x="2818" y="1535"/>
                  </a:cubicBezTo>
                  <a:cubicBezTo>
                    <a:pt x="2819" y="1536"/>
                    <a:pt x="2821" y="1536"/>
                    <a:pt x="2822" y="1536"/>
                  </a:cubicBezTo>
                  <a:cubicBezTo>
                    <a:pt x="2824" y="1536"/>
                    <a:pt x="2825" y="1536"/>
                    <a:pt x="2827" y="1535"/>
                  </a:cubicBezTo>
                  <a:cubicBezTo>
                    <a:pt x="2828" y="1534"/>
                    <a:pt x="2830" y="1533"/>
                    <a:pt x="2831" y="1531"/>
                  </a:cubicBezTo>
                  <a:cubicBezTo>
                    <a:pt x="2832" y="1529"/>
                    <a:pt x="2832" y="1528"/>
                    <a:pt x="2832" y="1526"/>
                  </a:cubicBezTo>
                  <a:cubicBezTo>
                    <a:pt x="2832" y="1525"/>
                    <a:pt x="2832" y="1524"/>
                    <a:pt x="2832" y="1523"/>
                  </a:cubicBezTo>
                  <a:lnTo>
                    <a:pt x="2832" y="1524"/>
                  </a:lnTo>
                  <a:cubicBezTo>
                    <a:pt x="2832" y="1522"/>
                    <a:pt x="2831" y="1521"/>
                    <a:pt x="2831" y="1520"/>
                  </a:cubicBezTo>
                  <a:cubicBezTo>
                    <a:pt x="2830" y="1519"/>
                    <a:pt x="2830" y="1519"/>
                    <a:pt x="2830" y="1519"/>
                  </a:cubicBezTo>
                  <a:cubicBezTo>
                    <a:pt x="2829" y="1518"/>
                    <a:pt x="2828" y="1517"/>
                    <a:pt x="2827" y="1516"/>
                  </a:cubicBezTo>
                  <a:cubicBezTo>
                    <a:pt x="2826" y="1515"/>
                    <a:pt x="2826" y="1515"/>
                    <a:pt x="2825" y="1515"/>
                  </a:cubicBezTo>
                  <a:cubicBezTo>
                    <a:pt x="2820" y="1513"/>
                    <a:pt x="2814" y="1511"/>
                    <a:pt x="2807" y="1511"/>
                  </a:cubicBezTo>
                  <a:cubicBezTo>
                    <a:pt x="2796" y="1509"/>
                    <a:pt x="2786" y="1506"/>
                    <a:pt x="2776" y="1505"/>
                  </a:cubicBezTo>
                  <a:cubicBezTo>
                    <a:pt x="2774" y="1505"/>
                    <a:pt x="2772" y="1505"/>
                    <a:pt x="2770" y="1505"/>
                  </a:cubicBezTo>
                  <a:cubicBezTo>
                    <a:pt x="2765" y="1505"/>
                    <a:pt x="2761" y="1506"/>
                    <a:pt x="2756" y="1507"/>
                  </a:cubicBezTo>
                  <a:cubicBezTo>
                    <a:pt x="2756" y="1499"/>
                    <a:pt x="2754" y="1492"/>
                    <a:pt x="2751" y="1485"/>
                  </a:cubicBezTo>
                  <a:cubicBezTo>
                    <a:pt x="2744" y="1465"/>
                    <a:pt x="2710" y="1456"/>
                    <a:pt x="2677" y="1450"/>
                  </a:cubicBezTo>
                  <a:lnTo>
                    <a:pt x="2676" y="1450"/>
                  </a:lnTo>
                  <a:cubicBezTo>
                    <a:pt x="2675" y="1450"/>
                    <a:pt x="2675" y="1450"/>
                    <a:pt x="2674" y="1450"/>
                  </a:cubicBezTo>
                  <a:cubicBezTo>
                    <a:pt x="2650" y="1446"/>
                    <a:pt x="2626" y="1444"/>
                    <a:pt x="2614" y="1441"/>
                  </a:cubicBezTo>
                  <a:cubicBezTo>
                    <a:pt x="2602" y="1437"/>
                    <a:pt x="2594" y="1436"/>
                    <a:pt x="2584" y="1434"/>
                  </a:cubicBezTo>
                  <a:cubicBezTo>
                    <a:pt x="2598" y="1434"/>
                    <a:pt x="2612" y="1435"/>
                    <a:pt x="2626" y="1437"/>
                  </a:cubicBezTo>
                  <a:cubicBezTo>
                    <a:pt x="2653" y="1444"/>
                    <a:pt x="2681" y="1448"/>
                    <a:pt x="2708" y="1449"/>
                  </a:cubicBezTo>
                  <a:cubicBezTo>
                    <a:pt x="2754" y="1449"/>
                    <a:pt x="2793" y="1467"/>
                    <a:pt x="2836" y="1478"/>
                  </a:cubicBezTo>
                  <a:cubicBezTo>
                    <a:pt x="2858" y="1483"/>
                    <a:pt x="2925" y="1502"/>
                    <a:pt x="2932" y="1526"/>
                  </a:cubicBezTo>
                  <a:cubicBezTo>
                    <a:pt x="2934" y="1532"/>
                    <a:pt x="2930" y="1538"/>
                    <a:pt x="2922" y="1544"/>
                  </a:cubicBezTo>
                  <a:cubicBezTo>
                    <a:pt x="2915" y="1531"/>
                    <a:pt x="2883" y="1533"/>
                    <a:pt x="2873" y="1536"/>
                  </a:cubicBezTo>
                  <a:cubicBezTo>
                    <a:pt x="2872" y="1536"/>
                    <a:pt x="2872" y="1536"/>
                    <a:pt x="2871" y="1537"/>
                  </a:cubicBezTo>
                  <a:cubicBezTo>
                    <a:pt x="2870" y="1538"/>
                    <a:pt x="2871" y="1538"/>
                    <a:pt x="2871" y="1539"/>
                  </a:cubicBezTo>
                  <a:cubicBezTo>
                    <a:pt x="2871" y="1540"/>
                    <a:pt x="2870" y="1540"/>
                    <a:pt x="2871" y="1541"/>
                  </a:cubicBezTo>
                  <a:cubicBezTo>
                    <a:pt x="2872" y="1542"/>
                    <a:pt x="2872" y="1542"/>
                    <a:pt x="2873" y="1542"/>
                  </a:cubicBezTo>
                  <a:lnTo>
                    <a:pt x="2873" y="1543"/>
                  </a:lnTo>
                  <a:moveTo>
                    <a:pt x="2806" y="1607"/>
                  </a:moveTo>
                  <a:cubicBezTo>
                    <a:pt x="2829" y="1600"/>
                    <a:pt x="2852" y="1593"/>
                    <a:pt x="2875" y="1587"/>
                  </a:cubicBezTo>
                  <a:cubicBezTo>
                    <a:pt x="2883" y="1585"/>
                    <a:pt x="2891" y="1582"/>
                    <a:pt x="2899" y="1579"/>
                  </a:cubicBezTo>
                  <a:cubicBezTo>
                    <a:pt x="2899" y="1584"/>
                    <a:pt x="2899" y="1589"/>
                    <a:pt x="2898" y="1594"/>
                  </a:cubicBezTo>
                  <a:cubicBezTo>
                    <a:pt x="2896" y="1610"/>
                    <a:pt x="2893" y="1625"/>
                    <a:pt x="2892" y="1641"/>
                  </a:cubicBezTo>
                  <a:lnTo>
                    <a:pt x="2876" y="1649"/>
                  </a:lnTo>
                  <a:cubicBezTo>
                    <a:pt x="2855" y="1659"/>
                    <a:pt x="2833" y="1668"/>
                    <a:pt x="2810" y="1675"/>
                  </a:cubicBezTo>
                  <a:cubicBezTo>
                    <a:pt x="2804" y="1655"/>
                    <a:pt x="2810" y="1628"/>
                    <a:pt x="2806" y="1606"/>
                  </a:cubicBezTo>
                  <a:lnTo>
                    <a:pt x="2806" y="1607"/>
                  </a:lnTo>
                  <a:moveTo>
                    <a:pt x="2758" y="1690"/>
                  </a:moveTo>
                  <a:cubicBezTo>
                    <a:pt x="2758" y="1687"/>
                    <a:pt x="2756" y="1684"/>
                    <a:pt x="2755" y="1680"/>
                  </a:cubicBezTo>
                  <a:cubicBezTo>
                    <a:pt x="2754" y="1676"/>
                    <a:pt x="2752" y="1671"/>
                    <a:pt x="2749" y="1667"/>
                  </a:cubicBezTo>
                  <a:lnTo>
                    <a:pt x="2749" y="1666"/>
                  </a:lnTo>
                  <a:cubicBezTo>
                    <a:pt x="2749" y="1666"/>
                    <a:pt x="2748" y="1665"/>
                    <a:pt x="2747" y="1665"/>
                  </a:cubicBezTo>
                  <a:cubicBezTo>
                    <a:pt x="2747" y="1665"/>
                    <a:pt x="2746" y="1664"/>
                    <a:pt x="2745" y="1664"/>
                  </a:cubicBezTo>
                  <a:cubicBezTo>
                    <a:pt x="2745" y="1664"/>
                    <a:pt x="2744" y="1665"/>
                    <a:pt x="2743" y="1665"/>
                  </a:cubicBezTo>
                  <a:cubicBezTo>
                    <a:pt x="2742" y="1665"/>
                    <a:pt x="2742" y="1666"/>
                    <a:pt x="2742" y="1666"/>
                  </a:cubicBezTo>
                  <a:cubicBezTo>
                    <a:pt x="2741" y="1667"/>
                    <a:pt x="2741" y="1667"/>
                    <a:pt x="2741" y="1667"/>
                  </a:cubicBezTo>
                  <a:cubicBezTo>
                    <a:pt x="2741" y="1668"/>
                    <a:pt x="2740" y="1669"/>
                    <a:pt x="2740" y="1670"/>
                  </a:cubicBezTo>
                  <a:cubicBezTo>
                    <a:pt x="2737" y="1674"/>
                    <a:pt x="2736" y="1678"/>
                    <a:pt x="2736" y="1683"/>
                  </a:cubicBezTo>
                  <a:cubicBezTo>
                    <a:pt x="2736" y="1687"/>
                    <a:pt x="2736" y="1692"/>
                    <a:pt x="2738" y="1696"/>
                  </a:cubicBezTo>
                  <a:lnTo>
                    <a:pt x="2724" y="1700"/>
                  </a:lnTo>
                  <a:cubicBezTo>
                    <a:pt x="2725" y="1699"/>
                    <a:pt x="2725" y="1697"/>
                    <a:pt x="2725" y="1696"/>
                  </a:cubicBezTo>
                  <a:cubicBezTo>
                    <a:pt x="2725" y="1695"/>
                    <a:pt x="2725" y="1694"/>
                    <a:pt x="2725" y="1693"/>
                  </a:cubicBezTo>
                  <a:cubicBezTo>
                    <a:pt x="2725" y="1688"/>
                    <a:pt x="2725" y="1683"/>
                    <a:pt x="2724" y="1678"/>
                  </a:cubicBezTo>
                  <a:cubicBezTo>
                    <a:pt x="2722" y="1673"/>
                    <a:pt x="2720" y="1667"/>
                    <a:pt x="2718" y="1662"/>
                  </a:cubicBezTo>
                  <a:cubicBezTo>
                    <a:pt x="2718" y="1662"/>
                    <a:pt x="2717" y="1662"/>
                    <a:pt x="2716" y="1661"/>
                  </a:cubicBezTo>
                  <a:cubicBezTo>
                    <a:pt x="2715" y="1660"/>
                    <a:pt x="2715" y="1660"/>
                    <a:pt x="2714" y="1660"/>
                  </a:cubicBezTo>
                  <a:cubicBezTo>
                    <a:pt x="2714" y="1660"/>
                    <a:pt x="2713" y="1660"/>
                    <a:pt x="2712" y="1661"/>
                  </a:cubicBezTo>
                  <a:lnTo>
                    <a:pt x="2711" y="1662"/>
                  </a:lnTo>
                  <a:cubicBezTo>
                    <a:pt x="2708" y="1667"/>
                    <a:pt x="2707" y="1673"/>
                    <a:pt x="2705" y="1678"/>
                  </a:cubicBezTo>
                  <a:cubicBezTo>
                    <a:pt x="2704" y="1683"/>
                    <a:pt x="2704" y="1689"/>
                    <a:pt x="2704" y="1694"/>
                  </a:cubicBezTo>
                  <a:cubicBezTo>
                    <a:pt x="2704" y="1695"/>
                    <a:pt x="2704" y="1696"/>
                    <a:pt x="2704" y="1697"/>
                  </a:cubicBezTo>
                  <a:cubicBezTo>
                    <a:pt x="2704" y="1698"/>
                    <a:pt x="2704" y="1699"/>
                    <a:pt x="2705" y="1701"/>
                  </a:cubicBezTo>
                  <a:cubicBezTo>
                    <a:pt x="2706" y="1702"/>
                    <a:pt x="2707" y="1703"/>
                    <a:pt x="2708" y="1704"/>
                  </a:cubicBezTo>
                  <a:cubicBezTo>
                    <a:pt x="2666" y="1714"/>
                    <a:pt x="2624" y="1724"/>
                    <a:pt x="2581" y="1733"/>
                  </a:cubicBezTo>
                  <a:cubicBezTo>
                    <a:pt x="2581" y="1729"/>
                    <a:pt x="2580" y="1725"/>
                    <a:pt x="2579" y="1722"/>
                  </a:cubicBezTo>
                  <a:cubicBezTo>
                    <a:pt x="2577" y="1718"/>
                    <a:pt x="2576" y="1714"/>
                    <a:pt x="2575" y="1710"/>
                  </a:cubicBezTo>
                  <a:cubicBezTo>
                    <a:pt x="2575" y="1706"/>
                    <a:pt x="2569" y="1705"/>
                    <a:pt x="2568" y="1710"/>
                  </a:cubicBezTo>
                  <a:cubicBezTo>
                    <a:pt x="2567" y="1714"/>
                    <a:pt x="2566" y="1718"/>
                    <a:pt x="2564" y="1722"/>
                  </a:cubicBezTo>
                  <a:cubicBezTo>
                    <a:pt x="2563" y="1726"/>
                    <a:pt x="2562" y="1731"/>
                    <a:pt x="2562" y="1735"/>
                  </a:cubicBezTo>
                  <a:cubicBezTo>
                    <a:pt x="2562" y="1736"/>
                    <a:pt x="2562" y="1736"/>
                    <a:pt x="2562" y="1736"/>
                  </a:cubicBezTo>
                  <a:lnTo>
                    <a:pt x="2562" y="1737"/>
                  </a:lnTo>
                  <a:cubicBezTo>
                    <a:pt x="2543" y="1741"/>
                    <a:pt x="2524" y="1744"/>
                    <a:pt x="2505" y="1748"/>
                  </a:cubicBezTo>
                  <a:cubicBezTo>
                    <a:pt x="2505" y="1747"/>
                    <a:pt x="2505" y="1746"/>
                    <a:pt x="2505" y="1746"/>
                  </a:cubicBezTo>
                  <a:cubicBezTo>
                    <a:pt x="2505" y="1745"/>
                    <a:pt x="2505" y="1745"/>
                    <a:pt x="2505" y="1744"/>
                  </a:cubicBezTo>
                  <a:cubicBezTo>
                    <a:pt x="2505" y="1743"/>
                    <a:pt x="2505" y="1742"/>
                    <a:pt x="2505" y="1741"/>
                  </a:cubicBezTo>
                  <a:cubicBezTo>
                    <a:pt x="2505" y="1736"/>
                    <a:pt x="2505" y="1730"/>
                    <a:pt x="2503" y="1725"/>
                  </a:cubicBezTo>
                  <a:cubicBezTo>
                    <a:pt x="2501" y="1718"/>
                    <a:pt x="2499" y="1712"/>
                    <a:pt x="2498" y="1705"/>
                  </a:cubicBezTo>
                  <a:cubicBezTo>
                    <a:pt x="2498" y="1701"/>
                    <a:pt x="2492" y="1702"/>
                    <a:pt x="2492" y="1705"/>
                  </a:cubicBezTo>
                  <a:cubicBezTo>
                    <a:pt x="2491" y="1711"/>
                    <a:pt x="2489" y="1716"/>
                    <a:pt x="2487" y="1721"/>
                  </a:cubicBezTo>
                  <a:cubicBezTo>
                    <a:pt x="2486" y="1728"/>
                    <a:pt x="2485" y="1736"/>
                    <a:pt x="2485" y="1743"/>
                  </a:cubicBezTo>
                  <a:lnTo>
                    <a:pt x="2485" y="1744"/>
                  </a:lnTo>
                  <a:cubicBezTo>
                    <a:pt x="2485" y="1745"/>
                    <a:pt x="2485" y="1747"/>
                    <a:pt x="2486" y="1748"/>
                  </a:cubicBezTo>
                  <a:cubicBezTo>
                    <a:pt x="2486" y="1749"/>
                    <a:pt x="2486" y="1749"/>
                    <a:pt x="2486" y="1749"/>
                  </a:cubicBezTo>
                  <a:cubicBezTo>
                    <a:pt x="2424" y="1759"/>
                    <a:pt x="2360" y="1766"/>
                    <a:pt x="2296" y="1772"/>
                  </a:cubicBezTo>
                  <a:cubicBezTo>
                    <a:pt x="2297" y="1770"/>
                    <a:pt x="2297" y="1768"/>
                    <a:pt x="2297" y="1767"/>
                  </a:cubicBezTo>
                  <a:cubicBezTo>
                    <a:pt x="2297" y="1762"/>
                    <a:pt x="2296" y="1757"/>
                    <a:pt x="2295" y="1752"/>
                  </a:cubicBezTo>
                  <a:cubicBezTo>
                    <a:pt x="2293" y="1744"/>
                    <a:pt x="2292" y="1735"/>
                    <a:pt x="2292" y="1727"/>
                  </a:cubicBezTo>
                  <a:cubicBezTo>
                    <a:pt x="2292" y="1724"/>
                    <a:pt x="2292" y="1722"/>
                    <a:pt x="2292" y="1720"/>
                  </a:cubicBezTo>
                  <a:cubicBezTo>
                    <a:pt x="2293" y="1716"/>
                    <a:pt x="2293" y="1713"/>
                    <a:pt x="2293" y="1709"/>
                  </a:cubicBezTo>
                  <a:cubicBezTo>
                    <a:pt x="2293" y="1705"/>
                    <a:pt x="2293" y="1702"/>
                    <a:pt x="2292" y="1698"/>
                  </a:cubicBezTo>
                  <a:cubicBezTo>
                    <a:pt x="2309" y="1698"/>
                    <a:pt x="2325" y="1698"/>
                    <a:pt x="2341" y="1696"/>
                  </a:cubicBezTo>
                  <a:cubicBezTo>
                    <a:pt x="2388" y="1692"/>
                    <a:pt x="2434" y="1684"/>
                    <a:pt x="2479" y="1672"/>
                  </a:cubicBezTo>
                  <a:cubicBezTo>
                    <a:pt x="2566" y="1652"/>
                    <a:pt x="2653" y="1637"/>
                    <a:pt x="2740" y="1622"/>
                  </a:cubicBezTo>
                  <a:cubicBezTo>
                    <a:pt x="2757" y="1619"/>
                    <a:pt x="2773" y="1615"/>
                    <a:pt x="2789" y="1611"/>
                  </a:cubicBezTo>
                  <a:cubicBezTo>
                    <a:pt x="2789" y="1612"/>
                    <a:pt x="2789" y="1614"/>
                    <a:pt x="2789" y="1615"/>
                  </a:cubicBezTo>
                  <a:cubicBezTo>
                    <a:pt x="2789" y="1623"/>
                    <a:pt x="2789" y="1630"/>
                    <a:pt x="2788" y="1637"/>
                  </a:cubicBezTo>
                  <a:cubicBezTo>
                    <a:pt x="2788" y="1639"/>
                    <a:pt x="2788" y="1642"/>
                    <a:pt x="2788" y="1644"/>
                  </a:cubicBezTo>
                  <a:cubicBezTo>
                    <a:pt x="2788" y="1656"/>
                    <a:pt x="2790" y="1669"/>
                    <a:pt x="2793" y="1681"/>
                  </a:cubicBezTo>
                  <a:lnTo>
                    <a:pt x="2781" y="1685"/>
                  </a:lnTo>
                  <a:lnTo>
                    <a:pt x="2779" y="1685"/>
                  </a:lnTo>
                  <a:cubicBezTo>
                    <a:pt x="2778" y="1678"/>
                    <a:pt x="2778" y="1672"/>
                    <a:pt x="2778" y="1665"/>
                  </a:cubicBezTo>
                  <a:cubicBezTo>
                    <a:pt x="2778" y="1664"/>
                    <a:pt x="2778" y="1664"/>
                    <a:pt x="2778" y="1663"/>
                  </a:cubicBezTo>
                  <a:cubicBezTo>
                    <a:pt x="2777" y="1654"/>
                    <a:pt x="2775" y="1645"/>
                    <a:pt x="2770" y="1637"/>
                  </a:cubicBezTo>
                  <a:lnTo>
                    <a:pt x="2769" y="1636"/>
                  </a:lnTo>
                  <a:cubicBezTo>
                    <a:pt x="2769" y="1635"/>
                    <a:pt x="2769" y="1635"/>
                    <a:pt x="2768" y="1634"/>
                  </a:cubicBezTo>
                  <a:cubicBezTo>
                    <a:pt x="2767" y="1633"/>
                    <a:pt x="2766" y="1634"/>
                    <a:pt x="2766" y="1634"/>
                  </a:cubicBezTo>
                  <a:cubicBezTo>
                    <a:pt x="2765" y="1634"/>
                    <a:pt x="2765" y="1633"/>
                    <a:pt x="2764" y="1634"/>
                  </a:cubicBezTo>
                  <a:cubicBezTo>
                    <a:pt x="2763" y="1634"/>
                    <a:pt x="2764" y="1635"/>
                    <a:pt x="2763" y="1636"/>
                  </a:cubicBezTo>
                  <a:cubicBezTo>
                    <a:pt x="2762" y="1637"/>
                    <a:pt x="2762" y="1637"/>
                    <a:pt x="2762" y="1637"/>
                  </a:cubicBezTo>
                  <a:cubicBezTo>
                    <a:pt x="2759" y="1651"/>
                    <a:pt x="2758" y="1664"/>
                    <a:pt x="2758" y="1678"/>
                  </a:cubicBezTo>
                  <a:cubicBezTo>
                    <a:pt x="2758" y="1682"/>
                    <a:pt x="2758" y="1686"/>
                    <a:pt x="2759" y="1690"/>
                  </a:cubicBezTo>
                  <a:lnTo>
                    <a:pt x="2758" y="1690"/>
                  </a:lnTo>
                  <a:moveTo>
                    <a:pt x="2266" y="1775"/>
                  </a:moveTo>
                  <a:lnTo>
                    <a:pt x="2236" y="1778"/>
                  </a:lnTo>
                  <a:cubicBezTo>
                    <a:pt x="2192" y="1782"/>
                    <a:pt x="2148" y="1783"/>
                    <a:pt x="2105" y="1787"/>
                  </a:cubicBezTo>
                  <a:cubicBezTo>
                    <a:pt x="2105" y="1782"/>
                    <a:pt x="2102" y="1776"/>
                    <a:pt x="2102" y="1772"/>
                  </a:cubicBezTo>
                  <a:cubicBezTo>
                    <a:pt x="2101" y="1767"/>
                    <a:pt x="2096" y="1759"/>
                    <a:pt x="2099" y="1756"/>
                  </a:cubicBezTo>
                  <a:cubicBezTo>
                    <a:pt x="2101" y="1752"/>
                    <a:pt x="2097" y="1749"/>
                    <a:pt x="2094" y="1751"/>
                  </a:cubicBezTo>
                  <a:cubicBezTo>
                    <a:pt x="2082" y="1758"/>
                    <a:pt x="2083" y="1776"/>
                    <a:pt x="2082" y="1789"/>
                  </a:cubicBezTo>
                  <a:lnTo>
                    <a:pt x="2069" y="1790"/>
                  </a:lnTo>
                  <a:cubicBezTo>
                    <a:pt x="2069" y="1789"/>
                    <a:pt x="2069" y="1789"/>
                    <a:pt x="2069" y="1789"/>
                  </a:cubicBezTo>
                  <a:cubicBezTo>
                    <a:pt x="2069" y="1788"/>
                    <a:pt x="2069" y="1788"/>
                    <a:pt x="2069" y="1787"/>
                  </a:cubicBezTo>
                  <a:cubicBezTo>
                    <a:pt x="2067" y="1782"/>
                    <a:pt x="2066" y="1777"/>
                    <a:pt x="2065" y="1771"/>
                  </a:cubicBezTo>
                  <a:cubicBezTo>
                    <a:pt x="2065" y="1768"/>
                    <a:pt x="2066" y="1766"/>
                    <a:pt x="2066" y="1763"/>
                  </a:cubicBezTo>
                  <a:cubicBezTo>
                    <a:pt x="2066" y="1760"/>
                    <a:pt x="2065" y="1758"/>
                    <a:pt x="2065" y="1755"/>
                  </a:cubicBezTo>
                  <a:cubicBezTo>
                    <a:pt x="2065" y="1751"/>
                    <a:pt x="2065" y="1744"/>
                    <a:pt x="2062" y="1741"/>
                  </a:cubicBezTo>
                  <a:lnTo>
                    <a:pt x="2061" y="1741"/>
                  </a:lnTo>
                  <a:cubicBezTo>
                    <a:pt x="2060" y="1740"/>
                    <a:pt x="2059" y="1740"/>
                    <a:pt x="2058" y="1740"/>
                  </a:cubicBezTo>
                  <a:cubicBezTo>
                    <a:pt x="2057" y="1740"/>
                    <a:pt x="2056" y="1740"/>
                    <a:pt x="2055" y="1741"/>
                  </a:cubicBezTo>
                  <a:cubicBezTo>
                    <a:pt x="2054" y="1741"/>
                    <a:pt x="2052" y="1742"/>
                    <a:pt x="2052" y="1743"/>
                  </a:cubicBezTo>
                  <a:cubicBezTo>
                    <a:pt x="2051" y="1744"/>
                    <a:pt x="2051" y="1745"/>
                    <a:pt x="2051" y="1746"/>
                  </a:cubicBezTo>
                  <a:cubicBezTo>
                    <a:pt x="2051" y="1751"/>
                    <a:pt x="2049" y="1756"/>
                    <a:pt x="2049" y="1760"/>
                  </a:cubicBezTo>
                  <a:cubicBezTo>
                    <a:pt x="2048" y="1763"/>
                    <a:pt x="2048" y="1765"/>
                    <a:pt x="2048" y="1768"/>
                  </a:cubicBezTo>
                  <a:cubicBezTo>
                    <a:pt x="2048" y="1770"/>
                    <a:pt x="2048" y="1774"/>
                    <a:pt x="2049" y="1776"/>
                  </a:cubicBezTo>
                  <a:cubicBezTo>
                    <a:pt x="2049" y="1781"/>
                    <a:pt x="2050" y="1786"/>
                    <a:pt x="2052" y="1791"/>
                  </a:cubicBezTo>
                  <a:lnTo>
                    <a:pt x="2043" y="1791"/>
                  </a:lnTo>
                  <a:cubicBezTo>
                    <a:pt x="2043" y="1787"/>
                    <a:pt x="2043" y="1783"/>
                    <a:pt x="2043" y="1780"/>
                  </a:cubicBezTo>
                  <a:cubicBezTo>
                    <a:pt x="2043" y="1771"/>
                    <a:pt x="2042" y="1763"/>
                    <a:pt x="2041" y="1754"/>
                  </a:cubicBezTo>
                  <a:cubicBezTo>
                    <a:pt x="2040" y="1743"/>
                    <a:pt x="2039" y="1731"/>
                    <a:pt x="2038" y="1720"/>
                  </a:cubicBezTo>
                  <a:cubicBezTo>
                    <a:pt x="2065" y="1720"/>
                    <a:pt x="2093" y="1718"/>
                    <a:pt x="2121" y="1720"/>
                  </a:cubicBezTo>
                  <a:cubicBezTo>
                    <a:pt x="2148" y="1720"/>
                    <a:pt x="2175" y="1716"/>
                    <a:pt x="2201" y="1708"/>
                  </a:cubicBezTo>
                  <a:cubicBezTo>
                    <a:pt x="2223" y="1702"/>
                    <a:pt x="2245" y="1699"/>
                    <a:pt x="2267" y="1699"/>
                  </a:cubicBezTo>
                  <a:cubicBezTo>
                    <a:pt x="2267" y="1709"/>
                    <a:pt x="2264" y="1720"/>
                    <a:pt x="2264" y="1730"/>
                  </a:cubicBezTo>
                  <a:cubicBezTo>
                    <a:pt x="2262" y="1746"/>
                    <a:pt x="2266" y="1760"/>
                    <a:pt x="2266" y="1775"/>
                  </a:cubicBezTo>
                  <a:moveTo>
                    <a:pt x="1990" y="1775"/>
                  </a:moveTo>
                  <a:cubicBezTo>
                    <a:pt x="1989" y="1767"/>
                    <a:pt x="1976" y="1765"/>
                    <a:pt x="1975" y="1775"/>
                  </a:cubicBezTo>
                  <a:cubicBezTo>
                    <a:pt x="1974" y="1778"/>
                    <a:pt x="1974" y="1781"/>
                    <a:pt x="1974" y="1783"/>
                  </a:cubicBezTo>
                  <a:cubicBezTo>
                    <a:pt x="1974" y="1788"/>
                    <a:pt x="1975" y="1792"/>
                    <a:pt x="1977" y="1796"/>
                  </a:cubicBezTo>
                  <a:lnTo>
                    <a:pt x="1956" y="1796"/>
                  </a:lnTo>
                  <a:cubicBezTo>
                    <a:pt x="1955" y="1795"/>
                    <a:pt x="1955" y="1794"/>
                    <a:pt x="1954" y="1793"/>
                  </a:cubicBezTo>
                  <a:cubicBezTo>
                    <a:pt x="1953" y="1792"/>
                    <a:pt x="1954" y="1792"/>
                    <a:pt x="1953" y="1791"/>
                  </a:cubicBezTo>
                  <a:cubicBezTo>
                    <a:pt x="1955" y="1793"/>
                    <a:pt x="1953" y="1791"/>
                    <a:pt x="1953" y="1791"/>
                  </a:cubicBezTo>
                  <a:cubicBezTo>
                    <a:pt x="1953" y="1791"/>
                    <a:pt x="1953" y="1787"/>
                    <a:pt x="1952" y="1786"/>
                  </a:cubicBezTo>
                  <a:cubicBezTo>
                    <a:pt x="1951" y="1780"/>
                    <a:pt x="1950" y="1775"/>
                    <a:pt x="1947" y="1770"/>
                  </a:cubicBezTo>
                  <a:lnTo>
                    <a:pt x="1946" y="1769"/>
                  </a:lnTo>
                  <a:cubicBezTo>
                    <a:pt x="1946" y="1768"/>
                    <a:pt x="1945" y="1768"/>
                    <a:pt x="1945" y="1768"/>
                  </a:cubicBezTo>
                  <a:cubicBezTo>
                    <a:pt x="1944" y="1767"/>
                    <a:pt x="1943" y="1767"/>
                    <a:pt x="1942" y="1767"/>
                  </a:cubicBezTo>
                  <a:cubicBezTo>
                    <a:pt x="1941" y="1767"/>
                    <a:pt x="1940" y="1767"/>
                    <a:pt x="1939" y="1768"/>
                  </a:cubicBezTo>
                  <a:cubicBezTo>
                    <a:pt x="1938" y="1768"/>
                    <a:pt x="1938" y="1768"/>
                    <a:pt x="1938" y="1769"/>
                  </a:cubicBezTo>
                  <a:cubicBezTo>
                    <a:pt x="1937" y="1769"/>
                    <a:pt x="1937" y="1770"/>
                    <a:pt x="1936" y="1772"/>
                  </a:cubicBezTo>
                  <a:cubicBezTo>
                    <a:pt x="1934" y="1776"/>
                    <a:pt x="1932" y="1781"/>
                    <a:pt x="1932" y="1786"/>
                  </a:cubicBezTo>
                  <a:cubicBezTo>
                    <a:pt x="1932" y="1790"/>
                    <a:pt x="1933" y="1794"/>
                    <a:pt x="1934" y="1798"/>
                  </a:cubicBezTo>
                  <a:cubicBezTo>
                    <a:pt x="1922" y="1798"/>
                    <a:pt x="1910" y="1800"/>
                    <a:pt x="1898" y="1804"/>
                  </a:cubicBezTo>
                  <a:cubicBezTo>
                    <a:pt x="1876" y="1810"/>
                    <a:pt x="1853" y="1813"/>
                    <a:pt x="1830" y="1813"/>
                  </a:cubicBezTo>
                  <a:cubicBezTo>
                    <a:pt x="1821" y="1813"/>
                    <a:pt x="1813" y="1812"/>
                    <a:pt x="1805" y="1811"/>
                  </a:cubicBezTo>
                  <a:cubicBezTo>
                    <a:pt x="1778" y="1811"/>
                    <a:pt x="1749" y="1816"/>
                    <a:pt x="1722" y="1814"/>
                  </a:cubicBezTo>
                  <a:cubicBezTo>
                    <a:pt x="1665" y="1812"/>
                    <a:pt x="1606" y="1828"/>
                    <a:pt x="1549" y="1825"/>
                  </a:cubicBezTo>
                  <a:cubicBezTo>
                    <a:pt x="1542" y="1825"/>
                    <a:pt x="1536" y="1825"/>
                    <a:pt x="1529" y="1825"/>
                  </a:cubicBezTo>
                  <a:cubicBezTo>
                    <a:pt x="1530" y="1821"/>
                    <a:pt x="1531" y="1817"/>
                    <a:pt x="1531" y="1814"/>
                  </a:cubicBezTo>
                  <a:cubicBezTo>
                    <a:pt x="1531" y="1810"/>
                    <a:pt x="1530" y="1807"/>
                    <a:pt x="1529" y="1804"/>
                  </a:cubicBezTo>
                  <a:cubicBezTo>
                    <a:pt x="1529" y="1795"/>
                    <a:pt x="1514" y="1794"/>
                    <a:pt x="1513" y="1804"/>
                  </a:cubicBezTo>
                  <a:cubicBezTo>
                    <a:pt x="1512" y="1807"/>
                    <a:pt x="1512" y="1811"/>
                    <a:pt x="1512" y="1815"/>
                  </a:cubicBezTo>
                  <a:cubicBezTo>
                    <a:pt x="1512" y="1818"/>
                    <a:pt x="1512" y="1822"/>
                    <a:pt x="1513" y="1825"/>
                  </a:cubicBezTo>
                  <a:cubicBezTo>
                    <a:pt x="1504" y="1825"/>
                    <a:pt x="1495" y="1825"/>
                    <a:pt x="1485" y="1827"/>
                  </a:cubicBezTo>
                  <a:lnTo>
                    <a:pt x="1485" y="1826"/>
                  </a:lnTo>
                  <a:cubicBezTo>
                    <a:pt x="1485" y="1825"/>
                    <a:pt x="1485" y="1825"/>
                    <a:pt x="1485" y="1825"/>
                  </a:cubicBezTo>
                  <a:cubicBezTo>
                    <a:pt x="1485" y="1821"/>
                    <a:pt x="1485" y="1818"/>
                    <a:pt x="1483" y="1814"/>
                  </a:cubicBezTo>
                  <a:cubicBezTo>
                    <a:pt x="1483" y="1813"/>
                    <a:pt x="1483" y="1812"/>
                    <a:pt x="1482" y="1810"/>
                  </a:cubicBezTo>
                  <a:cubicBezTo>
                    <a:pt x="1481" y="1806"/>
                    <a:pt x="1479" y="1802"/>
                    <a:pt x="1477" y="1798"/>
                  </a:cubicBezTo>
                  <a:lnTo>
                    <a:pt x="1476" y="1797"/>
                  </a:lnTo>
                  <a:cubicBezTo>
                    <a:pt x="1475" y="1796"/>
                    <a:pt x="1474" y="1796"/>
                    <a:pt x="1473" y="1796"/>
                  </a:cubicBezTo>
                  <a:cubicBezTo>
                    <a:pt x="1473" y="1796"/>
                    <a:pt x="1472" y="1796"/>
                    <a:pt x="1471" y="1797"/>
                  </a:cubicBezTo>
                  <a:lnTo>
                    <a:pt x="1470" y="1798"/>
                  </a:lnTo>
                  <a:cubicBezTo>
                    <a:pt x="1468" y="1803"/>
                    <a:pt x="1467" y="1808"/>
                    <a:pt x="1467" y="1813"/>
                  </a:cubicBezTo>
                  <a:cubicBezTo>
                    <a:pt x="1467" y="1815"/>
                    <a:pt x="1467" y="1818"/>
                    <a:pt x="1468" y="1820"/>
                  </a:cubicBezTo>
                  <a:cubicBezTo>
                    <a:pt x="1468" y="1822"/>
                    <a:pt x="1468" y="1823"/>
                    <a:pt x="1469" y="1824"/>
                  </a:cubicBezTo>
                  <a:cubicBezTo>
                    <a:pt x="1470" y="1825"/>
                    <a:pt x="1471" y="1826"/>
                    <a:pt x="1472" y="1827"/>
                  </a:cubicBezTo>
                  <a:lnTo>
                    <a:pt x="1446" y="1829"/>
                  </a:lnTo>
                  <a:cubicBezTo>
                    <a:pt x="1447" y="1828"/>
                    <a:pt x="1447" y="1827"/>
                    <a:pt x="1448" y="1825"/>
                  </a:cubicBezTo>
                  <a:cubicBezTo>
                    <a:pt x="1448" y="1816"/>
                    <a:pt x="1445" y="1808"/>
                    <a:pt x="1444" y="1799"/>
                  </a:cubicBezTo>
                  <a:cubicBezTo>
                    <a:pt x="1444" y="1794"/>
                    <a:pt x="1436" y="1794"/>
                    <a:pt x="1436" y="1799"/>
                  </a:cubicBezTo>
                  <a:cubicBezTo>
                    <a:pt x="1434" y="1808"/>
                    <a:pt x="1433" y="1817"/>
                    <a:pt x="1432" y="1826"/>
                  </a:cubicBezTo>
                  <a:cubicBezTo>
                    <a:pt x="1432" y="1827"/>
                    <a:pt x="1433" y="1828"/>
                    <a:pt x="1433" y="1829"/>
                  </a:cubicBezTo>
                  <a:cubicBezTo>
                    <a:pt x="1433" y="1830"/>
                    <a:pt x="1434" y="1830"/>
                    <a:pt x="1434" y="1830"/>
                  </a:cubicBezTo>
                  <a:lnTo>
                    <a:pt x="1420" y="1830"/>
                  </a:lnTo>
                  <a:cubicBezTo>
                    <a:pt x="1420" y="1829"/>
                    <a:pt x="1420" y="1829"/>
                    <a:pt x="1420" y="1829"/>
                  </a:cubicBezTo>
                  <a:cubicBezTo>
                    <a:pt x="1417" y="1817"/>
                    <a:pt x="1415" y="1804"/>
                    <a:pt x="1415" y="1792"/>
                  </a:cubicBezTo>
                  <a:cubicBezTo>
                    <a:pt x="1415" y="1782"/>
                    <a:pt x="1412" y="1773"/>
                    <a:pt x="1411" y="1764"/>
                  </a:cubicBezTo>
                  <a:cubicBezTo>
                    <a:pt x="1411" y="1759"/>
                    <a:pt x="1402" y="1760"/>
                    <a:pt x="1402" y="1764"/>
                  </a:cubicBezTo>
                  <a:cubicBezTo>
                    <a:pt x="1400" y="1775"/>
                    <a:pt x="1399" y="1786"/>
                    <a:pt x="1399" y="1797"/>
                  </a:cubicBezTo>
                  <a:cubicBezTo>
                    <a:pt x="1399" y="1808"/>
                    <a:pt x="1400" y="1820"/>
                    <a:pt x="1402" y="1830"/>
                  </a:cubicBezTo>
                  <a:lnTo>
                    <a:pt x="1382" y="1830"/>
                  </a:lnTo>
                  <a:cubicBezTo>
                    <a:pt x="1332" y="1829"/>
                    <a:pt x="1279" y="1827"/>
                    <a:pt x="1227" y="1823"/>
                  </a:cubicBezTo>
                  <a:cubicBezTo>
                    <a:pt x="1228" y="1814"/>
                    <a:pt x="1229" y="1805"/>
                    <a:pt x="1229" y="1796"/>
                  </a:cubicBezTo>
                  <a:cubicBezTo>
                    <a:pt x="1229" y="1791"/>
                    <a:pt x="1229" y="1785"/>
                    <a:pt x="1228" y="1780"/>
                  </a:cubicBezTo>
                  <a:cubicBezTo>
                    <a:pt x="1228" y="1769"/>
                    <a:pt x="1223" y="1760"/>
                    <a:pt x="1223" y="1748"/>
                  </a:cubicBezTo>
                  <a:cubicBezTo>
                    <a:pt x="1223" y="1745"/>
                    <a:pt x="1223" y="1742"/>
                    <a:pt x="1223" y="1739"/>
                  </a:cubicBezTo>
                  <a:cubicBezTo>
                    <a:pt x="1235" y="1739"/>
                    <a:pt x="1247" y="1739"/>
                    <a:pt x="1259" y="1739"/>
                  </a:cubicBezTo>
                  <a:cubicBezTo>
                    <a:pt x="1326" y="1739"/>
                    <a:pt x="1392" y="1743"/>
                    <a:pt x="1459" y="1742"/>
                  </a:cubicBezTo>
                  <a:cubicBezTo>
                    <a:pt x="1536" y="1742"/>
                    <a:pt x="1614" y="1736"/>
                    <a:pt x="1690" y="1736"/>
                  </a:cubicBezTo>
                  <a:cubicBezTo>
                    <a:pt x="1721" y="1736"/>
                    <a:pt x="1751" y="1736"/>
                    <a:pt x="1782" y="1735"/>
                  </a:cubicBezTo>
                  <a:cubicBezTo>
                    <a:pt x="1804" y="1735"/>
                    <a:pt x="1827" y="1734"/>
                    <a:pt x="1849" y="1732"/>
                  </a:cubicBezTo>
                  <a:cubicBezTo>
                    <a:pt x="1891" y="1730"/>
                    <a:pt x="1932" y="1727"/>
                    <a:pt x="1974" y="1724"/>
                  </a:cubicBezTo>
                  <a:cubicBezTo>
                    <a:pt x="1987" y="1724"/>
                    <a:pt x="2001" y="1724"/>
                    <a:pt x="2015" y="1724"/>
                  </a:cubicBezTo>
                  <a:cubicBezTo>
                    <a:pt x="2015" y="1736"/>
                    <a:pt x="2015" y="1749"/>
                    <a:pt x="2015" y="1762"/>
                  </a:cubicBezTo>
                  <a:cubicBezTo>
                    <a:pt x="2015" y="1774"/>
                    <a:pt x="2018" y="1785"/>
                    <a:pt x="2023" y="1795"/>
                  </a:cubicBezTo>
                  <a:lnTo>
                    <a:pt x="1986" y="1796"/>
                  </a:lnTo>
                  <a:cubicBezTo>
                    <a:pt x="1986" y="1795"/>
                    <a:pt x="1986" y="1795"/>
                    <a:pt x="1987" y="1794"/>
                  </a:cubicBezTo>
                  <a:cubicBezTo>
                    <a:pt x="1989" y="1790"/>
                    <a:pt x="1991" y="1785"/>
                    <a:pt x="1991" y="1780"/>
                  </a:cubicBezTo>
                  <a:cubicBezTo>
                    <a:pt x="1991" y="1778"/>
                    <a:pt x="1991" y="1776"/>
                    <a:pt x="1990" y="1773"/>
                  </a:cubicBezTo>
                  <a:lnTo>
                    <a:pt x="1990" y="1775"/>
                  </a:lnTo>
                  <a:moveTo>
                    <a:pt x="1180" y="1801"/>
                  </a:moveTo>
                  <a:cubicBezTo>
                    <a:pt x="1180" y="1793"/>
                    <a:pt x="1166" y="1793"/>
                    <a:pt x="1166" y="1801"/>
                  </a:cubicBezTo>
                  <a:cubicBezTo>
                    <a:pt x="1166" y="1803"/>
                    <a:pt x="1166" y="1806"/>
                    <a:pt x="1166" y="1808"/>
                  </a:cubicBezTo>
                  <a:cubicBezTo>
                    <a:pt x="1166" y="1811"/>
                    <a:pt x="1166" y="1813"/>
                    <a:pt x="1166" y="1816"/>
                  </a:cubicBezTo>
                  <a:lnTo>
                    <a:pt x="1120" y="1809"/>
                  </a:lnTo>
                  <a:cubicBezTo>
                    <a:pt x="1120" y="1808"/>
                    <a:pt x="1120" y="1807"/>
                    <a:pt x="1120" y="1807"/>
                  </a:cubicBezTo>
                  <a:cubicBezTo>
                    <a:pt x="1120" y="1806"/>
                    <a:pt x="1120" y="1805"/>
                    <a:pt x="1120" y="1805"/>
                  </a:cubicBezTo>
                  <a:cubicBezTo>
                    <a:pt x="1119" y="1804"/>
                    <a:pt x="1119" y="1803"/>
                    <a:pt x="1118" y="1803"/>
                  </a:cubicBezTo>
                  <a:cubicBezTo>
                    <a:pt x="1116" y="1799"/>
                    <a:pt x="1115" y="1795"/>
                    <a:pt x="1115" y="1791"/>
                  </a:cubicBezTo>
                  <a:cubicBezTo>
                    <a:pt x="1115" y="1782"/>
                    <a:pt x="1102" y="1780"/>
                    <a:pt x="1101" y="1789"/>
                  </a:cubicBezTo>
                  <a:cubicBezTo>
                    <a:pt x="1101" y="1790"/>
                    <a:pt x="1101" y="1791"/>
                    <a:pt x="1101" y="1792"/>
                  </a:cubicBezTo>
                  <a:cubicBezTo>
                    <a:pt x="1101" y="1797"/>
                    <a:pt x="1102" y="1802"/>
                    <a:pt x="1105" y="1807"/>
                  </a:cubicBezTo>
                  <a:lnTo>
                    <a:pt x="1084" y="1805"/>
                  </a:lnTo>
                  <a:cubicBezTo>
                    <a:pt x="1084" y="1804"/>
                    <a:pt x="1083" y="1804"/>
                    <a:pt x="1084" y="1803"/>
                  </a:cubicBezTo>
                  <a:cubicBezTo>
                    <a:pt x="1085" y="1802"/>
                    <a:pt x="1085" y="1801"/>
                    <a:pt x="1086" y="1800"/>
                  </a:cubicBezTo>
                  <a:cubicBezTo>
                    <a:pt x="1086" y="1794"/>
                    <a:pt x="1082" y="1792"/>
                    <a:pt x="1081" y="1787"/>
                  </a:cubicBezTo>
                  <a:lnTo>
                    <a:pt x="1077" y="1775"/>
                  </a:lnTo>
                  <a:cubicBezTo>
                    <a:pt x="1077" y="1775"/>
                    <a:pt x="1076" y="1775"/>
                    <a:pt x="1076" y="1774"/>
                  </a:cubicBezTo>
                  <a:cubicBezTo>
                    <a:pt x="1076" y="1773"/>
                    <a:pt x="1075" y="1773"/>
                    <a:pt x="1074" y="1772"/>
                  </a:cubicBezTo>
                  <a:cubicBezTo>
                    <a:pt x="1074" y="1772"/>
                    <a:pt x="1073" y="1772"/>
                    <a:pt x="1072" y="1772"/>
                  </a:cubicBezTo>
                  <a:cubicBezTo>
                    <a:pt x="1071" y="1772"/>
                    <a:pt x="1070" y="1771"/>
                    <a:pt x="1069" y="1772"/>
                  </a:cubicBezTo>
                  <a:cubicBezTo>
                    <a:pt x="1068" y="1772"/>
                    <a:pt x="1068" y="1773"/>
                    <a:pt x="1067" y="1774"/>
                  </a:cubicBezTo>
                  <a:cubicBezTo>
                    <a:pt x="1066" y="1775"/>
                    <a:pt x="1067" y="1775"/>
                    <a:pt x="1067" y="1775"/>
                  </a:cubicBezTo>
                  <a:cubicBezTo>
                    <a:pt x="1066" y="1779"/>
                    <a:pt x="1065" y="1783"/>
                    <a:pt x="1065" y="1786"/>
                  </a:cubicBezTo>
                  <a:cubicBezTo>
                    <a:pt x="1065" y="1792"/>
                    <a:pt x="1066" y="1798"/>
                    <a:pt x="1069" y="1803"/>
                  </a:cubicBezTo>
                  <a:lnTo>
                    <a:pt x="1052" y="1801"/>
                  </a:lnTo>
                  <a:cubicBezTo>
                    <a:pt x="1052" y="1796"/>
                    <a:pt x="1051" y="1791"/>
                    <a:pt x="1049" y="1787"/>
                  </a:cubicBezTo>
                  <a:cubicBezTo>
                    <a:pt x="1046" y="1777"/>
                    <a:pt x="1044" y="1767"/>
                    <a:pt x="1044" y="1758"/>
                  </a:cubicBezTo>
                  <a:cubicBezTo>
                    <a:pt x="1044" y="1751"/>
                    <a:pt x="1033" y="1752"/>
                    <a:pt x="1032" y="1758"/>
                  </a:cubicBezTo>
                  <a:cubicBezTo>
                    <a:pt x="1031" y="1764"/>
                    <a:pt x="1030" y="1771"/>
                    <a:pt x="1030" y="1778"/>
                  </a:cubicBezTo>
                  <a:cubicBezTo>
                    <a:pt x="1030" y="1785"/>
                    <a:pt x="1031" y="1792"/>
                    <a:pt x="1032" y="1798"/>
                  </a:cubicBezTo>
                  <a:lnTo>
                    <a:pt x="1018" y="1797"/>
                  </a:lnTo>
                  <a:cubicBezTo>
                    <a:pt x="1018" y="1794"/>
                    <a:pt x="1019" y="1792"/>
                    <a:pt x="1019" y="1790"/>
                  </a:cubicBezTo>
                  <a:cubicBezTo>
                    <a:pt x="1019" y="1785"/>
                    <a:pt x="1018" y="1780"/>
                    <a:pt x="1016" y="1776"/>
                  </a:cubicBezTo>
                  <a:cubicBezTo>
                    <a:pt x="1012" y="1764"/>
                    <a:pt x="1010" y="1752"/>
                    <a:pt x="1008" y="1739"/>
                  </a:cubicBezTo>
                  <a:cubicBezTo>
                    <a:pt x="1008" y="1735"/>
                    <a:pt x="1000" y="1735"/>
                    <a:pt x="1000" y="1739"/>
                  </a:cubicBezTo>
                  <a:cubicBezTo>
                    <a:pt x="997" y="1749"/>
                    <a:pt x="996" y="1760"/>
                    <a:pt x="995" y="1770"/>
                  </a:cubicBezTo>
                  <a:cubicBezTo>
                    <a:pt x="995" y="1770"/>
                    <a:pt x="995" y="1771"/>
                    <a:pt x="995" y="1772"/>
                  </a:cubicBezTo>
                  <a:cubicBezTo>
                    <a:pt x="995" y="1780"/>
                    <a:pt x="996" y="1788"/>
                    <a:pt x="999" y="1795"/>
                  </a:cubicBezTo>
                  <a:lnTo>
                    <a:pt x="979" y="1794"/>
                  </a:lnTo>
                  <a:cubicBezTo>
                    <a:pt x="979" y="1793"/>
                    <a:pt x="979" y="1793"/>
                    <a:pt x="979" y="1792"/>
                  </a:cubicBezTo>
                  <a:lnTo>
                    <a:pt x="979" y="1791"/>
                  </a:lnTo>
                  <a:cubicBezTo>
                    <a:pt x="979" y="1788"/>
                    <a:pt x="979" y="1785"/>
                    <a:pt x="979" y="1783"/>
                  </a:cubicBezTo>
                  <a:cubicBezTo>
                    <a:pt x="979" y="1773"/>
                    <a:pt x="978" y="1763"/>
                    <a:pt x="976" y="1753"/>
                  </a:cubicBezTo>
                  <a:cubicBezTo>
                    <a:pt x="974" y="1742"/>
                    <a:pt x="974" y="1730"/>
                    <a:pt x="973" y="1719"/>
                  </a:cubicBezTo>
                  <a:lnTo>
                    <a:pt x="1024" y="1724"/>
                  </a:lnTo>
                  <a:cubicBezTo>
                    <a:pt x="1083" y="1729"/>
                    <a:pt x="1140" y="1733"/>
                    <a:pt x="1199" y="1735"/>
                  </a:cubicBezTo>
                  <a:cubicBezTo>
                    <a:pt x="1198" y="1740"/>
                    <a:pt x="1198" y="1744"/>
                    <a:pt x="1198" y="1748"/>
                  </a:cubicBezTo>
                  <a:cubicBezTo>
                    <a:pt x="1198" y="1755"/>
                    <a:pt x="1199" y="1762"/>
                    <a:pt x="1200" y="1769"/>
                  </a:cubicBezTo>
                  <a:cubicBezTo>
                    <a:pt x="1202" y="1779"/>
                    <a:pt x="1202" y="1788"/>
                    <a:pt x="1202" y="1798"/>
                  </a:cubicBezTo>
                  <a:cubicBezTo>
                    <a:pt x="1202" y="1805"/>
                    <a:pt x="1202" y="1811"/>
                    <a:pt x="1202" y="1818"/>
                  </a:cubicBezTo>
                  <a:lnTo>
                    <a:pt x="1176" y="1815"/>
                  </a:lnTo>
                  <a:cubicBezTo>
                    <a:pt x="1178" y="1810"/>
                    <a:pt x="1179" y="1805"/>
                    <a:pt x="1180" y="1800"/>
                  </a:cubicBezTo>
                  <a:lnTo>
                    <a:pt x="1180" y="1801"/>
                  </a:lnTo>
                  <a:moveTo>
                    <a:pt x="1199" y="1715"/>
                  </a:moveTo>
                  <a:lnTo>
                    <a:pt x="1199" y="1716"/>
                  </a:lnTo>
                  <a:cubicBezTo>
                    <a:pt x="1143" y="1716"/>
                    <a:pt x="1087" y="1712"/>
                    <a:pt x="1031" y="1705"/>
                  </a:cubicBezTo>
                  <a:cubicBezTo>
                    <a:pt x="966" y="1696"/>
                    <a:pt x="898" y="1701"/>
                    <a:pt x="833" y="1692"/>
                  </a:cubicBezTo>
                  <a:cubicBezTo>
                    <a:pt x="822" y="1690"/>
                    <a:pt x="811" y="1689"/>
                    <a:pt x="800" y="1688"/>
                  </a:cubicBezTo>
                  <a:cubicBezTo>
                    <a:pt x="802" y="1686"/>
                    <a:pt x="803" y="1684"/>
                    <a:pt x="805" y="1681"/>
                  </a:cubicBezTo>
                  <a:cubicBezTo>
                    <a:pt x="805" y="1681"/>
                    <a:pt x="805" y="1680"/>
                    <a:pt x="806" y="1680"/>
                  </a:cubicBezTo>
                  <a:cubicBezTo>
                    <a:pt x="809" y="1675"/>
                    <a:pt x="813" y="1671"/>
                    <a:pt x="817" y="1669"/>
                  </a:cubicBezTo>
                  <a:cubicBezTo>
                    <a:pt x="825" y="1664"/>
                    <a:pt x="830" y="1658"/>
                    <a:pt x="835" y="1650"/>
                  </a:cubicBezTo>
                  <a:cubicBezTo>
                    <a:pt x="837" y="1646"/>
                    <a:pt x="839" y="1642"/>
                    <a:pt x="841" y="1638"/>
                  </a:cubicBezTo>
                  <a:cubicBezTo>
                    <a:pt x="848" y="1637"/>
                    <a:pt x="856" y="1636"/>
                    <a:pt x="863" y="1635"/>
                  </a:cubicBezTo>
                  <a:cubicBezTo>
                    <a:pt x="864" y="1635"/>
                    <a:pt x="863" y="1635"/>
                    <a:pt x="864" y="1634"/>
                  </a:cubicBezTo>
                  <a:cubicBezTo>
                    <a:pt x="865" y="1633"/>
                    <a:pt x="865" y="1634"/>
                    <a:pt x="866" y="1633"/>
                  </a:cubicBezTo>
                  <a:cubicBezTo>
                    <a:pt x="866" y="1633"/>
                    <a:pt x="866" y="1632"/>
                    <a:pt x="866" y="1631"/>
                  </a:cubicBezTo>
                  <a:cubicBezTo>
                    <a:pt x="866" y="1631"/>
                    <a:pt x="867" y="1630"/>
                    <a:pt x="866" y="1629"/>
                  </a:cubicBezTo>
                  <a:cubicBezTo>
                    <a:pt x="865" y="1628"/>
                    <a:pt x="865" y="1628"/>
                    <a:pt x="864" y="1628"/>
                  </a:cubicBezTo>
                  <a:lnTo>
                    <a:pt x="863" y="1628"/>
                  </a:lnTo>
                  <a:cubicBezTo>
                    <a:pt x="754" y="1606"/>
                    <a:pt x="641" y="1615"/>
                    <a:pt x="532" y="1592"/>
                  </a:cubicBezTo>
                  <a:cubicBezTo>
                    <a:pt x="474" y="1580"/>
                    <a:pt x="409" y="1574"/>
                    <a:pt x="355" y="1550"/>
                  </a:cubicBezTo>
                  <a:cubicBezTo>
                    <a:pt x="355" y="1535"/>
                    <a:pt x="356" y="1521"/>
                    <a:pt x="358" y="1506"/>
                  </a:cubicBezTo>
                  <a:cubicBezTo>
                    <a:pt x="359" y="1501"/>
                    <a:pt x="359" y="1495"/>
                    <a:pt x="359" y="1490"/>
                  </a:cubicBezTo>
                  <a:cubicBezTo>
                    <a:pt x="359" y="1484"/>
                    <a:pt x="359" y="1480"/>
                    <a:pt x="358" y="1474"/>
                  </a:cubicBezTo>
                  <a:lnTo>
                    <a:pt x="368" y="1470"/>
                  </a:lnTo>
                  <a:cubicBezTo>
                    <a:pt x="368" y="1474"/>
                    <a:pt x="368" y="1478"/>
                    <a:pt x="368" y="1482"/>
                  </a:cubicBezTo>
                  <a:cubicBezTo>
                    <a:pt x="369" y="1493"/>
                    <a:pt x="368" y="1504"/>
                    <a:pt x="369" y="1514"/>
                  </a:cubicBezTo>
                  <a:cubicBezTo>
                    <a:pt x="369" y="1518"/>
                    <a:pt x="374" y="1517"/>
                    <a:pt x="375" y="1514"/>
                  </a:cubicBezTo>
                  <a:cubicBezTo>
                    <a:pt x="376" y="1506"/>
                    <a:pt x="380" y="1499"/>
                    <a:pt x="382" y="1491"/>
                  </a:cubicBezTo>
                  <a:cubicBezTo>
                    <a:pt x="383" y="1482"/>
                    <a:pt x="384" y="1473"/>
                    <a:pt x="384" y="1463"/>
                  </a:cubicBezTo>
                  <a:lnTo>
                    <a:pt x="384" y="1462"/>
                  </a:lnTo>
                  <a:lnTo>
                    <a:pt x="391" y="1458"/>
                  </a:lnTo>
                  <a:cubicBezTo>
                    <a:pt x="391" y="1468"/>
                    <a:pt x="391" y="1477"/>
                    <a:pt x="391" y="1486"/>
                  </a:cubicBezTo>
                  <a:cubicBezTo>
                    <a:pt x="391" y="1495"/>
                    <a:pt x="397" y="1524"/>
                    <a:pt x="394" y="1526"/>
                  </a:cubicBezTo>
                  <a:cubicBezTo>
                    <a:pt x="393" y="1526"/>
                    <a:pt x="393" y="1526"/>
                    <a:pt x="393" y="1527"/>
                  </a:cubicBezTo>
                  <a:lnTo>
                    <a:pt x="393" y="1528"/>
                  </a:lnTo>
                  <a:lnTo>
                    <a:pt x="393" y="1529"/>
                  </a:lnTo>
                  <a:cubicBezTo>
                    <a:pt x="393" y="1529"/>
                    <a:pt x="393" y="1528"/>
                    <a:pt x="394" y="1529"/>
                  </a:cubicBezTo>
                  <a:cubicBezTo>
                    <a:pt x="395" y="1530"/>
                    <a:pt x="394" y="1530"/>
                    <a:pt x="394" y="1530"/>
                  </a:cubicBezTo>
                  <a:lnTo>
                    <a:pt x="397" y="1530"/>
                  </a:lnTo>
                  <a:cubicBezTo>
                    <a:pt x="398" y="1530"/>
                    <a:pt x="398" y="1530"/>
                    <a:pt x="399" y="1529"/>
                  </a:cubicBezTo>
                  <a:cubicBezTo>
                    <a:pt x="399" y="1529"/>
                    <a:pt x="400" y="1529"/>
                    <a:pt x="400" y="1528"/>
                  </a:cubicBezTo>
                  <a:cubicBezTo>
                    <a:pt x="404" y="1520"/>
                    <a:pt x="406" y="1511"/>
                    <a:pt x="406" y="1503"/>
                  </a:cubicBezTo>
                  <a:cubicBezTo>
                    <a:pt x="406" y="1501"/>
                    <a:pt x="405" y="1499"/>
                    <a:pt x="405" y="1496"/>
                  </a:cubicBezTo>
                  <a:cubicBezTo>
                    <a:pt x="405" y="1481"/>
                    <a:pt x="405" y="1466"/>
                    <a:pt x="406" y="1450"/>
                  </a:cubicBezTo>
                  <a:cubicBezTo>
                    <a:pt x="413" y="1448"/>
                    <a:pt x="419" y="1445"/>
                    <a:pt x="426" y="1444"/>
                  </a:cubicBezTo>
                  <a:cubicBezTo>
                    <a:pt x="426" y="1455"/>
                    <a:pt x="422" y="1465"/>
                    <a:pt x="421" y="1476"/>
                  </a:cubicBezTo>
                  <a:cubicBezTo>
                    <a:pt x="420" y="1485"/>
                    <a:pt x="420" y="1494"/>
                    <a:pt x="420" y="1504"/>
                  </a:cubicBezTo>
                  <a:cubicBezTo>
                    <a:pt x="420" y="1513"/>
                    <a:pt x="420" y="1522"/>
                    <a:pt x="421" y="1531"/>
                  </a:cubicBezTo>
                  <a:cubicBezTo>
                    <a:pt x="421" y="1538"/>
                    <a:pt x="431" y="1537"/>
                    <a:pt x="431" y="1531"/>
                  </a:cubicBezTo>
                  <a:cubicBezTo>
                    <a:pt x="431" y="1516"/>
                    <a:pt x="431" y="1500"/>
                    <a:pt x="431" y="1484"/>
                  </a:cubicBezTo>
                  <a:cubicBezTo>
                    <a:pt x="432" y="1470"/>
                    <a:pt x="435" y="1455"/>
                    <a:pt x="438" y="1441"/>
                  </a:cubicBezTo>
                  <a:lnTo>
                    <a:pt x="439" y="1441"/>
                  </a:lnTo>
                  <a:lnTo>
                    <a:pt x="440" y="1441"/>
                  </a:lnTo>
                  <a:lnTo>
                    <a:pt x="441" y="1440"/>
                  </a:lnTo>
                  <a:lnTo>
                    <a:pt x="441" y="1439"/>
                  </a:lnTo>
                  <a:cubicBezTo>
                    <a:pt x="441" y="1438"/>
                    <a:pt x="441" y="1438"/>
                    <a:pt x="441" y="1438"/>
                  </a:cubicBezTo>
                  <a:cubicBezTo>
                    <a:pt x="441" y="1437"/>
                    <a:pt x="440" y="1437"/>
                    <a:pt x="440" y="1437"/>
                  </a:cubicBezTo>
                  <a:lnTo>
                    <a:pt x="439" y="1437"/>
                  </a:lnTo>
                  <a:lnTo>
                    <a:pt x="451" y="1435"/>
                  </a:lnTo>
                  <a:cubicBezTo>
                    <a:pt x="451" y="1453"/>
                    <a:pt x="454" y="1470"/>
                    <a:pt x="456" y="1488"/>
                  </a:cubicBezTo>
                  <a:cubicBezTo>
                    <a:pt x="456" y="1492"/>
                    <a:pt x="463" y="1493"/>
                    <a:pt x="464" y="1488"/>
                  </a:cubicBezTo>
                  <a:cubicBezTo>
                    <a:pt x="466" y="1472"/>
                    <a:pt x="468" y="1456"/>
                    <a:pt x="469" y="1440"/>
                  </a:cubicBezTo>
                  <a:cubicBezTo>
                    <a:pt x="476" y="1439"/>
                    <a:pt x="483" y="1438"/>
                    <a:pt x="490" y="1436"/>
                  </a:cubicBezTo>
                  <a:cubicBezTo>
                    <a:pt x="493" y="1453"/>
                    <a:pt x="501" y="1517"/>
                    <a:pt x="496" y="1518"/>
                  </a:cubicBezTo>
                  <a:cubicBezTo>
                    <a:pt x="496" y="1519"/>
                    <a:pt x="496" y="1519"/>
                    <a:pt x="496" y="1519"/>
                  </a:cubicBezTo>
                  <a:cubicBezTo>
                    <a:pt x="495" y="1519"/>
                    <a:pt x="495" y="1519"/>
                    <a:pt x="494" y="1520"/>
                  </a:cubicBezTo>
                  <a:cubicBezTo>
                    <a:pt x="494" y="1520"/>
                    <a:pt x="494" y="1521"/>
                    <a:pt x="494" y="1522"/>
                  </a:cubicBezTo>
                  <a:lnTo>
                    <a:pt x="494" y="1523"/>
                  </a:lnTo>
                  <a:cubicBezTo>
                    <a:pt x="495" y="1524"/>
                    <a:pt x="495" y="1524"/>
                    <a:pt x="496" y="1525"/>
                  </a:cubicBezTo>
                  <a:lnTo>
                    <a:pt x="497" y="1525"/>
                  </a:lnTo>
                  <a:lnTo>
                    <a:pt x="498" y="1525"/>
                  </a:lnTo>
                  <a:lnTo>
                    <a:pt x="501" y="1525"/>
                  </a:lnTo>
                  <a:cubicBezTo>
                    <a:pt x="501" y="1525"/>
                    <a:pt x="502" y="1525"/>
                    <a:pt x="503" y="1524"/>
                  </a:cubicBezTo>
                  <a:cubicBezTo>
                    <a:pt x="503" y="1524"/>
                    <a:pt x="504" y="1524"/>
                    <a:pt x="504" y="1523"/>
                  </a:cubicBezTo>
                  <a:cubicBezTo>
                    <a:pt x="507" y="1511"/>
                    <a:pt x="509" y="1498"/>
                    <a:pt x="509" y="1485"/>
                  </a:cubicBezTo>
                  <a:cubicBezTo>
                    <a:pt x="509" y="1482"/>
                    <a:pt x="509" y="1480"/>
                    <a:pt x="509" y="1477"/>
                  </a:cubicBezTo>
                  <a:cubicBezTo>
                    <a:pt x="509" y="1463"/>
                    <a:pt x="510" y="1448"/>
                    <a:pt x="512" y="1435"/>
                  </a:cubicBezTo>
                  <a:cubicBezTo>
                    <a:pt x="512" y="1434"/>
                    <a:pt x="512" y="1434"/>
                    <a:pt x="512" y="1434"/>
                  </a:cubicBezTo>
                  <a:cubicBezTo>
                    <a:pt x="512" y="1433"/>
                    <a:pt x="512" y="1433"/>
                    <a:pt x="512" y="1433"/>
                  </a:cubicBezTo>
                  <a:cubicBezTo>
                    <a:pt x="518" y="1432"/>
                    <a:pt x="524" y="1430"/>
                    <a:pt x="530" y="1429"/>
                  </a:cubicBezTo>
                  <a:cubicBezTo>
                    <a:pt x="532" y="1439"/>
                    <a:pt x="534" y="1449"/>
                    <a:pt x="535" y="1460"/>
                  </a:cubicBezTo>
                  <a:cubicBezTo>
                    <a:pt x="535" y="1465"/>
                    <a:pt x="543" y="1464"/>
                    <a:pt x="543" y="1460"/>
                  </a:cubicBezTo>
                  <a:cubicBezTo>
                    <a:pt x="544" y="1452"/>
                    <a:pt x="545" y="1445"/>
                    <a:pt x="548" y="1438"/>
                  </a:cubicBezTo>
                  <a:cubicBezTo>
                    <a:pt x="549" y="1434"/>
                    <a:pt x="550" y="1429"/>
                    <a:pt x="550" y="1424"/>
                  </a:cubicBezTo>
                  <a:lnTo>
                    <a:pt x="560" y="1421"/>
                  </a:lnTo>
                  <a:lnTo>
                    <a:pt x="561" y="1421"/>
                  </a:lnTo>
                  <a:lnTo>
                    <a:pt x="561" y="1420"/>
                  </a:lnTo>
                  <a:lnTo>
                    <a:pt x="566" y="1420"/>
                  </a:lnTo>
                  <a:cubicBezTo>
                    <a:pt x="566" y="1422"/>
                    <a:pt x="566" y="1423"/>
                    <a:pt x="566" y="1425"/>
                  </a:cubicBezTo>
                  <a:cubicBezTo>
                    <a:pt x="566" y="1431"/>
                    <a:pt x="567" y="1437"/>
                    <a:pt x="568" y="1444"/>
                  </a:cubicBezTo>
                  <a:cubicBezTo>
                    <a:pt x="570" y="1449"/>
                    <a:pt x="571" y="1455"/>
                    <a:pt x="571" y="1460"/>
                  </a:cubicBezTo>
                  <a:cubicBezTo>
                    <a:pt x="571" y="1462"/>
                    <a:pt x="571" y="1464"/>
                    <a:pt x="571" y="1467"/>
                  </a:cubicBezTo>
                  <a:cubicBezTo>
                    <a:pt x="571" y="1470"/>
                    <a:pt x="574" y="1473"/>
                    <a:pt x="576" y="1469"/>
                  </a:cubicBezTo>
                  <a:cubicBezTo>
                    <a:pt x="577" y="1468"/>
                    <a:pt x="578" y="1467"/>
                    <a:pt x="578" y="1466"/>
                  </a:cubicBezTo>
                  <a:cubicBezTo>
                    <a:pt x="585" y="1454"/>
                    <a:pt x="589" y="1441"/>
                    <a:pt x="589" y="1428"/>
                  </a:cubicBezTo>
                  <a:cubicBezTo>
                    <a:pt x="589" y="1425"/>
                    <a:pt x="588" y="1421"/>
                    <a:pt x="588" y="1418"/>
                  </a:cubicBezTo>
                  <a:lnTo>
                    <a:pt x="601" y="1418"/>
                  </a:lnTo>
                  <a:cubicBezTo>
                    <a:pt x="601" y="1419"/>
                    <a:pt x="601" y="1419"/>
                    <a:pt x="601" y="1419"/>
                  </a:cubicBezTo>
                  <a:cubicBezTo>
                    <a:pt x="600" y="1420"/>
                    <a:pt x="600" y="1421"/>
                    <a:pt x="600" y="1421"/>
                  </a:cubicBezTo>
                  <a:cubicBezTo>
                    <a:pt x="593" y="1445"/>
                    <a:pt x="603" y="1474"/>
                    <a:pt x="608" y="1497"/>
                  </a:cubicBezTo>
                  <a:cubicBezTo>
                    <a:pt x="608" y="1500"/>
                    <a:pt x="614" y="1501"/>
                    <a:pt x="615" y="1497"/>
                  </a:cubicBezTo>
                  <a:cubicBezTo>
                    <a:pt x="617" y="1484"/>
                    <a:pt x="620" y="1472"/>
                    <a:pt x="622" y="1459"/>
                  </a:cubicBezTo>
                  <a:cubicBezTo>
                    <a:pt x="622" y="1455"/>
                    <a:pt x="622" y="1450"/>
                    <a:pt x="622" y="1446"/>
                  </a:cubicBezTo>
                  <a:cubicBezTo>
                    <a:pt x="622" y="1441"/>
                    <a:pt x="622" y="1439"/>
                    <a:pt x="622" y="1436"/>
                  </a:cubicBezTo>
                  <a:cubicBezTo>
                    <a:pt x="622" y="1432"/>
                    <a:pt x="624" y="1429"/>
                    <a:pt x="622" y="1432"/>
                  </a:cubicBezTo>
                  <a:cubicBezTo>
                    <a:pt x="623" y="1431"/>
                    <a:pt x="623" y="1430"/>
                    <a:pt x="624" y="1429"/>
                  </a:cubicBezTo>
                  <a:cubicBezTo>
                    <a:pt x="625" y="1428"/>
                    <a:pt x="625" y="1426"/>
                    <a:pt x="625" y="1424"/>
                  </a:cubicBezTo>
                  <a:cubicBezTo>
                    <a:pt x="625" y="1422"/>
                    <a:pt x="625" y="1420"/>
                    <a:pt x="624" y="1418"/>
                  </a:cubicBezTo>
                  <a:cubicBezTo>
                    <a:pt x="624" y="1418"/>
                    <a:pt x="623" y="1418"/>
                    <a:pt x="623" y="1417"/>
                  </a:cubicBezTo>
                  <a:cubicBezTo>
                    <a:pt x="635" y="1417"/>
                    <a:pt x="647" y="1417"/>
                    <a:pt x="659" y="1417"/>
                  </a:cubicBezTo>
                  <a:lnTo>
                    <a:pt x="661" y="1417"/>
                  </a:lnTo>
                  <a:cubicBezTo>
                    <a:pt x="661" y="1418"/>
                    <a:pt x="662" y="1419"/>
                    <a:pt x="662" y="1419"/>
                  </a:cubicBezTo>
                  <a:cubicBezTo>
                    <a:pt x="662" y="1420"/>
                    <a:pt x="662" y="1420"/>
                    <a:pt x="663" y="1420"/>
                  </a:cubicBezTo>
                  <a:cubicBezTo>
                    <a:pt x="661" y="1420"/>
                    <a:pt x="661" y="1421"/>
                    <a:pt x="662" y="1423"/>
                  </a:cubicBezTo>
                  <a:cubicBezTo>
                    <a:pt x="662" y="1425"/>
                    <a:pt x="663" y="1428"/>
                    <a:pt x="663" y="1431"/>
                  </a:cubicBezTo>
                  <a:cubicBezTo>
                    <a:pt x="663" y="1433"/>
                    <a:pt x="663" y="1436"/>
                    <a:pt x="663" y="1439"/>
                  </a:cubicBezTo>
                  <a:cubicBezTo>
                    <a:pt x="663" y="1441"/>
                    <a:pt x="665" y="1448"/>
                    <a:pt x="663" y="1451"/>
                  </a:cubicBezTo>
                  <a:cubicBezTo>
                    <a:pt x="661" y="1453"/>
                    <a:pt x="664" y="1462"/>
                    <a:pt x="669" y="1458"/>
                  </a:cubicBezTo>
                  <a:cubicBezTo>
                    <a:pt x="671" y="1456"/>
                    <a:pt x="672" y="1454"/>
                    <a:pt x="674" y="1452"/>
                  </a:cubicBezTo>
                  <a:cubicBezTo>
                    <a:pt x="676" y="1448"/>
                    <a:pt x="677" y="1444"/>
                    <a:pt x="677" y="1440"/>
                  </a:cubicBezTo>
                  <a:cubicBezTo>
                    <a:pt x="677" y="1436"/>
                    <a:pt x="677" y="1431"/>
                    <a:pt x="677" y="1427"/>
                  </a:cubicBezTo>
                  <a:cubicBezTo>
                    <a:pt x="677" y="1423"/>
                    <a:pt x="677" y="1421"/>
                    <a:pt x="677" y="1417"/>
                  </a:cubicBezTo>
                  <a:cubicBezTo>
                    <a:pt x="689" y="1417"/>
                    <a:pt x="701" y="1416"/>
                    <a:pt x="712" y="1415"/>
                  </a:cubicBezTo>
                  <a:cubicBezTo>
                    <a:pt x="712" y="1419"/>
                    <a:pt x="711" y="1422"/>
                    <a:pt x="711" y="1426"/>
                  </a:cubicBezTo>
                  <a:cubicBezTo>
                    <a:pt x="711" y="1429"/>
                    <a:pt x="712" y="1433"/>
                    <a:pt x="712" y="1436"/>
                  </a:cubicBezTo>
                  <a:cubicBezTo>
                    <a:pt x="713" y="1445"/>
                    <a:pt x="714" y="1454"/>
                    <a:pt x="714" y="1463"/>
                  </a:cubicBezTo>
                  <a:cubicBezTo>
                    <a:pt x="714" y="1466"/>
                    <a:pt x="714" y="1469"/>
                    <a:pt x="714" y="1471"/>
                  </a:cubicBezTo>
                  <a:cubicBezTo>
                    <a:pt x="714" y="1474"/>
                    <a:pt x="714" y="1477"/>
                    <a:pt x="714" y="1480"/>
                  </a:cubicBezTo>
                  <a:cubicBezTo>
                    <a:pt x="714" y="1484"/>
                    <a:pt x="714" y="1487"/>
                    <a:pt x="714" y="1490"/>
                  </a:cubicBezTo>
                  <a:lnTo>
                    <a:pt x="714" y="1491"/>
                  </a:lnTo>
                  <a:cubicBezTo>
                    <a:pt x="715" y="1492"/>
                    <a:pt x="715" y="1492"/>
                    <a:pt x="715" y="1492"/>
                  </a:cubicBezTo>
                  <a:cubicBezTo>
                    <a:pt x="716" y="1492"/>
                    <a:pt x="716" y="1492"/>
                    <a:pt x="717" y="1492"/>
                  </a:cubicBezTo>
                  <a:lnTo>
                    <a:pt x="718" y="1492"/>
                  </a:lnTo>
                  <a:cubicBezTo>
                    <a:pt x="718" y="1492"/>
                    <a:pt x="719" y="1492"/>
                    <a:pt x="719" y="1491"/>
                  </a:cubicBezTo>
                  <a:lnTo>
                    <a:pt x="719" y="1490"/>
                  </a:lnTo>
                  <a:cubicBezTo>
                    <a:pt x="723" y="1478"/>
                    <a:pt x="725" y="1467"/>
                    <a:pt x="726" y="1455"/>
                  </a:cubicBezTo>
                  <a:cubicBezTo>
                    <a:pt x="726" y="1446"/>
                    <a:pt x="726" y="1438"/>
                    <a:pt x="727" y="1429"/>
                  </a:cubicBezTo>
                  <a:cubicBezTo>
                    <a:pt x="729" y="1424"/>
                    <a:pt x="730" y="1418"/>
                    <a:pt x="732" y="1413"/>
                  </a:cubicBezTo>
                  <a:lnTo>
                    <a:pt x="761" y="1410"/>
                  </a:lnTo>
                  <a:cubicBezTo>
                    <a:pt x="762" y="1412"/>
                    <a:pt x="762" y="1414"/>
                    <a:pt x="762" y="1417"/>
                  </a:cubicBezTo>
                  <a:cubicBezTo>
                    <a:pt x="762" y="1419"/>
                    <a:pt x="762" y="1423"/>
                    <a:pt x="761" y="1425"/>
                  </a:cubicBezTo>
                  <a:cubicBezTo>
                    <a:pt x="761" y="1428"/>
                    <a:pt x="761" y="1432"/>
                    <a:pt x="761" y="1435"/>
                  </a:cubicBezTo>
                  <a:cubicBezTo>
                    <a:pt x="761" y="1438"/>
                    <a:pt x="761" y="1441"/>
                    <a:pt x="761" y="1445"/>
                  </a:cubicBezTo>
                  <a:cubicBezTo>
                    <a:pt x="761" y="1450"/>
                    <a:pt x="770" y="1449"/>
                    <a:pt x="770" y="1445"/>
                  </a:cubicBezTo>
                  <a:cubicBezTo>
                    <a:pt x="771" y="1439"/>
                    <a:pt x="772" y="1433"/>
                    <a:pt x="774" y="1428"/>
                  </a:cubicBezTo>
                  <a:cubicBezTo>
                    <a:pt x="775" y="1421"/>
                    <a:pt x="776" y="1415"/>
                    <a:pt x="776" y="1408"/>
                  </a:cubicBezTo>
                  <a:cubicBezTo>
                    <a:pt x="789" y="1407"/>
                    <a:pt x="801" y="1406"/>
                    <a:pt x="813" y="1406"/>
                  </a:cubicBezTo>
                  <a:cubicBezTo>
                    <a:pt x="799" y="1438"/>
                    <a:pt x="821" y="1479"/>
                    <a:pt x="813" y="1512"/>
                  </a:cubicBezTo>
                  <a:cubicBezTo>
                    <a:pt x="811" y="1516"/>
                    <a:pt x="819" y="1519"/>
                    <a:pt x="820" y="1514"/>
                  </a:cubicBezTo>
                  <a:cubicBezTo>
                    <a:pt x="826" y="1496"/>
                    <a:pt x="829" y="1477"/>
                    <a:pt x="830" y="1458"/>
                  </a:cubicBezTo>
                  <a:cubicBezTo>
                    <a:pt x="831" y="1447"/>
                    <a:pt x="830" y="1436"/>
                    <a:pt x="832" y="1425"/>
                  </a:cubicBezTo>
                  <a:cubicBezTo>
                    <a:pt x="834" y="1420"/>
                    <a:pt x="834" y="1416"/>
                    <a:pt x="834" y="1411"/>
                  </a:cubicBezTo>
                  <a:cubicBezTo>
                    <a:pt x="834" y="1409"/>
                    <a:pt x="834" y="1407"/>
                    <a:pt x="834" y="1405"/>
                  </a:cubicBezTo>
                  <a:lnTo>
                    <a:pt x="842" y="1405"/>
                  </a:lnTo>
                  <a:cubicBezTo>
                    <a:pt x="841" y="1427"/>
                    <a:pt x="849" y="1451"/>
                    <a:pt x="844" y="1472"/>
                  </a:cubicBezTo>
                  <a:cubicBezTo>
                    <a:pt x="844" y="1475"/>
                    <a:pt x="844" y="1477"/>
                    <a:pt x="844" y="1479"/>
                  </a:cubicBezTo>
                  <a:cubicBezTo>
                    <a:pt x="844" y="1484"/>
                    <a:pt x="844" y="1488"/>
                    <a:pt x="845" y="1492"/>
                  </a:cubicBezTo>
                  <a:cubicBezTo>
                    <a:pt x="846" y="1496"/>
                    <a:pt x="846" y="1500"/>
                    <a:pt x="846" y="1505"/>
                  </a:cubicBezTo>
                  <a:cubicBezTo>
                    <a:pt x="846" y="1509"/>
                    <a:pt x="846" y="1514"/>
                    <a:pt x="845" y="1518"/>
                  </a:cubicBezTo>
                  <a:cubicBezTo>
                    <a:pt x="845" y="1519"/>
                    <a:pt x="846" y="1519"/>
                    <a:pt x="846" y="1520"/>
                  </a:cubicBezTo>
                  <a:lnTo>
                    <a:pt x="847" y="1521"/>
                  </a:lnTo>
                  <a:cubicBezTo>
                    <a:pt x="848" y="1521"/>
                    <a:pt x="848" y="1521"/>
                    <a:pt x="849" y="1521"/>
                  </a:cubicBezTo>
                  <a:lnTo>
                    <a:pt x="850" y="1521"/>
                  </a:lnTo>
                  <a:cubicBezTo>
                    <a:pt x="851" y="1521"/>
                    <a:pt x="851" y="1520"/>
                    <a:pt x="851" y="1520"/>
                  </a:cubicBezTo>
                  <a:cubicBezTo>
                    <a:pt x="852" y="1519"/>
                    <a:pt x="852" y="1519"/>
                    <a:pt x="852" y="1518"/>
                  </a:cubicBezTo>
                  <a:cubicBezTo>
                    <a:pt x="852" y="1511"/>
                    <a:pt x="856" y="1506"/>
                    <a:pt x="857" y="1499"/>
                  </a:cubicBezTo>
                  <a:cubicBezTo>
                    <a:pt x="857" y="1498"/>
                    <a:pt x="857" y="1498"/>
                    <a:pt x="857" y="1498"/>
                  </a:cubicBezTo>
                  <a:cubicBezTo>
                    <a:pt x="857" y="1489"/>
                    <a:pt x="859" y="1480"/>
                    <a:pt x="863" y="1472"/>
                  </a:cubicBezTo>
                  <a:cubicBezTo>
                    <a:pt x="866" y="1463"/>
                    <a:pt x="867" y="1453"/>
                    <a:pt x="867" y="1443"/>
                  </a:cubicBezTo>
                  <a:cubicBezTo>
                    <a:pt x="867" y="1442"/>
                    <a:pt x="867" y="1440"/>
                    <a:pt x="867" y="1438"/>
                  </a:cubicBezTo>
                  <a:cubicBezTo>
                    <a:pt x="868" y="1433"/>
                    <a:pt x="868" y="1427"/>
                    <a:pt x="868" y="1421"/>
                  </a:cubicBezTo>
                  <a:cubicBezTo>
                    <a:pt x="868" y="1415"/>
                    <a:pt x="868" y="1409"/>
                    <a:pt x="867" y="1404"/>
                  </a:cubicBezTo>
                  <a:lnTo>
                    <a:pt x="889" y="1404"/>
                  </a:lnTo>
                  <a:cubicBezTo>
                    <a:pt x="889" y="1404"/>
                    <a:pt x="889" y="1406"/>
                    <a:pt x="889" y="1408"/>
                  </a:cubicBezTo>
                  <a:cubicBezTo>
                    <a:pt x="889" y="1418"/>
                    <a:pt x="890" y="1428"/>
                    <a:pt x="892" y="1438"/>
                  </a:cubicBezTo>
                  <a:cubicBezTo>
                    <a:pt x="894" y="1454"/>
                    <a:pt x="895" y="1470"/>
                    <a:pt x="897" y="1487"/>
                  </a:cubicBezTo>
                  <a:cubicBezTo>
                    <a:pt x="897" y="1487"/>
                    <a:pt x="897" y="1488"/>
                    <a:pt x="897" y="1489"/>
                  </a:cubicBezTo>
                  <a:lnTo>
                    <a:pt x="898" y="1490"/>
                  </a:lnTo>
                  <a:cubicBezTo>
                    <a:pt x="899" y="1491"/>
                    <a:pt x="899" y="1490"/>
                    <a:pt x="900" y="1490"/>
                  </a:cubicBezTo>
                  <a:cubicBezTo>
                    <a:pt x="901" y="1490"/>
                    <a:pt x="901" y="1491"/>
                    <a:pt x="902" y="1490"/>
                  </a:cubicBezTo>
                  <a:cubicBezTo>
                    <a:pt x="903" y="1489"/>
                    <a:pt x="903" y="1489"/>
                    <a:pt x="903" y="1489"/>
                  </a:cubicBezTo>
                  <a:cubicBezTo>
                    <a:pt x="903" y="1488"/>
                    <a:pt x="903" y="1487"/>
                    <a:pt x="903" y="1487"/>
                  </a:cubicBezTo>
                  <a:cubicBezTo>
                    <a:pt x="905" y="1472"/>
                    <a:pt x="907" y="1457"/>
                    <a:pt x="908" y="1442"/>
                  </a:cubicBezTo>
                  <a:cubicBezTo>
                    <a:pt x="908" y="1432"/>
                    <a:pt x="904" y="1411"/>
                    <a:pt x="911" y="1403"/>
                  </a:cubicBezTo>
                  <a:lnTo>
                    <a:pt x="928" y="1403"/>
                  </a:lnTo>
                  <a:cubicBezTo>
                    <a:pt x="927" y="1410"/>
                    <a:pt x="926" y="1417"/>
                    <a:pt x="926" y="1424"/>
                  </a:cubicBezTo>
                  <a:cubicBezTo>
                    <a:pt x="926" y="1435"/>
                    <a:pt x="927" y="1446"/>
                    <a:pt x="930" y="1457"/>
                  </a:cubicBezTo>
                  <a:cubicBezTo>
                    <a:pt x="930" y="1461"/>
                    <a:pt x="937" y="1462"/>
                    <a:pt x="939" y="1457"/>
                  </a:cubicBezTo>
                  <a:cubicBezTo>
                    <a:pt x="943" y="1439"/>
                    <a:pt x="945" y="1421"/>
                    <a:pt x="948" y="1402"/>
                  </a:cubicBezTo>
                  <a:lnTo>
                    <a:pt x="969" y="1402"/>
                  </a:lnTo>
                  <a:cubicBezTo>
                    <a:pt x="968" y="1411"/>
                    <a:pt x="967" y="1419"/>
                    <a:pt x="967" y="1428"/>
                  </a:cubicBezTo>
                  <a:cubicBezTo>
                    <a:pt x="967" y="1441"/>
                    <a:pt x="968" y="1454"/>
                    <a:pt x="971" y="1467"/>
                  </a:cubicBezTo>
                  <a:cubicBezTo>
                    <a:pt x="972" y="1492"/>
                    <a:pt x="980" y="1516"/>
                    <a:pt x="980" y="1541"/>
                  </a:cubicBezTo>
                  <a:cubicBezTo>
                    <a:pt x="980" y="1542"/>
                    <a:pt x="980" y="1542"/>
                    <a:pt x="981" y="1542"/>
                  </a:cubicBezTo>
                  <a:lnTo>
                    <a:pt x="981" y="1543"/>
                  </a:lnTo>
                  <a:cubicBezTo>
                    <a:pt x="982" y="1543"/>
                    <a:pt x="982" y="1543"/>
                    <a:pt x="983" y="1543"/>
                  </a:cubicBezTo>
                  <a:lnTo>
                    <a:pt x="984" y="1543"/>
                  </a:lnTo>
                  <a:cubicBezTo>
                    <a:pt x="984" y="1543"/>
                    <a:pt x="984" y="1542"/>
                    <a:pt x="985" y="1542"/>
                  </a:cubicBezTo>
                  <a:lnTo>
                    <a:pt x="985" y="1541"/>
                  </a:lnTo>
                  <a:cubicBezTo>
                    <a:pt x="985" y="1520"/>
                    <a:pt x="984" y="1499"/>
                    <a:pt x="987" y="1478"/>
                  </a:cubicBezTo>
                  <a:cubicBezTo>
                    <a:pt x="990" y="1456"/>
                    <a:pt x="985" y="1430"/>
                    <a:pt x="989" y="1408"/>
                  </a:cubicBezTo>
                  <a:cubicBezTo>
                    <a:pt x="990" y="1407"/>
                    <a:pt x="989" y="1407"/>
                    <a:pt x="990" y="1406"/>
                  </a:cubicBezTo>
                  <a:cubicBezTo>
                    <a:pt x="991" y="1405"/>
                    <a:pt x="992" y="1403"/>
                    <a:pt x="992" y="1402"/>
                  </a:cubicBezTo>
                  <a:lnTo>
                    <a:pt x="1017" y="1402"/>
                  </a:lnTo>
                  <a:cubicBezTo>
                    <a:pt x="1017" y="1415"/>
                    <a:pt x="1018" y="1427"/>
                    <a:pt x="1019" y="1440"/>
                  </a:cubicBezTo>
                  <a:cubicBezTo>
                    <a:pt x="1021" y="1457"/>
                    <a:pt x="1019" y="1473"/>
                    <a:pt x="1019" y="1490"/>
                  </a:cubicBezTo>
                  <a:cubicBezTo>
                    <a:pt x="1019" y="1496"/>
                    <a:pt x="1027" y="1495"/>
                    <a:pt x="1027" y="1490"/>
                  </a:cubicBezTo>
                  <a:cubicBezTo>
                    <a:pt x="1027" y="1478"/>
                    <a:pt x="1033" y="1468"/>
                    <a:pt x="1033" y="1456"/>
                  </a:cubicBezTo>
                  <a:cubicBezTo>
                    <a:pt x="1033" y="1438"/>
                    <a:pt x="1037" y="1420"/>
                    <a:pt x="1037" y="1402"/>
                  </a:cubicBezTo>
                  <a:cubicBezTo>
                    <a:pt x="1096" y="1402"/>
                    <a:pt x="1157" y="1401"/>
                    <a:pt x="1217" y="1401"/>
                  </a:cubicBezTo>
                  <a:cubicBezTo>
                    <a:pt x="1313" y="1401"/>
                    <a:pt x="1412" y="1405"/>
                    <a:pt x="1510" y="1405"/>
                  </a:cubicBezTo>
                  <a:lnTo>
                    <a:pt x="1510" y="1406"/>
                  </a:lnTo>
                  <a:cubicBezTo>
                    <a:pt x="1510" y="1407"/>
                    <a:pt x="1510" y="1407"/>
                    <a:pt x="1510" y="1408"/>
                  </a:cubicBezTo>
                  <a:cubicBezTo>
                    <a:pt x="1510" y="1426"/>
                    <a:pt x="1507" y="1443"/>
                    <a:pt x="1506" y="1460"/>
                  </a:cubicBezTo>
                  <a:cubicBezTo>
                    <a:pt x="1506" y="1466"/>
                    <a:pt x="1507" y="1471"/>
                    <a:pt x="1508" y="1477"/>
                  </a:cubicBezTo>
                  <a:cubicBezTo>
                    <a:pt x="1508" y="1482"/>
                    <a:pt x="1508" y="1488"/>
                    <a:pt x="1508" y="1494"/>
                  </a:cubicBezTo>
                  <a:cubicBezTo>
                    <a:pt x="1508" y="1500"/>
                    <a:pt x="1508" y="1505"/>
                    <a:pt x="1508" y="1511"/>
                  </a:cubicBezTo>
                  <a:lnTo>
                    <a:pt x="1508" y="1512"/>
                  </a:lnTo>
                  <a:lnTo>
                    <a:pt x="1509" y="1513"/>
                  </a:lnTo>
                  <a:cubicBezTo>
                    <a:pt x="1509" y="1513"/>
                    <a:pt x="1510" y="1513"/>
                    <a:pt x="1511" y="1513"/>
                  </a:cubicBezTo>
                  <a:lnTo>
                    <a:pt x="1512" y="1513"/>
                  </a:lnTo>
                  <a:lnTo>
                    <a:pt x="1513" y="1512"/>
                  </a:lnTo>
                  <a:cubicBezTo>
                    <a:pt x="1513" y="1511"/>
                    <a:pt x="1513" y="1511"/>
                    <a:pt x="1513" y="1511"/>
                  </a:cubicBezTo>
                  <a:cubicBezTo>
                    <a:pt x="1517" y="1486"/>
                    <a:pt x="1523" y="1462"/>
                    <a:pt x="1527" y="1437"/>
                  </a:cubicBezTo>
                  <a:cubicBezTo>
                    <a:pt x="1528" y="1426"/>
                    <a:pt x="1530" y="1415"/>
                    <a:pt x="1533" y="1404"/>
                  </a:cubicBezTo>
                  <a:lnTo>
                    <a:pt x="1552" y="1404"/>
                  </a:lnTo>
                  <a:cubicBezTo>
                    <a:pt x="1552" y="1406"/>
                    <a:pt x="1552" y="1409"/>
                    <a:pt x="1552" y="1411"/>
                  </a:cubicBezTo>
                  <a:cubicBezTo>
                    <a:pt x="1552" y="1414"/>
                    <a:pt x="1552" y="1416"/>
                    <a:pt x="1552" y="1419"/>
                  </a:cubicBezTo>
                  <a:cubicBezTo>
                    <a:pt x="1552" y="1427"/>
                    <a:pt x="1551" y="1434"/>
                    <a:pt x="1552" y="1443"/>
                  </a:cubicBezTo>
                  <a:cubicBezTo>
                    <a:pt x="1552" y="1446"/>
                    <a:pt x="1559" y="1446"/>
                    <a:pt x="1559" y="1443"/>
                  </a:cubicBezTo>
                  <a:cubicBezTo>
                    <a:pt x="1559" y="1435"/>
                    <a:pt x="1561" y="1427"/>
                    <a:pt x="1564" y="1420"/>
                  </a:cubicBezTo>
                  <a:cubicBezTo>
                    <a:pt x="1566" y="1415"/>
                    <a:pt x="1567" y="1410"/>
                    <a:pt x="1569" y="1404"/>
                  </a:cubicBezTo>
                  <a:lnTo>
                    <a:pt x="1592" y="1404"/>
                  </a:lnTo>
                  <a:cubicBezTo>
                    <a:pt x="1592" y="1405"/>
                    <a:pt x="1592" y="1405"/>
                    <a:pt x="1592" y="1405"/>
                  </a:cubicBezTo>
                  <a:cubicBezTo>
                    <a:pt x="1592" y="1406"/>
                    <a:pt x="1592" y="1406"/>
                    <a:pt x="1592" y="1407"/>
                  </a:cubicBezTo>
                  <a:cubicBezTo>
                    <a:pt x="1592" y="1412"/>
                    <a:pt x="1593" y="1418"/>
                    <a:pt x="1591" y="1423"/>
                  </a:cubicBezTo>
                  <a:cubicBezTo>
                    <a:pt x="1586" y="1435"/>
                    <a:pt x="1593" y="1449"/>
                    <a:pt x="1594" y="1461"/>
                  </a:cubicBezTo>
                  <a:cubicBezTo>
                    <a:pt x="1594" y="1465"/>
                    <a:pt x="1601" y="1464"/>
                    <a:pt x="1601" y="1461"/>
                  </a:cubicBezTo>
                  <a:cubicBezTo>
                    <a:pt x="1601" y="1460"/>
                    <a:pt x="1601" y="1458"/>
                    <a:pt x="1601" y="1457"/>
                  </a:cubicBezTo>
                  <a:cubicBezTo>
                    <a:pt x="1601" y="1447"/>
                    <a:pt x="1603" y="1438"/>
                    <a:pt x="1607" y="1429"/>
                  </a:cubicBezTo>
                  <a:lnTo>
                    <a:pt x="1608" y="1428"/>
                  </a:lnTo>
                  <a:cubicBezTo>
                    <a:pt x="1610" y="1425"/>
                    <a:pt x="1610" y="1422"/>
                    <a:pt x="1610" y="1419"/>
                  </a:cubicBezTo>
                  <a:cubicBezTo>
                    <a:pt x="1611" y="1414"/>
                    <a:pt x="1612" y="1409"/>
                    <a:pt x="1613" y="1404"/>
                  </a:cubicBezTo>
                  <a:lnTo>
                    <a:pt x="1645" y="1403"/>
                  </a:lnTo>
                  <a:cubicBezTo>
                    <a:pt x="1643" y="1432"/>
                    <a:pt x="1644" y="1462"/>
                    <a:pt x="1639" y="1491"/>
                  </a:cubicBezTo>
                  <a:cubicBezTo>
                    <a:pt x="1636" y="1510"/>
                    <a:pt x="1634" y="1530"/>
                    <a:pt x="1634" y="1550"/>
                  </a:cubicBezTo>
                  <a:cubicBezTo>
                    <a:pt x="1634" y="1561"/>
                    <a:pt x="1635" y="1571"/>
                    <a:pt x="1636" y="1582"/>
                  </a:cubicBezTo>
                  <a:cubicBezTo>
                    <a:pt x="1636" y="1583"/>
                    <a:pt x="1636" y="1584"/>
                    <a:pt x="1637" y="1585"/>
                  </a:cubicBezTo>
                  <a:cubicBezTo>
                    <a:pt x="1638" y="1586"/>
                    <a:pt x="1638" y="1587"/>
                    <a:pt x="1640" y="1588"/>
                  </a:cubicBezTo>
                  <a:cubicBezTo>
                    <a:pt x="1641" y="1588"/>
                    <a:pt x="1644" y="1590"/>
                    <a:pt x="1646" y="1590"/>
                  </a:cubicBezTo>
                  <a:cubicBezTo>
                    <a:pt x="1647" y="1590"/>
                    <a:pt x="1649" y="1588"/>
                    <a:pt x="1651" y="1588"/>
                  </a:cubicBezTo>
                  <a:cubicBezTo>
                    <a:pt x="1652" y="1587"/>
                    <a:pt x="1653" y="1586"/>
                    <a:pt x="1654" y="1585"/>
                  </a:cubicBezTo>
                  <a:cubicBezTo>
                    <a:pt x="1655" y="1584"/>
                    <a:pt x="1655" y="1583"/>
                    <a:pt x="1655" y="1582"/>
                  </a:cubicBezTo>
                  <a:cubicBezTo>
                    <a:pt x="1657" y="1559"/>
                    <a:pt x="1659" y="1535"/>
                    <a:pt x="1659" y="1512"/>
                  </a:cubicBezTo>
                  <a:cubicBezTo>
                    <a:pt x="1659" y="1506"/>
                    <a:pt x="1658" y="1499"/>
                    <a:pt x="1658" y="1493"/>
                  </a:cubicBezTo>
                  <a:cubicBezTo>
                    <a:pt x="1657" y="1462"/>
                    <a:pt x="1663" y="1433"/>
                    <a:pt x="1660" y="1401"/>
                  </a:cubicBezTo>
                  <a:lnTo>
                    <a:pt x="1665" y="1401"/>
                  </a:lnTo>
                  <a:lnTo>
                    <a:pt x="1672" y="1403"/>
                  </a:lnTo>
                  <a:cubicBezTo>
                    <a:pt x="1672" y="1406"/>
                    <a:pt x="1671" y="1410"/>
                    <a:pt x="1671" y="1413"/>
                  </a:cubicBezTo>
                  <a:cubicBezTo>
                    <a:pt x="1671" y="1421"/>
                    <a:pt x="1669" y="1429"/>
                    <a:pt x="1669" y="1437"/>
                  </a:cubicBezTo>
                  <a:cubicBezTo>
                    <a:pt x="1669" y="1439"/>
                    <a:pt x="1669" y="1441"/>
                    <a:pt x="1669" y="1443"/>
                  </a:cubicBezTo>
                  <a:cubicBezTo>
                    <a:pt x="1669" y="1453"/>
                    <a:pt x="1671" y="1462"/>
                    <a:pt x="1676" y="1470"/>
                  </a:cubicBezTo>
                  <a:lnTo>
                    <a:pt x="1676" y="1471"/>
                  </a:lnTo>
                  <a:cubicBezTo>
                    <a:pt x="1677" y="1471"/>
                    <a:pt x="1677" y="1471"/>
                    <a:pt x="1678" y="1472"/>
                  </a:cubicBezTo>
                  <a:cubicBezTo>
                    <a:pt x="1678" y="1472"/>
                    <a:pt x="1679" y="1472"/>
                    <a:pt x="1680" y="1472"/>
                  </a:cubicBezTo>
                  <a:cubicBezTo>
                    <a:pt x="1680" y="1472"/>
                    <a:pt x="1681" y="1473"/>
                    <a:pt x="1682" y="1472"/>
                  </a:cubicBezTo>
                  <a:cubicBezTo>
                    <a:pt x="1683" y="1471"/>
                    <a:pt x="1683" y="1471"/>
                    <a:pt x="1683" y="1471"/>
                  </a:cubicBezTo>
                  <a:cubicBezTo>
                    <a:pt x="1688" y="1461"/>
                    <a:pt x="1691" y="1451"/>
                    <a:pt x="1691" y="1440"/>
                  </a:cubicBezTo>
                  <a:cubicBezTo>
                    <a:pt x="1691" y="1437"/>
                    <a:pt x="1691" y="1434"/>
                    <a:pt x="1690" y="1431"/>
                  </a:cubicBezTo>
                  <a:cubicBezTo>
                    <a:pt x="1691" y="1428"/>
                    <a:pt x="1691" y="1425"/>
                    <a:pt x="1691" y="1423"/>
                  </a:cubicBezTo>
                  <a:cubicBezTo>
                    <a:pt x="1691" y="1416"/>
                    <a:pt x="1690" y="1410"/>
                    <a:pt x="1689" y="1404"/>
                  </a:cubicBezTo>
                  <a:cubicBezTo>
                    <a:pt x="1694" y="1404"/>
                    <a:pt x="1700" y="1404"/>
                    <a:pt x="1706" y="1404"/>
                  </a:cubicBezTo>
                  <a:cubicBezTo>
                    <a:pt x="1705" y="1408"/>
                    <a:pt x="1705" y="1413"/>
                    <a:pt x="1705" y="1417"/>
                  </a:cubicBezTo>
                  <a:cubicBezTo>
                    <a:pt x="1705" y="1422"/>
                    <a:pt x="1705" y="1426"/>
                    <a:pt x="1706" y="1431"/>
                  </a:cubicBezTo>
                  <a:cubicBezTo>
                    <a:pt x="1708" y="1441"/>
                    <a:pt x="1710" y="1451"/>
                    <a:pt x="1710" y="1462"/>
                  </a:cubicBezTo>
                  <a:cubicBezTo>
                    <a:pt x="1710" y="1466"/>
                    <a:pt x="1713" y="1470"/>
                    <a:pt x="1717" y="1468"/>
                  </a:cubicBezTo>
                  <a:cubicBezTo>
                    <a:pt x="1737" y="1458"/>
                    <a:pt x="1734" y="1425"/>
                    <a:pt x="1730" y="1403"/>
                  </a:cubicBezTo>
                  <a:cubicBezTo>
                    <a:pt x="1758" y="1401"/>
                    <a:pt x="1785" y="1397"/>
                    <a:pt x="1811" y="1397"/>
                  </a:cubicBezTo>
                  <a:cubicBezTo>
                    <a:pt x="1870" y="1397"/>
                    <a:pt x="1927" y="1400"/>
                    <a:pt x="1985" y="1400"/>
                  </a:cubicBezTo>
                  <a:cubicBezTo>
                    <a:pt x="2002" y="1400"/>
                    <a:pt x="2019" y="1400"/>
                    <a:pt x="2037" y="1400"/>
                  </a:cubicBezTo>
                  <a:cubicBezTo>
                    <a:pt x="2037" y="1405"/>
                    <a:pt x="2041" y="1413"/>
                    <a:pt x="2039" y="1418"/>
                  </a:cubicBezTo>
                  <a:cubicBezTo>
                    <a:pt x="2038" y="1419"/>
                    <a:pt x="2037" y="1421"/>
                    <a:pt x="2037" y="1423"/>
                  </a:cubicBezTo>
                  <a:cubicBezTo>
                    <a:pt x="2037" y="1425"/>
                    <a:pt x="2038" y="1426"/>
                    <a:pt x="2039" y="1428"/>
                  </a:cubicBezTo>
                  <a:cubicBezTo>
                    <a:pt x="2039" y="1429"/>
                    <a:pt x="2039" y="1430"/>
                    <a:pt x="2039" y="1432"/>
                  </a:cubicBezTo>
                  <a:cubicBezTo>
                    <a:pt x="2039" y="1434"/>
                    <a:pt x="2038" y="1437"/>
                    <a:pt x="2037" y="1440"/>
                  </a:cubicBezTo>
                  <a:cubicBezTo>
                    <a:pt x="2037" y="1441"/>
                    <a:pt x="2037" y="1442"/>
                    <a:pt x="2037" y="1442"/>
                  </a:cubicBezTo>
                  <a:cubicBezTo>
                    <a:pt x="2037" y="1443"/>
                    <a:pt x="2038" y="1443"/>
                    <a:pt x="2038" y="1443"/>
                  </a:cubicBezTo>
                  <a:cubicBezTo>
                    <a:pt x="2039" y="1444"/>
                    <a:pt x="2039" y="1444"/>
                    <a:pt x="2040" y="1444"/>
                  </a:cubicBezTo>
                  <a:cubicBezTo>
                    <a:pt x="2041" y="1444"/>
                    <a:pt x="2041" y="1444"/>
                    <a:pt x="2042" y="1443"/>
                  </a:cubicBezTo>
                  <a:cubicBezTo>
                    <a:pt x="2043" y="1442"/>
                    <a:pt x="2043" y="1442"/>
                    <a:pt x="2043" y="1441"/>
                  </a:cubicBezTo>
                  <a:cubicBezTo>
                    <a:pt x="2047" y="1435"/>
                    <a:pt x="2050" y="1428"/>
                    <a:pt x="2052" y="1421"/>
                  </a:cubicBezTo>
                  <a:cubicBezTo>
                    <a:pt x="2054" y="1414"/>
                    <a:pt x="2055" y="1407"/>
                    <a:pt x="2055" y="1400"/>
                  </a:cubicBezTo>
                  <a:lnTo>
                    <a:pt x="2089" y="1400"/>
                  </a:lnTo>
                  <a:cubicBezTo>
                    <a:pt x="2089" y="1400"/>
                    <a:pt x="2089" y="1401"/>
                    <a:pt x="2089" y="1402"/>
                  </a:cubicBezTo>
                  <a:cubicBezTo>
                    <a:pt x="2089" y="1403"/>
                    <a:pt x="2089" y="1404"/>
                    <a:pt x="2089" y="1405"/>
                  </a:cubicBezTo>
                  <a:cubicBezTo>
                    <a:pt x="2089" y="1407"/>
                    <a:pt x="2089" y="1408"/>
                    <a:pt x="2089" y="1409"/>
                  </a:cubicBezTo>
                  <a:cubicBezTo>
                    <a:pt x="2090" y="1411"/>
                    <a:pt x="2090" y="1413"/>
                    <a:pt x="2090" y="1415"/>
                  </a:cubicBezTo>
                  <a:cubicBezTo>
                    <a:pt x="2090" y="1417"/>
                    <a:pt x="2090" y="1419"/>
                    <a:pt x="2089" y="1421"/>
                  </a:cubicBezTo>
                  <a:cubicBezTo>
                    <a:pt x="2089" y="1424"/>
                    <a:pt x="2089" y="1427"/>
                    <a:pt x="2089" y="1431"/>
                  </a:cubicBezTo>
                  <a:cubicBezTo>
                    <a:pt x="2089" y="1441"/>
                    <a:pt x="2090" y="1451"/>
                    <a:pt x="2093" y="1461"/>
                  </a:cubicBezTo>
                  <a:cubicBezTo>
                    <a:pt x="2093" y="1464"/>
                    <a:pt x="2098" y="1464"/>
                    <a:pt x="2098" y="1461"/>
                  </a:cubicBezTo>
                  <a:cubicBezTo>
                    <a:pt x="2098" y="1460"/>
                    <a:pt x="2098" y="1460"/>
                    <a:pt x="2098" y="1459"/>
                  </a:cubicBezTo>
                  <a:cubicBezTo>
                    <a:pt x="2098" y="1451"/>
                    <a:pt x="2099" y="1442"/>
                    <a:pt x="2101" y="1434"/>
                  </a:cubicBezTo>
                  <a:cubicBezTo>
                    <a:pt x="2102" y="1431"/>
                    <a:pt x="2103" y="1428"/>
                    <a:pt x="2105" y="1425"/>
                  </a:cubicBezTo>
                  <a:cubicBezTo>
                    <a:pt x="2105" y="1424"/>
                    <a:pt x="2106" y="1423"/>
                    <a:pt x="2106" y="1422"/>
                  </a:cubicBezTo>
                  <a:cubicBezTo>
                    <a:pt x="2107" y="1418"/>
                    <a:pt x="2108" y="1414"/>
                    <a:pt x="2108" y="1410"/>
                  </a:cubicBezTo>
                  <a:cubicBezTo>
                    <a:pt x="2108" y="1409"/>
                    <a:pt x="2108" y="1409"/>
                    <a:pt x="2108" y="1408"/>
                  </a:cubicBezTo>
                  <a:cubicBezTo>
                    <a:pt x="2108" y="1403"/>
                    <a:pt x="2108" y="1402"/>
                    <a:pt x="2111" y="1400"/>
                  </a:cubicBezTo>
                  <a:lnTo>
                    <a:pt x="2125" y="1400"/>
                  </a:lnTo>
                  <a:cubicBezTo>
                    <a:pt x="2125" y="1400"/>
                    <a:pt x="2125" y="1402"/>
                    <a:pt x="2125" y="1403"/>
                  </a:cubicBezTo>
                  <a:cubicBezTo>
                    <a:pt x="2126" y="1408"/>
                    <a:pt x="2127" y="1413"/>
                    <a:pt x="2128" y="1419"/>
                  </a:cubicBezTo>
                  <a:cubicBezTo>
                    <a:pt x="2131" y="1429"/>
                    <a:pt x="2132" y="1439"/>
                    <a:pt x="2133" y="1450"/>
                  </a:cubicBezTo>
                  <a:cubicBezTo>
                    <a:pt x="2133" y="1455"/>
                    <a:pt x="2140" y="1455"/>
                    <a:pt x="2141" y="1450"/>
                  </a:cubicBezTo>
                  <a:cubicBezTo>
                    <a:pt x="2141" y="1438"/>
                    <a:pt x="2144" y="1427"/>
                    <a:pt x="2145" y="1415"/>
                  </a:cubicBezTo>
                  <a:cubicBezTo>
                    <a:pt x="2145" y="1410"/>
                    <a:pt x="2145" y="1405"/>
                    <a:pt x="2146" y="1400"/>
                  </a:cubicBezTo>
                  <a:lnTo>
                    <a:pt x="2163" y="1400"/>
                  </a:lnTo>
                  <a:lnTo>
                    <a:pt x="2173" y="1400"/>
                  </a:lnTo>
                  <a:cubicBezTo>
                    <a:pt x="2171" y="1408"/>
                    <a:pt x="2170" y="1417"/>
                    <a:pt x="2170" y="1425"/>
                  </a:cubicBezTo>
                  <a:cubicBezTo>
                    <a:pt x="2170" y="1430"/>
                    <a:pt x="2170" y="1435"/>
                    <a:pt x="2171" y="1439"/>
                  </a:cubicBezTo>
                  <a:cubicBezTo>
                    <a:pt x="2171" y="1450"/>
                    <a:pt x="2172" y="1460"/>
                    <a:pt x="2174" y="1470"/>
                  </a:cubicBezTo>
                  <a:cubicBezTo>
                    <a:pt x="2176" y="1476"/>
                    <a:pt x="2177" y="1481"/>
                    <a:pt x="2177" y="1487"/>
                  </a:cubicBezTo>
                  <a:cubicBezTo>
                    <a:pt x="2177" y="1492"/>
                    <a:pt x="2176" y="1498"/>
                    <a:pt x="2174" y="1503"/>
                  </a:cubicBezTo>
                  <a:cubicBezTo>
                    <a:pt x="2172" y="1506"/>
                    <a:pt x="2178" y="1511"/>
                    <a:pt x="2180" y="1507"/>
                  </a:cubicBezTo>
                  <a:cubicBezTo>
                    <a:pt x="2187" y="1496"/>
                    <a:pt x="2191" y="1482"/>
                    <a:pt x="2191" y="1469"/>
                  </a:cubicBezTo>
                  <a:cubicBezTo>
                    <a:pt x="2191" y="1468"/>
                    <a:pt x="2191" y="1466"/>
                    <a:pt x="2191" y="1465"/>
                  </a:cubicBezTo>
                  <a:cubicBezTo>
                    <a:pt x="2192" y="1448"/>
                    <a:pt x="2186" y="1418"/>
                    <a:pt x="2197" y="1406"/>
                  </a:cubicBezTo>
                  <a:cubicBezTo>
                    <a:pt x="2197" y="1405"/>
                    <a:pt x="2198" y="1404"/>
                    <a:pt x="2198" y="1404"/>
                  </a:cubicBezTo>
                  <a:cubicBezTo>
                    <a:pt x="2199" y="1403"/>
                    <a:pt x="2199" y="1403"/>
                    <a:pt x="2199" y="1402"/>
                  </a:cubicBezTo>
                  <a:lnTo>
                    <a:pt x="2202" y="1402"/>
                  </a:lnTo>
                  <a:cubicBezTo>
                    <a:pt x="2204" y="1458"/>
                    <a:pt x="2207" y="1515"/>
                    <a:pt x="2212" y="1571"/>
                  </a:cubicBezTo>
                  <a:lnTo>
                    <a:pt x="2213" y="1572"/>
                  </a:lnTo>
                  <a:cubicBezTo>
                    <a:pt x="2214" y="1573"/>
                    <a:pt x="2213" y="1572"/>
                    <a:pt x="2214" y="1573"/>
                  </a:cubicBezTo>
                  <a:cubicBezTo>
                    <a:pt x="2215" y="1574"/>
                    <a:pt x="2215" y="1574"/>
                    <a:pt x="2215" y="1574"/>
                  </a:cubicBezTo>
                  <a:cubicBezTo>
                    <a:pt x="2216" y="1574"/>
                    <a:pt x="2216" y="1574"/>
                    <a:pt x="2217" y="1573"/>
                  </a:cubicBezTo>
                  <a:cubicBezTo>
                    <a:pt x="2217" y="1573"/>
                    <a:pt x="2218" y="1573"/>
                    <a:pt x="2218" y="1572"/>
                  </a:cubicBezTo>
                  <a:lnTo>
                    <a:pt x="2218" y="1571"/>
                  </a:lnTo>
                  <a:cubicBezTo>
                    <a:pt x="2224" y="1515"/>
                    <a:pt x="2226" y="1459"/>
                    <a:pt x="2228" y="1404"/>
                  </a:cubicBezTo>
                  <a:cubicBezTo>
                    <a:pt x="2252" y="1406"/>
                    <a:pt x="2276" y="1408"/>
                    <a:pt x="2300" y="1407"/>
                  </a:cubicBezTo>
                  <a:cubicBezTo>
                    <a:pt x="2364" y="1409"/>
                    <a:pt x="2428" y="1418"/>
                    <a:pt x="2490" y="1434"/>
                  </a:cubicBezTo>
                  <a:cubicBezTo>
                    <a:pt x="2495" y="1435"/>
                    <a:pt x="2500" y="1435"/>
                    <a:pt x="2506" y="1435"/>
                  </a:cubicBezTo>
                  <a:cubicBezTo>
                    <a:pt x="2511" y="1435"/>
                    <a:pt x="2517" y="1435"/>
                    <a:pt x="2522" y="1434"/>
                  </a:cubicBezTo>
                  <a:cubicBezTo>
                    <a:pt x="2541" y="1437"/>
                    <a:pt x="2560" y="1441"/>
                    <a:pt x="2578" y="1446"/>
                  </a:cubicBezTo>
                  <a:cubicBezTo>
                    <a:pt x="2606" y="1451"/>
                    <a:pt x="2639" y="1457"/>
                    <a:pt x="2668" y="1465"/>
                  </a:cubicBezTo>
                  <a:cubicBezTo>
                    <a:pt x="2667" y="1478"/>
                    <a:pt x="2666" y="1492"/>
                    <a:pt x="2666" y="1506"/>
                  </a:cubicBezTo>
                  <a:cubicBezTo>
                    <a:pt x="2666" y="1523"/>
                    <a:pt x="2662" y="1540"/>
                    <a:pt x="2662" y="1558"/>
                  </a:cubicBezTo>
                  <a:lnTo>
                    <a:pt x="2656" y="1560"/>
                  </a:lnTo>
                  <a:cubicBezTo>
                    <a:pt x="2652" y="1562"/>
                    <a:pt x="2647" y="1563"/>
                    <a:pt x="2642" y="1564"/>
                  </a:cubicBezTo>
                  <a:cubicBezTo>
                    <a:pt x="2642" y="1556"/>
                    <a:pt x="2643" y="1548"/>
                    <a:pt x="2643" y="1539"/>
                  </a:cubicBezTo>
                  <a:cubicBezTo>
                    <a:pt x="2643" y="1517"/>
                    <a:pt x="2641" y="1495"/>
                    <a:pt x="2637" y="1473"/>
                  </a:cubicBezTo>
                  <a:cubicBezTo>
                    <a:pt x="2637" y="1469"/>
                    <a:pt x="2630" y="1468"/>
                    <a:pt x="2629" y="1473"/>
                  </a:cubicBezTo>
                  <a:cubicBezTo>
                    <a:pt x="2626" y="1495"/>
                    <a:pt x="2624" y="1517"/>
                    <a:pt x="2624" y="1539"/>
                  </a:cubicBezTo>
                  <a:cubicBezTo>
                    <a:pt x="2624" y="1549"/>
                    <a:pt x="2624" y="1559"/>
                    <a:pt x="2625" y="1569"/>
                  </a:cubicBezTo>
                  <a:cubicBezTo>
                    <a:pt x="2617" y="1571"/>
                    <a:pt x="2608" y="1573"/>
                    <a:pt x="2600" y="1574"/>
                  </a:cubicBezTo>
                  <a:cubicBezTo>
                    <a:pt x="2598" y="1563"/>
                    <a:pt x="2600" y="1552"/>
                    <a:pt x="2600" y="1540"/>
                  </a:cubicBezTo>
                  <a:cubicBezTo>
                    <a:pt x="2599" y="1523"/>
                    <a:pt x="2597" y="1505"/>
                    <a:pt x="2595" y="1487"/>
                  </a:cubicBezTo>
                  <a:cubicBezTo>
                    <a:pt x="2595" y="1484"/>
                    <a:pt x="2589" y="1484"/>
                    <a:pt x="2589" y="1487"/>
                  </a:cubicBezTo>
                  <a:cubicBezTo>
                    <a:pt x="2587" y="1505"/>
                    <a:pt x="2586" y="1522"/>
                    <a:pt x="2585" y="1539"/>
                  </a:cubicBezTo>
                  <a:cubicBezTo>
                    <a:pt x="2584" y="1546"/>
                    <a:pt x="2583" y="1552"/>
                    <a:pt x="2583" y="1558"/>
                  </a:cubicBezTo>
                  <a:cubicBezTo>
                    <a:pt x="2583" y="1564"/>
                    <a:pt x="2584" y="1570"/>
                    <a:pt x="2585" y="1576"/>
                  </a:cubicBezTo>
                  <a:lnTo>
                    <a:pt x="2568" y="1578"/>
                  </a:lnTo>
                  <a:cubicBezTo>
                    <a:pt x="2570" y="1565"/>
                    <a:pt x="2570" y="1552"/>
                    <a:pt x="2570" y="1539"/>
                  </a:cubicBezTo>
                  <a:cubicBezTo>
                    <a:pt x="2570" y="1522"/>
                    <a:pt x="2569" y="1505"/>
                    <a:pt x="2567" y="1488"/>
                  </a:cubicBezTo>
                  <a:cubicBezTo>
                    <a:pt x="2567" y="1487"/>
                    <a:pt x="2566" y="1486"/>
                    <a:pt x="2566" y="1485"/>
                  </a:cubicBezTo>
                  <a:cubicBezTo>
                    <a:pt x="2565" y="1484"/>
                    <a:pt x="2565" y="1482"/>
                    <a:pt x="2564" y="1482"/>
                  </a:cubicBezTo>
                  <a:cubicBezTo>
                    <a:pt x="2563" y="1481"/>
                    <a:pt x="2562" y="1482"/>
                    <a:pt x="2561" y="1482"/>
                  </a:cubicBezTo>
                  <a:cubicBezTo>
                    <a:pt x="2560" y="1482"/>
                    <a:pt x="2559" y="1481"/>
                    <a:pt x="2558" y="1482"/>
                  </a:cubicBezTo>
                  <a:cubicBezTo>
                    <a:pt x="2557" y="1482"/>
                    <a:pt x="2556" y="1484"/>
                    <a:pt x="2556" y="1485"/>
                  </a:cubicBezTo>
                  <a:cubicBezTo>
                    <a:pt x="2555" y="1486"/>
                    <a:pt x="2555" y="1487"/>
                    <a:pt x="2555" y="1488"/>
                  </a:cubicBezTo>
                  <a:cubicBezTo>
                    <a:pt x="2553" y="1505"/>
                    <a:pt x="2552" y="1522"/>
                    <a:pt x="2552" y="1539"/>
                  </a:cubicBezTo>
                  <a:cubicBezTo>
                    <a:pt x="2552" y="1553"/>
                    <a:pt x="2552" y="1566"/>
                    <a:pt x="2554" y="1579"/>
                  </a:cubicBezTo>
                  <a:lnTo>
                    <a:pt x="2537" y="1581"/>
                  </a:lnTo>
                  <a:cubicBezTo>
                    <a:pt x="2530" y="1581"/>
                    <a:pt x="2524" y="1582"/>
                    <a:pt x="2517" y="1582"/>
                  </a:cubicBezTo>
                  <a:cubicBezTo>
                    <a:pt x="2518" y="1575"/>
                    <a:pt x="2518" y="1568"/>
                    <a:pt x="2518" y="1561"/>
                  </a:cubicBezTo>
                  <a:cubicBezTo>
                    <a:pt x="2518" y="1537"/>
                    <a:pt x="2516" y="1514"/>
                    <a:pt x="2513" y="1490"/>
                  </a:cubicBezTo>
                  <a:cubicBezTo>
                    <a:pt x="2513" y="1490"/>
                    <a:pt x="2513" y="1489"/>
                    <a:pt x="2512" y="1488"/>
                  </a:cubicBezTo>
                  <a:lnTo>
                    <a:pt x="2511" y="1487"/>
                  </a:lnTo>
                  <a:cubicBezTo>
                    <a:pt x="2510" y="1486"/>
                    <a:pt x="2509" y="1486"/>
                    <a:pt x="2509" y="1486"/>
                  </a:cubicBezTo>
                  <a:cubicBezTo>
                    <a:pt x="2508" y="1486"/>
                    <a:pt x="2507" y="1486"/>
                    <a:pt x="2506" y="1487"/>
                  </a:cubicBezTo>
                  <a:lnTo>
                    <a:pt x="2505" y="1488"/>
                  </a:lnTo>
                  <a:cubicBezTo>
                    <a:pt x="2505" y="1489"/>
                    <a:pt x="2504" y="1490"/>
                    <a:pt x="2504" y="1490"/>
                  </a:cubicBezTo>
                  <a:cubicBezTo>
                    <a:pt x="2501" y="1513"/>
                    <a:pt x="2500" y="1537"/>
                    <a:pt x="2500" y="1560"/>
                  </a:cubicBezTo>
                  <a:cubicBezTo>
                    <a:pt x="2500" y="1568"/>
                    <a:pt x="2500" y="1576"/>
                    <a:pt x="2500" y="1584"/>
                  </a:cubicBezTo>
                  <a:lnTo>
                    <a:pt x="2479" y="1586"/>
                  </a:lnTo>
                  <a:cubicBezTo>
                    <a:pt x="2479" y="1557"/>
                    <a:pt x="2478" y="1527"/>
                    <a:pt x="2476" y="1498"/>
                  </a:cubicBezTo>
                  <a:cubicBezTo>
                    <a:pt x="2476" y="1497"/>
                    <a:pt x="2475" y="1497"/>
                    <a:pt x="2475" y="1496"/>
                  </a:cubicBezTo>
                  <a:cubicBezTo>
                    <a:pt x="2475" y="1496"/>
                    <a:pt x="2474" y="1496"/>
                    <a:pt x="2473" y="1495"/>
                  </a:cubicBezTo>
                  <a:cubicBezTo>
                    <a:pt x="2472" y="1494"/>
                    <a:pt x="2472" y="1494"/>
                    <a:pt x="2471" y="1494"/>
                  </a:cubicBezTo>
                  <a:cubicBezTo>
                    <a:pt x="2470" y="1494"/>
                    <a:pt x="2469" y="1494"/>
                    <a:pt x="2468" y="1495"/>
                  </a:cubicBezTo>
                  <a:lnTo>
                    <a:pt x="2467" y="1496"/>
                  </a:lnTo>
                  <a:cubicBezTo>
                    <a:pt x="2466" y="1497"/>
                    <a:pt x="2466" y="1497"/>
                    <a:pt x="2466" y="1498"/>
                  </a:cubicBezTo>
                  <a:cubicBezTo>
                    <a:pt x="2464" y="1528"/>
                    <a:pt x="2463" y="1558"/>
                    <a:pt x="2463" y="1589"/>
                  </a:cubicBezTo>
                  <a:lnTo>
                    <a:pt x="2448" y="1591"/>
                  </a:lnTo>
                  <a:cubicBezTo>
                    <a:pt x="2447" y="1584"/>
                    <a:pt x="2447" y="1577"/>
                    <a:pt x="2447" y="1570"/>
                  </a:cubicBezTo>
                  <a:cubicBezTo>
                    <a:pt x="2447" y="1562"/>
                    <a:pt x="2447" y="1555"/>
                    <a:pt x="2448" y="1548"/>
                  </a:cubicBezTo>
                  <a:cubicBezTo>
                    <a:pt x="2449" y="1542"/>
                    <a:pt x="2449" y="1536"/>
                    <a:pt x="2449" y="1530"/>
                  </a:cubicBezTo>
                  <a:cubicBezTo>
                    <a:pt x="2449" y="1524"/>
                    <a:pt x="2449" y="1518"/>
                    <a:pt x="2448" y="1512"/>
                  </a:cubicBezTo>
                  <a:cubicBezTo>
                    <a:pt x="2448" y="1511"/>
                    <a:pt x="2449" y="1511"/>
                    <a:pt x="2448" y="1510"/>
                  </a:cubicBezTo>
                  <a:cubicBezTo>
                    <a:pt x="2447" y="1509"/>
                    <a:pt x="2447" y="1510"/>
                    <a:pt x="2447" y="1510"/>
                  </a:cubicBezTo>
                  <a:cubicBezTo>
                    <a:pt x="2446" y="1510"/>
                    <a:pt x="2446" y="1509"/>
                    <a:pt x="2446" y="1509"/>
                  </a:cubicBezTo>
                  <a:cubicBezTo>
                    <a:pt x="2445" y="1509"/>
                    <a:pt x="2445" y="1510"/>
                    <a:pt x="2445" y="1510"/>
                  </a:cubicBezTo>
                  <a:cubicBezTo>
                    <a:pt x="2444" y="1510"/>
                    <a:pt x="2444" y="1510"/>
                    <a:pt x="2444" y="1510"/>
                  </a:cubicBezTo>
                  <a:cubicBezTo>
                    <a:pt x="2444" y="1511"/>
                    <a:pt x="2444" y="1511"/>
                    <a:pt x="2444" y="1512"/>
                  </a:cubicBezTo>
                  <a:cubicBezTo>
                    <a:pt x="2440" y="1538"/>
                    <a:pt x="2437" y="1565"/>
                    <a:pt x="2437" y="1592"/>
                  </a:cubicBezTo>
                  <a:lnTo>
                    <a:pt x="2413" y="1595"/>
                  </a:lnTo>
                  <a:cubicBezTo>
                    <a:pt x="2415" y="1584"/>
                    <a:pt x="2415" y="1572"/>
                    <a:pt x="2415" y="1561"/>
                  </a:cubicBezTo>
                  <a:cubicBezTo>
                    <a:pt x="2415" y="1558"/>
                    <a:pt x="2415" y="1555"/>
                    <a:pt x="2415" y="1553"/>
                  </a:cubicBezTo>
                  <a:cubicBezTo>
                    <a:pt x="2415" y="1548"/>
                    <a:pt x="2407" y="1548"/>
                    <a:pt x="2407" y="1553"/>
                  </a:cubicBezTo>
                  <a:cubicBezTo>
                    <a:pt x="2407" y="1562"/>
                    <a:pt x="2407" y="1571"/>
                    <a:pt x="2407" y="1580"/>
                  </a:cubicBezTo>
                  <a:cubicBezTo>
                    <a:pt x="2407" y="1585"/>
                    <a:pt x="2405" y="1590"/>
                    <a:pt x="2404" y="1596"/>
                  </a:cubicBezTo>
                  <a:cubicBezTo>
                    <a:pt x="2399" y="1596"/>
                    <a:pt x="2393" y="1597"/>
                    <a:pt x="2387" y="1597"/>
                  </a:cubicBezTo>
                  <a:lnTo>
                    <a:pt x="2386" y="1597"/>
                  </a:lnTo>
                  <a:cubicBezTo>
                    <a:pt x="2387" y="1589"/>
                    <a:pt x="2388" y="1580"/>
                    <a:pt x="2388" y="1571"/>
                  </a:cubicBezTo>
                  <a:cubicBezTo>
                    <a:pt x="2388" y="1567"/>
                    <a:pt x="2387" y="1563"/>
                    <a:pt x="2387" y="1559"/>
                  </a:cubicBezTo>
                  <a:cubicBezTo>
                    <a:pt x="2388" y="1555"/>
                    <a:pt x="2388" y="1551"/>
                    <a:pt x="2388" y="1547"/>
                  </a:cubicBezTo>
                  <a:cubicBezTo>
                    <a:pt x="2388" y="1543"/>
                    <a:pt x="2388" y="1540"/>
                    <a:pt x="2387" y="1536"/>
                  </a:cubicBezTo>
                  <a:cubicBezTo>
                    <a:pt x="2385" y="1529"/>
                    <a:pt x="2383" y="1521"/>
                    <a:pt x="2381" y="1514"/>
                  </a:cubicBezTo>
                  <a:cubicBezTo>
                    <a:pt x="2381" y="1510"/>
                    <a:pt x="2374" y="1509"/>
                    <a:pt x="2374" y="1514"/>
                  </a:cubicBezTo>
                  <a:cubicBezTo>
                    <a:pt x="2372" y="1527"/>
                    <a:pt x="2375" y="1541"/>
                    <a:pt x="2375" y="1554"/>
                  </a:cubicBezTo>
                  <a:cubicBezTo>
                    <a:pt x="2374" y="1559"/>
                    <a:pt x="2374" y="1564"/>
                    <a:pt x="2374" y="1570"/>
                  </a:cubicBezTo>
                  <a:cubicBezTo>
                    <a:pt x="2374" y="1579"/>
                    <a:pt x="2375" y="1589"/>
                    <a:pt x="2377" y="1598"/>
                  </a:cubicBezTo>
                  <a:cubicBezTo>
                    <a:pt x="2370" y="1599"/>
                    <a:pt x="2363" y="1601"/>
                    <a:pt x="2355" y="1603"/>
                  </a:cubicBezTo>
                  <a:cubicBezTo>
                    <a:pt x="2357" y="1599"/>
                    <a:pt x="2358" y="1595"/>
                    <a:pt x="2358" y="1591"/>
                  </a:cubicBezTo>
                  <a:cubicBezTo>
                    <a:pt x="2358" y="1589"/>
                    <a:pt x="2357" y="1588"/>
                    <a:pt x="2357" y="1586"/>
                  </a:cubicBezTo>
                  <a:cubicBezTo>
                    <a:pt x="2357" y="1584"/>
                    <a:pt x="2357" y="1582"/>
                    <a:pt x="2357" y="1580"/>
                  </a:cubicBezTo>
                  <a:cubicBezTo>
                    <a:pt x="2357" y="1578"/>
                    <a:pt x="2357" y="1576"/>
                    <a:pt x="2357" y="1574"/>
                  </a:cubicBezTo>
                  <a:cubicBezTo>
                    <a:pt x="2357" y="1570"/>
                    <a:pt x="2355" y="1567"/>
                    <a:pt x="2354" y="1563"/>
                  </a:cubicBezTo>
                  <a:cubicBezTo>
                    <a:pt x="2354" y="1562"/>
                    <a:pt x="2354" y="1561"/>
                    <a:pt x="2354" y="1561"/>
                  </a:cubicBezTo>
                  <a:cubicBezTo>
                    <a:pt x="2353" y="1560"/>
                    <a:pt x="2353" y="1560"/>
                    <a:pt x="2352" y="1559"/>
                  </a:cubicBezTo>
                  <a:lnTo>
                    <a:pt x="2351" y="1559"/>
                  </a:lnTo>
                  <a:cubicBezTo>
                    <a:pt x="2350" y="1559"/>
                    <a:pt x="2349" y="1559"/>
                    <a:pt x="2349" y="1559"/>
                  </a:cubicBezTo>
                  <a:cubicBezTo>
                    <a:pt x="2348" y="1560"/>
                    <a:pt x="2348" y="1560"/>
                    <a:pt x="2347" y="1561"/>
                  </a:cubicBezTo>
                  <a:cubicBezTo>
                    <a:pt x="2347" y="1561"/>
                    <a:pt x="2347" y="1562"/>
                    <a:pt x="2347" y="1563"/>
                  </a:cubicBezTo>
                  <a:cubicBezTo>
                    <a:pt x="2346" y="1565"/>
                    <a:pt x="2346" y="1567"/>
                    <a:pt x="2345" y="1570"/>
                  </a:cubicBezTo>
                  <a:cubicBezTo>
                    <a:pt x="2344" y="1574"/>
                    <a:pt x="2343" y="1578"/>
                    <a:pt x="2343" y="1583"/>
                  </a:cubicBezTo>
                  <a:cubicBezTo>
                    <a:pt x="2343" y="1585"/>
                    <a:pt x="2343" y="1587"/>
                    <a:pt x="2343" y="1589"/>
                  </a:cubicBezTo>
                  <a:cubicBezTo>
                    <a:pt x="2343" y="1593"/>
                    <a:pt x="2344" y="1598"/>
                    <a:pt x="2345" y="1602"/>
                  </a:cubicBezTo>
                  <a:lnTo>
                    <a:pt x="2346" y="1604"/>
                  </a:lnTo>
                  <a:cubicBezTo>
                    <a:pt x="2340" y="1605"/>
                    <a:pt x="2333" y="1606"/>
                    <a:pt x="2327" y="1606"/>
                  </a:cubicBezTo>
                  <a:cubicBezTo>
                    <a:pt x="2321" y="1606"/>
                    <a:pt x="2316" y="1606"/>
                    <a:pt x="2310" y="1606"/>
                  </a:cubicBezTo>
                  <a:cubicBezTo>
                    <a:pt x="2295" y="1606"/>
                    <a:pt x="2280" y="1607"/>
                    <a:pt x="2265" y="1609"/>
                  </a:cubicBezTo>
                  <a:cubicBezTo>
                    <a:pt x="2205" y="1626"/>
                    <a:pt x="2135" y="1616"/>
                    <a:pt x="2074" y="1616"/>
                  </a:cubicBezTo>
                  <a:cubicBezTo>
                    <a:pt x="1936" y="1616"/>
                    <a:pt x="1799" y="1621"/>
                    <a:pt x="1661" y="1619"/>
                  </a:cubicBezTo>
                  <a:cubicBezTo>
                    <a:pt x="1599" y="1619"/>
                    <a:pt x="1537" y="1624"/>
                    <a:pt x="1474" y="1624"/>
                  </a:cubicBezTo>
                  <a:cubicBezTo>
                    <a:pt x="1417" y="1624"/>
                    <a:pt x="1361" y="1620"/>
                    <a:pt x="1305" y="1617"/>
                  </a:cubicBezTo>
                  <a:cubicBezTo>
                    <a:pt x="1280" y="1615"/>
                    <a:pt x="1255" y="1614"/>
                    <a:pt x="1230" y="1614"/>
                  </a:cubicBezTo>
                  <a:cubicBezTo>
                    <a:pt x="1200" y="1614"/>
                    <a:pt x="1170" y="1616"/>
                    <a:pt x="1141" y="1618"/>
                  </a:cubicBezTo>
                  <a:cubicBezTo>
                    <a:pt x="1117" y="1622"/>
                    <a:pt x="1094" y="1624"/>
                    <a:pt x="1071" y="1625"/>
                  </a:cubicBezTo>
                  <a:cubicBezTo>
                    <a:pt x="1047" y="1625"/>
                    <a:pt x="1009" y="1634"/>
                    <a:pt x="987" y="1625"/>
                  </a:cubicBezTo>
                  <a:cubicBezTo>
                    <a:pt x="986" y="1624"/>
                    <a:pt x="985" y="1624"/>
                    <a:pt x="985" y="1624"/>
                  </a:cubicBezTo>
                  <a:cubicBezTo>
                    <a:pt x="984" y="1624"/>
                    <a:pt x="984" y="1624"/>
                    <a:pt x="983" y="1625"/>
                  </a:cubicBezTo>
                  <a:cubicBezTo>
                    <a:pt x="982" y="1626"/>
                    <a:pt x="982" y="1625"/>
                    <a:pt x="981" y="1626"/>
                  </a:cubicBezTo>
                  <a:cubicBezTo>
                    <a:pt x="980" y="1627"/>
                    <a:pt x="981" y="1628"/>
                    <a:pt x="981" y="1628"/>
                  </a:cubicBezTo>
                  <a:cubicBezTo>
                    <a:pt x="981" y="1629"/>
                    <a:pt x="981" y="1630"/>
                    <a:pt x="981" y="1630"/>
                  </a:cubicBezTo>
                  <a:cubicBezTo>
                    <a:pt x="982" y="1631"/>
                    <a:pt x="982" y="1631"/>
                    <a:pt x="983" y="1632"/>
                  </a:cubicBezTo>
                  <a:cubicBezTo>
                    <a:pt x="1004" y="1643"/>
                    <a:pt x="1031" y="1637"/>
                    <a:pt x="1054" y="1638"/>
                  </a:cubicBezTo>
                  <a:cubicBezTo>
                    <a:pt x="1072" y="1638"/>
                    <a:pt x="1104" y="1645"/>
                    <a:pt x="1122" y="1639"/>
                  </a:cubicBezTo>
                  <a:cubicBezTo>
                    <a:pt x="1149" y="1630"/>
                    <a:pt x="1190" y="1634"/>
                    <a:pt x="1225" y="1636"/>
                  </a:cubicBezTo>
                  <a:cubicBezTo>
                    <a:pt x="1223" y="1639"/>
                    <a:pt x="1220" y="1641"/>
                    <a:pt x="1219" y="1644"/>
                  </a:cubicBezTo>
                  <a:cubicBezTo>
                    <a:pt x="1215" y="1650"/>
                    <a:pt x="1213" y="1657"/>
                    <a:pt x="1212" y="1663"/>
                  </a:cubicBezTo>
                  <a:cubicBezTo>
                    <a:pt x="1206" y="1680"/>
                    <a:pt x="1202" y="1697"/>
                    <a:pt x="1198" y="1714"/>
                  </a:cubicBezTo>
                  <a:lnTo>
                    <a:pt x="1199" y="1715"/>
                  </a:lnTo>
                  <a:moveTo>
                    <a:pt x="767" y="1782"/>
                  </a:moveTo>
                  <a:lnTo>
                    <a:pt x="746" y="1782"/>
                  </a:lnTo>
                  <a:cubicBezTo>
                    <a:pt x="745" y="1776"/>
                    <a:pt x="744" y="1770"/>
                    <a:pt x="742" y="1764"/>
                  </a:cubicBezTo>
                  <a:cubicBezTo>
                    <a:pt x="741" y="1757"/>
                    <a:pt x="741" y="1750"/>
                    <a:pt x="740" y="1744"/>
                  </a:cubicBezTo>
                  <a:cubicBezTo>
                    <a:pt x="738" y="1738"/>
                    <a:pt x="738" y="1730"/>
                    <a:pt x="738" y="1724"/>
                  </a:cubicBezTo>
                  <a:cubicBezTo>
                    <a:pt x="737" y="1717"/>
                    <a:pt x="730" y="1720"/>
                    <a:pt x="729" y="1724"/>
                  </a:cubicBezTo>
                  <a:cubicBezTo>
                    <a:pt x="727" y="1735"/>
                    <a:pt x="726" y="1746"/>
                    <a:pt x="726" y="1756"/>
                  </a:cubicBezTo>
                  <a:cubicBezTo>
                    <a:pt x="726" y="1765"/>
                    <a:pt x="727" y="1773"/>
                    <a:pt x="728" y="1781"/>
                  </a:cubicBezTo>
                  <a:lnTo>
                    <a:pt x="710" y="1781"/>
                  </a:lnTo>
                  <a:cubicBezTo>
                    <a:pt x="710" y="1780"/>
                    <a:pt x="710" y="1780"/>
                    <a:pt x="710" y="1779"/>
                  </a:cubicBezTo>
                  <a:cubicBezTo>
                    <a:pt x="710" y="1779"/>
                    <a:pt x="710" y="1778"/>
                    <a:pt x="710" y="1777"/>
                  </a:cubicBezTo>
                  <a:cubicBezTo>
                    <a:pt x="705" y="1752"/>
                    <a:pt x="702" y="1727"/>
                    <a:pt x="701" y="1702"/>
                  </a:cubicBezTo>
                  <a:cubicBezTo>
                    <a:pt x="726" y="1703"/>
                    <a:pt x="750" y="1705"/>
                    <a:pt x="775" y="1707"/>
                  </a:cubicBezTo>
                  <a:cubicBezTo>
                    <a:pt x="775" y="1707"/>
                    <a:pt x="774" y="1707"/>
                    <a:pt x="775" y="1708"/>
                  </a:cubicBezTo>
                  <a:cubicBezTo>
                    <a:pt x="776" y="1709"/>
                    <a:pt x="777" y="1708"/>
                    <a:pt x="778" y="1708"/>
                  </a:cubicBezTo>
                  <a:cubicBezTo>
                    <a:pt x="778" y="1708"/>
                    <a:pt x="779" y="1709"/>
                    <a:pt x="780" y="1708"/>
                  </a:cubicBezTo>
                  <a:cubicBezTo>
                    <a:pt x="781" y="1707"/>
                    <a:pt x="780" y="1707"/>
                    <a:pt x="780" y="1707"/>
                  </a:cubicBezTo>
                  <a:cubicBezTo>
                    <a:pt x="801" y="1709"/>
                    <a:pt x="822" y="1712"/>
                    <a:pt x="843" y="1714"/>
                  </a:cubicBezTo>
                  <a:cubicBezTo>
                    <a:pt x="876" y="1720"/>
                    <a:pt x="912" y="1714"/>
                    <a:pt x="947" y="1719"/>
                  </a:cubicBezTo>
                  <a:lnTo>
                    <a:pt x="960" y="1720"/>
                  </a:lnTo>
                  <a:cubicBezTo>
                    <a:pt x="960" y="1730"/>
                    <a:pt x="961" y="1747"/>
                    <a:pt x="961" y="1747"/>
                  </a:cubicBezTo>
                  <a:cubicBezTo>
                    <a:pt x="963" y="1762"/>
                    <a:pt x="964" y="1778"/>
                    <a:pt x="966" y="1793"/>
                  </a:cubicBezTo>
                  <a:lnTo>
                    <a:pt x="966" y="1794"/>
                  </a:lnTo>
                  <a:lnTo>
                    <a:pt x="966" y="1795"/>
                  </a:lnTo>
                  <a:cubicBezTo>
                    <a:pt x="934" y="1792"/>
                    <a:pt x="901" y="1790"/>
                    <a:pt x="868" y="1787"/>
                  </a:cubicBezTo>
                  <a:cubicBezTo>
                    <a:pt x="840" y="1785"/>
                    <a:pt x="813" y="1784"/>
                    <a:pt x="785" y="1783"/>
                  </a:cubicBezTo>
                  <a:cubicBezTo>
                    <a:pt x="785" y="1778"/>
                    <a:pt x="783" y="1772"/>
                    <a:pt x="781" y="1767"/>
                  </a:cubicBezTo>
                  <a:cubicBezTo>
                    <a:pt x="778" y="1759"/>
                    <a:pt x="776" y="1749"/>
                    <a:pt x="775" y="1740"/>
                  </a:cubicBezTo>
                  <a:cubicBezTo>
                    <a:pt x="775" y="1739"/>
                    <a:pt x="775" y="1739"/>
                    <a:pt x="775" y="1739"/>
                  </a:cubicBezTo>
                  <a:cubicBezTo>
                    <a:pt x="774" y="1738"/>
                    <a:pt x="774" y="1737"/>
                    <a:pt x="773" y="1737"/>
                  </a:cubicBezTo>
                  <a:cubicBezTo>
                    <a:pt x="773" y="1737"/>
                    <a:pt x="772" y="1736"/>
                    <a:pt x="771" y="1736"/>
                  </a:cubicBezTo>
                  <a:cubicBezTo>
                    <a:pt x="770" y="1736"/>
                    <a:pt x="770" y="1737"/>
                    <a:pt x="769" y="1737"/>
                  </a:cubicBezTo>
                  <a:cubicBezTo>
                    <a:pt x="768" y="1737"/>
                    <a:pt x="768" y="1738"/>
                    <a:pt x="767" y="1739"/>
                  </a:cubicBezTo>
                  <a:lnTo>
                    <a:pt x="767" y="1740"/>
                  </a:lnTo>
                  <a:cubicBezTo>
                    <a:pt x="766" y="1748"/>
                    <a:pt x="763" y="1755"/>
                    <a:pt x="762" y="1763"/>
                  </a:cubicBezTo>
                  <a:cubicBezTo>
                    <a:pt x="763" y="1769"/>
                    <a:pt x="764" y="1775"/>
                    <a:pt x="766" y="1781"/>
                  </a:cubicBezTo>
                  <a:lnTo>
                    <a:pt x="767" y="1782"/>
                  </a:lnTo>
                  <a:moveTo>
                    <a:pt x="695" y="1779"/>
                  </a:moveTo>
                  <a:lnTo>
                    <a:pt x="673" y="1777"/>
                  </a:lnTo>
                  <a:cubicBezTo>
                    <a:pt x="672" y="1766"/>
                    <a:pt x="670" y="1754"/>
                    <a:pt x="667" y="1743"/>
                  </a:cubicBezTo>
                  <a:cubicBezTo>
                    <a:pt x="664" y="1728"/>
                    <a:pt x="664" y="1713"/>
                    <a:pt x="662" y="1698"/>
                  </a:cubicBezTo>
                  <a:lnTo>
                    <a:pt x="695" y="1700"/>
                  </a:lnTo>
                  <a:cubicBezTo>
                    <a:pt x="693" y="1716"/>
                    <a:pt x="692" y="1732"/>
                    <a:pt x="691" y="1747"/>
                  </a:cubicBezTo>
                  <a:cubicBezTo>
                    <a:pt x="691" y="1748"/>
                    <a:pt x="691" y="1748"/>
                    <a:pt x="691" y="1749"/>
                  </a:cubicBezTo>
                  <a:cubicBezTo>
                    <a:pt x="691" y="1758"/>
                    <a:pt x="692" y="1768"/>
                    <a:pt x="694" y="1778"/>
                  </a:cubicBezTo>
                  <a:lnTo>
                    <a:pt x="695" y="1779"/>
                  </a:lnTo>
                  <a:moveTo>
                    <a:pt x="656" y="1675"/>
                  </a:moveTo>
                  <a:cubicBezTo>
                    <a:pt x="636" y="1672"/>
                    <a:pt x="617" y="1671"/>
                    <a:pt x="598" y="1671"/>
                  </a:cubicBezTo>
                  <a:cubicBezTo>
                    <a:pt x="593" y="1671"/>
                    <a:pt x="588" y="1671"/>
                    <a:pt x="583" y="1671"/>
                  </a:cubicBezTo>
                  <a:lnTo>
                    <a:pt x="582" y="1668"/>
                  </a:lnTo>
                  <a:cubicBezTo>
                    <a:pt x="579" y="1664"/>
                    <a:pt x="574" y="1668"/>
                    <a:pt x="575" y="1671"/>
                  </a:cubicBezTo>
                  <a:cubicBezTo>
                    <a:pt x="573" y="1671"/>
                    <a:pt x="571" y="1671"/>
                    <a:pt x="570" y="1671"/>
                  </a:cubicBezTo>
                  <a:cubicBezTo>
                    <a:pt x="552" y="1671"/>
                    <a:pt x="534" y="1670"/>
                    <a:pt x="516" y="1667"/>
                  </a:cubicBezTo>
                  <a:cubicBezTo>
                    <a:pt x="508" y="1665"/>
                    <a:pt x="500" y="1664"/>
                    <a:pt x="493" y="1664"/>
                  </a:cubicBezTo>
                  <a:cubicBezTo>
                    <a:pt x="490" y="1664"/>
                    <a:pt x="487" y="1664"/>
                    <a:pt x="483" y="1664"/>
                  </a:cubicBezTo>
                  <a:cubicBezTo>
                    <a:pt x="452" y="1664"/>
                    <a:pt x="429" y="1651"/>
                    <a:pt x="400" y="1643"/>
                  </a:cubicBezTo>
                  <a:cubicBezTo>
                    <a:pt x="399" y="1643"/>
                    <a:pt x="399" y="1643"/>
                    <a:pt x="399" y="1643"/>
                  </a:cubicBezTo>
                  <a:cubicBezTo>
                    <a:pt x="398" y="1644"/>
                    <a:pt x="398" y="1644"/>
                    <a:pt x="398" y="1644"/>
                  </a:cubicBezTo>
                  <a:lnTo>
                    <a:pt x="398" y="1645"/>
                  </a:lnTo>
                  <a:cubicBezTo>
                    <a:pt x="398" y="1646"/>
                    <a:pt x="398" y="1646"/>
                    <a:pt x="398" y="1646"/>
                  </a:cubicBezTo>
                  <a:cubicBezTo>
                    <a:pt x="398" y="1647"/>
                    <a:pt x="398" y="1647"/>
                    <a:pt x="399" y="1647"/>
                  </a:cubicBezTo>
                  <a:cubicBezTo>
                    <a:pt x="455" y="1670"/>
                    <a:pt x="514" y="1684"/>
                    <a:pt x="574" y="1690"/>
                  </a:cubicBezTo>
                  <a:cubicBezTo>
                    <a:pt x="574" y="1691"/>
                    <a:pt x="574" y="1692"/>
                    <a:pt x="574" y="1694"/>
                  </a:cubicBezTo>
                  <a:cubicBezTo>
                    <a:pt x="574" y="1695"/>
                    <a:pt x="574" y="1696"/>
                    <a:pt x="574" y="1697"/>
                  </a:cubicBezTo>
                  <a:cubicBezTo>
                    <a:pt x="575" y="1703"/>
                    <a:pt x="575" y="1708"/>
                    <a:pt x="575" y="1714"/>
                  </a:cubicBezTo>
                  <a:cubicBezTo>
                    <a:pt x="575" y="1731"/>
                    <a:pt x="576" y="1748"/>
                    <a:pt x="578" y="1765"/>
                  </a:cubicBezTo>
                  <a:lnTo>
                    <a:pt x="569" y="1764"/>
                  </a:lnTo>
                  <a:cubicBezTo>
                    <a:pt x="534" y="1756"/>
                    <a:pt x="413" y="1740"/>
                    <a:pt x="313" y="1714"/>
                  </a:cubicBezTo>
                  <a:cubicBezTo>
                    <a:pt x="313" y="1713"/>
                    <a:pt x="313" y="1713"/>
                    <a:pt x="312" y="1712"/>
                  </a:cubicBezTo>
                  <a:cubicBezTo>
                    <a:pt x="312" y="1711"/>
                    <a:pt x="312" y="1711"/>
                    <a:pt x="311" y="1710"/>
                  </a:cubicBezTo>
                  <a:cubicBezTo>
                    <a:pt x="306" y="1701"/>
                    <a:pt x="304" y="1691"/>
                    <a:pt x="303" y="1681"/>
                  </a:cubicBezTo>
                  <a:cubicBezTo>
                    <a:pt x="303" y="1665"/>
                    <a:pt x="302" y="1650"/>
                    <a:pt x="300" y="1634"/>
                  </a:cubicBezTo>
                  <a:cubicBezTo>
                    <a:pt x="305" y="1636"/>
                    <a:pt x="309" y="1637"/>
                    <a:pt x="314" y="1639"/>
                  </a:cubicBezTo>
                  <a:cubicBezTo>
                    <a:pt x="320" y="1642"/>
                    <a:pt x="327" y="1644"/>
                    <a:pt x="335" y="1644"/>
                  </a:cubicBezTo>
                  <a:cubicBezTo>
                    <a:pt x="340" y="1644"/>
                    <a:pt x="345" y="1643"/>
                    <a:pt x="349" y="1642"/>
                  </a:cubicBezTo>
                  <a:cubicBezTo>
                    <a:pt x="350" y="1641"/>
                    <a:pt x="349" y="1641"/>
                    <a:pt x="350" y="1640"/>
                  </a:cubicBezTo>
                  <a:cubicBezTo>
                    <a:pt x="351" y="1639"/>
                    <a:pt x="351" y="1639"/>
                    <a:pt x="351" y="1639"/>
                  </a:cubicBezTo>
                  <a:cubicBezTo>
                    <a:pt x="351" y="1638"/>
                    <a:pt x="351" y="1638"/>
                    <a:pt x="350" y="1637"/>
                  </a:cubicBezTo>
                  <a:cubicBezTo>
                    <a:pt x="350" y="1637"/>
                    <a:pt x="350" y="1636"/>
                    <a:pt x="349" y="1636"/>
                  </a:cubicBezTo>
                  <a:cubicBezTo>
                    <a:pt x="348" y="1635"/>
                    <a:pt x="347" y="1635"/>
                    <a:pt x="347" y="1634"/>
                  </a:cubicBezTo>
                  <a:cubicBezTo>
                    <a:pt x="337" y="1629"/>
                    <a:pt x="327" y="1625"/>
                    <a:pt x="317" y="1622"/>
                  </a:cubicBezTo>
                  <a:cubicBezTo>
                    <a:pt x="327" y="1617"/>
                    <a:pt x="339" y="1613"/>
                    <a:pt x="348" y="1609"/>
                  </a:cubicBezTo>
                  <a:cubicBezTo>
                    <a:pt x="368" y="1600"/>
                    <a:pt x="387" y="1595"/>
                    <a:pt x="407" y="1588"/>
                  </a:cubicBezTo>
                  <a:lnTo>
                    <a:pt x="408" y="1587"/>
                  </a:lnTo>
                  <a:cubicBezTo>
                    <a:pt x="409" y="1587"/>
                    <a:pt x="410" y="1586"/>
                    <a:pt x="411" y="1585"/>
                  </a:cubicBezTo>
                  <a:cubicBezTo>
                    <a:pt x="488" y="1603"/>
                    <a:pt x="566" y="1615"/>
                    <a:pt x="645" y="1623"/>
                  </a:cubicBezTo>
                  <a:cubicBezTo>
                    <a:pt x="687" y="1626"/>
                    <a:pt x="734" y="1623"/>
                    <a:pt x="776" y="1633"/>
                  </a:cubicBezTo>
                  <a:cubicBezTo>
                    <a:pt x="792" y="1637"/>
                    <a:pt x="808" y="1638"/>
                    <a:pt x="824" y="1639"/>
                  </a:cubicBezTo>
                  <a:cubicBezTo>
                    <a:pt x="821" y="1641"/>
                    <a:pt x="819" y="1644"/>
                    <a:pt x="817" y="1647"/>
                  </a:cubicBezTo>
                  <a:cubicBezTo>
                    <a:pt x="814" y="1650"/>
                    <a:pt x="805" y="1657"/>
                    <a:pt x="799" y="1662"/>
                  </a:cubicBezTo>
                  <a:cubicBezTo>
                    <a:pt x="794" y="1668"/>
                    <a:pt x="788" y="1675"/>
                    <a:pt x="784" y="1682"/>
                  </a:cubicBezTo>
                  <a:cubicBezTo>
                    <a:pt x="783" y="1684"/>
                    <a:pt x="783" y="1685"/>
                    <a:pt x="782" y="1687"/>
                  </a:cubicBezTo>
                  <a:cubicBezTo>
                    <a:pt x="740" y="1682"/>
                    <a:pt x="697" y="1680"/>
                    <a:pt x="655" y="1673"/>
                  </a:cubicBezTo>
                  <a:lnTo>
                    <a:pt x="656" y="1675"/>
                  </a:lnTo>
                  <a:moveTo>
                    <a:pt x="608" y="1769"/>
                  </a:moveTo>
                  <a:lnTo>
                    <a:pt x="599" y="1768"/>
                  </a:lnTo>
                  <a:cubicBezTo>
                    <a:pt x="599" y="1767"/>
                    <a:pt x="599" y="1767"/>
                    <a:pt x="599" y="1766"/>
                  </a:cubicBezTo>
                  <a:cubicBezTo>
                    <a:pt x="599" y="1765"/>
                    <a:pt x="599" y="1765"/>
                    <a:pt x="599" y="1764"/>
                  </a:cubicBezTo>
                  <a:cubicBezTo>
                    <a:pt x="599" y="1763"/>
                    <a:pt x="599" y="1762"/>
                    <a:pt x="599" y="1761"/>
                  </a:cubicBezTo>
                  <a:cubicBezTo>
                    <a:pt x="599" y="1753"/>
                    <a:pt x="598" y="1745"/>
                    <a:pt x="596" y="1737"/>
                  </a:cubicBezTo>
                  <a:cubicBezTo>
                    <a:pt x="595" y="1732"/>
                    <a:pt x="594" y="1726"/>
                    <a:pt x="594" y="1721"/>
                  </a:cubicBezTo>
                  <a:cubicBezTo>
                    <a:pt x="594" y="1717"/>
                    <a:pt x="591" y="1713"/>
                    <a:pt x="591" y="1709"/>
                  </a:cubicBezTo>
                  <a:cubicBezTo>
                    <a:pt x="590" y="1702"/>
                    <a:pt x="589" y="1696"/>
                    <a:pt x="587" y="1689"/>
                  </a:cubicBezTo>
                  <a:cubicBezTo>
                    <a:pt x="609" y="1692"/>
                    <a:pt x="632" y="1694"/>
                    <a:pt x="655" y="1695"/>
                  </a:cubicBezTo>
                  <a:cubicBezTo>
                    <a:pt x="653" y="1708"/>
                    <a:pt x="652" y="1720"/>
                    <a:pt x="651" y="1733"/>
                  </a:cubicBezTo>
                  <a:cubicBezTo>
                    <a:pt x="652" y="1747"/>
                    <a:pt x="655" y="1760"/>
                    <a:pt x="658" y="1773"/>
                  </a:cubicBezTo>
                  <a:lnTo>
                    <a:pt x="629" y="1770"/>
                  </a:lnTo>
                  <a:lnTo>
                    <a:pt x="629" y="1769"/>
                  </a:lnTo>
                  <a:cubicBezTo>
                    <a:pt x="629" y="1766"/>
                    <a:pt x="628" y="1763"/>
                    <a:pt x="627" y="1760"/>
                  </a:cubicBezTo>
                  <a:cubicBezTo>
                    <a:pt x="626" y="1756"/>
                    <a:pt x="625" y="1752"/>
                    <a:pt x="625" y="1748"/>
                  </a:cubicBezTo>
                  <a:cubicBezTo>
                    <a:pt x="624" y="1741"/>
                    <a:pt x="621" y="1735"/>
                    <a:pt x="621" y="1728"/>
                  </a:cubicBezTo>
                  <a:cubicBezTo>
                    <a:pt x="621" y="1727"/>
                    <a:pt x="620" y="1727"/>
                    <a:pt x="620" y="1726"/>
                  </a:cubicBezTo>
                  <a:cubicBezTo>
                    <a:pt x="620" y="1725"/>
                    <a:pt x="619" y="1725"/>
                    <a:pt x="618" y="1724"/>
                  </a:cubicBezTo>
                  <a:cubicBezTo>
                    <a:pt x="618" y="1724"/>
                    <a:pt x="617" y="1724"/>
                    <a:pt x="616" y="1724"/>
                  </a:cubicBezTo>
                  <a:cubicBezTo>
                    <a:pt x="616" y="1724"/>
                    <a:pt x="615" y="1723"/>
                    <a:pt x="614" y="1724"/>
                  </a:cubicBezTo>
                  <a:cubicBezTo>
                    <a:pt x="613" y="1725"/>
                    <a:pt x="614" y="1725"/>
                    <a:pt x="613" y="1726"/>
                  </a:cubicBezTo>
                  <a:cubicBezTo>
                    <a:pt x="612" y="1727"/>
                    <a:pt x="612" y="1727"/>
                    <a:pt x="612" y="1728"/>
                  </a:cubicBezTo>
                  <a:cubicBezTo>
                    <a:pt x="610" y="1736"/>
                    <a:pt x="608" y="1745"/>
                    <a:pt x="607" y="1753"/>
                  </a:cubicBezTo>
                  <a:lnTo>
                    <a:pt x="607" y="1754"/>
                  </a:lnTo>
                  <a:cubicBezTo>
                    <a:pt x="607" y="1759"/>
                    <a:pt x="608" y="1764"/>
                    <a:pt x="608" y="1769"/>
                  </a:cubicBezTo>
                  <a:moveTo>
                    <a:pt x="287" y="1705"/>
                  </a:moveTo>
                  <a:lnTo>
                    <a:pt x="279" y="1703"/>
                  </a:lnTo>
                  <a:lnTo>
                    <a:pt x="279" y="1702"/>
                  </a:lnTo>
                  <a:cubicBezTo>
                    <a:pt x="275" y="1678"/>
                    <a:pt x="274" y="1654"/>
                    <a:pt x="274" y="1630"/>
                  </a:cubicBezTo>
                  <a:cubicBezTo>
                    <a:pt x="274" y="1629"/>
                    <a:pt x="274" y="1628"/>
                    <a:pt x="274" y="1627"/>
                  </a:cubicBezTo>
                  <a:cubicBezTo>
                    <a:pt x="274" y="1626"/>
                    <a:pt x="274" y="1627"/>
                    <a:pt x="274" y="1626"/>
                  </a:cubicBezTo>
                  <a:cubicBezTo>
                    <a:pt x="279" y="1627"/>
                    <a:pt x="284" y="1629"/>
                    <a:pt x="289" y="1630"/>
                  </a:cubicBezTo>
                  <a:cubicBezTo>
                    <a:pt x="286" y="1648"/>
                    <a:pt x="285" y="1666"/>
                    <a:pt x="285" y="1684"/>
                  </a:cubicBezTo>
                  <a:cubicBezTo>
                    <a:pt x="284" y="1691"/>
                    <a:pt x="287" y="1698"/>
                    <a:pt x="287" y="1705"/>
                  </a:cubicBezTo>
                  <a:moveTo>
                    <a:pt x="252" y="1602"/>
                  </a:moveTo>
                  <a:lnTo>
                    <a:pt x="252" y="1601"/>
                  </a:lnTo>
                  <a:lnTo>
                    <a:pt x="251" y="1600"/>
                  </a:lnTo>
                  <a:cubicBezTo>
                    <a:pt x="250" y="1600"/>
                    <a:pt x="250" y="1600"/>
                    <a:pt x="250" y="1600"/>
                  </a:cubicBezTo>
                  <a:cubicBezTo>
                    <a:pt x="249" y="1601"/>
                    <a:pt x="249" y="1601"/>
                    <a:pt x="249" y="1601"/>
                  </a:cubicBezTo>
                  <a:lnTo>
                    <a:pt x="249" y="1602"/>
                  </a:lnTo>
                  <a:cubicBezTo>
                    <a:pt x="245" y="1614"/>
                    <a:pt x="258" y="1620"/>
                    <a:pt x="268" y="1624"/>
                  </a:cubicBezTo>
                  <a:cubicBezTo>
                    <a:pt x="268" y="1625"/>
                    <a:pt x="267" y="1625"/>
                    <a:pt x="267" y="1625"/>
                  </a:cubicBezTo>
                  <a:cubicBezTo>
                    <a:pt x="267" y="1626"/>
                    <a:pt x="267" y="1626"/>
                    <a:pt x="267" y="1627"/>
                  </a:cubicBezTo>
                  <a:cubicBezTo>
                    <a:pt x="265" y="1644"/>
                    <a:pt x="265" y="1661"/>
                    <a:pt x="264" y="1678"/>
                  </a:cubicBezTo>
                  <a:cubicBezTo>
                    <a:pt x="263" y="1681"/>
                    <a:pt x="263" y="1685"/>
                    <a:pt x="263" y="1688"/>
                  </a:cubicBezTo>
                  <a:cubicBezTo>
                    <a:pt x="263" y="1692"/>
                    <a:pt x="263" y="1695"/>
                    <a:pt x="264" y="1699"/>
                  </a:cubicBezTo>
                  <a:lnTo>
                    <a:pt x="245" y="1692"/>
                  </a:lnTo>
                  <a:cubicBezTo>
                    <a:pt x="242" y="1680"/>
                    <a:pt x="237" y="1669"/>
                    <a:pt x="235" y="1657"/>
                  </a:cubicBezTo>
                  <a:cubicBezTo>
                    <a:pt x="235" y="1653"/>
                    <a:pt x="228" y="1654"/>
                    <a:pt x="228" y="1657"/>
                  </a:cubicBezTo>
                  <a:cubicBezTo>
                    <a:pt x="225" y="1664"/>
                    <a:pt x="224" y="1670"/>
                    <a:pt x="224" y="1677"/>
                  </a:cubicBezTo>
                  <a:lnTo>
                    <a:pt x="224" y="1678"/>
                  </a:lnTo>
                  <a:cubicBezTo>
                    <a:pt x="224" y="1680"/>
                    <a:pt x="224" y="1682"/>
                    <a:pt x="224" y="1683"/>
                  </a:cubicBezTo>
                  <a:lnTo>
                    <a:pt x="217" y="1680"/>
                  </a:lnTo>
                  <a:cubicBezTo>
                    <a:pt x="217" y="1677"/>
                    <a:pt x="218" y="1673"/>
                    <a:pt x="218" y="1670"/>
                  </a:cubicBezTo>
                  <a:cubicBezTo>
                    <a:pt x="218" y="1662"/>
                    <a:pt x="216" y="1653"/>
                    <a:pt x="213" y="1645"/>
                  </a:cubicBezTo>
                  <a:cubicBezTo>
                    <a:pt x="213" y="1635"/>
                    <a:pt x="212" y="1625"/>
                    <a:pt x="212" y="1616"/>
                  </a:cubicBezTo>
                  <a:cubicBezTo>
                    <a:pt x="212" y="1613"/>
                    <a:pt x="212" y="1611"/>
                    <a:pt x="212" y="1609"/>
                  </a:cubicBezTo>
                  <a:cubicBezTo>
                    <a:pt x="212" y="1606"/>
                    <a:pt x="208" y="1605"/>
                    <a:pt x="207" y="1609"/>
                  </a:cubicBezTo>
                  <a:cubicBezTo>
                    <a:pt x="204" y="1618"/>
                    <a:pt x="203" y="1628"/>
                    <a:pt x="202" y="1638"/>
                  </a:cubicBezTo>
                  <a:cubicBezTo>
                    <a:pt x="202" y="1649"/>
                    <a:pt x="197" y="1658"/>
                    <a:pt x="196" y="1669"/>
                  </a:cubicBezTo>
                  <a:cubicBezTo>
                    <a:pt x="186" y="1663"/>
                    <a:pt x="177" y="1654"/>
                    <a:pt x="170" y="1644"/>
                  </a:cubicBezTo>
                  <a:cubicBezTo>
                    <a:pt x="171" y="1644"/>
                    <a:pt x="171" y="1644"/>
                    <a:pt x="171" y="1643"/>
                  </a:cubicBezTo>
                  <a:cubicBezTo>
                    <a:pt x="172" y="1641"/>
                    <a:pt x="173" y="1639"/>
                    <a:pt x="173" y="1636"/>
                  </a:cubicBezTo>
                  <a:lnTo>
                    <a:pt x="173" y="1635"/>
                  </a:lnTo>
                  <a:cubicBezTo>
                    <a:pt x="174" y="1620"/>
                    <a:pt x="176" y="1604"/>
                    <a:pt x="179" y="1588"/>
                  </a:cubicBezTo>
                  <a:cubicBezTo>
                    <a:pt x="181" y="1590"/>
                    <a:pt x="183" y="1592"/>
                    <a:pt x="185" y="1593"/>
                  </a:cubicBezTo>
                  <a:cubicBezTo>
                    <a:pt x="189" y="1595"/>
                    <a:pt x="193" y="1597"/>
                    <a:pt x="197" y="1597"/>
                  </a:cubicBezTo>
                  <a:lnTo>
                    <a:pt x="198" y="1597"/>
                  </a:lnTo>
                  <a:cubicBezTo>
                    <a:pt x="200" y="1597"/>
                    <a:pt x="202" y="1597"/>
                    <a:pt x="203" y="1596"/>
                  </a:cubicBezTo>
                  <a:cubicBezTo>
                    <a:pt x="204" y="1595"/>
                    <a:pt x="205" y="1594"/>
                    <a:pt x="206" y="1593"/>
                  </a:cubicBezTo>
                  <a:cubicBezTo>
                    <a:pt x="206" y="1591"/>
                    <a:pt x="208" y="1589"/>
                    <a:pt x="208" y="1588"/>
                  </a:cubicBezTo>
                  <a:cubicBezTo>
                    <a:pt x="208" y="1586"/>
                    <a:pt x="207" y="1586"/>
                    <a:pt x="206" y="1584"/>
                  </a:cubicBezTo>
                  <a:cubicBezTo>
                    <a:pt x="205" y="1582"/>
                    <a:pt x="204" y="1581"/>
                    <a:pt x="203" y="1580"/>
                  </a:cubicBezTo>
                  <a:lnTo>
                    <a:pt x="202" y="1580"/>
                  </a:lnTo>
                  <a:cubicBezTo>
                    <a:pt x="198" y="1578"/>
                    <a:pt x="190" y="1575"/>
                    <a:pt x="189" y="1571"/>
                  </a:cubicBezTo>
                  <a:lnTo>
                    <a:pt x="185" y="1560"/>
                  </a:lnTo>
                  <a:cubicBezTo>
                    <a:pt x="205" y="1560"/>
                    <a:pt x="220" y="1545"/>
                    <a:pt x="240" y="1545"/>
                  </a:cubicBezTo>
                  <a:cubicBezTo>
                    <a:pt x="258" y="1545"/>
                    <a:pt x="277" y="1544"/>
                    <a:pt x="295" y="1540"/>
                  </a:cubicBezTo>
                  <a:cubicBezTo>
                    <a:pt x="296" y="1542"/>
                    <a:pt x="298" y="1543"/>
                    <a:pt x="300" y="1544"/>
                  </a:cubicBezTo>
                  <a:cubicBezTo>
                    <a:pt x="326" y="1558"/>
                    <a:pt x="353" y="1568"/>
                    <a:pt x="380" y="1576"/>
                  </a:cubicBezTo>
                  <a:cubicBezTo>
                    <a:pt x="375" y="1579"/>
                    <a:pt x="370" y="1582"/>
                    <a:pt x="364" y="1584"/>
                  </a:cubicBezTo>
                  <a:cubicBezTo>
                    <a:pt x="351" y="1589"/>
                    <a:pt x="339" y="1598"/>
                    <a:pt x="325" y="1604"/>
                  </a:cubicBezTo>
                  <a:cubicBezTo>
                    <a:pt x="319" y="1606"/>
                    <a:pt x="313" y="1609"/>
                    <a:pt x="308" y="1612"/>
                  </a:cubicBezTo>
                  <a:cubicBezTo>
                    <a:pt x="306" y="1613"/>
                    <a:pt x="304" y="1614"/>
                    <a:pt x="302" y="1616"/>
                  </a:cubicBezTo>
                  <a:lnTo>
                    <a:pt x="298" y="1615"/>
                  </a:lnTo>
                  <a:cubicBezTo>
                    <a:pt x="291" y="1612"/>
                    <a:pt x="256" y="1618"/>
                    <a:pt x="252" y="1602"/>
                  </a:cubicBezTo>
                  <a:moveTo>
                    <a:pt x="390" y="1447"/>
                  </a:moveTo>
                  <a:lnTo>
                    <a:pt x="381" y="1451"/>
                  </a:lnTo>
                  <a:cubicBezTo>
                    <a:pt x="380" y="1451"/>
                    <a:pt x="380" y="1450"/>
                    <a:pt x="379" y="1450"/>
                  </a:cubicBezTo>
                  <a:cubicBezTo>
                    <a:pt x="378" y="1449"/>
                    <a:pt x="376" y="1449"/>
                    <a:pt x="375" y="1449"/>
                  </a:cubicBezTo>
                  <a:cubicBezTo>
                    <a:pt x="373" y="1449"/>
                    <a:pt x="371" y="1449"/>
                    <a:pt x="370" y="1450"/>
                  </a:cubicBezTo>
                  <a:cubicBezTo>
                    <a:pt x="368" y="1451"/>
                    <a:pt x="368" y="1452"/>
                    <a:pt x="367" y="1453"/>
                  </a:cubicBezTo>
                  <a:cubicBezTo>
                    <a:pt x="366" y="1455"/>
                    <a:pt x="366" y="1456"/>
                    <a:pt x="366" y="1457"/>
                  </a:cubicBezTo>
                  <a:lnTo>
                    <a:pt x="355" y="1462"/>
                  </a:lnTo>
                  <a:lnTo>
                    <a:pt x="351" y="1463"/>
                  </a:lnTo>
                  <a:lnTo>
                    <a:pt x="350" y="1463"/>
                  </a:lnTo>
                  <a:cubicBezTo>
                    <a:pt x="350" y="1463"/>
                    <a:pt x="349" y="1462"/>
                    <a:pt x="348" y="1463"/>
                  </a:cubicBezTo>
                  <a:cubicBezTo>
                    <a:pt x="347" y="1464"/>
                    <a:pt x="347" y="1464"/>
                    <a:pt x="347" y="1464"/>
                  </a:cubicBezTo>
                  <a:cubicBezTo>
                    <a:pt x="321" y="1473"/>
                    <a:pt x="296" y="1477"/>
                    <a:pt x="288" y="1507"/>
                  </a:cubicBezTo>
                  <a:cubicBezTo>
                    <a:pt x="288" y="1509"/>
                    <a:pt x="288" y="1511"/>
                    <a:pt x="286" y="1513"/>
                  </a:cubicBezTo>
                  <a:cubicBezTo>
                    <a:pt x="280" y="1513"/>
                    <a:pt x="273" y="1514"/>
                    <a:pt x="267" y="1515"/>
                  </a:cubicBezTo>
                  <a:cubicBezTo>
                    <a:pt x="259" y="1519"/>
                    <a:pt x="251" y="1521"/>
                    <a:pt x="242" y="1521"/>
                  </a:cubicBezTo>
                  <a:cubicBezTo>
                    <a:pt x="221" y="1519"/>
                    <a:pt x="194" y="1535"/>
                    <a:pt x="175" y="1542"/>
                  </a:cubicBezTo>
                  <a:cubicBezTo>
                    <a:pt x="174" y="1542"/>
                    <a:pt x="174" y="1541"/>
                    <a:pt x="173" y="1541"/>
                  </a:cubicBezTo>
                  <a:cubicBezTo>
                    <a:pt x="172" y="1541"/>
                    <a:pt x="171" y="1540"/>
                    <a:pt x="170" y="1540"/>
                  </a:cubicBezTo>
                  <a:cubicBezTo>
                    <a:pt x="171" y="1535"/>
                    <a:pt x="173" y="1530"/>
                    <a:pt x="176" y="1525"/>
                  </a:cubicBezTo>
                  <a:cubicBezTo>
                    <a:pt x="177" y="1523"/>
                    <a:pt x="179" y="1521"/>
                    <a:pt x="181" y="1518"/>
                  </a:cubicBezTo>
                  <a:cubicBezTo>
                    <a:pt x="183" y="1516"/>
                    <a:pt x="186" y="1513"/>
                    <a:pt x="188" y="1510"/>
                  </a:cubicBezTo>
                  <a:cubicBezTo>
                    <a:pt x="189" y="1507"/>
                    <a:pt x="190" y="1505"/>
                    <a:pt x="191" y="1502"/>
                  </a:cubicBezTo>
                  <a:cubicBezTo>
                    <a:pt x="192" y="1499"/>
                    <a:pt x="191" y="1502"/>
                    <a:pt x="192" y="1502"/>
                  </a:cubicBezTo>
                  <a:cubicBezTo>
                    <a:pt x="214" y="1496"/>
                    <a:pt x="232" y="1480"/>
                    <a:pt x="254" y="1475"/>
                  </a:cubicBezTo>
                  <a:cubicBezTo>
                    <a:pt x="280" y="1470"/>
                    <a:pt x="306" y="1462"/>
                    <a:pt x="331" y="1456"/>
                  </a:cubicBezTo>
                  <a:cubicBezTo>
                    <a:pt x="351" y="1451"/>
                    <a:pt x="370" y="1447"/>
                    <a:pt x="390" y="1443"/>
                  </a:cubicBezTo>
                  <a:cubicBezTo>
                    <a:pt x="391" y="1445"/>
                    <a:pt x="391" y="1446"/>
                    <a:pt x="391" y="1448"/>
                  </a:cubicBezTo>
                  <a:lnTo>
                    <a:pt x="390" y="1447"/>
                  </a:lnTo>
                  <a:moveTo>
                    <a:pt x="331" y="1514"/>
                  </a:moveTo>
                  <a:cubicBezTo>
                    <a:pt x="331" y="1513"/>
                    <a:pt x="331" y="1512"/>
                    <a:pt x="331" y="1512"/>
                  </a:cubicBezTo>
                  <a:cubicBezTo>
                    <a:pt x="331" y="1502"/>
                    <a:pt x="330" y="1493"/>
                    <a:pt x="329" y="1484"/>
                  </a:cubicBezTo>
                  <a:lnTo>
                    <a:pt x="343" y="1479"/>
                  </a:lnTo>
                  <a:cubicBezTo>
                    <a:pt x="338" y="1499"/>
                    <a:pt x="335" y="1520"/>
                    <a:pt x="335" y="1541"/>
                  </a:cubicBezTo>
                  <a:lnTo>
                    <a:pt x="331" y="1539"/>
                  </a:lnTo>
                  <a:cubicBezTo>
                    <a:pt x="332" y="1534"/>
                    <a:pt x="332" y="1528"/>
                    <a:pt x="332" y="1523"/>
                  </a:cubicBezTo>
                  <a:cubicBezTo>
                    <a:pt x="332" y="1520"/>
                    <a:pt x="332" y="1517"/>
                    <a:pt x="332" y="1514"/>
                  </a:cubicBezTo>
                  <a:lnTo>
                    <a:pt x="331" y="1514"/>
                  </a:lnTo>
                  <a:moveTo>
                    <a:pt x="316" y="1492"/>
                  </a:moveTo>
                  <a:cubicBezTo>
                    <a:pt x="315" y="1501"/>
                    <a:pt x="316" y="1510"/>
                    <a:pt x="315" y="1519"/>
                  </a:cubicBezTo>
                  <a:cubicBezTo>
                    <a:pt x="315" y="1523"/>
                    <a:pt x="315" y="1526"/>
                    <a:pt x="315" y="1530"/>
                  </a:cubicBezTo>
                  <a:lnTo>
                    <a:pt x="309" y="1526"/>
                  </a:lnTo>
                  <a:cubicBezTo>
                    <a:pt x="308" y="1524"/>
                    <a:pt x="308" y="1522"/>
                    <a:pt x="307" y="1520"/>
                  </a:cubicBezTo>
                  <a:cubicBezTo>
                    <a:pt x="305" y="1518"/>
                    <a:pt x="303" y="1516"/>
                    <a:pt x="300" y="1514"/>
                  </a:cubicBezTo>
                  <a:cubicBezTo>
                    <a:pt x="299" y="1507"/>
                    <a:pt x="303" y="1500"/>
                    <a:pt x="317" y="1492"/>
                  </a:cubicBezTo>
                  <a:lnTo>
                    <a:pt x="316" y="1492"/>
                  </a:lnTo>
                  <a:moveTo>
                    <a:pt x="407" y="1440"/>
                  </a:moveTo>
                  <a:lnTo>
                    <a:pt x="421" y="1438"/>
                  </a:lnTo>
                  <a:cubicBezTo>
                    <a:pt x="416" y="1439"/>
                    <a:pt x="412" y="1440"/>
                    <a:pt x="407" y="1441"/>
                  </a:cubicBezTo>
                  <a:cubicBezTo>
                    <a:pt x="407" y="1441"/>
                    <a:pt x="408" y="1440"/>
                    <a:pt x="408" y="1439"/>
                  </a:cubicBezTo>
                  <a:lnTo>
                    <a:pt x="407" y="1440"/>
                  </a:lnTo>
                  <a:moveTo>
                    <a:pt x="2009" y="1678"/>
                  </a:moveTo>
                  <a:cubicBezTo>
                    <a:pt x="2008" y="1677"/>
                    <a:pt x="2008" y="1676"/>
                    <a:pt x="2007" y="1676"/>
                  </a:cubicBezTo>
                  <a:cubicBezTo>
                    <a:pt x="2007" y="1676"/>
                    <a:pt x="2006" y="1675"/>
                    <a:pt x="2005" y="1675"/>
                  </a:cubicBezTo>
                  <a:cubicBezTo>
                    <a:pt x="2004" y="1675"/>
                    <a:pt x="2004" y="1676"/>
                    <a:pt x="2003" y="1676"/>
                  </a:cubicBezTo>
                  <a:cubicBezTo>
                    <a:pt x="2002" y="1676"/>
                    <a:pt x="2002" y="1677"/>
                    <a:pt x="2001" y="1678"/>
                  </a:cubicBezTo>
                  <a:cubicBezTo>
                    <a:pt x="2001" y="1678"/>
                    <a:pt x="2001" y="1679"/>
                    <a:pt x="2001" y="1680"/>
                  </a:cubicBezTo>
                  <a:cubicBezTo>
                    <a:pt x="2002" y="1688"/>
                    <a:pt x="2004" y="1697"/>
                    <a:pt x="2008" y="1704"/>
                  </a:cubicBezTo>
                  <a:lnTo>
                    <a:pt x="1949" y="1704"/>
                  </a:lnTo>
                  <a:cubicBezTo>
                    <a:pt x="1917" y="1704"/>
                    <a:pt x="1882" y="1714"/>
                    <a:pt x="1849" y="1716"/>
                  </a:cubicBezTo>
                  <a:cubicBezTo>
                    <a:pt x="1827" y="1716"/>
                    <a:pt x="1805" y="1718"/>
                    <a:pt x="1783" y="1719"/>
                  </a:cubicBezTo>
                  <a:lnTo>
                    <a:pt x="1692" y="1719"/>
                  </a:lnTo>
                  <a:cubicBezTo>
                    <a:pt x="1554" y="1719"/>
                    <a:pt x="1415" y="1717"/>
                    <a:pt x="1276" y="1717"/>
                  </a:cubicBezTo>
                  <a:lnTo>
                    <a:pt x="1225" y="1717"/>
                  </a:lnTo>
                  <a:cubicBezTo>
                    <a:pt x="1225" y="1716"/>
                    <a:pt x="1225" y="1714"/>
                    <a:pt x="1226" y="1713"/>
                  </a:cubicBezTo>
                  <a:cubicBezTo>
                    <a:pt x="1228" y="1700"/>
                    <a:pt x="1230" y="1687"/>
                    <a:pt x="1234" y="1674"/>
                  </a:cubicBezTo>
                  <a:cubicBezTo>
                    <a:pt x="1235" y="1668"/>
                    <a:pt x="1236" y="1661"/>
                    <a:pt x="1238" y="1655"/>
                  </a:cubicBezTo>
                  <a:cubicBezTo>
                    <a:pt x="1240" y="1651"/>
                    <a:pt x="1241" y="1646"/>
                    <a:pt x="1241" y="1642"/>
                  </a:cubicBezTo>
                  <a:cubicBezTo>
                    <a:pt x="1241" y="1641"/>
                    <a:pt x="1241" y="1641"/>
                    <a:pt x="1241" y="1641"/>
                  </a:cubicBezTo>
                  <a:cubicBezTo>
                    <a:pt x="1241" y="1640"/>
                    <a:pt x="1241" y="1640"/>
                    <a:pt x="1241" y="1640"/>
                  </a:cubicBezTo>
                  <a:lnTo>
                    <a:pt x="1253" y="1640"/>
                  </a:lnTo>
                  <a:cubicBezTo>
                    <a:pt x="1257" y="1640"/>
                    <a:pt x="1261" y="1640"/>
                    <a:pt x="1265" y="1640"/>
                  </a:cubicBezTo>
                  <a:cubicBezTo>
                    <a:pt x="1291" y="1640"/>
                    <a:pt x="1317" y="1641"/>
                    <a:pt x="1343" y="1644"/>
                  </a:cubicBezTo>
                  <a:cubicBezTo>
                    <a:pt x="1478" y="1660"/>
                    <a:pt x="1621" y="1645"/>
                    <a:pt x="1757" y="1645"/>
                  </a:cubicBezTo>
                  <a:cubicBezTo>
                    <a:pt x="1826" y="1645"/>
                    <a:pt x="1895" y="1644"/>
                    <a:pt x="1964" y="1642"/>
                  </a:cubicBezTo>
                  <a:lnTo>
                    <a:pt x="1964" y="1643"/>
                  </a:lnTo>
                  <a:cubicBezTo>
                    <a:pt x="1965" y="1644"/>
                    <a:pt x="1965" y="1644"/>
                    <a:pt x="1966" y="1645"/>
                  </a:cubicBezTo>
                  <a:cubicBezTo>
                    <a:pt x="1972" y="1649"/>
                    <a:pt x="1977" y="1656"/>
                    <a:pt x="1984" y="1658"/>
                  </a:cubicBezTo>
                  <a:cubicBezTo>
                    <a:pt x="1985" y="1658"/>
                    <a:pt x="1985" y="1658"/>
                    <a:pt x="1986" y="1658"/>
                  </a:cubicBezTo>
                  <a:cubicBezTo>
                    <a:pt x="1987" y="1658"/>
                    <a:pt x="1989" y="1657"/>
                    <a:pt x="1990" y="1657"/>
                  </a:cubicBezTo>
                  <a:cubicBezTo>
                    <a:pt x="1991" y="1656"/>
                    <a:pt x="1992" y="1657"/>
                    <a:pt x="1993" y="1655"/>
                  </a:cubicBezTo>
                  <a:cubicBezTo>
                    <a:pt x="1993" y="1653"/>
                    <a:pt x="1994" y="1652"/>
                    <a:pt x="1994" y="1651"/>
                  </a:cubicBezTo>
                  <a:cubicBezTo>
                    <a:pt x="1994" y="1650"/>
                    <a:pt x="1994" y="1649"/>
                    <a:pt x="1993" y="1649"/>
                  </a:cubicBezTo>
                  <a:cubicBezTo>
                    <a:pt x="1993" y="1646"/>
                    <a:pt x="1991" y="1646"/>
                    <a:pt x="1990" y="1644"/>
                  </a:cubicBezTo>
                  <a:lnTo>
                    <a:pt x="1993" y="1644"/>
                  </a:lnTo>
                  <a:lnTo>
                    <a:pt x="1992" y="1642"/>
                  </a:lnTo>
                  <a:cubicBezTo>
                    <a:pt x="2061" y="1641"/>
                    <a:pt x="2129" y="1641"/>
                    <a:pt x="2199" y="1643"/>
                  </a:cubicBezTo>
                  <a:cubicBezTo>
                    <a:pt x="2202" y="1658"/>
                    <a:pt x="2212" y="1660"/>
                    <a:pt x="2223" y="1667"/>
                  </a:cubicBezTo>
                  <a:cubicBezTo>
                    <a:pt x="2230" y="1672"/>
                    <a:pt x="2237" y="1677"/>
                    <a:pt x="2244" y="1681"/>
                  </a:cubicBezTo>
                  <a:cubicBezTo>
                    <a:pt x="2248" y="1683"/>
                    <a:pt x="2251" y="1685"/>
                    <a:pt x="2255" y="1687"/>
                  </a:cubicBezTo>
                  <a:cubicBezTo>
                    <a:pt x="2222" y="1690"/>
                    <a:pt x="2189" y="1692"/>
                    <a:pt x="2157" y="1697"/>
                  </a:cubicBezTo>
                  <a:cubicBezTo>
                    <a:pt x="2117" y="1702"/>
                    <a:pt x="2076" y="1705"/>
                    <a:pt x="2036" y="1705"/>
                  </a:cubicBezTo>
                  <a:cubicBezTo>
                    <a:pt x="2032" y="1705"/>
                    <a:pt x="2029" y="1705"/>
                    <a:pt x="2026" y="1705"/>
                  </a:cubicBezTo>
                  <a:cubicBezTo>
                    <a:pt x="2021" y="1695"/>
                    <a:pt x="2015" y="1687"/>
                    <a:pt x="2010" y="1677"/>
                  </a:cubicBezTo>
                  <a:lnTo>
                    <a:pt x="2009" y="1678"/>
                  </a:lnTo>
                  <a:moveTo>
                    <a:pt x="2236" y="1649"/>
                  </a:moveTo>
                  <a:cubicBezTo>
                    <a:pt x="2231" y="1647"/>
                    <a:pt x="2226" y="1645"/>
                    <a:pt x="2221" y="1642"/>
                  </a:cubicBezTo>
                  <a:cubicBezTo>
                    <a:pt x="2240" y="1640"/>
                    <a:pt x="2259" y="1635"/>
                    <a:pt x="2278" y="1634"/>
                  </a:cubicBezTo>
                  <a:cubicBezTo>
                    <a:pt x="2284" y="1635"/>
                    <a:pt x="2291" y="1635"/>
                    <a:pt x="2297" y="1635"/>
                  </a:cubicBezTo>
                  <a:cubicBezTo>
                    <a:pt x="2311" y="1635"/>
                    <a:pt x="2325" y="1634"/>
                    <a:pt x="2339" y="1631"/>
                  </a:cubicBezTo>
                  <a:cubicBezTo>
                    <a:pt x="2363" y="1622"/>
                    <a:pt x="2390" y="1626"/>
                    <a:pt x="2414" y="1620"/>
                  </a:cubicBezTo>
                  <a:cubicBezTo>
                    <a:pt x="2447" y="1611"/>
                    <a:pt x="2481" y="1607"/>
                    <a:pt x="2515" y="1607"/>
                  </a:cubicBezTo>
                  <a:cubicBezTo>
                    <a:pt x="2519" y="1607"/>
                    <a:pt x="2522" y="1607"/>
                    <a:pt x="2525" y="1607"/>
                  </a:cubicBezTo>
                  <a:cubicBezTo>
                    <a:pt x="2575" y="1606"/>
                    <a:pt x="2625" y="1597"/>
                    <a:pt x="2672" y="1582"/>
                  </a:cubicBezTo>
                  <a:cubicBezTo>
                    <a:pt x="2673" y="1583"/>
                    <a:pt x="2673" y="1584"/>
                    <a:pt x="2674" y="1585"/>
                  </a:cubicBezTo>
                  <a:cubicBezTo>
                    <a:pt x="2675" y="1586"/>
                    <a:pt x="2675" y="1587"/>
                    <a:pt x="2677" y="1588"/>
                  </a:cubicBezTo>
                  <a:cubicBezTo>
                    <a:pt x="2681" y="1593"/>
                    <a:pt x="2685" y="1598"/>
                    <a:pt x="2688" y="1603"/>
                  </a:cubicBezTo>
                  <a:lnTo>
                    <a:pt x="2692" y="1608"/>
                  </a:lnTo>
                  <a:cubicBezTo>
                    <a:pt x="2692" y="1606"/>
                    <a:pt x="2692" y="1606"/>
                    <a:pt x="2692" y="1609"/>
                  </a:cubicBezTo>
                  <a:cubicBezTo>
                    <a:pt x="2692" y="1610"/>
                    <a:pt x="2692" y="1612"/>
                    <a:pt x="2693" y="1613"/>
                  </a:cubicBezTo>
                  <a:lnTo>
                    <a:pt x="2693" y="1614"/>
                  </a:lnTo>
                  <a:cubicBezTo>
                    <a:pt x="2661" y="1621"/>
                    <a:pt x="2629" y="1627"/>
                    <a:pt x="2597" y="1633"/>
                  </a:cubicBezTo>
                  <a:cubicBezTo>
                    <a:pt x="2520" y="1646"/>
                    <a:pt x="2446" y="1666"/>
                    <a:pt x="2368" y="1676"/>
                  </a:cubicBezTo>
                  <a:cubicBezTo>
                    <a:pt x="2341" y="1679"/>
                    <a:pt x="2314" y="1681"/>
                    <a:pt x="2287" y="1684"/>
                  </a:cubicBezTo>
                  <a:cubicBezTo>
                    <a:pt x="2287" y="1684"/>
                    <a:pt x="2287" y="1682"/>
                    <a:pt x="2287" y="1681"/>
                  </a:cubicBezTo>
                  <a:lnTo>
                    <a:pt x="2286" y="1680"/>
                  </a:lnTo>
                  <a:cubicBezTo>
                    <a:pt x="2286" y="1679"/>
                    <a:pt x="2287" y="1678"/>
                    <a:pt x="2287" y="1678"/>
                  </a:cubicBezTo>
                  <a:cubicBezTo>
                    <a:pt x="2287" y="1676"/>
                    <a:pt x="2286" y="1674"/>
                    <a:pt x="2285" y="1672"/>
                  </a:cubicBezTo>
                  <a:cubicBezTo>
                    <a:pt x="2284" y="1670"/>
                    <a:pt x="2283" y="1669"/>
                    <a:pt x="2281" y="1668"/>
                  </a:cubicBezTo>
                  <a:cubicBezTo>
                    <a:pt x="2279" y="1667"/>
                    <a:pt x="2278" y="1667"/>
                    <a:pt x="2276" y="1667"/>
                  </a:cubicBezTo>
                  <a:cubicBezTo>
                    <a:pt x="2265" y="1665"/>
                    <a:pt x="2255" y="1661"/>
                    <a:pt x="2246" y="1656"/>
                  </a:cubicBezTo>
                  <a:cubicBezTo>
                    <a:pt x="2243" y="1654"/>
                    <a:pt x="2239" y="1652"/>
                    <a:pt x="2236" y="1649"/>
                  </a:cubicBezTo>
                  <a:moveTo>
                    <a:pt x="2698" y="1542"/>
                  </a:moveTo>
                  <a:cubicBezTo>
                    <a:pt x="2693" y="1546"/>
                    <a:pt x="2687" y="1549"/>
                    <a:pt x="2681" y="1551"/>
                  </a:cubicBezTo>
                  <a:cubicBezTo>
                    <a:pt x="2683" y="1537"/>
                    <a:pt x="2683" y="1524"/>
                    <a:pt x="2683" y="1510"/>
                  </a:cubicBezTo>
                  <a:cubicBezTo>
                    <a:pt x="2683" y="1496"/>
                    <a:pt x="2683" y="1483"/>
                    <a:pt x="2681" y="1469"/>
                  </a:cubicBezTo>
                  <a:cubicBezTo>
                    <a:pt x="2687" y="1471"/>
                    <a:pt x="2692" y="1473"/>
                    <a:pt x="2698" y="1475"/>
                  </a:cubicBezTo>
                  <a:cubicBezTo>
                    <a:pt x="2696" y="1489"/>
                    <a:pt x="2695" y="1502"/>
                    <a:pt x="2695" y="1516"/>
                  </a:cubicBezTo>
                  <a:cubicBezTo>
                    <a:pt x="2695" y="1526"/>
                    <a:pt x="2692" y="1535"/>
                    <a:pt x="2699" y="1542"/>
                  </a:cubicBezTo>
                  <a:lnTo>
                    <a:pt x="2698" y="1542"/>
                  </a:lnTo>
                  <a:moveTo>
                    <a:pt x="2775" y="1594"/>
                  </a:moveTo>
                  <a:cubicBezTo>
                    <a:pt x="2755" y="1599"/>
                    <a:pt x="2735" y="1604"/>
                    <a:pt x="2715" y="1609"/>
                  </a:cubicBezTo>
                  <a:cubicBezTo>
                    <a:pt x="2714" y="1608"/>
                    <a:pt x="2714" y="1608"/>
                    <a:pt x="2714" y="1607"/>
                  </a:cubicBezTo>
                  <a:cubicBezTo>
                    <a:pt x="2713" y="1606"/>
                    <a:pt x="2712" y="1605"/>
                    <a:pt x="2711" y="1604"/>
                  </a:cubicBezTo>
                  <a:cubicBezTo>
                    <a:pt x="2710" y="1603"/>
                    <a:pt x="2709" y="1603"/>
                    <a:pt x="2708" y="1603"/>
                  </a:cubicBezTo>
                  <a:cubicBezTo>
                    <a:pt x="2711" y="1603"/>
                    <a:pt x="2705" y="1600"/>
                    <a:pt x="2704" y="1600"/>
                  </a:cubicBezTo>
                  <a:lnTo>
                    <a:pt x="2700" y="1595"/>
                  </a:lnTo>
                  <a:cubicBezTo>
                    <a:pt x="2697" y="1591"/>
                    <a:pt x="2694" y="1587"/>
                    <a:pt x="2691" y="1584"/>
                  </a:cubicBezTo>
                  <a:cubicBezTo>
                    <a:pt x="2689" y="1581"/>
                    <a:pt x="2686" y="1579"/>
                    <a:pt x="2683" y="1577"/>
                  </a:cubicBezTo>
                  <a:cubicBezTo>
                    <a:pt x="2691" y="1574"/>
                    <a:pt x="2699" y="1571"/>
                    <a:pt x="2707" y="1567"/>
                  </a:cubicBezTo>
                  <a:cubicBezTo>
                    <a:pt x="2708" y="1568"/>
                    <a:pt x="2708" y="1568"/>
                    <a:pt x="2709" y="1569"/>
                  </a:cubicBezTo>
                  <a:cubicBezTo>
                    <a:pt x="2731" y="1579"/>
                    <a:pt x="2753" y="1588"/>
                    <a:pt x="2776" y="1594"/>
                  </a:cubicBezTo>
                  <a:lnTo>
                    <a:pt x="2775" y="1594"/>
                  </a:lnTo>
                  <a:moveTo>
                    <a:pt x="2715" y="1483"/>
                  </a:moveTo>
                  <a:cubicBezTo>
                    <a:pt x="2743" y="1498"/>
                    <a:pt x="2735" y="1515"/>
                    <a:pt x="2717" y="1529"/>
                  </a:cubicBezTo>
                  <a:cubicBezTo>
                    <a:pt x="2717" y="1526"/>
                    <a:pt x="2718" y="1523"/>
                    <a:pt x="2718" y="1520"/>
                  </a:cubicBezTo>
                  <a:cubicBezTo>
                    <a:pt x="2718" y="1516"/>
                    <a:pt x="2717" y="1513"/>
                    <a:pt x="2717" y="1510"/>
                  </a:cubicBezTo>
                  <a:cubicBezTo>
                    <a:pt x="2717" y="1501"/>
                    <a:pt x="2717" y="1492"/>
                    <a:pt x="2716" y="1483"/>
                  </a:cubicBezTo>
                  <a:lnTo>
                    <a:pt x="2715" y="1483"/>
                  </a:lnTo>
                  <a:moveTo>
                    <a:pt x="2920" y="1568"/>
                  </a:moveTo>
                  <a:cubicBezTo>
                    <a:pt x="2925" y="1565"/>
                    <a:pt x="2929" y="1562"/>
                    <a:pt x="2933" y="1558"/>
                  </a:cubicBezTo>
                  <a:cubicBezTo>
                    <a:pt x="2936" y="1555"/>
                    <a:pt x="2938" y="1552"/>
                    <a:pt x="2941" y="1549"/>
                  </a:cubicBezTo>
                  <a:cubicBezTo>
                    <a:pt x="2939" y="1555"/>
                    <a:pt x="2939" y="1561"/>
                    <a:pt x="2939" y="1567"/>
                  </a:cubicBezTo>
                  <a:cubicBezTo>
                    <a:pt x="2939" y="1569"/>
                    <a:pt x="2939" y="1571"/>
                    <a:pt x="2939" y="1573"/>
                  </a:cubicBezTo>
                  <a:cubicBezTo>
                    <a:pt x="2939" y="1579"/>
                    <a:pt x="2942" y="1581"/>
                    <a:pt x="2941" y="1587"/>
                  </a:cubicBezTo>
                  <a:cubicBezTo>
                    <a:pt x="2941" y="1588"/>
                    <a:pt x="2941" y="1589"/>
                    <a:pt x="2941" y="1590"/>
                  </a:cubicBezTo>
                  <a:cubicBezTo>
                    <a:pt x="2941" y="1594"/>
                    <a:pt x="2942" y="1598"/>
                    <a:pt x="2943" y="1602"/>
                  </a:cubicBezTo>
                  <a:lnTo>
                    <a:pt x="2942" y="1603"/>
                  </a:lnTo>
                  <a:cubicBezTo>
                    <a:pt x="2941" y="1604"/>
                    <a:pt x="2940" y="1604"/>
                    <a:pt x="2940" y="1605"/>
                  </a:cubicBezTo>
                  <a:cubicBezTo>
                    <a:pt x="2939" y="1606"/>
                    <a:pt x="2939" y="1606"/>
                    <a:pt x="2939" y="1607"/>
                  </a:cubicBezTo>
                  <a:cubicBezTo>
                    <a:pt x="2939" y="1612"/>
                    <a:pt x="2927" y="1620"/>
                    <a:pt x="2914" y="1627"/>
                  </a:cubicBezTo>
                  <a:cubicBezTo>
                    <a:pt x="2915" y="1607"/>
                    <a:pt x="2918" y="1588"/>
                    <a:pt x="2921" y="1568"/>
                  </a:cubicBezTo>
                  <a:lnTo>
                    <a:pt x="2920" y="1568"/>
                  </a:lnTo>
                  <a:moveTo>
                    <a:pt x="161" y="1549"/>
                  </a:moveTo>
                  <a:lnTo>
                    <a:pt x="163" y="1549"/>
                  </a:lnTo>
                  <a:cubicBezTo>
                    <a:pt x="162" y="1565"/>
                    <a:pt x="159" y="1581"/>
                    <a:pt x="156" y="1597"/>
                  </a:cubicBezTo>
                  <a:lnTo>
                    <a:pt x="156" y="1599"/>
                  </a:lnTo>
                  <a:cubicBezTo>
                    <a:pt x="159" y="1583"/>
                    <a:pt x="161" y="1566"/>
                    <a:pt x="162" y="1549"/>
                  </a:cubicBezTo>
                  <a:lnTo>
                    <a:pt x="161" y="1549"/>
                  </a:lnTo>
                  <a:moveTo>
                    <a:pt x="161" y="1745"/>
                  </a:moveTo>
                  <a:cubicBezTo>
                    <a:pt x="163" y="1723"/>
                    <a:pt x="164" y="1701"/>
                    <a:pt x="164" y="1679"/>
                  </a:cubicBezTo>
                  <a:cubicBezTo>
                    <a:pt x="164" y="1674"/>
                    <a:pt x="164" y="1669"/>
                    <a:pt x="164" y="1664"/>
                  </a:cubicBezTo>
                  <a:cubicBezTo>
                    <a:pt x="194" y="1709"/>
                    <a:pt x="307" y="1724"/>
                    <a:pt x="342" y="1735"/>
                  </a:cubicBezTo>
                  <a:cubicBezTo>
                    <a:pt x="401" y="1755"/>
                    <a:pt x="456" y="1757"/>
                    <a:pt x="515" y="1769"/>
                  </a:cubicBezTo>
                  <a:cubicBezTo>
                    <a:pt x="549" y="1775"/>
                    <a:pt x="582" y="1784"/>
                    <a:pt x="616" y="1788"/>
                  </a:cubicBezTo>
                  <a:cubicBezTo>
                    <a:pt x="643" y="1792"/>
                    <a:pt x="671" y="1790"/>
                    <a:pt x="697" y="1796"/>
                  </a:cubicBezTo>
                  <a:cubicBezTo>
                    <a:pt x="730" y="1801"/>
                    <a:pt x="763" y="1804"/>
                    <a:pt x="797" y="1804"/>
                  </a:cubicBezTo>
                  <a:cubicBezTo>
                    <a:pt x="810" y="1804"/>
                    <a:pt x="824" y="1803"/>
                    <a:pt x="838" y="1803"/>
                  </a:cubicBezTo>
                  <a:cubicBezTo>
                    <a:pt x="864" y="1801"/>
                    <a:pt x="889" y="1806"/>
                    <a:pt x="915" y="1806"/>
                  </a:cubicBezTo>
                  <a:cubicBezTo>
                    <a:pt x="918" y="1806"/>
                    <a:pt x="920" y="1806"/>
                    <a:pt x="923" y="1806"/>
                  </a:cubicBezTo>
                  <a:cubicBezTo>
                    <a:pt x="952" y="1806"/>
                    <a:pt x="982" y="1808"/>
                    <a:pt x="1011" y="1812"/>
                  </a:cubicBezTo>
                  <a:cubicBezTo>
                    <a:pt x="1112" y="1830"/>
                    <a:pt x="1215" y="1839"/>
                    <a:pt x="1318" y="1839"/>
                  </a:cubicBezTo>
                  <a:cubicBezTo>
                    <a:pt x="1328" y="1839"/>
                    <a:pt x="1337" y="1839"/>
                    <a:pt x="1347" y="1839"/>
                  </a:cubicBezTo>
                  <a:cubicBezTo>
                    <a:pt x="1368" y="1839"/>
                    <a:pt x="1389" y="1837"/>
                    <a:pt x="1410" y="1836"/>
                  </a:cubicBezTo>
                  <a:cubicBezTo>
                    <a:pt x="1411" y="1836"/>
                    <a:pt x="1412" y="1836"/>
                    <a:pt x="1413" y="1836"/>
                  </a:cubicBezTo>
                  <a:cubicBezTo>
                    <a:pt x="1414" y="1836"/>
                    <a:pt x="1415" y="1836"/>
                    <a:pt x="1416" y="1836"/>
                  </a:cubicBezTo>
                  <a:cubicBezTo>
                    <a:pt x="1518" y="1830"/>
                    <a:pt x="1620" y="1820"/>
                    <a:pt x="1722" y="1819"/>
                  </a:cubicBezTo>
                  <a:cubicBezTo>
                    <a:pt x="1733" y="1819"/>
                    <a:pt x="1744" y="1819"/>
                    <a:pt x="1756" y="1819"/>
                  </a:cubicBezTo>
                  <a:cubicBezTo>
                    <a:pt x="1803" y="1819"/>
                    <a:pt x="1850" y="1817"/>
                    <a:pt x="1896" y="1812"/>
                  </a:cubicBezTo>
                  <a:cubicBezTo>
                    <a:pt x="1957" y="1804"/>
                    <a:pt x="2019" y="1812"/>
                    <a:pt x="2080" y="1806"/>
                  </a:cubicBezTo>
                  <a:cubicBezTo>
                    <a:pt x="2137" y="1802"/>
                    <a:pt x="2194" y="1801"/>
                    <a:pt x="2252" y="1796"/>
                  </a:cubicBezTo>
                  <a:cubicBezTo>
                    <a:pt x="2296" y="1792"/>
                    <a:pt x="2340" y="1794"/>
                    <a:pt x="2385" y="1786"/>
                  </a:cubicBezTo>
                  <a:cubicBezTo>
                    <a:pt x="2441" y="1776"/>
                    <a:pt x="2503" y="1777"/>
                    <a:pt x="2558" y="1761"/>
                  </a:cubicBezTo>
                  <a:cubicBezTo>
                    <a:pt x="2633" y="1739"/>
                    <a:pt x="2710" y="1719"/>
                    <a:pt x="2785" y="1700"/>
                  </a:cubicBezTo>
                  <a:cubicBezTo>
                    <a:pt x="2822" y="1691"/>
                    <a:pt x="2857" y="1677"/>
                    <a:pt x="2890" y="1658"/>
                  </a:cubicBezTo>
                  <a:cubicBezTo>
                    <a:pt x="2892" y="1657"/>
                    <a:pt x="2894" y="1656"/>
                    <a:pt x="2896" y="1655"/>
                  </a:cubicBezTo>
                  <a:lnTo>
                    <a:pt x="2900" y="1653"/>
                  </a:lnTo>
                  <a:cubicBezTo>
                    <a:pt x="2901" y="1653"/>
                    <a:pt x="2902" y="1653"/>
                    <a:pt x="2903" y="1653"/>
                  </a:cubicBezTo>
                  <a:cubicBezTo>
                    <a:pt x="2905" y="1653"/>
                    <a:pt x="2907" y="1653"/>
                    <a:pt x="2909" y="1652"/>
                  </a:cubicBezTo>
                  <a:cubicBezTo>
                    <a:pt x="2910" y="1651"/>
                    <a:pt x="2911" y="1650"/>
                    <a:pt x="2912" y="1648"/>
                  </a:cubicBezTo>
                  <a:cubicBezTo>
                    <a:pt x="2912" y="1647"/>
                    <a:pt x="2913" y="1647"/>
                    <a:pt x="2913" y="1646"/>
                  </a:cubicBezTo>
                  <a:cubicBezTo>
                    <a:pt x="2919" y="1644"/>
                    <a:pt x="2924" y="1642"/>
                    <a:pt x="2928" y="1639"/>
                  </a:cubicBezTo>
                  <a:cubicBezTo>
                    <a:pt x="2938" y="1633"/>
                    <a:pt x="2946" y="1626"/>
                    <a:pt x="2953" y="1616"/>
                  </a:cubicBezTo>
                  <a:cubicBezTo>
                    <a:pt x="2954" y="1617"/>
                    <a:pt x="2955" y="1617"/>
                    <a:pt x="2957" y="1617"/>
                  </a:cubicBezTo>
                  <a:cubicBezTo>
                    <a:pt x="2958" y="1617"/>
                    <a:pt x="2959" y="1617"/>
                    <a:pt x="2960" y="1616"/>
                  </a:cubicBezTo>
                  <a:cubicBezTo>
                    <a:pt x="2964" y="1645"/>
                    <a:pt x="2969" y="1673"/>
                    <a:pt x="2975" y="1701"/>
                  </a:cubicBezTo>
                  <a:cubicBezTo>
                    <a:pt x="2981" y="1729"/>
                    <a:pt x="2979" y="1753"/>
                    <a:pt x="2982" y="1778"/>
                  </a:cubicBezTo>
                  <a:cubicBezTo>
                    <a:pt x="2979" y="1789"/>
                    <a:pt x="2974" y="1799"/>
                    <a:pt x="2969" y="1808"/>
                  </a:cubicBezTo>
                  <a:cubicBezTo>
                    <a:pt x="2956" y="1830"/>
                    <a:pt x="2938" y="1849"/>
                    <a:pt x="2916" y="1862"/>
                  </a:cubicBezTo>
                  <a:cubicBezTo>
                    <a:pt x="2911" y="1866"/>
                    <a:pt x="2905" y="1869"/>
                    <a:pt x="2899" y="1872"/>
                  </a:cubicBezTo>
                  <a:cubicBezTo>
                    <a:pt x="2834" y="1900"/>
                    <a:pt x="2758" y="1911"/>
                    <a:pt x="2690" y="1925"/>
                  </a:cubicBezTo>
                  <a:cubicBezTo>
                    <a:pt x="2589" y="1948"/>
                    <a:pt x="2482" y="1949"/>
                    <a:pt x="2381" y="1972"/>
                  </a:cubicBezTo>
                  <a:cubicBezTo>
                    <a:pt x="2314" y="1987"/>
                    <a:pt x="2243" y="1983"/>
                    <a:pt x="2176" y="1995"/>
                  </a:cubicBezTo>
                  <a:cubicBezTo>
                    <a:pt x="2139" y="2001"/>
                    <a:pt x="2102" y="2004"/>
                    <a:pt x="2065" y="2005"/>
                  </a:cubicBezTo>
                  <a:cubicBezTo>
                    <a:pt x="2024" y="2007"/>
                    <a:pt x="1982" y="2013"/>
                    <a:pt x="1939" y="2015"/>
                  </a:cubicBezTo>
                  <a:cubicBezTo>
                    <a:pt x="1911" y="2015"/>
                    <a:pt x="1884" y="2021"/>
                    <a:pt x="1855" y="2022"/>
                  </a:cubicBezTo>
                  <a:cubicBezTo>
                    <a:pt x="1833" y="2022"/>
                    <a:pt x="1820" y="2020"/>
                    <a:pt x="1804" y="2030"/>
                  </a:cubicBezTo>
                  <a:cubicBezTo>
                    <a:pt x="1764" y="2031"/>
                    <a:pt x="1724" y="2033"/>
                    <a:pt x="1684" y="2033"/>
                  </a:cubicBezTo>
                  <a:lnTo>
                    <a:pt x="1524" y="2033"/>
                  </a:lnTo>
                  <a:cubicBezTo>
                    <a:pt x="1483" y="2033"/>
                    <a:pt x="1442" y="2025"/>
                    <a:pt x="1401" y="2026"/>
                  </a:cubicBezTo>
                  <a:cubicBezTo>
                    <a:pt x="1313" y="2027"/>
                    <a:pt x="1224" y="2009"/>
                    <a:pt x="1136" y="2009"/>
                  </a:cubicBezTo>
                  <a:cubicBezTo>
                    <a:pt x="1048" y="2009"/>
                    <a:pt x="966" y="1995"/>
                    <a:pt x="881" y="1989"/>
                  </a:cubicBezTo>
                  <a:cubicBezTo>
                    <a:pt x="791" y="1983"/>
                    <a:pt x="702" y="1971"/>
                    <a:pt x="612" y="1968"/>
                  </a:cubicBezTo>
                  <a:cubicBezTo>
                    <a:pt x="514" y="1965"/>
                    <a:pt x="415" y="1961"/>
                    <a:pt x="321" y="1930"/>
                  </a:cubicBezTo>
                  <a:cubicBezTo>
                    <a:pt x="290" y="1920"/>
                    <a:pt x="260" y="1907"/>
                    <a:pt x="232" y="1891"/>
                  </a:cubicBezTo>
                  <a:cubicBezTo>
                    <a:pt x="224" y="1886"/>
                    <a:pt x="215" y="1881"/>
                    <a:pt x="207" y="1876"/>
                  </a:cubicBezTo>
                  <a:cubicBezTo>
                    <a:pt x="198" y="1867"/>
                    <a:pt x="189" y="1858"/>
                    <a:pt x="180" y="1849"/>
                  </a:cubicBezTo>
                  <a:cubicBezTo>
                    <a:pt x="176" y="1845"/>
                    <a:pt x="161" y="1840"/>
                    <a:pt x="158" y="1835"/>
                  </a:cubicBezTo>
                  <a:lnTo>
                    <a:pt x="158" y="1834"/>
                  </a:lnTo>
                  <a:cubicBezTo>
                    <a:pt x="157" y="1833"/>
                    <a:pt x="156" y="1831"/>
                    <a:pt x="154" y="1830"/>
                  </a:cubicBezTo>
                  <a:lnTo>
                    <a:pt x="153" y="1830"/>
                  </a:lnTo>
                  <a:cubicBezTo>
                    <a:pt x="153" y="1803"/>
                    <a:pt x="159" y="1773"/>
                    <a:pt x="161" y="1747"/>
                  </a:cubicBezTo>
                  <a:lnTo>
                    <a:pt x="161" y="1745"/>
                  </a:lnTo>
                  <a:moveTo>
                    <a:pt x="2977" y="1863"/>
                  </a:moveTo>
                  <a:lnTo>
                    <a:pt x="2977" y="1863"/>
                  </a:lnTo>
                  <a:moveTo>
                    <a:pt x="141" y="1740"/>
                  </a:moveTo>
                  <a:cubicBezTo>
                    <a:pt x="141" y="1742"/>
                    <a:pt x="141" y="1743"/>
                    <a:pt x="141" y="1744"/>
                  </a:cubicBezTo>
                  <a:cubicBezTo>
                    <a:pt x="142" y="1748"/>
                    <a:pt x="142" y="1751"/>
                    <a:pt x="142" y="1754"/>
                  </a:cubicBezTo>
                  <a:cubicBezTo>
                    <a:pt x="142" y="1757"/>
                    <a:pt x="142" y="1761"/>
                    <a:pt x="141" y="1764"/>
                  </a:cubicBezTo>
                  <a:cubicBezTo>
                    <a:pt x="141" y="1762"/>
                    <a:pt x="141" y="1759"/>
                    <a:pt x="141" y="1758"/>
                  </a:cubicBezTo>
                  <a:cubicBezTo>
                    <a:pt x="141" y="1755"/>
                    <a:pt x="141" y="1752"/>
                    <a:pt x="141" y="1750"/>
                  </a:cubicBezTo>
                  <a:cubicBezTo>
                    <a:pt x="141" y="1747"/>
                    <a:pt x="141" y="1744"/>
                    <a:pt x="141" y="1742"/>
                  </a:cubicBezTo>
                  <a:lnTo>
                    <a:pt x="141" y="1740"/>
                  </a:lnTo>
                  <a:moveTo>
                    <a:pt x="191" y="4258"/>
                  </a:moveTo>
                  <a:cubicBezTo>
                    <a:pt x="185" y="4254"/>
                    <a:pt x="179" y="4250"/>
                    <a:pt x="173" y="4246"/>
                  </a:cubicBezTo>
                  <a:cubicBezTo>
                    <a:pt x="144" y="4229"/>
                    <a:pt x="118" y="4206"/>
                    <a:pt x="99" y="4178"/>
                  </a:cubicBezTo>
                  <a:cubicBezTo>
                    <a:pt x="99" y="4177"/>
                    <a:pt x="29" y="4086"/>
                    <a:pt x="44" y="4084"/>
                  </a:cubicBezTo>
                  <a:lnTo>
                    <a:pt x="45" y="4084"/>
                  </a:lnTo>
                  <a:lnTo>
                    <a:pt x="46" y="4083"/>
                  </a:lnTo>
                  <a:cubicBezTo>
                    <a:pt x="46" y="4082"/>
                    <a:pt x="47" y="4082"/>
                    <a:pt x="47" y="4081"/>
                  </a:cubicBezTo>
                  <a:cubicBezTo>
                    <a:pt x="47" y="4080"/>
                    <a:pt x="46" y="4080"/>
                    <a:pt x="46" y="4079"/>
                  </a:cubicBezTo>
                  <a:lnTo>
                    <a:pt x="45" y="4078"/>
                  </a:lnTo>
                  <a:lnTo>
                    <a:pt x="44" y="4078"/>
                  </a:lnTo>
                  <a:cubicBezTo>
                    <a:pt x="44" y="4076"/>
                    <a:pt x="45" y="4075"/>
                    <a:pt x="45" y="4074"/>
                  </a:cubicBezTo>
                  <a:cubicBezTo>
                    <a:pt x="45" y="4072"/>
                    <a:pt x="44" y="4070"/>
                    <a:pt x="43" y="4068"/>
                  </a:cubicBezTo>
                  <a:cubicBezTo>
                    <a:pt x="43" y="4067"/>
                    <a:pt x="42" y="4067"/>
                    <a:pt x="42" y="4066"/>
                  </a:cubicBezTo>
                  <a:cubicBezTo>
                    <a:pt x="37" y="4061"/>
                    <a:pt x="41" y="4034"/>
                    <a:pt x="41" y="4027"/>
                  </a:cubicBezTo>
                  <a:cubicBezTo>
                    <a:pt x="41" y="4025"/>
                    <a:pt x="41" y="4023"/>
                    <a:pt x="41" y="4021"/>
                  </a:cubicBezTo>
                  <a:cubicBezTo>
                    <a:pt x="41" y="4010"/>
                    <a:pt x="40" y="3999"/>
                    <a:pt x="38" y="3988"/>
                  </a:cubicBezTo>
                  <a:cubicBezTo>
                    <a:pt x="45" y="3993"/>
                    <a:pt x="51" y="3999"/>
                    <a:pt x="56" y="4005"/>
                  </a:cubicBezTo>
                  <a:cubicBezTo>
                    <a:pt x="73" y="4028"/>
                    <a:pt x="92" y="4049"/>
                    <a:pt x="113" y="4068"/>
                  </a:cubicBezTo>
                  <a:cubicBezTo>
                    <a:pt x="133" y="4084"/>
                    <a:pt x="136" y="4108"/>
                    <a:pt x="162" y="4115"/>
                  </a:cubicBezTo>
                  <a:cubicBezTo>
                    <a:pt x="163" y="4116"/>
                    <a:pt x="163" y="4116"/>
                    <a:pt x="164" y="4116"/>
                  </a:cubicBezTo>
                  <a:cubicBezTo>
                    <a:pt x="164" y="4116"/>
                    <a:pt x="165" y="4116"/>
                    <a:pt x="165" y="4115"/>
                  </a:cubicBezTo>
                  <a:cubicBezTo>
                    <a:pt x="166" y="4117"/>
                    <a:pt x="167" y="4118"/>
                    <a:pt x="167" y="4119"/>
                  </a:cubicBezTo>
                  <a:cubicBezTo>
                    <a:pt x="175" y="4133"/>
                    <a:pt x="186" y="4146"/>
                    <a:pt x="199" y="4156"/>
                  </a:cubicBezTo>
                  <a:cubicBezTo>
                    <a:pt x="193" y="4186"/>
                    <a:pt x="191" y="4216"/>
                    <a:pt x="191" y="4246"/>
                  </a:cubicBezTo>
                  <a:cubicBezTo>
                    <a:pt x="191" y="4250"/>
                    <a:pt x="191" y="4255"/>
                    <a:pt x="191" y="4259"/>
                  </a:cubicBezTo>
                  <a:lnTo>
                    <a:pt x="191" y="4258"/>
                  </a:lnTo>
                  <a:moveTo>
                    <a:pt x="303" y="4334"/>
                  </a:moveTo>
                  <a:lnTo>
                    <a:pt x="286" y="4325"/>
                  </a:lnTo>
                  <a:cubicBezTo>
                    <a:pt x="262" y="4311"/>
                    <a:pt x="240" y="4295"/>
                    <a:pt x="219" y="4279"/>
                  </a:cubicBezTo>
                  <a:cubicBezTo>
                    <a:pt x="219" y="4278"/>
                    <a:pt x="219" y="4278"/>
                    <a:pt x="219" y="4278"/>
                  </a:cubicBezTo>
                  <a:cubicBezTo>
                    <a:pt x="220" y="4276"/>
                    <a:pt x="221" y="4274"/>
                    <a:pt x="221" y="4271"/>
                  </a:cubicBezTo>
                  <a:cubicBezTo>
                    <a:pt x="221" y="4268"/>
                    <a:pt x="221" y="4266"/>
                    <a:pt x="221" y="4264"/>
                  </a:cubicBezTo>
                  <a:cubicBezTo>
                    <a:pt x="221" y="4232"/>
                    <a:pt x="219" y="4200"/>
                    <a:pt x="215" y="4168"/>
                  </a:cubicBezTo>
                  <a:cubicBezTo>
                    <a:pt x="229" y="4179"/>
                    <a:pt x="243" y="4190"/>
                    <a:pt x="256" y="4202"/>
                  </a:cubicBezTo>
                  <a:cubicBezTo>
                    <a:pt x="265" y="4210"/>
                    <a:pt x="276" y="4218"/>
                    <a:pt x="288" y="4225"/>
                  </a:cubicBezTo>
                  <a:cubicBezTo>
                    <a:pt x="296" y="4229"/>
                    <a:pt x="304" y="4234"/>
                    <a:pt x="313" y="4237"/>
                  </a:cubicBezTo>
                  <a:cubicBezTo>
                    <a:pt x="308" y="4270"/>
                    <a:pt x="304" y="4302"/>
                    <a:pt x="303" y="4335"/>
                  </a:cubicBezTo>
                  <a:lnTo>
                    <a:pt x="303" y="4334"/>
                  </a:lnTo>
                  <a:moveTo>
                    <a:pt x="538" y="4452"/>
                  </a:moveTo>
                  <a:cubicBezTo>
                    <a:pt x="471" y="4418"/>
                    <a:pt x="403" y="4387"/>
                    <a:pt x="336" y="4352"/>
                  </a:cubicBezTo>
                  <a:cubicBezTo>
                    <a:pt x="336" y="4316"/>
                    <a:pt x="333" y="4280"/>
                    <a:pt x="327" y="4245"/>
                  </a:cubicBezTo>
                  <a:lnTo>
                    <a:pt x="358" y="4257"/>
                  </a:lnTo>
                  <a:cubicBezTo>
                    <a:pt x="396" y="4271"/>
                    <a:pt x="433" y="4288"/>
                    <a:pt x="472" y="4302"/>
                  </a:cubicBezTo>
                  <a:cubicBezTo>
                    <a:pt x="495" y="4311"/>
                    <a:pt x="518" y="4321"/>
                    <a:pt x="540" y="4333"/>
                  </a:cubicBezTo>
                  <a:cubicBezTo>
                    <a:pt x="535" y="4347"/>
                    <a:pt x="532" y="4362"/>
                    <a:pt x="532" y="4377"/>
                  </a:cubicBezTo>
                  <a:cubicBezTo>
                    <a:pt x="531" y="4385"/>
                    <a:pt x="530" y="4393"/>
                    <a:pt x="530" y="4400"/>
                  </a:cubicBezTo>
                  <a:cubicBezTo>
                    <a:pt x="530" y="4418"/>
                    <a:pt x="533" y="4436"/>
                    <a:pt x="538" y="4453"/>
                  </a:cubicBezTo>
                  <a:lnTo>
                    <a:pt x="538" y="4452"/>
                  </a:lnTo>
                  <a:moveTo>
                    <a:pt x="1136" y="4488"/>
                  </a:moveTo>
                  <a:cubicBezTo>
                    <a:pt x="1134" y="4496"/>
                    <a:pt x="1133" y="4504"/>
                    <a:pt x="1133" y="4512"/>
                  </a:cubicBezTo>
                  <a:cubicBezTo>
                    <a:pt x="1133" y="4514"/>
                    <a:pt x="1133" y="4516"/>
                    <a:pt x="1134" y="4519"/>
                  </a:cubicBezTo>
                  <a:cubicBezTo>
                    <a:pt x="1128" y="4530"/>
                    <a:pt x="1124" y="4541"/>
                    <a:pt x="1121" y="4553"/>
                  </a:cubicBezTo>
                  <a:cubicBezTo>
                    <a:pt x="1120" y="4557"/>
                    <a:pt x="1119" y="4561"/>
                    <a:pt x="1118" y="4564"/>
                  </a:cubicBezTo>
                  <a:cubicBezTo>
                    <a:pt x="1117" y="4569"/>
                    <a:pt x="1116" y="4574"/>
                    <a:pt x="1116" y="4579"/>
                  </a:cubicBezTo>
                  <a:cubicBezTo>
                    <a:pt x="1116" y="4579"/>
                    <a:pt x="1116" y="4580"/>
                    <a:pt x="1116" y="4581"/>
                  </a:cubicBezTo>
                  <a:cubicBezTo>
                    <a:pt x="1115" y="4582"/>
                    <a:pt x="1114" y="4584"/>
                    <a:pt x="1113" y="4586"/>
                  </a:cubicBezTo>
                  <a:cubicBezTo>
                    <a:pt x="1112" y="4587"/>
                    <a:pt x="1111" y="4589"/>
                    <a:pt x="1111" y="4590"/>
                  </a:cubicBezTo>
                  <a:cubicBezTo>
                    <a:pt x="1105" y="4602"/>
                    <a:pt x="979" y="4579"/>
                    <a:pt x="964" y="4579"/>
                  </a:cubicBezTo>
                  <a:cubicBezTo>
                    <a:pt x="940" y="4579"/>
                    <a:pt x="916" y="4576"/>
                    <a:pt x="891" y="4573"/>
                  </a:cubicBezTo>
                  <a:cubicBezTo>
                    <a:pt x="878" y="4569"/>
                    <a:pt x="865" y="4565"/>
                    <a:pt x="852" y="4561"/>
                  </a:cubicBezTo>
                  <a:cubicBezTo>
                    <a:pt x="754" y="4527"/>
                    <a:pt x="653" y="4512"/>
                    <a:pt x="561" y="4464"/>
                  </a:cubicBezTo>
                  <a:lnTo>
                    <a:pt x="549" y="4457"/>
                  </a:lnTo>
                  <a:cubicBezTo>
                    <a:pt x="549" y="4457"/>
                    <a:pt x="550" y="4457"/>
                    <a:pt x="550" y="4456"/>
                  </a:cubicBezTo>
                  <a:lnTo>
                    <a:pt x="551" y="4455"/>
                  </a:lnTo>
                  <a:cubicBezTo>
                    <a:pt x="563" y="4418"/>
                    <a:pt x="554" y="4379"/>
                    <a:pt x="560" y="4340"/>
                  </a:cubicBezTo>
                  <a:cubicBezTo>
                    <a:pt x="566" y="4343"/>
                    <a:pt x="572" y="4345"/>
                    <a:pt x="579" y="4348"/>
                  </a:cubicBezTo>
                  <a:cubicBezTo>
                    <a:pt x="579" y="4357"/>
                    <a:pt x="579" y="4367"/>
                    <a:pt x="579" y="4376"/>
                  </a:cubicBezTo>
                  <a:cubicBezTo>
                    <a:pt x="579" y="4380"/>
                    <a:pt x="579" y="4383"/>
                    <a:pt x="579" y="4386"/>
                  </a:cubicBezTo>
                  <a:cubicBezTo>
                    <a:pt x="579" y="4394"/>
                    <a:pt x="580" y="4403"/>
                    <a:pt x="583" y="4410"/>
                  </a:cubicBezTo>
                  <a:cubicBezTo>
                    <a:pt x="583" y="4411"/>
                    <a:pt x="583" y="4411"/>
                    <a:pt x="583" y="4411"/>
                  </a:cubicBezTo>
                  <a:cubicBezTo>
                    <a:pt x="584" y="4412"/>
                    <a:pt x="584" y="4412"/>
                    <a:pt x="585" y="4413"/>
                  </a:cubicBezTo>
                  <a:cubicBezTo>
                    <a:pt x="586" y="4413"/>
                    <a:pt x="587" y="4414"/>
                    <a:pt x="588" y="4414"/>
                  </a:cubicBezTo>
                  <a:cubicBezTo>
                    <a:pt x="589" y="4414"/>
                    <a:pt x="590" y="4413"/>
                    <a:pt x="590" y="4413"/>
                  </a:cubicBezTo>
                  <a:cubicBezTo>
                    <a:pt x="591" y="4412"/>
                    <a:pt x="592" y="4412"/>
                    <a:pt x="592" y="4411"/>
                  </a:cubicBezTo>
                  <a:cubicBezTo>
                    <a:pt x="592" y="4411"/>
                    <a:pt x="593" y="4411"/>
                    <a:pt x="593" y="4410"/>
                  </a:cubicBezTo>
                  <a:cubicBezTo>
                    <a:pt x="600" y="4396"/>
                    <a:pt x="604" y="4379"/>
                    <a:pt x="604" y="4362"/>
                  </a:cubicBezTo>
                  <a:cubicBezTo>
                    <a:pt x="604" y="4359"/>
                    <a:pt x="604" y="4356"/>
                    <a:pt x="604" y="4353"/>
                  </a:cubicBezTo>
                  <a:cubicBezTo>
                    <a:pt x="608" y="4353"/>
                    <a:pt x="613" y="4355"/>
                    <a:pt x="617" y="4356"/>
                  </a:cubicBezTo>
                  <a:cubicBezTo>
                    <a:pt x="615" y="4361"/>
                    <a:pt x="614" y="4367"/>
                    <a:pt x="614" y="4373"/>
                  </a:cubicBezTo>
                  <a:cubicBezTo>
                    <a:pt x="614" y="4381"/>
                    <a:pt x="616" y="4390"/>
                    <a:pt x="620" y="4398"/>
                  </a:cubicBezTo>
                  <a:cubicBezTo>
                    <a:pt x="621" y="4398"/>
                    <a:pt x="622" y="4399"/>
                    <a:pt x="623" y="4400"/>
                  </a:cubicBezTo>
                  <a:cubicBezTo>
                    <a:pt x="624" y="4400"/>
                    <a:pt x="625" y="4401"/>
                    <a:pt x="626" y="4401"/>
                  </a:cubicBezTo>
                  <a:cubicBezTo>
                    <a:pt x="627" y="4401"/>
                    <a:pt x="628" y="4400"/>
                    <a:pt x="629" y="4400"/>
                  </a:cubicBezTo>
                  <a:cubicBezTo>
                    <a:pt x="630" y="4399"/>
                    <a:pt x="630" y="4399"/>
                    <a:pt x="630" y="4398"/>
                  </a:cubicBezTo>
                  <a:cubicBezTo>
                    <a:pt x="635" y="4391"/>
                    <a:pt x="637" y="4382"/>
                    <a:pt x="637" y="4373"/>
                  </a:cubicBezTo>
                  <a:cubicBezTo>
                    <a:pt x="637" y="4368"/>
                    <a:pt x="636" y="4363"/>
                    <a:pt x="635" y="4358"/>
                  </a:cubicBezTo>
                  <a:lnTo>
                    <a:pt x="663" y="4362"/>
                  </a:lnTo>
                  <a:cubicBezTo>
                    <a:pt x="657" y="4404"/>
                    <a:pt x="652" y="4460"/>
                    <a:pt x="671" y="4497"/>
                  </a:cubicBezTo>
                  <a:cubicBezTo>
                    <a:pt x="671" y="4497"/>
                    <a:pt x="672" y="4497"/>
                    <a:pt x="672" y="4498"/>
                  </a:cubicBezTo>
                  <a:cubicBezTo>
                    <a:pt x="672" y="4499"/>
                    <a:pt x="673" y="4499"/>
                    <a:pt x="674" y="4500"/>
                  </a:cubicBezTo>
                  <a:cubicBezTo>
                    <a:pt x="675" y="4500"/>
                    <a:pt x="676" y="4501"/>
                    <a:pt x="678" y="4501"/>
                  </a:cubicBezTo>
                  <a:cubicBezTo>
                    <a:pt x="679" y="4501"/>
                    <a:pt x="680" y="4500"/>
                    <a:pt x="681" y="4500"/>
                  </a:cubicBezTo>
                  <a:cubicBezTo>
                    <a:pt x="682" y="4499"/>
                    <a:pt x="683" y="4499"/>
                    <a:pt x="684" y="4498"/>
                  </a:cubicBezTo>
                  <a:cubicBezTo>
                    <a:pt x="684" y="4497"/>
                    <a:pt x="684" y="4496"/>
                    <a:pt x="684" y="4495"/>
                  </a:cubicBezTo>
                  <a:cubicBezTo>
                    <a:pt x="686" y="4482"/>
                    <a:pt x="687" y="4468"/>
                    <a:pt x="687" y="4455"/>
                  </a:cubicBezTo>
                  <a:cubicBezTo>
                    <a:pt x="687" y="4449"/>
                    <a:pt x="687" y="4442"/>
                    <a:pt x="686" y="4436"/>
                  </a:cubicBezTo>
                  <a:cubicBezTo>
                    <a:pt x="686" y="4412"/>
                    <a:pt x="686" y="4389"/>
                    <a:pt x="685" y="4365"/>
                  </a:cubicBezTo>
                  <a:cubicBezTo>
                    <a:pt x="691" y="4365"/>
                    <a:pt x="697" y="4367"/>
                    <a:pt x="703" y="4368"/>
                  </a:cubicBezTo>
                  <a:lnTo>
                    <a:pt x="718" y="4371"/>
                  </a:lnTo>
                  <a:cubicBezTo>
                    <a:pt x="718" y="4393"/>
                    <a:pt x="713" y="4414"/>
                    <a:pt x="722" y="4435"/>
                  </a:cubicBezTo>
                  <a:cubicBezTo>
                    <a:pt x="725" y="4441"/>
                    <a:pt x="733" y="4444"/>
                    <a:pt x="736" y="4437"/>
                  </a:cubicBezTo>
                  <a:cubicBezTo>
                    <a:pt x="741" y="4423"/>
                    <a:pt x="743" y="4409"/>
                    <a:pt x="743" y="4395"/>
                  </a:cubicBezTo>
                  <a:cubicBezTo>
                    <a:pt x="743" y="4392"/>
                    <a:pt x="743" y="4389"/>
                    <a:pt x="743" y="4386"/>
                  </a:cubicBezTo>
                  <a:cubicBezTo>
                    <a:pt x="743" y="4382"/>
                    <a:pt x="743" y="4379"/>
                    <a:pt x="743" y="4376"/>
                  </a:cubicBezTo>
                  <a:cubicBezTo>
                    <a:pt x="813" y="4391"/>
                    <a:pt x="882" y="4409"/>
                    <a:pt x="953" y="4417"/>
                  </a:cubicBezTo>
                  <a:cubicBezTo>
                    <a:pt x="1017" y="4425"/>
                    <a:pt x="1078" y="4434"/>
                    <a:pt x="1141" y="4447"/>
                  </a:cubicBezTo>
                  <a:cubicBezTo>
                    <a:pt x="1140" y="4461"/>
                    <a:pt x="1139" y="4475"/>
                    <a:pt x="1136" y="4489"/>
                  </a:cubicBezTo>
                  <a:lnTo>
                    <a:pt x="1136" y="4488"/>
                  </a:lnTo>
                  <a:moveTo>
                    <a:pt x="2378" y="4441"/>
                  </a:moveTo>
                  <a:cubicBezTo>
                    <a:pt x="2377" y="4467"/>
                    <a:pt x="2374" y="4493"/>
                    <a:pt x="2374" y="4519"/>
                  </a:cubicBezTo>
                  <a:cubicBezTo>
                    <a:pt x="2374" y="4520"/>
                    <a:pt x="2374" y="4520"/>
                    <a:pt x="2374" y="4520"/>
                  </a:cubicBezTo>
                  <a:cubicBezTo>
                    <a:pt x="2372" y="4521"/>
                    <a:pt x="2370" y="4523"/>
                    <a:pt x="2369" y="4525"/>
                  </a:cubicBezTo>
                  <a:cubicBezTo>
                    <a:pt x="2368" y="4525"/>
                    <a:pt x="2368" y="4526"/>
                    <a:pt x="2368" y="4526"/>
                  </a:cubicBezTo>
                  <a:cubicBezTo>
                    <a:pt x="2367" y="4528"/>
                    <a:pt x="2366" y="4530"/>
                    <a:pt x="2365" y="4532"/>
                  </a:cubicBezTo>
                  <a:cubicBezTo>
                    <a:pt x="2359" y="4542"/>
                    <a:pt x="2351" y="4550"/>
                    <a:pt x="2341" y="4556"/>
                  </a:cubicBezTo>
                  <a:cubicBezTo>
                    <a:pt x="2340" y="4556"/>
                    <a:pt x="2339" y="4557"/>
                    <a:pt x="2338" y="4558"/>
                  </a:cubicBezTo>
                  <a:cubicBezTo>
                    <a:pt x="2313" y="4565"/>
                    <a:pt x="2288" y="4572"/>
                    <a:pt x="2263" y="4578"/>
                  </a:cubicBezTo>
                  <a:cubicBezTo>
                    <a:pt x="2254" y="4578"/>
                    <a:pt x="2245" y="4579"/>
                    <a:pt x="2237" y="4579"/>
                  </a:cubicBezTo>
                  <a:cubicBezTo>
                    <a:pt x="2182" y="4581"/>
                    <a:pt x="2128" y="4590"/>
                    <a:pt x="2072" y="4590"/>
                  </a:cubicBezTo>
                  <a:cubicBezTo>
                    <a:pt x="1971" y="4590"/>
                    <a:pt x="1871" y="4607"/>
                    <a:pt x="1771" y="4608"/>
                  </a:cubicBezTo>
                  <a:cubicBezTo>
                    <a:pt x="1671" y="4608"/>
                    <a:pt x="1570" y="4627"/>
                    <a:pt x="1469" y="4627"/>
                  </a:cubicBezTo>
                  <a:cubicBezTo>
                    <a:pt x="1450" y="4627"/>
                    <a:pt x="1430" y="4628"/>
                    <a:pt x="1410" y="4628"/>
                  </a:cubicBezTo>
                  <a:cubicBezTo>
                    <a:pt x="1366" y="4628"/>
                    <a:pt x="1321" y="4626"/>
                    <a:pt x="1277" y="4621"/>
                  </a:cubicBezTo>
                  <a:cubicBezTo>
                    <a:pt x="1239" y="4615"/>
                    <a:pt x="1205" y="4621"/>
                    <a:pt x="1183" y="4579"/>
                  </a:cubicBezTo>
                  <a:cubicBezTo>
                    <a:pt x="1176" y="4566"/>
                    <a:pt x="1160" y="4561"/>
                    <a:pt x="1160" y="4547"/>
                  </a:cubicBezTo>
                  <a:cubicBezTo>
                    <a:pt x="1160" y="4546"/>
                    <a:pt x="1160" y="4546"/>
                    <a:pt x="1160" y="4546"/>
                  </a:cubicBezTo>
                  <a:cubicBezTo>
                    <a:pt x="1160" y="4545"/>
                    <a:pt x="1160" y="4545"/>
                    <a:pt x="1160" y="4545"/>
                  </a:cubicBezTo>
                  <a:cubicBezTo>
                    <a:pt x="1160" y="4535"/>
                    <a:pt x="1160" y="4526"/>
                    <a:pt x="1160" y="4517"/>
                  </a:cubicBezTo>
                  <a:cubicBezTo>
                    <a:pt x="1160" y="4515"/>
                    <a:pt x="1160" y="4514"/>
                    <a:pt x="1160" y="4513"/>
                  </a:cubicBezTo>
                  <a:cubicBezTo>
                    <a:pt x="1160" y="4492"/>
                    <a:pt x="1161" y="4472"/>
                    <a:pt x="1165" y="4452"/>
                  </a:cubicBezTo>
                  <a:cubicBezTo>
                    <a:pt x="1228" y="4467"/>
                    <a:pt x="1293" y="4469"/>
                    <a:pt x="1356" y="4482"/>
                  </a:cubicBezTo>
                  <a:cubicBezTo>
                    <a:pt x="1438" y="4498"/>
                    <a:pt x="1530" y="4496"/>
                    <a:pt x="1613" y="4494"/>
                  </a:cubicBezTo>
                  <a:cubicBezTo>
                    <a:pt x="1663" y="4494"/>
                    <a:pt x="1714" y="4497"/>
                    <a:pt x="1764" y="4497"/>
                  </a:cubicBezTo>
                  <a:cubicBezTo>
                    <a:pt x="1774" y="4498"/>
                    <a:pt x="1784" y="4498"/>
                    <a:pt x="1794" y="4498"/>
                  </a:cubicBezTo>
                  <a:cubicBezTo>
                    <a:pt x="1817" y="4498"/>
                    <a:pt x="1840" y="4497"/>
                    <a:pt x="1863" y="4494"/>
                  </a:cubicBezTo>
                  <a:cubicBezTo>
                    <a:pt x="1864" y="4494"/>
                    <a:pt x="1865" y="4494"/>
                    <a:pt x="1866" y="4494"/>
                  </a:cubicBezTo>
                  <a:cubicBezTo>
                    <a:pt x="1911" y="4494"/>
                    <a:pt x="1957" y="4490"/>
                    <a:pt x="2002" y="4484"/>
                  </a:cubicBezTo>
                  <a:cubicBezTo>
                    <a:pt x="2002" y="4494"/>
                    <a:pt x="2001" y="4504"/>
                    <a:pt x="2001" y="4513"/>
                  </a:cubicBezTo>
                  <a:cubicBezTo>
                    <a:pt x="2001" y="4515"/>
                    <a:pt x="2001" y="4517"/>
                    <a:pt x="2001" y="4519"/>
                  </a:cubicBezTo>
                  <a:cubicBezTo>
                    <a:pt x="2001" y="4527"/>
                    <a:pt x="2003" y="4534"/>
                    <a:pt x="2007" y="4541"/>
                  </a:cubicBezTo>
                  <a:cubicBezTo>
                    <a:pt x="2008" y="4543"/>
                    <a:pt x="2010" y="4546"/>
                    <a:pt x="2012" y="4548"/>
                  </a:cubicBezTo>
                  <a:lnTo>
                    <a:pt x="2013" y="4549"/>
                  </a:lnTo>
                  <a:cubicBezTo>
                    <a:pt x="2014" y="4549"/>
                    <a:pt x="2015" y="4550"/>
                    <a:pt x="2016" y="4550"/>
                  </a:cubicBezTo>
                  <a:cubicBezTo>
                    <a:pt x="2017" y="4550"/>
                    <a:pt x="2019" y="4549"/>
                    <a:pt x="2020" y="4549"/>
                  </a:cubicBezTo>
                  <a:cubicBezTo>
                    <a:pt x="2020" y="4549"/>
                    <a:pt x="2020" y="4548"/>
                    <a:pt x="2021" y="4548"/>
                  </a:cubicBezTo>
                  <a:cubicBezTo>
                    <a:pt x="2023" y="4546"/>
                    <a:pt x="2023" y="4543"/>
                    <a:pt x="2025" y="4541"/>
                  </a:cubicBezTo>
                  <a:cubicBezTo>
                    <a:pt x="2028" y="4534"/>
                    <a:pt x="2031" y="4527"/>
                    <a:pt x="2031" y="4520"/>
                  </a:cubicBezTo>
                  <a:cubicBezTo>
                    <a:pt x="2031" y="4518"/>
                    <a:pt x="2031" y="4517"/>
                    <a:pt x="2031" y="4515"/>
                  </a:cubicBezTo>
                  <a:cubicBezTo>
                    <a:pt x="2031" y="4512"/>
                    <a:pt x="2031" y="4509"/>
                    <a:pt x="2031" y="4505"/>
                  </a:cubicBezTo>
                  <a:cubicBezTo>
                    <a:pt x="2031" y="4496"/>
                    <a:pt x="2031" y="4487"/>
                    <a:pt x="2029" y="4478"/>
                  </a:cubicBezTo>
                  <a:cubicBezTo>
                    <a:pt x="2038" y="4476"/>
                    <a:pt x="2047" y="4474"/>
                    <a:pt x="2056" y="4472"/>
                  </a:cubicBezTo>
                  <a:cubicBezTo>
                    <a:pt x="2056" y="4478"/>
                    <a:pt x="2056" y="4483"/>
                    <a:pt x="2054" y="4488"/>
                  </a:cubicBezTo>
                  <a:cubicBezTo>
                    <a:pt x="2054" y="4491"/>
                    <a:pt x="2054" y="4493"/>
                    <a:pt x="2054" y="4495"/>
                  </a:cubicBezTo>
                  <a:cubicBezTo>
                    <a:pt x="2054" y="4504"/>
                    <a:pt x="2056" y="4512"/>
                    <a:pt x="2060" y="4519"/>
                  </a:cubicBezTo>
                  <a:cubicBezTo>
                    <a:pt x="2060" y="4520"/>
                    <a:pt x="2061" y="4520"/>
                    <a:pt x="2062" y="4521"/>
                  </a:cubicBezTo>
                  <a:cubicBezTo>
                    <a:pt x="2062" y="4521"/>
                    <a:pt x="2063" y="4521"/>
                    <a:pt x="2064" y="4521"/>
                  </a:cubicBezTo>
                  <a:cubicBezTo>
                    <a:pt x="2065" y="4521"/>
                    <a:pt x="2066" y="4521"/>
                    <a:pt x="2067" y="4521"/>
                  </a:cubicBezTo>
                  <a:cubicBezTo>
                    <a:pt x="2068" y="4520"/>
                    <a:pt x="2068" y="4520"/>
                    <a:pt x="2069" y="4519"/>
                  </a:cubicBezTo>
                  <a:cubicBezTo>
                    <a:pt x="2073" y="4512"/>
                    <a:pt x="2075" y="4504"/>
                    <a:pt x="2075" y="4496"/>
                  </a:cubicBezTo>
                  <a:cubicBezTo>
                    <a:pt x="2075" y="4494"/>
                    <a:pt x="2075" y="4493"/>
                    <a:pt x="2075" y="4491"/>
                  </a:cubicBezTo>
                  <a:lnTo>
                    <a:pt x="2075" y="4490"/>
                  </a:lnTo>
                  <a:cubicBezTo>
                    <a:pt x="2075" y="4483"/>
                    <a:pt x="2074" y="4476"/>
                    <a:pt x="2073" y="4469"/>
                  </a:cubicBezTo>
                  <a:cubicBezTo>
                    <a:pt x="2086" y="4467"/>
                    <a:pt x="2099" y="4466"/>
                    <a:pt x="2112" y="4464"/>
                  </a:cubicBezTo>
                  <a:cubicBezTo>
                    <a:pt x="2112" y="4470"/>
                    <a:pt x="2114" y="4477"/>
                    <a:pt x="2117" y="4482"/>
                  </a:cubicBezTo>
                  <a:cubicBezTo>
                    <a:pt x="2119" y="4486"/>
                    <a:pt x="2122" y="4489"/>
                    <a:pt x="2125" y="4492"/>
                  </a:cubicBezTo>
                  <a:cubicBezTo>
                    <a:pt x="2126" y="4492"/>
                    <a:pt x="2126" y="4492"/>
                    <a:pt x="2127" y="4493"/>
                  </a:cubicBezTo>
                  <a:cubicBezTo>
                    <a:pt x="2128" y="4493"/>
                    <a:pt x="2129" y="4494"/>
                    <a:pt x="2131" y="4494"/>
                  </a:cubicBezTo>
                  <a:cubicBezTo>
                    <a:pt x="2132" y="4494"/>
                    <a:pt x="2133" y="4493"/>
                    <a:pt x="2134" y="4493"/>
                  </a:cubicBezTo>
                  <a:cubicBezTo>
                    <a:pt x="2135" y="4492"/>
                    <a:pt x="2136" y="4492"/>
                    <a:pt x="2136" y="4492"/>
                  </a:cubicBezTo>
                  <a:cubicBezTo>
                    <a:pt x="2136" y="4491"/>
                    <a:pt x="2137" y="4491"/>
                    <a:pt x="2137" y="4491"/>
                  </a:cubicBezTo>
                  <a:cubicBezTo>
                    <a:pt x="2138" y="4488"/>
                    <a:pt x="2139" y="4486"/>
                    <a:pt x="2139" y="4483"/>
                  </a:cubicBezTo>
                  <a:cubicBezTo>
                    <a:pt x="2140" y="4482"/>
                    <a:pt x="2140" y="4480"/>
                    <a:pt x="2140" y="4479"/>
                  </a:cubicBezTo>
                  <a:cubicBezTo>
                    <a:pt x="2140" y="4475"/>
                    <a:pt x="2139" y="4472"/>
                    <a:pt x="2138" y="4469"/>
                  </a:cubicBezTo>
                  <a:cubicBezTo>
                    <a:pt x="2138" y="4466"/>
                    <a:pt x="2136" y="4464"/>
                    <a:pt x="2135" y="4462"/>
                  </a:cubicBezTo>
                  <a:lnTo>
                    <a:pt x="2161" y="4458"/>
                  </a:lnTo>
                  <a:cubicBezTo>
                    <a:pt x="2160" y="4467"/>
                    <a:pt x="2159" y="4475"/>
                    <a:pt x="2159" y="4484"/>
                  </a:cubicBezTo>
                  <a:cubicBezTo>
                    <a:pt x="2159" y="4500"/>
                    <a:pt x="2161" y="4516"/>
                    <a:pt x="2166" y="4532"/>
                  </a:cubicBezTo>
                  <a:lnTo>
                    <a:pt x="2166" y="4533"/>
                  </a:lnTo>
                  <a:cubicBezTo>
                    <a:pt x="2166" y="4534"/>
                    <a:pt x="2167" y="4534"/>
                    <a:pt x="2168" y="4535"/>
                  </a:cubicBezTo>
                  <a:cubicBezTo>
                    <a:pt x="2169" y="4535"/>
                    <a:pt x="2171" y="4536"/>
                    <a:pt x="2172" y="4536"/>
                  </a:cubicBezTo>
                  <a:cubicBezTo>
                    <a:pt x="2173" y="4536"/>
                    <a:pt x="2174" y="4535"/>
                    <a:pt x="2175" y="4535"/>
                  </a:cubicBezTo>
                  <a:cubicBezTo>
                    <a:pt x="2176" y="4534"/>
                    <a:pt x="2177" y="4534"/>
                    <a:pt x="2178" y="4533"/>
                  </a:cubicBezTo>
                  <a:cubicBezTo>
                    <a:pt x="2178" y="4532"/>
                    <a:pt x="2178" y="4532"/>
                    <a:pt x="2178" y="4532"/>
                  </a:cubicBezTo>
                  <a:cubicBezTo>
                    <a:pt x="2182" y="4516"/>
                    <a:pt x="2184" y="4499"/>
                    <a:pt x="2184" y="4482"/>
                  </a:cubicBezTo>
                  <a:cubicBezTo>
                    <a:pt x="2184" y="4472"/>
                    <a:pt x="2184" y="4463"/>
                    <a:pt x="2182" y="4453"/>
                  </a:cubicBezTo>
                  <a:lnTo>
                    <a:pt x="2186" y="4453"/>
                  </a:lnTo>
                  <a:cubicBezTo>
                    <a:pt x="2251" y="4438"/>
                    <a:pt x="2315" y="4420"/>
                    <a:pt x="2379" y="4398"/>
                  </a:cubicBezTo>
                  <a:cubicBezTo>
                    <a:pt x="2378" y="4413"/>
                    <a:pt x="2380" y="4428"/>
                    <a:pt x="2378" y="4442"/>
                  </a:cubicBezTo>
                  <a:lnTo>
                    <a:pt x="2378" y="4441"/>
                  </a:lnTo>
                  <a:moveTo>
                    <a:pt x="2554" y="4489"/>
                  </a:moveTo>
                  <a:cubicBezTo>
                    <a:pt x="2534" y="4494"/>
                    <a:pt x="2508" y="4492"/>
                    <a:pt x="2491" y="4502"/>
                  </a:cubicBezTo>
                  <a:cubicBezTo>
                    <a:pt x="2489" y="4491"/>
                    <a:pt x="2489" y="4478"/>
                    <a:pt x="2488" y="4467"/>
                  </a:cubicBezTo>
                  <a:cubicBezTo>
                    <a:pt x="2486" y="4455"/>
                    <a:pt x="2479" y="4440"/>
                    <a:pt x="2478" y="4426"/>
                  </a:cubicBezTo>
                  <a:cubicBezTo>
                    <a:pt x="2478" y="4422"/>
                    <a:pt x="2471" y="4423"/>
                    <a:pt x="2471" y="4426"/>
                  </a:cubicBezTo>
                  <a:cubicBezTo>
                    <a:pt x="2472" y="4430"/>
                    <a:pt x="2473" y="4435"/>
                    <a:pt x="2474" y="4439"/>
                  </a:cubicBezTo>
                  <a:cubicBezTo>
                    <a:pt x="2476" y="4444"/>
                    <a:pt x="2476" y="4449"/>
                    <a:pt x="2476" y="4455"/>
                  </a:cubicBezTo>
                  <a:cubicBezTo>
                    <a:pt x="2476" y="4462"/>
                    <a:pt x="2475" y="4469"/>
                    <a:pt x="2473" y="4475"/>
                  </a:cubicBezTo>
                  <a:cubicBezTo>
                    <a:pt x="2472" y="4482"/>
                    <a:pt x="2471" y="4488"/>
                    <a:pt x="2471" y="4495"/>
                  </a:cubicBezTo>
                  <a:cubicBezTo>
                    <a:pt x="2471" y="4501"/>
                    <a:pt x="2472" y="4508"/>
                    <a:pt x="2473" y="4514"/>
                  </a:cubicBezTo>
                  <a:lnTo>
                    <a:pt x="2427" y="4529"/>
                  </a:lnTo>
                  <a:lnTo>
                    <a:pt x="2412" y="4534"/>
                  </a:lnTo>
                  <a:lnTo>
                    <a:pt x="2409" y="4534"/>
                  </a:lnTo>
                  <a:cubicBezTo>
                    <a:pt x="2411" y="4507"/>
                    <a:pt x="2408" y="4479"/>
                    <a:pt x="2406" y="4452"/>
                  </a:cubicBezTo>
                  <a:cubicBezTo>
                    <a:pt x="2406" y="4432"/>
                    <a:pt x="2405" y="4410"/>
                    <a:pt x="2403" y="4389"/>
                  </a:cubicBezTo>
                  <a:lnTo>
                    <a:pt x="2418" y="4383"/>
                  </a:lnTo>
                  <a:cubicBezTo>
                    <a:pt x="2477" y="4361"/>
                    <a:pt x="2540" y="4344"/>
                    <a:pt x="2602" y="4324"/>
                  </a:cubicBezTo>
                  <a:cubicBezTo>
                    <a:pt x="2602" y="4326"/>
                    <a:pt x="2602" y="4328"/>
                    <a:pt x="2602" y="4329"/>
                  </a:cubicBezTo>
                  <a:cubicBezTo>
                    <a:pt x="2601" y="4343"/>
                    <a:pt x="2602" y="4358"/>
                    <a:pt x="2602" y="4372"/>
                  </a:cubicBezTo>
                  <a:cubicBezTo>
                    <a:pt x="2601" y="4380"/>
                    <a:pt x="2601" y="4389"/>
                    <a:pt x="2601" y="4397"/>
                  </a:cubicBezTo>
                  <a:cubicBezTo>
                    <a:pt x="2601" y="4417"/>
                    <a:pt x="2602" y="4437"/>
                    <a:pt x="2604" y="4457"/>
                  </a:cubicBezTo>
                  <a:cubicBezTo>
                    <a:pt x="2604" y="4459"/>
                    <a:pt x="2605" y="4459"/>
                    <a:pt x="2606" y="4461"/>
                  </a:cubicBezTo>
                  <a:cubicBezTo>
                    <a:pt x="2606" y="4462"/>
                    <a:pt x="2607" y="4463"/>
                    <a:pt x="2607" y="4464"/>
                  </a:cubicBezTo>
                  <a:cubicBezTo>
                    <a:pt x="2602" y="4467"/>
                    <a:pt x="2598" y="4470"/>
                    <a:pt x="2593" y="4473"/>
                  </a:cubicBezTo>
                  <a:cubicBezTo>
                    <a:pt x="2581" y="4480"/>
                    <a:pt x="2568" y="4485"/>
                    <a:pt x="2555" y="4489"/>
                  </a:cubicBezTo>
                  <a:lnTo>
                    <a:pt x="2554" y="4489"/>
                  </a:lnTo>
                  <a:moveTo>
                    <a:pt x="2648" y="4362"/>
                  </a:moveTo>
                  <a:cubicBezTo>
                    <a:pt x="2645" y="4388"/>
                    <a:pt x="2644" y="4414"/>
                    <a:pt x="2644" y="4440"/>
                  </a:cubicBezTo>
                  <a:lnTo>
                    <a:pt x="2644" y="4441"/>
                  </a:lnTo>
                  <a:lnTo>
                    <a:pt x="2634" y="4447"/>
                  </a:lnTo>
                  <a:lnTo>
                    <a:pt x="2623" y="4454"/>
                  </a:lnTo>
                  <a:cubicBezTo>
                    <a:pt x="2622" y="4416"/>
                    <a:pt x="2619" y="4379"/>
                    <a:pt x="2618" y="4341"/>
                  </a:cubicBezTo>
                  <a:cubicBezTo>
                    <a:pt x="2618" y="4335"/>
                    <a:pt x="2618" y="4327"/>
                    <a:pt x="2618" y="4320"/>
                  </a:cubicBezTo>
                  <a:lnTo>
                    <a:pt x="2656" y="4307"/>
                  </a:lnTo>
                  <a:cubicBezTo>
                    <a:pt x="2656" y="4325"/>
                    <a:pt x="2649" y="4349"/>
                    <a:pt x="2648" y="4363"/>
                  </a:cubicBezTo>
                  <a:lnTo>
                    <a:pt x="2648" y="4362"/>
                  </a:lnTo>
                  <a:moveTo>
                    <a:pt x="2857" y="4264"/>
                  </a:moveTo>
                  <a:cubicBezTo>
                    <a:pt x="2857" y="4285"/>
                    <a:pt x="2852" y="4308"/>
                    <a:pt x="2853" y="4329"/>
                  </a:cubicBezTo>
                  <a:cubicBezTo>
                    <a:pt x="2791" y="4358"/>
                    <a:pt x="2731" y="4390"/>
                    <a:pt x="2671" y="4424"/>
                  </a:cubicBezTo>
                  <a:cubicBezTo>
                    <a:pt x="2671" y="4399"/>
                    <a:pt x="2668" y="4375"/>
                    <a:pt x="2666" y="4351"/>
                  </a:cubicBezTo>
                  <a:cubicBezTo>
                    <a:pt x="2666" y="4351"/>
                    <a:pt x="2666" y="4350"/>
                    <a:pt x="2666" y="4349"/>
                  </a:cubicBezTo>
                  <a:cubicBezTo>
                    <a:pt x="2666" y="4333"/>
                    <a:pt x="2665" y="4317"/>
                    <a:pt x="2664" y="4302"/>
                  </a:cubicBezTo>
                  <a:cubicBezTo>
                    <a:pt x="2702" y="4288"/>
                    <a:pt x="2739" y="4272"/>
                    <a:pt x="2774" y="4253"/>
                  </a:cubicBezTo>
                  <a:cubicBezTo>
                    <a:pt x="2800" y="4239"/>
                    <a:pt x="2830" y="4227"/>
                    <a:pt x="2858" y="4213"/>
                  </a:cubicBezTo>
                  <a:cubicBezTo>
                    <a:pt x="2857" y="4231"/>
                    <a:pt x="2857" y="4248"/>
                    <a:pt x="2857" y="4265"/>
                  </a:cubicBezTo>
                  <a:lnTo>
                    <a:pt x="2857" y="4264"/>
                  </a:lnTo>
                  <a:moveTo>
                    <a:pt x="2898" y="4300"/>
                  </a:moveTo>
                  <a:lnTo>
                    <a:pt x="2879" y="4313"/>
                  </a:lnTo>
                  <a:cubicBezTo>
                    <a:pt x="2879" y="4297"/>
                    <a:pt x="2879" y="4281"/>
                    <a:pt x="2879" y="4264"/>
                  </a:cubicBezTo>
                  <a:cubicBezTo>
                    <a:pt x="2879" y="4245"/>
                    <a:pt x="2879" y="4223"/>
                    <a:pt x="2877" y="4202"/>
                  </a:cubicBezTo>
                  <a:cubicBezTo>
                    <a:pt x="2885" y="4198"/>
                    <a:pt x="2893" y="4193"/>
                    <a:pt x="2901" y="4188"/>
                  </a:cubicBezTo>
                  <a:cubicBezTo>
                    <a:pt x="2899" y="4203"/>
                    <a:pt x="2898" y="4218"/>
                    <a:pt x="2898" y="4234"/>
                  </a:cubicBezTo>
                  <a:cubicBezTo>
                    <a:pt x="2897" y="4244"/>
                    <a:pt x="2896" y="4253"/>
                    <a:pt x="2896" y="4263"/>
                  </a:cubicBezTo>
                  <a:cubicBezTo>
                    <a:pt x="2896" y="4276"/>
                    <a:pt x="2897" y="4289"/>
                    <a:pt x="2899" y="4302"/>
                  </a:cubicBezTo>
                  <a:lnTo>
                    <a:pt x="2898" y="4300"/>
                  </a:lnTo>
                  <a:moveTo>
                    <a:pt x="2938" y="4266"/>
                  </a:moveTo>
                  <a:cubicBezTo>
                    <a:pt x="2934" y="4270"/>
                    <a:pt x="2931" y="4273"/>
                    <a:pt x="2927" y="4277"/>
                  </a:cubicBezTo>
                  <a:cubicBezTo>
                    <a:pt x="2926" y="4242"/>
                    <a:pt x="2934" y="4203"/>
                    <a:pt x="2925" y="4169"/>
                  </a:cubicBezTo>
                  <a:cubicBezTo>
                    <a:pt x="2939" y="4158"/>
                    <a:pt x="2954" y="4147"/>
                    <a:pt x="2969" y="4137"/>
                  </a:cubicBezTo>
                  <a:cubicBezTo>
                    <a:pt x="2968" y="4145"/>
                    <a:pt x="2967" y="4152"/>
                    <a:pt x="2967" y="4159"/>
                  </a:cubicBezTo>
                  <a:cubicBezTo>
                    <a:pt x="2967" y="4162"/>
                    <a:pt x="2967" y="4165"/>
                    <a:pt x="2967" y="4168"/>
                  </a:cubicBezTo>
                  <a:cubicBezTo>
                    <a:pt x="2969" y="4174"/>
                    <a:pt x="2970" y="4181"/>
                    <a:pt x="2971" y="4188"/>
                  </a:cubicBezTo>
                  <a:cubicBezTo>
                    <a:pt x="2970" y="4199"/>
                    <a:pt x="2976" y="4210"/>
                    <a:pt x="2974" y="4220"/>
                  </a:cubicBezTo>
                  <a:cubicBezTo>
                    <a:pt x="2974" y="4221"/>
                    <a:pt x="2974" y="4222"/>
                    <a:pt x="2974" y="4223"/>
                  </a:cubicBezTo>
                  <a:cubicBezTo>
                    <a:pt x="2974" y="4225"/>
                    <a:pt x="2974" y="4227"/>
                    <a:pt x="2975" y="4229"/>
                  </a:cubicBezTo>
                  <a:cubicBezTo>
                    <a:pt x="2963" y="4244"/>
                    <a:pt x="2949" y="4255"/>
                    <a:pt x="2938" y="4268"/>
                  </a:cubicBezTo>
                  <a:lnTo>
                    <a:pt x="2938" y="4266"/>
                  </a:lnTo>
                  <a:moveTo>
                    <a:pt x="3077" y="4087"/>
                  </a:moveTo>
                  <a:lnTo>
                    <a:pt x="3076" y="4088"/>
                  </a:lnTo>
                  <a:cubicBezTo>
                    <a:pt x="3074" y="4089"/>
                    <a:pt x="3072" y="4090"/>
                    <a:pt x="3071" y="4092"/>
                  </a:cubicBezTo>
                  <a:cubicBezTo>
                    <a:pt x="3070" y="4094"/>
                    <a:pt x="3070" y="4095"/>
                    <a:pt x="3069" y="4097"/>
                  </a:cubicBezTo>
                  <a:cubicBezTo>
                    <a:pt x="3064" y="4141"/>
                    <a:pt x="3022" y="4161"/>
                    <a:pt x="3002" y="4195"/>
                  </a:cubicBezTo>
                  <a:cubicBezTo>
                    <a:pt x="3001" y="4188"/>
                    <a:pt x="3002" y="4181"/>
                    <a:pt x="3001" y="4173"/>
                  </a:cubicBezTo>
                  <a:cubicBezTo>
                    <a:pt x="2998" y="4164"/>
                    <a:pt x="2997" y="4155"/>
                    <a:pt x="2996" y="4146"/>
                  </a:cubicBezTo>
                  <a:cubicBezTo>
                    <a:pt x="2996" y="4144"/>
                    <a:pt x="2997" y="4141"/>
                    <a:pt x="2997" y="4139"/>
                  </a:cubicBezTo>
                  <a:cubicBezTo>
                    <a:pt x="2997" y="4132"/>
                    <a:pt x="2996" y="4125"/>
                    <a:pt x="2994" y="4119"/>
                  </a:cubicBezTo>
                  <a:cubicBezTo>
                    <a:pt x="3002" y="4112"/>
                    <a:pt x="3010" y="4104"/>
                    <a:pt x="3017" y="4096"/>
                  </a:cubicBezTo>
                  <a:lnTo>
                    <a:pt x="3020" y="4093"/>
                  </a:lnTo>
                  <a:cubicBezTo>
                    <a:pt x="3043" y="4073"/>
                    <a:pt x="3062" y="4050"/>
                    <a:pt x="3078" y="4024"/>
                  </a:cubicBezTo>
                  <a:cubicBezTo>
                    <a:pt x="3079" y="4034"/>
                    <a:pt x="3080" y="4044"/>
                    <a:pt x="3080" y="4054"/>
                  </a:cubicBezTo>
                  <a:cubicBezTo>
                    <a:pt x="3080" y="4065"/>
                    <a:pt x="3079" y="4077"/>
                    <a:pt x="3077" y="4089"/>
                  </a:cubicBezTo>
                  <a:lnTo>
                    <a:pt x="3077" y="4087"/>
                  </a:lnTo>
                  <a:moveTo>
                    <a:pt x="3051" y="3687"/>
                  </a:moveTo>
                  <a:cubicBezTo>
                    <a:pt x="3050" y="3688"/>
                    <a:pt x="3050" y="3689"/>
                    <a:pt x="3049" y="3690"/>
                  </a:cubicBezTo>
                  <a:cubicBezTo>
                    <a:pt x="3048" y="3691"/>
                    <a:pt x="3048" y="3693"/>
                    <a:pt x="3047" y="3694"/>
                  </a:cubicBezTo>
                  <a:cubicBezTo>
                    <a:pt x="3043" y="3667"/>
                    <a:pt x="3040" y="3641"/>
                    <a:pt x="3038" y="3614"/>
                  </a:cubicBezTo>
                  <a:cubicBezTo>
                    <a:pt x="3038" y="3609"/>
                    <a:pt x="3030" y="3609"/>
                    <a:pt x="3030" y="3614"/>
                  </a:cubicBezTo>
                  <a:cubicBezTo>
                    <a:pt x="3030" y="3635"/>
                    <a:pt x="3024" y="3655"/>
                    <a:pt x="3022" y="3677"/>
                  </a:cubicBezTo>
                  <a:cubicBezTo>
                    <a:pt x="3019" y="3698"/>
                    <a:pt x="3024" y="3730"/>
                    <a:pt x="3014" y="3750"/>
                  </a:cubicBezTo>
                  <a:cubicBezTo>
                    <a:pt x="3013" y="3752"/>
                    <a:pt x="3012" y="3755"/>
                    <a:pt x="3012" y="3757"/>
                  </a:cubicBezTo>
                  <a:cubicBezTo>
                    <a:pt x="3012" y="3759"/>
                    <a:pt x="3012" y="3761"/>
                    <a:pt x="3014" y="3764"/>
                  </a:cubicBezTo>
                  <a:cubicBezTo>
                    <a:pt x="3015" y="3766"/>
                    <a:pt x="3017" y="3768"/>
                    <a:pt x="3020" y="3770"/>
                  </a:cubicBezTo>
                  <a:cubicBezTo>
                    <a:pt x="3016" y="3780"/>
                    <a:pt x="3011" y="3790"/>
                    <a:pt x="3006" y="3798"/>
                  </a:cubicBezTo>
                  <a:cubicBezTo>
                    <a:pt x="3005" y="3787"/>
                    <a:pt x="3003" y="3776"/>
                    <a:pt x="3003" y="3765"/>
                  </a:cubicBezTo>
                  <a:cubicBezTo>
                    <a:pt x="3002" y="3740"/>
                    <a:pt x="2999" y="3714"/>
                    <a:pt x="2997" y="3688"/>
                  </a:cubicBezTo>
                  <a:cubicBezTo>
                    <a:pt x="2997" y="3644"/>
                    <a:pt x="2992" y="3601"/>
                    <a:pt x="2981" y="3558"/>
                  </a:cubicBezTo>
                  <a:cubicBezTo>
                    <a:pt x="2981" y="3557"/>
                    <a:pt x="2981" y="3557"/>
                    <a:pt x="2980" y="3557"/>
                  </a:cubicBezTo>
                  <a:lnTo>
                    <a:pt x="2979" y="3557"/>
                  </a:lnTo>
                  <a:lnTo>
                    <a:pt x="2978" y="3557"/>
                  </a:lnTo>
                  <a:cubicBezTo>
                    <a:pt x="2978" y="3557"/>
                    <a:pt x="2977" y="3557"/>
                    <a:pt x="2977" y="3558"/>
                  </a:cubicBezTo>
                  <a:lnTo>
                    <a:pt x="2977" y="3559"/>
                  </a:lnTo>
                  <a:cubicBezTo>
                    <a:pt x="2985" y="3600"/>
                    <a:pt x="2990" y="3642"/>
                    <a:pt x="2990" y="3684"/>
                  </a:cubicBezTo>
                  <a:cubicBezTo>
                    <a:pt x="2990" y="3696"/>
                    <a:pt x="2989" y="3707"/>
                    <a:pt x="2989" y="3719"/>
                  </a:cubicBezTo>
                  <a:cubicBezTo>
                    <a:pt x="2988" y="3753"/>
                    <a:pt x="2987" y="3788"/>
                    <a:pt x="2989" y="3822"/>
                  </a:cubicBezTo>
                  <a:cubicBezTo>
                    <a:pt x="2984" y="3828"/>
                    <a:pt x="2979" y="3833"/>
                    <a:pt x="2973" y="3838"/>
                  </a:cubicBezTo>
                  <a:cubicBezTo>
                    <a:pt x="2968" y="3842"/>
                    <a:pt x="2963" y="3847"/>
                    <a:pt x="2958" y="3851"/>
                  </a:cubicBezTo>
                  <a:cubicBezTo>
                    <a:pt x="2958" y="3788"/>
                    <a:pt x="2947" y="3725"/>
                    <a:pt x="2947" y="3663"/>
                  </a:cubicBezTo>
                  <a:cubicBezTo>
                    <a:pt x="2947" y="3659"/>
                    <a:pt x="2941" y="3658"/>
                    <a:pt x="2941" y="3663"/>
                  </a:cubicBezTo>
                  <a:cubicBezTo>
                    <a:pt x="2940" y="3700"/>
                    <a:pt x="2944" y="3737"/>
                    <a:pt x="2941" y="3774"/>
                  </a:cubicBezTo>
                  <a:cubicBezTo>
                    <a:pt x="2939" y="3805"/>
                    <a:pt x="2936" y="3837"/>
                    <a:pt x="2937" y="3868"/>
                  </a:cubicBezTo>
                  <a:lnTo>
                    <a:pt x="2902" y="3899"/>
                  </a:lnTo>
                  <a:cubicBezTo>
                    <a:pt x="2902" y="3898"/>
                    <a:pt x="2901" y="3898"/>
                    <a:pt x="2900" y="3898"/>
                  </a:cubicBezTo>
                  <a:cubicBezTo>
                    <a:pt x="2899" y="3898"/>
                    <a:pt x="2898" y="3898"/>
                    <a:pt x="2897" y="3899"/>
                  </a:cubicBezTo>
                  <a:cubicBezTo>
                    <a:pt x="2907" y="3853"/>
                    <a:pt x="2891" y="3793"/>
                    <a:pt x="2885" y="3749"/>
                  </a:cubicBezTo>
                  <a:cubicBezTo>
                    <a:pt x="2879" y="3696"/>
                    <a:pt x="2875" y="3644"/>
                    <a:pt x="2872" y="3591"/>
                  </a:cubicBezTo>
                  <a:lnTo>
                    <a:pt x="2872" y="3590"/>
                  </a:lnTo>
                  <a:cubicBezTo>
                    <a:pt x="2871" y="3590"/>
                    <a:pt x="2871" y="3590"/>
                    <a:pt x="2871" y="3590"/>
                  </a:cubicBezTo>
                  <a:cubicBezTo>
                    <a:pt x="2870" y="3590"/>
                    <a:pt x="2870" y="3590"/>
                    <a:pt x="2870" y="3590"/>
                  </a:cubicBezTo>
                  <a:lnTo>
                    <a:pt x="2869" y="3590"/>
                  </a:lnTo>
                  <a:cubicBezTo>
                    <a:pt x="2869" y="3591"/>
                    <a:pt x="2869" y="3591"/>
                    <a:pt x="2869" y="3591"/>
                  </a:cubicBezTo>
                  <a:cubicBezTo>
                    <a:pt x="2866" y="3643"/>
                    <a:pt x="2876" y="3696"/>
                    <a:pt x="2870" y="3748"/>
                  </a:cubicBezTo>
                  <a:cubicBezTo>
                    <a:pt x="2866" y="3779"/>
                    <a:pt x="2864" y="3811"/>
                    <a:pt x="2864" y="3843"/>
                  </a:cubicBezTo>
                  <a:cubicBezTo>
                    <a:pt x="2864" y="3865"/>
                    <a:pt x="2865" y="3887"/>
                    <a:pt x="2867" y="3909"/>
                  </a:cubicBezTo>
                  <a:lnTo>
                    <a:pt x="2848" y="3917"/>
                  </a:lnTo>
                  <a:cubicBezTo>
                    <a:pt x="2846" y="3896"/>
                    <a:pt x="2846" y="3874"/>
                    <a:pt x="2844" y="3853"/>
                  </a:cubicBezTo>
                  <a:cubicBezTo>
                    <a:pt x="2844" y="3834"/>
                    <a:pt x="2839" y="3816"/>
                    <a:pt x="2830" y="3800"/>
                  </a:cubicBezTo>
                  <a:cubicBezTo>
                    <a:pt x="2829" y="3799"/>
                    <a:pt x="2828" y="3797"/>
                    <a:pt x="2827" y="3796"/>
                  </a:cubicBezTo>
                  <a:cubicBezTo>
                    <a:pt x="2825" y="3794"/>
                    <a:pt x="2822" y="3797"/>
                    <a:pt x="2823" y="3799"/>
                  </a:cubicBezTo>
                  <a:cubicBezTo>
                    <a:pt x="2829" y="3807"/>
                    <a:pt x="2827" y="3828"/>
                    <a:pt x="2828" y="3839"/>
                  </a:cubicBezTo>
                  <a:cubicBezTo>
                    <a:pt x="2828" y="3842"/>
                    <a:pt x="2828" y="3844"/>
                    <a:pt x="2828" y="3847"/>
                  </a:cubicBezTo>
                  <a:cubicBezTo>
                    <a:pt x="2828" y="3862"/>
                    <a:pt x="2827" y="3877"/>
                    <a:pt x="2825" y="3892"/>
                  </a:cubicBezTo>
                  <a:cubicBezTo>
                    <a:pt x="2823" y="3904"/>
                    <a:pt x="2821" y="3917"/>
                    <a:pt x="2820" y="3929"/>
                  </a:cubicBezTo>
                  <a:cubicBezTo>
                    <a:pt x="2808" y="3935"/>
                    <a:pt x="2796" y="3940"/>
                    <a:pt x="2784" y="3946"/>
                  </a:cubicBezTo>
                  <a:cubicBezTo>
                    <a:pt x="2781" y="3913"/>
                    <a:pt x="2772" y="3880"/>
                    <a:pt x="2769" y="3847"/>
                  </a:cubicBezTo>
                  <a:cubicBezTo>
                    <a:pt x="2769" y="3844"/>
                    <a:pt x="2765" y="3844"/>
                    <a:pt x="2765" y="3847"/>
                  </a:cubicBezTo>
                  <a:cubicBezTo>
                    <a:pt x="2765" y="3852"/>
                    <a:pt x="2765" y="3857"/>
                    <a:pt x="2765" y="3862"/>
                  </a:cubicBezTo>
                  <a:cubicBezTo>
                    <a:pt x="2765" y="3873"/>
                    <a:pt x="2765" y="3885"/>
                    <a:pt x="2763" y="3897"/>
                  </a:cubicBezTo>
                  <a:cubicBezTo>
                    <a:pt x="2761" y="3916"/>
                    <a:pt x="2761" y="3938"/>
                    <a:pt x="2759" y="3959"/>
                  </a:cubicBezTo>
                  <a:lnTo>
                    <a:pt x="2732" y="3973"/>
                  </a:lnTo>
                  <a:cubicBezTo>
                    <a:pt x="2726" y="3944"/>
                    <a:pt x="2726" y="3909"/>
                    <a:pt x="2723" y="3883"/>
                  </a:cubicBezTo>
                  <a:cubicBezTo>
                    <a:pt x="2719" y="3857"/>
                    <a:pt x="2718" y="3831"/>
                    <a:pt x="2716" y="3805"/>
                  </a:cubicBezTo>
                  <a:cubicBezTo>
                    <a:pt x="2716" y="3800"/>
                    <a:pt x="2709" y="3800"/>
                    <a:pt x="2708" y="3805"/>
                  </a:cubicBezTo>
                  <a:cubicBezTo>
                    <a:pt x="2707" y="3823"/>
                    <a:pt x="2706" y="3841"/>
                    <a:pt x="2706" y="3859"/>
                  </a:cubicBezTo>
                  <a:cubicBezTo>
                    <a:pt x="2706" y="3890"/>
                    <a:pt x="2708" y="3921"/>
                    <a:pt x="2712" y="3951"/>
                  </a:cubicBezTo>
                  <a:cubicBezTo>
                    <a:pt x="2713" y="3959"/>
                    <a:pt x="2712" y="3971"/>
                    <a:pt x="2713" y="3982"/>
                  </a:cubicBezTo>
                  <a:lnTo>
                    <a:pt x="2692" y="3995"/>
                  </a:lnTo>
                  <a:cubicBezTo>
                    <a:pt x="2691" y="3993"/>
                    <a:pt x="2691" y="3990"/>
                    <a:pt x="2690" y="3987"/>
                  </a:cubicBezTo>
                  <a:cubicBezTo>
                    <a:pt x="2688" y="3976"/>
                    <a:pt x="2687" y="3965"/>
                    <a:pt x="2687" y="3954"/>
                  </a:cubicBezTo>
                  <a:cubicBezTo>
                    <a:pt x="2687" y="3949"/>
                    <a:pt x="2679" y="3949"/>
                    <a:pt x="2679" y="3954"/>
                  </a:cubicBezTo>
                  <a:cubicBezTo>
                    <a:pt x="2679" y="3969"/>
                    <a:pt x="2675" y="3984"/>
                    <a:pt x="2676" y="3999"/>
                  </a:cubicBezTo>
                  <a:cubicBezTo>
                    <a:pt x="2676" y="3999"/>
                    <a:pt x="2676" y="4000"/>
                    <a:pt x="2676" y="4001"/>
                  </a:cubicBezTo>
                  <a:cubicBezTo>
                    <a:pt x="2676" y="4002"/>
                    <a:pt x="2676" y="4003"/>
                    <a:pt x="2676" y="4003"/>
                  </a:cubicBezTo>
                  <a:lnTo>
                    <a:pt x="2668" y="4007"/>
                  </a:lnTo>
                  <a:cubicBezTo>
                    <a:pt x="2663" y="4010"/>
                    <a:pt x="2657" y="4013"/>
                    <a:pt x="2652" y="4015"/>
                  </a:cubicBezTo>
                  <a:cubicBezTo>
                    <a:pt x="2652" y="4009"/>
                    <a:pt x="2652" y="4004"/>
                    <a:pt x="2652" y="3999"/>
                  </a:cubicBezTo>
                  <a:cubicBezTo>
                    <a:pt x="2652" y="3987"/>
                    <a:pt x="2646" y="3975"/>
                    <a:pt x="2645" y="3963"/>
                  </a:cubicBezTo>
                  <a:cubicBezTo>
                    <a:pt x="2645" y="3958"/>
                    <a:pt x="2636" y="3958"/>
                    <a:pt x="2636" y="3963"/>
                  </a:cubicBezTo>
                  <a:cubicBezTo>
                    <a:pt x="2636" y="3980"/>
                    <a:pt x="2636" y="3995"/>
                    <a:pt x="2634" y="4012"/>
                  </a:cubicBezTo>
                  <a:cubicBezTo>
                    <a:pt x="2634" y="4015"/>
                    <a:pt x="2634" y="4019"/>
                    <a:pt x="2633" y="4023"/>
                  </a:cubicBezTo>
                  <a:lnTo>
                    <a:pt x="2622" y="4027"/>
                  </a:lnTo>
                  <a:cubicBezTo>
                    <a:pt x="2622" y="4010"/>
                    <a:pt x="2618" y="3994"/>
                    <a:pt x="2618" y="3976"/>
                  </a:cubicBezTo>
                  <a:cubicBezTo>
                    <a:pt x="2618" y="3972"/>
                    <a:pt x="2618" y="3967"/>
                    <a:pt x="2618" y="3963"/>
                  </a:cubicBezTo>
                  <a:cubicBezTo>
                    <a:pt x="2618" y="3942"/>
                    <a:pt x="2616" y="3922"/>
                    <a:pt x="2611" y="3902"/>
                  </a:cubicBezTo>
                  <a:cubicBezTo>
                    <a:pt x="2600" y="3861"/>
                    <a:pt x="2592" y="3819"/>
                    <a:pt x="2588" y="3777"/>
                  </a:cubicBezTo>
                  <a:cubicBezTo>
                    <a:pt x="2588" y="3773"/>
                    <a:pt x="2582" y="3774"/>
                    <a:pt x="2582" y="3777"/>
                  </a:cubicBezTo>
                  <a:cubicBezTo>
                    <a:pt x="2585" y="3864"/>
                    <a:pt x="2594" y="3951"/>
                    <a:pt x="2597" y="4037"/>
                  </a:cubicBezTo>
                  <a:cubicBezTo>
                    <a:pt x="2591" y="4040"/>
                    <a:pt x="2585" y="4042"/>
                    <a:pt x="2579" y="4045"/>
                  </a:cubicBezTo>
                  <a:cubicBezTo>
                    <a:pt x="2555" y="4057"/>
                    <a:pt x="2530" y="4072"/>
                    <a:pt x="2505" y="4082"/>
                  </a:cubicBezTo>
                  <a:lnTo>
                    <a:pt x="2503" y="4082"/>
                  </a:lnTo>
                  <a:cubicBezTo>
                    <a:pt x="2491" y="4085"/>
                    <a:pt x="2479" y="4089"/>
                    <a:pt x="2468" y="4094"/>
                  </a:cubicBezTo>
                  <a:cubicBezTo>
                    <a:pt x="2442" y="4101"/>
                    <a:pt x="2417" y="4111"/>
                    <a:pt x="2392" y="4120"/>
                  </a:cubicBezTo>
                  <a:cubicBezTo>
                    <a:pt x="2392" y="4119"/>
                    <a:pt x="2392" y="4119"/>
                    <a:pt x="2392" y="4119"/>
                  </a:cubicBezTo>
                  <a:cubicBezTo>
                    <a:pt x="2392" y="4112"/>
                    <a:pt x="2392" y="4106"/>
                    <a:pt x="2392" y="4099"/>
                  </a:cubicBezTo>
                  <a:cubicBezTo>
                    <a:pt x="2392" y="4012"/>
                    <a:pt x="2387" y="3925"/>
                    <a:pt x="2377" y="3839"/>
                  </a:cubicBezTo>
                  <a:cubicBezTo>
                    <a:pt x="2377" y="3838"/>
                    <a:pt x="2377" y="3838"/>
                    <a:pt x="2376" y="3838"/>
                  </a:cubicBezTo>
                  <a:cubicBezTo>
                    <a:pt x="2375" y="3837"/>
                    <a:pt x="2376" y="3837"/>
                    <a:pt x="2375" y="3837"/>
                  </a:cubicBezTo>
                  <a:cubicBezTo>
                    <a:pt x="2374" y="3836"/>
                    <a:pt x="2374" y="3836"/>
                    <a:pt x="2374" y="3836"/>
                  </a:cubicBezTo>
                  <a:cubicBezTo>
                    <a:pt x="2373" y="3836"/>
                    <a:pt x="2374" y="3836"/>
                    <a:pt x="2373" y="3837"/>
                  </a:cubicBezTo>
                  <a:cubicBezTo>
                    <a:pt x="2372" y="3837"/>
                    <a:pt x="2373" y="3837"/>
                    <a:pt x="2372" y="3838"/>
                  </a:cubicBezTo>
                  <a:cubicBezTo>
                    <a:pt x="2371" y="3838"/>
                    <a:pt x="2371" y="3838"/>
                    <a:pt x="2371" y="3839"/>
                  </a:cubicBezTo>
                  <a:cubicBezTo>
                    <a:pt x="2378" y="3930"/>
                    <a:pt x="2362" y="4024"/>
                    <a:pt x="2363" y="4116"/>
                  </a:cubicBezTo>
                  <a:cubicBezTo>
                    <a:pt x="2363" y="4119"/>
                    <a:pt x="2363" y="4120"/>
                    <a:pt x="2365" y="4123"/>
                  </a:cubicBezTo>
                  <a:cubicBezTo>
                    <a:pt x="2366" y="4125"/>
                    <a:pt x="2367" y="4127"/>
                    <a:pt x="2369" y="4128"/>
                  </a:cubicBezTo>
                  <a:cubicBezTo>
                    <a:pt x="2363" y="4130"/>
                    <a:pt x="2358" y="4132"/>
                    <a:pt x="2352" y="4133"/>
                  </a:cubicBezTo>
                  <a:cubicBezTo>
                    <a:pt x="2352" y="4134"/>
                    <a:pt x="2352" y="4134"/>
                    <a:pt x="2351" y="4134"/>
                  </a:cubicBezTo>
                  <a:cubicBezTo>
                    <a:pt x="2351" y="4134"/>
                    <a:pt x="2349" y="4135"/>
                    <a:pt x="2349" y="4136"/>
                  </a:cubicBezTo>
                  <a:cubicBezTo>
                    <a:pt x="2348" y="4137"/>
                    <a:pt x="2349" y="4137"/>
                    <a:pt x="2349" y="4138"/>
                  </a:cubicBezTo>
                  <a:cubicBezTo>
                    <a:pt x="2349" y="4139"/>
                    <a:pt x="2348" y="4140"/>
                    <a:pt x="2349" y="4141"/>
                  </a:cubicBezTo>
                  <a:cubicBezTo>
                    <a:pt x="2349" y="4142"/>
                    <a:pt x="2351" y="4143"/>
                    <a:pt x="2351" y="4143"/>
                  </a:cubicBezTo>
                  <a:cubicBezTo>
                    <a:pt x="2352" y="4143"/>
                    <a:pt x="2352" y="4143"/>
                    <a:pt x="2352" y="4143"/>
                  </a:cubicBezTo>
                  <a:cubicBezTo>
                    <a:pt x="2401" y="4160"/>
                    <a:pt x="2454" y="4129"/>
                    <a:pt x="2503" y="4123"/>
                  </a:cubicBezTo>
                  <a:cubicBezTo>
                    <a:pt x="2555" y="4116"/>
                    <a:pt x="2607" y="4076"/>
                    <a:pt x="2657" y="4060"/>
                  </a:cubicBezTo>
                  <a:cubicBezTo>
                    <a:pt x="2704" y="4041"/>
                    <a:pt x="2750" y="4019"/>
                    <a:pt x="2795" y="3994"/>
                  </a:cubicBezTo>
                  <a:cubicBezTo>
                    <a:pt x="2813" y="3985"/>
                    <a:pt x="2835" y="3974"/>
                    <a:pt x="2856" y="3963"/>
                  </a:cubicBezTo>
                  <a:cubicBezTo>
                    <a:pt x="2897" y="3961"/>
                    <a:pt x="2947" y="3919"/>
                    <a:pt x="2975" y="3895"/>
                  </a:cubicBezTo>
                  <a:cubicBezTo>
                    <a:pt x="3009" y="3866"/>
                    <a:pt x="3037" y="3832"/>
                    <a:pt x="3060" y="3793"/>
                  </a:cubicBezTo>
                  <a:cubicBezTo>
                    <a:pt x="3065" y="3785"/>
                    <a:pt x="3069" y="3776"/>
                    <a:pt x="3074" y="3767"/>
                  </a:cubicBezTo>
                  <a:cubicBezTo>
                    <a:pt x="3076" y="3779"/>
                    <a:pt x="3077" y="3792"/>
                    <a:pt x="3077" y="3805"/>
                  </a:cubicBezTo>
                  <a:cubicBezTo>
                    <a:pt x="3077" y="3842"/>
                    <a:pt x="3082" y="3880"/>
                    <a:pt x="3080" y="3918"/>
                  </a:cubicBezTo>
                  <a:cubicBezTo>
                    <a:pt x="3078" y="3919"/>
                    <a:pt x="3078" y="3920"/>
                    <a:pt x="3077" y="3921"/>
                  </a:cubicBezTo>
                  <a:cubicBezTo>
                    <a:pt x="3076" y="3923"/>
                    <a:pt x="3076" y="3924"/>
                    <a:pt x="3075" y="3925"/>
                  </a:cubicBezTo>
                  <a:cubicBezTo>
                    <a:pt x="3070" y="3954"/>
                    <a:pt x="3060" y="3983"/>
                    <a:pt x="3045" y="4009"/>
                  </a:cubicBezTo>
                  <a:cubicBezTo>
                    <a:pt x="3025" y="4042"/>
                    <a:pt x="2999" y="4071"/>
                    <a:pt x="2967" y="4093"/>
                  </a:cubicBezTo>
                  <a:cubicBezTo>
                    <a:pt x="2960" y="4097"/>
                    <a:pt x="2954" y="4100"/>
                    <a:pt x="2948" y="4104"/>
                  </a:cubicBezTo>
                  <a:cubicBezTo>
                    <a:pt x="2934" y="4112"/>
                    <a:pt x="2921" y="4120"/>
                    <a:pt x="2908" y="4129"/>
                  </a:cubicBezTo>
                  <a:cubicBezTo>
                    <a:pt x="2860" y="4163"/>
                    <a:pt x="2801" y="4180"/>
                    <a:pt x="2749" y="4207"/>
                  </a:cubicBezTo>
                  <a:cubicBezTo>
                    <a:pt x="2643" y="4262"/>
                    <a:pt x="2526" y="4283"/>
                    <a:pt x="2416" y="4327"/>
                  </a:cubicBezTo>
                  <a:cubicBezTo>
                    <a:pt x="2386" y="4339"/>
                    <a:pt x="2354" y="4351"/>
                    <a:pt x="2321" y="4362"/>
                  </a:cubicBezTo>
                  <a:lnTo>
                    <a:pt x="2303" y="4367"/>
                  </a:lnTo>
                  <a:cubicBezTo>
                    <a:pt x="2222" y="4388"/>
                    <a:pt x="2134" y="4386"/>
                    <a:pt x="2055" y="4410"/>
                  </a:cubicBezTo>
                  <a:cubicBezTo>
                    <a:pt x="2021" y="4418"/>
                    <a:pt x="1985" y="4423"/>
                    <a:pt x="1949" y="4423"/>
                  </a:cubicBezTo>
                  <a:cubicBezTo>
                    <a:pt x="1947" y="4423"/>
                    <a:pt x="1945" y="4423"/>
                    <a:pt x="1942" y="4423"/>
                  </a:cubicBezTo>
                  <a:cubicBezTo>
                    <a:pt x="1889" y="4423"/>
                    <a:pt x="1836" y="4436"/>
                    <a:pt x="1782" y="4435"/>
                  </a:cubicBezTo>
                  <a:cubicBezTo>
                    <a:pt x="1717" y="4435"/>
                    <a:pt x="1652" y="4435"/>
                    <a:pt x="1586" y="4436"/>
                  </a:cubicBezTo>
                  <a:cubicBezTo>
                    <a:pt x="1546" y="4436"/>
                    <a:pt x="1507" y="4429"/>
                    <a:pt x="1468" y="4434"/>
                  </a:cubicBezTo>
                  <a:cubicBezTo>
                    <a:pt x="1446" y="4433"/>
                    <a:pt x="1424" y="4432"/>
                    <a:pt x="1402" y="4431"/>
                  </a:cubicBezTo>
                  <a:cubicBezTo>
                    <a:pt x="1389" y="4426"/>
                    <a:pt x="1376" y="4423"/>
                    <a:pt x="1363" y="4423"/>
                  </a:cubicBezTo>
                  <a:lnTo>
                    <a:pt x="1362" y="4423"/>
                  </a:lnTo>
                  <a:cubicBezTo>
                    <a:pt x="1355" y="4423"/>
                    <a:pt x="1347" y="4423"/>
                    <a:pt x="1339" y="4423"/>
                  </a:cubicBezTo>
                  <a:cubicBezTo>
                    <a:pt x="1288" y="4415"/>
                    <a:pt x="1235" y="4416"/>
                    <a:pt x="1184" y="4402"/>
                  </a:cubicBezTo>
                  <a:cubicBezTo>
                    <a:pt x="1120" y="4387"/>
                    <a:pt x="1055" y="4375"/>
                    <a:pt x="990" y="4368"/>
                  </a:cubicBezTo>
                  <a:cubicBezTo>
                    <a:pt x="900" y="4356"/>
                    <a:pt x="813" y="4341"/>
                    <a:pt x="723" y="4321"/>
                  </a:cubicBezTo>
                  <a:cubicBezTo>
                    <a:pt x="691" y="4314"/>
                    <a:pt x="657" y="4311"/>
                    <a:pt x="624" y="4306"/>
                  </a:cubicBezTo>
                  <a:cubicBezTo>
                    <a:pt x="566" y="4296"/>
                    <a:pt x="523" y="4267"/>
                    <a:pt x="469" y="4250"/>
                  </a:cubicBezTo>
                  <a:cubicBezTo>
                    <a:pt x="411" y="4232"/>
                    <a:pt x="354" y="4211"/>
                    <a:pt x="299" y="4187"/>
                  </a:cubicBezTo>
                  <a:cubicBezTo>
                    <a:pt x="293" y="4184"/>
                    <a:pt x="287" y="4180"/>
                    <a:pt x="281" y="4177"/>
                  </a:cubicBezTo>
                  <a:cubicBezTo>
                    <a:pt x="272" y="4171"/>
                    <a:pt x="263" y="4167"/>
                    <a:pt x="255" y="4160"/>
                  </a:cubicBezTo>
                  <a:cubicBezTo>
                    <a:pt x="254" y="4159"/>
                    <a:pt x="255" y="4158"/>
                    <a:pt x="254" y="4158"/>
                  </a:cubicBezTo>
                  <a:cubicBezTo>
                    <a:pt x="253" y="4157"/>
                    <a:pt x="253" y="4157"/>
                    <a:pt x="252" y="4156"/>
                  </a:cubicBezTo>
                  <a:cubicBezTo>
                    <a:pt x="247" y="4151"/>
                    <a:pt x="241" y="4146"/>
                    <a:pt x="235" y="4143"/>
                  </a:cubicBezTo>
                  <a:cubicBezTo>
                    <a:pt x="234" y="4142"/>
                    <a:pt x="234" y="4142"/>
                    <a:pt x="233" y="4142"/>
                  </a:cubicBezTo>
                  <a:cubicBezTo>
                    <a:pt x="202" y="4116"/>
                    <a:pt x="174" y="4085"/>
                    <a:pt x="145" y="4061"/>
                  </a:cubicBezTo>
                  <a:lnTo>
                    <a:pt x="144" y="4061"/>
                  </a:lnTo>
                  <a:cubicBezTo>
                    <a:pt x="131" y="4048"/>
                    <a:pt x="116" y="4036"/>
                    <a:pt x="104" y="4025"/>
                  </a:cubicBezTo>
                  <a:cubicBezTo>
                    <a:pt x="87" y="4009"/>
                    <a:pt x="76" y="3990"/>
                    <a:pt x="60" y="3975"/>
                  </a:cubicBezTo>
                  <a:cubicBezTo>
                    <a:pt x="49" y="3964"/>
                    <a:pt x="36" y="3957"/>
                    <a:pt x="27" y="3947"/>
                  </a:cubicBezTo>
                  <a:cubicBezTo>
                    <a:pt x="27" y="3946"/>
                    <a:pt x="27" y="3946"/>
                    <a:pt x="27" y="3946"/>
                  </a:cubicBezTo>
                  <a:cubicBezTo>
                    <a:pt x="27" y="3945"/>
                    <a:pt x="27" y="3945"/>
                    <a:pt x="27" y="3945"/>
                  </a:cubicBezTo>
                  <a:cubicBezTo>
                    <a:pt x="31" y="3908"/>
                    <a:pt x="34" y="3870"/>
                    <a:pt x="34" y="3832"/>
                  </a:cubicBezTo>
                  <a:cubicBezTo>
                    <a:pt x="34" y="3823"/>
                    <a:pt x="34" y="3814"/>
                    <a:pt x="33" y="3805"/>
                  </a:cubicBezTo>
                  <a:cubicBezTo>
                    <a:pt x="33" y="3801"/>
                    <a:pt x="33" y="3798"/>
                    <a:pt x="33" y="3794"/>
                  </a:cubicBezTo>
                  <a:cubicBezTo>
                    <a:pt x="33" y="3773"/>
                    <a:pt x="32" y="3753"/>
                    <a:pt x="30" y="3732"/>
                  </a:cubicBezTo>
                  <a:cubicBezTo>
                    <a:pt x="30" y="3726"/>
                    <a:pt x="28" y="3718"/>
                    <a:pt x="27" y="3710"/>
                  </a:cubicBezTo>
                  <a:cubicBezTo>
                    <a:pt x="32" y="3720"/>
                    <a:pt x="37" y="3729"/>
                    <a:pt x="42" y="3739"/>
                  </a:cubicBezTo>
                  <a:cubicBezTo>
                    <a:pt x="55" y="3762"/>
                    <a:pt x="71" y="3783"/>
                    <a:pt x="88" y="3803"/>
                  </a:cubicBezTo>
                  <a:cubicBezTo>
                    <a:pt x="103" y="3818"/>
                    <a:pt x="119" y="3831"/>
                    <a:pt x="137" y="3841"/>
                  </a:cubicBezTo>
                  <a:cubicBezTo>
                    <a:pt x="141" y="3843"/>
                    <a:pt x="144" y="3845"/>
                    <a:pt x="147" y="3847"/>
                  </a:cubicBezTo>
                  <a:cubicBezTo>
                    <a:pt x="191" y="3865"/>
                    <a:pt x="226" y="3899"/>
                    <a:pt x="265" y="3922"/>
                  </a:cubicBezTo>
                  <a:cubicBezTo>
                    <a:pt x="280" y="3929"/>
                    <a:pt x="295" y="3937"/>
                    <a:pt x="309" y="3946"/>
                  </a:cubicBezTo>
                  <a:cubicBezTo>
                    <a:pt x="334" y="3960"/>
                    <a:pt x="359" y="3976"/>
                    <a:pt x="382" y="3992"/>
                  </a:cubicBezTo>
                  <a:cubicBezTo>
                    <a:pt x="415" y="4018"/>
                    <a:pt x="460" y="4029"/>
                    <a:pt x="500" y="4045"/>
                  </a:cubicBezTo>
                  <a:cubicBezTo>
                    <a:pt x="539" y="4061"/>
                    <a:pt x="579" y="4076"/>
                    <a:pt x="618" y="4092"/>
                  </a:cubicBezTo>
                  <a:cubicBezTo>
                    <a:pt x="646" y="4103"/>
                    <a:pt x="688" y="4118"/>
                    <a:pt x="719" y="4113"/>
                  </a:cubicBezTo>
                  <a:cubicBezTo>
                    <a:pt x="720" y="4113"/>
                    <a:pt x="720" y="4112"/>
                    <a:pt x="721" y="4112"/>
                  </a:cubicBezTo>
                  <a:cubicBezTo>
                    <a:pt x="722" y="4111"/>
                    <a:pt x="723" y="4110"/>
                    <a:pt x="724" y="4109"/>
                  </a:cubicBezTo>
                  <a:cubicBezTo>
                    <a:pt x="724" y="4107"/>
                    <a:pt x="725" y="4106"/>
                    <a:pt x="725" y="4105"/>
                  </a:cubicBezTo>
                  <a:cubicBezTo>
                    <a:pt x="725" y="4103"/>
                    <a:pt x="724" y="4101"/>
                    <a:pt x="724" y="4100"/>
                  </a:cubicBezTo>
                  <a:cubicBezTo>
                    <a:pt x="723" y="4098"/>
                    <a:pt x="722" y="4098"/>
                    <a:pt x="721" y="4097"/>
                  </a:cubicBezTo>
                  <a:cubicBezTo>
                    <a:pt x="721" y="4097"/>
                    <a:pt x="720" y="4097"/>
                    <a:pt x="720" y="4096"/>
                  </a:cubicBezTo>
                  <a:cubicBezTo>
                    <a:pt x="671" y="4083"/>
                    <a:pt x="624" y="4064"/>
                    <a:pt x="577" y="4048"/>
                  </a:cubicBezTo>
                  <a:cubicBezTo>
                    <a:pt x="577" y="4047"/>
                    <a:pt x="578" y="4045"/>
                    <a:pt x="578" y="4044"/>
                  </a:cubicBezTo>
                  <a:cubicBezTo>
                    <a:pt x="580" y="4016"/>
                    <a:pt x="582" y="3989"/>
                    <a:pt x="582" y="3962"/>
                  </a:cubicBezTo>
                  <a:cubicBezTo>
                    <a:pt x="582" y="3934"/>
                    <a:pt x="588" y="3905"/>
                    <a:pt x="587" y="3877"/>
                  </a:cubicBezTo>
                  <a:cubicBezTo>
                    <a:pt x="586" y="3848"/>
                    <a:pt x="600" y="3814"/>
                    <a:pt x="599" y="3784"/>
                  </a:cubicBezTo>
                  <a:cubicBezTo>
                    <a:pt x="597" y="3768"/>
                    <a:pt x="596" y="3752"/>
                    <a:pt x="596" y="3736"/>
                  </a:cubicBezTo>
                  <a:cubicBezTo>
                    <a:pt x="596" y="3720"/>
                    <a:pt x="597" y="3704"/>
                    <a:pt x="599" y="3688"/>
                  </a:cubicBezTo>
                  <a:lnTo>
                    <a:pt x="599" y="3687"/>
                  </a:lnTo>
                  <a:lnTo>
                    <a:pt x="599" y="3686"/>
                  </a:lnTo>
                  <a:cubicBezTo>
                    <a:pt x="598" y="3686"/>
                    <a:pt x="598" y="3685"/>
                    <a:pt x="598" y="3685"/>
                  </a:cubicBezTo>
                  <a:cubicBezTo>
                    <a:pt x="597" y="3685"/>
                    <a:pt x="597" y="3685"/>
                    <a:pt x="597" y="3685"/>
                  </a:cubicBezTo>
                  <a:cubicBezTo>
                    <a:pt x="596" y="3685"/>
                    <a:pt x="596" y="3685"/>
                    <a:pt x="595" y="3685"/>
                  </a:cubicBezTo>
                  <a:cubicBezTo>
                    <a:pt x="595" y="3685"/>
                    <a:pt x="595" y="3686"/>
                    <a:pt x="594" y="3686"/>
                  </a:cubicBezTo>
                  <a:lnTo>
                    <a:pt x="594" y="3687"/>
                  </a:lnTo>
                  <a:cubicBezTo>
                    <a:pt x="576" y="3743"/>
                    <a:pt x="584" y="3806"/>
                    <a:pt x="567" y="3863"/>
                  </a:cubicBezTo>
                  <a:cubicBezTo>
                    <a:pt x="550" y="3919"/>
                    <a:pt x="555" y="3981"/>
                    <a:pt x="552" y="4038"/>
                  </a:cubicBezTo>
                  <a:cubicBezTo>
                    <a:pt x="552" y="4039"/>
                    <a:pt x="552" y="4039"/>
                    <a:pt x="552" y="4039"/>
                  </a:cubicBezTo>
                  <a:lnTo>
                    <a:pt x="552" y="4040"/>
                  </a:lnTo>
                  <a:lnTo>
                    <a:pt x="543" y="4037"/>
                  </a:lnTo>
                  <a:cubicBezTo>
                    <a:pt x="545" y="4023"/>
                    <a:pt x="545" y="4009"/>
                    <a:pt x="545" y="3996"/>
                  </a:cubicBezTo>
                  <a:cubicBezTo>
                    <a:pt x="545" y="3978"/>
                    <a:pt x="544" y="3961"/>
                    <a:pt x="541" y="3943"/>
                  </a:cubicBezTo>
                  <a:cubicBezTo>
                    <a:pt x="535" y="3910"/>
                    <a:pt x="539" y="3868"/>
                    <a:pt x="526" y="3837"/>
                  </a:cubicBezTo>
                  <a:cubicBezTo>
                    <a:pt x="525" y="3835"/>
                    <a:pt x="521" y="3837"/>
                    <a:pt x="522" y="3839"/>
                  </a:cubicBezTo>
                  <a:cubicBezTo>
                    <a:pt x="530" y="3868"/>
                    <a:pt x="512" y="3900"/>
                    <a:pt x="520" y="3929"/>
                  </a:cubicBezTo>
                  <a:cubicBezTo>
                    <a:pt x="522" y="3946"/>
                    <a:pt x="523" y="3962"/>
                    <a:pt x="523" y="3979"/>
                  </a:cubicBezTo>
                  <a:cubicBezTo>
                    <a:pt x="523" y="3995"/>
                    <a:pt x="522" y="4013"/>
                    <a:pt x="520" y="4029"/>
                  </a:cubicBezTo>
                  <a:cubicBezTo>
                    <a:pt x="508" y="4025"/>
                    <a:pt x="496" y="4020"/>
                    <a:pt x="485" y="4015"/>
                  </a:cubicBezTo>
                  <a:cubicBezTo>
                    <a:pt x="486" y="4015"/>
                    <a:pt x="487" y="4013"/>
                    <a:pt x="488" y="4012"/>
                  </a:cubicBezTo>
                  <a:cubicBezTo>
                    <a:pt x="489" y="4010"/>
                    <a:pt x="489" y="4008"/>
                    <a:pt x="489" y="4006"/>
                  </a:cubicBezTo>
                  <a:cubicBezTo>
                    <a:pt x="489" y="4004"/>
                    <a:pt x="489" y="4003"/>
                    <a:pt x="489" y="4002"/>
                  </a:cubicBezTo>
                  <a:cubicBezTo>
                    <a:pt x="485" y="3915"/>
                    <a:pt x="484" y="3827"/>
                    <a:pt x="475" y="3741"/>
                  </a:cubicBezTo>
                  <a:cubicBezTo>
                    <a:pt x="475" y="3737"/>
                    <a:pt x="469" y="3738"/>
                    <a:pt x="469" y="3741"/>
                  </a:cubicBezTo>
                  <a:cubicBezTo>
                    <a:pt x="460" y="3827"/>
                    <a:pt x="460" y="3915"/>
                    <a:pt x="456" y="4002"/>
                  </a:cubicBezTo>
                  <a:lnTo>
                    <a:pt x="425" y="3987"/>
                  </a:lnTo>
                  <a:lnTo>
                    <a:pt x="418" y="3982"/>
                  </a:lnTo>
                  <a:cubicBezTo>
                    <a:pt x="420" y="3982"/>
                    <a:pt x="422" y="3982"/>
                    <a:pt x="424" y="3981"/>
                  </a:cubicBezTo>
                  <a:cubicBezTo>
                    <a:pt x="426" y="3980"/>
                    <a:pt x="427" y="3979"/>
                    <a:pt x="428" y="3977"/>
                  </a:cubicBezTo>
                  <a:cubicBezTo>
                    <a:pt x="429" y="3976"/>
                    <a:pt x="429" y="3974"/>
                    <a:pt x="429" y="3972"/>
                  </a:cubicBezTo>
                  <a:cubicBezTo>
                    <a:pt x="430" y="3967"/>
                    <a:pt x="430" y="3962"/>
                    <a:pt x="430" y="3957"/>
                  </a:cubicBezTo>
                  <a:cubicBezTo>
                    <a:pt x="430" y="3940"/>
                    <a:pt x="429" y="3924"/>
                    <a:pt x="426" y="3908"/>
                  </a:cubicBezTo>
                  <a:cubicBezTo>
                    <a:pt x="426" y="3902"/>
                    <a:pt x="424" y="3895"/>
                    <a:pt x="423" y="3888"/>
                  </a:cubicBezTo>
                  <a:cubicBezTo>
                    <a:pt x="421" y="3883"/>
                    <a:pt x="419" y="3877"/>
                    <a:pt x="418" y="3872"/>
                  </a:cubicBezTo>
                  <a:cubicBezTo>
                    <a:pt x="418" y="3871"/>
                    <a:pt x="418" y="3871"/>
                    <a:pt x="418" y="3871"/>
                  </a:cubicBezTo>
                  <a:cubicBezTo>
                    <a:pt x="417" y="3870"/>
                    <a:pt x="417" y="3870"/>
                    <a:pt x="416" y="3869"/>
                  </a:cubicBezTo>
                  <a:cubicBezTo>
                    <a:pt x="416" y="3869"/>
                    <a:pt x="415" y="3869"/>
                    <a:pt x="414" y="3869"/>
                  </a:cubicBezTo>
                  <a:cubicBezTo>
                    <a:pt x="413" y="3869"/>
                    <a:pt x="413" y="3868"/>
                    <a:pt x="412" y="3869"/>
                  </a:cubicBezTo>
                  <a:cubicBezTo>
                    <a:pt x="411" y="3869"/>
                    <a:pt x="411" y="3870"/>
                    <a:pt x="411" y="3871"/>
                  </a:cubicBezTo>
                  <a:cubicBezTo>
                    <a:pt x="411" y="3871"/>
                    <a:pt x="410" y="3871"/>
                    <a:pt x="410" y="3872"/>
                  </a:cubicBezTo>
                  <a:cubicBezTo>
                    <a:pt x="410" y="3873"/>
                    <a:pt x="409" y="3874"/>
                    <a:pt x="409" y="3876"/>
                  </a:cubicBezTo>
                  <a:cubicBezTo>
                    <a:pt x="409" y="3877"/>
                    <a:pt x="410" y="3880"/>
                    <a:pt x="410" y="3881"/>
                  </a:cubicBezTo>
                  <a:cubicBezTo>
                    <a:pt x="414" y="3888"/>
                    <a:pt x="410" y="3900"/>
                    <a:pt x="409" y="3907"/>
                  </a:cubicBezTo>
                  <a:cubicBezTo>
                    <a:pt x="406" y="3923"/>
                    <a:pt x="405" y="3939"/>
                    <a:pt x="405" y="3955"/>
                  </a:cubicBezTo>
                  <a:cubicBezTo>
                    <a:pt x="405" y="3961"/>
                    <a:pt x="405" y="3967"/>
                    <a:pt x="405" y="3973"/>
                  </a:cubicBezTo>
                  <a:cubicBezTo>
                    <a:pt x="406" y="3975"/>
                    <a:pt x="406" y="3976"/>
                    <a:pt x="407" y="3977"/>
                  </a:cubicBezTo>
                  <a:cubicBezTo>
                    <a:pt x="379" y="3961"/>
                    <a:pt x="354" y="3941"/>
                    <a:pt x="326" y="3926"/>
                  </a:cubicBezTo>
                  <a:lnTo>
                    <a:pt x="296" y="3910"/>
                  </a:lnTo>
                  <a:cubicBezTo>
                    <a:pt x="302" y="3827"/>
                    <a:pt x="301" y="3742"/>
                    <a:pt x="299" y="3659"/>
                  </a:cubicBezTo>
                  <a:cubicBezTo>
                    <a:pt x="299" y="3655"/>
                    <a:pt x="293" y="3655"/>
                    <a:pt x="293" y="3659"/>
                  </a:cubicBezTo>
                  <a:cubicBezTo>
                    <a:pt x="292" y="3695"/>
                    <a:pt x="282" y="3730"/>
                    <a:pt x="280" y="3765"/>
                  </a:cubicBezTo>
                  <a:cubicBezTo>
                    <a:pt x="278" y="3789"/>
                    <a:pt x="272" y="3812"/>
                    <a:pt x="270" y="3836"/>
                  </a:cubicBezTo>
                  <a:cubicBezTo>
                    <a:pt x="268" y="3856"/>
                    <a:pt x="270" y="3875"/>
                    <a:pt x="270" y="3895"/>
                  </a:cubicBezTo>
                  <a:cubicBezTo>
                    <a:pt x="253" y="3886"/>
                    <a:pt x="237" y="3877"/>
                    <a:pt x="221" y="3867"/>
                  </a:cubicBezTo>
                  <a:cubicBezTo>
                    <a:pt x="219" y="3840"/>
                    <a:pt x="219" y="3813"/>
                    <a:pt x="219" y="3786"/>
                  </a:cubicBezTo>
                  <a:cubicBezTo>
                    <a:pt x="219" y="3759"/>
                    <a:pt x="219" y="3732"/>
                    <a:pt x="221" y="3704"/>
                  </a:cubicBezTo>
                  <a:cubicBezTo>
                    <a:pt x="225" y="3671"/>
                    <a:pt x="226" y="3638"/>
                    <a:pt x="226" y="3605"/>
                  </a:cubicBezTo>
                  <a:cubicBezTo>
                    <a:pt x="226" y="3597"/>
                    <a:pt x="226" y="3590"/>
                    <a:pt x="226" y="3583"/>
                  </a:cubicBezTo>
                  <a:cubicBezTo>
                    <a:pt x="226" y="3581"/>
                    <a:pt x="223" y="3581"/>
                    <a:pt x="223" y="3583"/>
                  </a:cubicBezTo>
                  <a:cubicBezTo>
                    <a:pt x="220" y="3675"/>
                    <a:pt x="203" y="3764"/>
                    <a:pt x="201" y="3855"/>
                  </a:cubicBezTo>
                  <a:cubicBezTo>
                    <a:pt x="192" y="3850"/>
                    <a:pt x="183" y="3844"/>
                    <a:pt x="175" y="3838"/>
                  </a:cubicBezTo>
                  <a:cubicBezTo>
                    <a:pt x="176" y="3824"/>
                    <a:pt x="177" y="3811"/>
                    <a:pt x="177" y="3797"/>
                  </a:cubicBezTo>
                  <a:cubicBezTo>
                    <a:pt x="177" y="3790"/>
                    <a:pt x="177" y="3784"/>
                    <a:pt x="176" y="3777"/>
                  </a:cubicBezTo>
                  <a:cubicBezTo>
                    <a:pt x="176" y="3763"/>
                    <a:pt x="178" y="3750"/>
                    <a:pt x="181" y="3736"/>
                  </a:cubicBezTo>
                  <a:lnTo>
                    <a:pt x="181" y="3735"/>
                  </a:lnTo>
                  <a:cubicBezTo>
                    <a:pt x="181" y="3722"/>
                    <a:pt x="179" y="3709"/>
                    <a:pt x="175" y="3697"/>
                  </a:cubicBezTo>
                  <a:lnTo>
                    <a:pt x="175" y="3696"/>
                  </a:lnTo>
                  <a:cubicBezTo>
                    <a:pt x="175" y="3695"/>
                    <a:pt x="174" y="3695"/>
                    <a:pt x="174" y="3695"/>
                  </a:cubicBezTo>
                  <a:lnTo>
                    <a:pt x="173" y="3695"/>
                  </a:lnTo>
                  <a:cubicBezTo>
                    <a:pt x="172" y="3695"/>
                    <a:pt x="172" y="3695"/>
                    <a:pt x="171" y="3695"/>
                  </a:cubicBezTo>
                  <a:lnTo>
                    <a:pt x="170" y="3696"/>
                  </a:lnTo>
                  <a:lnTo>
                    <a:pt x="170" y="3697"/>
                  </a:lnTo>
                  <a:cubicBezTo>
                    <a:pt x="170" y="3701"/>
                    <a:pt x="170" y="3706"/>
                    <a:pt x="170" y="3710"/>
                  </a:cubicBezTo>
                  <a:cubicBezTo>
                    <a:pt x="170" y="3724"/>
                    <a:pt x="169" y="3738"/>
                    <a:pt x="167" y="3752"/>
                  </a:cubicBezTo>
                  <a:cubicBezTo>
                    <a:pt x="164" y="3763"/>
                    <a:pt x="162" y="3775"/>
                    <a:pt x="161" y="3787"/>
                  </a:cubicBezTo>
                  <a:cubicBezTo>
                    <a:pt x="161" y="3800"/>
                    <a:pt x="158" y="3813"/>
                    <a:pt x="157" y="3827"/>
                  </a:cubicBezTo>
                  <a:cubicBezTo>
                    <a:pt x="150" y="3822"/>
                    <a:pt x="144" y="3816"/>
                    <a:pt x="137" y="3811"/>
                  </a:cubicBezTo>
                  <a:cubicBezTo>
                    <a:pt x="138" y="3811"/>
                    <a:pt x="138" y="3811"/>
                    <a:pt x="138" y="3811"/>
                  </a:cubicBezTo>
                  <a:cubicBezTo>
                    <a:pt x="140" y="3810"/>
                    <a:pt x="141" y="3808"/>
                    <a:pt x="142" y="3807"/>
                  </a:cubicBezTo>
                  <a:cubicBezTo>
                    <a:pt x="143" y="3805"/>
                    <a:pt x="144" y="3803"/>
                    <a:pt x="144" y="3801"/>
                  </a:cubicBezTo>
                  <a:cubicBezTo>
                    <a:pt x="151" y="3708"/>
                    <a:pt x="158" y="3608"/>
                    <a:pt x="147" y="3515"/>
                  </a:cubicBezTo>
                  <a:cubicBezTo>
                    <a:pt x="147" y="3512"/>
                    <a:pt x="143" y="3513"/>
                    <a:pt x="143" y="3515"/>
                  </a:cubicBezTo>
                  <a:cubicBezTo>
                    <a:pt x="139" y="3561"/>
                    <a:pt x="133" y="3607"/>
                    <a:pt x="129" y="3653"/>
                  </a:cubicBezTo>
                  <a:cubicBezTo>
                    <a:pt x="123" y="3699"/>
                    <a:pt x="119" y="3747"/>
                    <a:pt x="119" y="3794"/>
                  </a:cubicBezTo>
                  <a:cubicBezTo>
                    <a:pt x="96" y="3774"/>
                    <a:pt x="77" y="3751"/>
                    <a:pt x="62" y="3725"/>
                  </a:cubicBezTo>
                  <a:cubicBezTo>
                    <a:pt x="53" y="3709"/>
                    <a:pt x="46" y="3693"/>
                    <a:pt x="40" y="3676"/>
                  </a:cubicBezTo>
                  <a:cubicBezTo>
                    <a:pt x="41" y="3676"/>
                    <a:pt x="42" y="3677"/>
                    <a:pt x="43" y="3677"/>
                  </a:cubicBezTo>
                  <a:cubicBezTo>
                    <a:pt x="45" y="3677"/>
                    <a:pt x="47" y="3676"/>
                    <a:pt x="49" y="3675"/>
                  </a:cubicBezTo>
                  <a:cubicBezTo>
                    <a:pt x="51" y="3674"/>
                    <a:pt x="51" y="3672"/>
                    <a:pt x="52" y="3671"/>
                  </a:cubicBezTo>
                  <a:cubicBezTo>
                    <a:pt x="53" y="3669"/>
                    <a:pt x="54" y="3668"/>
                    <a:pt x="54" y="3666"/>
                  </a:cubicBezTo>
                  <a:cubicBezTo>
                    <a:pt x="53" y="3614"/>
                    <a:pt x="66" y="3562"/>
                    <a:pt x="68" y="3510"/>
                  </a:cubicBezTo>
                  <a:cubicBezTo>
                    <a:pt x="68" y="3505"/>
                    <a:pt x="68" y="3501"/>
                    <a:pt x="68" y="3496"/>
                  </a:cubicBezTo>
                  <a:cubicBezTo>
                    <a:pt x="68" y="3441"/>
                    <a:pt x="72" y="3386"/>
                    <a:pt x="82" y="3331"/>
                  </a:cubicBezTo>
                  <a:cubicBezTo>
                    <a:pt x="95" y="3276"/>
                    <a:pt x="87" y="3210"/>
                    <a:pt x="87" y="3153"/>
                  </a:cubicBezTo>
                  <a:cubicBezTo>
                    <a:pt x="87" y="3104"/>
                    <a:pt x="98" y="3055"/>
                    <a:pt x="97" y="3007"/>
                  </a:cubicBezTo>
                  <a:cubicBezTo>
                    <a:pt x="122" y="3038"/>
                    <a:pt x="152" y="3067"/>
                    <a:pt x="185" y="3091"/>
                  </a:cubicBezTo>
                  <a:cubicBezTo>
                    <a:pt x="161" y="3113"/>
                    <a:pt x="169" y="3179"/>
                    <a:pt x="168" y="3207"/>
                  </a:cubicBezTo>
                  <a:cubicBezTo>
                    <a:pt x="166" y="3284"/>
                    <a:pt x="155" y="3359"/>
                    <a:pt x="146" y="3434"/>
                  </a:cubicBezTo>
                  <a:cubicBezTo>
                    <a:pt x="146" y="3435"/>
                    <a:pt x="147" y="3436"/>
                    <a:pt x="147" y="3436"/>
                  </a:cubicBezTo>
                  <a:lnTo>
                    <a:pt x="148" y="3437"/>
                  </a:lnTo>
                  <a:cubicBezTo>
                    <a:pt x="148" y="3437"/>
                    <a:pt x="149" y="3438"/>
                    <a:pt x="150" y="3438"/>
                  </a:cubicBezTo>
                  <a:lnTo>
                    <a:pt x="151" y="3437"/>
                  </a:lnTo>
                  <a:cubicBezTo>
                    <a:pt x="152" y="3437"/>
                    <a:pt x="152" y="3436"/>
                    <a:pt x="152" y="3436"/>
                  </a:cubicBezTo>
                  <a:cubicBezTo>
                    <a:pt x="152" y="3436"/>
                    <a:pt x="153" y="3435"/>
                    <a:pt x="153" y="3434"/>
                  </a:cubicBezTo>
                  <a:cubicBezTo>
                    <a:pt x="164" y="3373"/>
                    <a:pt x="175" y="3308"/>
                    <a:pt x="189" y="3247"/>
                  </a:cubicBezTo>
                  <a:cubicBezTo>
                    <a:pt x="197" y="3215"/>
                    <a:pt x="201" y="3181"/>
                    <a:pt x="202" y="3147"/>
                  </a:cubicBezTo>
                  <a:cubicBezTo>
                    <a:pt x="202" y="3134"/>
                    <a:pt x="207" y="3119"/>
                    <a:pt x="207" y="3105"/>
                  </a:cubicBezTo>
                  <a:lnTo>
                    <a:pt x="213" y="3109"/>
                  </a:lnTo>
                  <a:cubicBezTo>
                    <a:pt x="222" y="3113"/>
                    <a:pt x="230" y="3117"/>
                    <a:pt x="239" y="3121"/>
                  </a:cubicBezTo>
                  <a:cubicBezTo>
                    <a:pt x="230" y="3135"/>
                    <a:pt x="235" y="3158"/>
                    <a:pt x="235" y="3174"/>
                  </a:cubicBezTo>
                  <a:cubicBezTo>
                    <a:pt x="235" y="3208"/>
                    <a:pt x="235" y="3242"/>
                    <a:pt x="233" y="3275"/>
                  </a:cubicBezTo>
                  <a:cubicBezTo>
                    <a:pt x="233" y="3279"/>
                    <a:pt x="238" y="3278"/>
                    <a:pt x="238" y="3275"/>
                  </a:cubicBezTo>
                  <a:cubicBezTo>
                    <a:pt x="240" y="3261"/>
                    <a:pt x="243" y="3246"/>
                    <a:pt x="247" y="3232"/>
                  </a:cubicBezTo>
                  <a:cubicBezTo>
                    <a:pt x="250" y="3217"/>
                    <a:pt x="250" y="3201"/>
                    <a:pt x="254" y="3186"/>
                  </a:cubicBezTo>
                  <a:cubicBezTo>
                    <a:pt x="257" y="3177"/>
                    <a:pt x="258" y="3168"/>
                    <a:pt x="258" y="3159"/>
                  </a:cubicBezTo>
                  <a:cubicBezTo>
                    <a:pt x="258" y="3148"/>
                    <a:pt x="261" y="3139"/>
                    <a:pt x="261" y="3130"/>
                  </a:cubicBezTo>
                  <a:cubicBezTo>
                    <a:pt x="270" y="3133"/>
                    <a:pt x="278" y="3136"/>
                    <a:pt x="287" y="3139"/>
                  </a:cubicBezTo>
                  <a:cubicBezTo>
                    <a:pt x="293" y="3144"/>
                    <a:pt x="300" y="3148"/>
                    <a:pt x="307" y="3153"/>
                  </a:cubicBezTo>
                  <a:cubicBezTo>
                    <a:pt x="314" y="3157"/>
                    <a:pt x="322" y="3161"/>
                    <a:pt x="330" y="3164"/>
                  </a:cubicBezTo>
                  <a:cubicBezTo>
                    <a:pt x="329" y="3172"/>
                    <a:pt x="328" y="3179"/>
                    <a:pt x="328" y="3186"/>
                  </a:cubicBezTo>
                  <a:cubicBezTo>
                    <a:pt x="328" y="3191"/>
                    <a:pt x="328" y="3196"/>
                    <a:pt x="329" y="3201"/>
                  </a:cubicBezTo>
                  <a:cubicBezTo>
                    <a:pt x="329" y="3240"/>
                    <a:pt x="328" y="3276"/>
                    <a:pt x="326" y="3316"/>
                  </a:cubicBezTo>
                  <a:cubicBezTo>
                    <a:pt x="324" y="3367"/>
                    <a:pt x="344" y="3423"/>
                    <a:pt x="326" y="3473"/>
                  </a:cubicBezTo>
                  <a:cubicBezTo>
                    <a:pt x="317" y="3496"/>
                    <a:pt x="326" y="3534"/>
                    <a:pt x="334" y="3557"/>
                  </a:cubicBezTo>
                  <a:lnTo>
                    <a:pt x="335" y="3558"/>
                  </a:lnTo>
                  <a:cubicBezTo>
                    <a:pt x="335" y="3558"/>
                    <a:pt x="336" y="3558"/>
                    <a:pt x="337" y="3558"/>
                  </a:cubicBezTo>
                  <a:lnTo>
                    <a:pt x="338" y="3558"/>
                  </a:lnTo>
                  <a:lnTo>
                    <a:pt x="339" y="3557"/>
                  </a:lnTo>
                  <a:cubicBezTo>
                    <a:pt x="345" y="3540"/>
                    <a:pt x="349" y="3522"/>
                    <a:pt x="349" y="3505"/>
                  </a:cubicBezTo>
                  <a:cubicBezTo>
                    <a:pt x="349" y="3489"/>
                    <a:pt x="346" y="3473"/>
                    <a:pt x="341" y="3458"/>
                  </a:cubicBezTo>
                  <a:cubicBezTo>
                    <a:pt x="327" y="3422"/>
                    <a:pt x="346" y="3371"/>
                    <a:pt x="345" y="3333"/>
                  </a:cubicBezTo>
                  <a:cubicBezTo>
                    <a:pt x="343" y="3281"/>
                    <a:pt x="360" y="3230"/>
                    <a:pt x="358" y="3178"/>
                  </a:cubicBezTo>
                  <a:lnTo>
                    <a:pt x="385" y="3190"/>
                  </a:lnTo>
                  <a:cubicBezTo>
                    <a:pt x="383" y="3200"/>
                    <a:pt x="382" y="3210"/>
                    <a:pt x="382" y="3220"/>
                  </a:cubicBezTo>
                  <a:cubicBezTo>
                    <a:pt x="382" y="3223"/>
                    <a:pt x="382" y="3226"/>
                    <a:pt x="382" y="3229"/>
                  </a:cubicBezTo>
                  <a:cubicBezTo>
                    <a:pt x="382" y="3280"/>
                    <a:pt x="392" y="3330"/>
                    <a:pt x="392" y="3380"/>
                  </a:cubicBezTo>
                  <a:cubicBezTo>
                    <a:pt x="392" y="3384"/>
                    <a:pt x="398" y="3383"/>
                    <a:pt x="398" y="3380"/>
                  </a:cubicBezTo>
                  <a:cubicBezTo>
                    <a:pt x="398" y="3347"/>
                    <a:pt x="405" y="3314"/>
                    <a:pt x="406" y="3280"/>
                  </a:cubicBezTo>
                  <a:cubicBezTo>
                    <a:pt x="407" y="3254"/>
                    <a:pt x="408" y="3228"/>
                    <a:pt x="412" y="3201"/>
                  </a:cubicBezTo>
                  <a:lnTo>
                    <a:pt x="430" y="3210"/>
                  </a:lnTo>
                  <a:cubicBezTo>
                    <a:pt x="444" y="3216"/>
                    <a:pt x="459" y="3222"/>
                    <a:pt x="473" y="3227"/>
                  </a:cubicBezTo>
                  <a:cubicBezTo>
                    <a:pt x="470" y="3253"/>
                    <a:pt x="468" y="3278"/>
                    <a:pt x="468" y="3303"/>
                  </a:cubicBezTo>
                  <a:cubicBezTo>
                    <a:pt x="468" y="3322"/>
                    <a:pt x="469" y="3341"/>
                    <a:pt x="471" y="3360"/>
                  </a:cubicBezTo>
                  <a:cubicBezTo>
                    <a:pt x="472" y="3376"/>
                    <a:pt x="472" y="3393"/>
                    <a:pt x="472" y="3409"/>
                  </a:cubicBezTo>
                  <a:cubicBezTo>
                    <a:pt x="472" y="3436"/>
                    <a:pt x="471" y="3463"/>
                    <a:pt x="469" y="3490"/>
                  </a:cubicBezTo>
                  <a:cubicBezTo>
                    <a:pt x="469" y="3492"/>
                    <a:pt x="473" y="3494"/>
                    <a:pt x="473" y="3491"/>
                  </a:cubicBezTo>
                  <a:cubicBezTo>
                    <a:pt x="479" y="3454"/>
                    <a:pt x="485" y="3417"/>
                    <a:pt x="491" y="3380"/>
                  </a:cubicBezTo>
                  <a:cubicBezTo>
                    <a:pt x="494" y="3352"/>
                    <a:pt x="495" y="3324"/>
                    <a:pt x="495" y="3295"/>
                  </a:cubicBezTo>
                  <a:cubicBezTo>
                    <a:pt x="495" y="3287"/>
                    <a:pt x="495" y="3279"/>
                    <a:pt x="495" y="3271"/>
                  </a:cubicBezTo>
                  <a:cubicBezTo>
                    <a:pt x="496" y="3259"/>
                    <a:pt x="497" y="3248"/>
                    <a:pt x="499" y="3237"/>
                  </a:cubicBezTo>
                  <a:cubicBezTo>
                    <a:pt x="520" y="3244"/>
                    <a:pt x="541" y="3251"/>
                    <a:pt x="561" y="3259"/>
                  </a:cubicBezTo>
                  <a:cubicBezTo>
                    <a:pt x="605" y="3276"/>
                    <a:pt x="657" y="3272"/>
                    <a:pt x="702" y="3284"/>
                  </a:cubicBezTo>
                  <a:cubicBezTo>
                    <a:pt x="781" y="3306"/>
                    <a:pt x="861" y="3320"/>
                    <a:pt x="943" y="3327"/>
                  </a:cubicBezTo>
                  <a:cubicBezTo>
                    <a:pt x="1018" y="3332"/>
                    <a:pt x="1092" y="3339"/>
                    <a:pt x="1167" y="3348"/>
                  </a:cubicBezTo>
                  <a:cubicBezTo>
                    <a:pt x="1161" y="3393"/>
                    <a:pt x="1158" y="3438"/>
                    <a:pt x="1158" y="3483"/>
                  </a:cubicBezTo>
                  <a:cubicBezTo>
                    <a:pt x="1158" y="3486"/>
                    <a:pt x="1158" y="3489"/>
                    <a:pt x="1158" y="3492"/>
                  </a:cubicBezTo>
                  <a:cubicBezTo>
                    <a:pt x="1158" y="3539"/>
                    <a:pt x="1140" y="3584"/>
                    <a:pt x="1158" y="3630"/>
                  </a:cubicBezTo>
                  <a:cubicBezTo>
                    <a:pt x="1158" y="3631"/>
                    <a:pt x="1159" y="3631"/>
                    <a:pt x="1159" y="3631"/>
                  </a:cubicBezTo>
                  <a:cubicBezTo>
                    <a:pt x="1159" y="3632"/>
                    <a:pt x="1160" y="3632"/>
                    <a:pt x="1160" y="3632"/>
                  </a:cubicBezTo>
                  <a:cubicBezTo>
                    <a:pt x="1161" y="3632"/>
                    <a:pt x="1161" y="3632"/>
                    <a:pt x="1162" y="3631"/>
                  </a:cubicBezTo>
                  <a:cubicBezTo>
                    <a:pt x="1162" y="3631"/>
                    <a:pt x="1163" y="3631"/>
                    <a:pt x="1163" y="3630"/>
                  </a:cubicBezTo>
                  <a:cubicBezTo>
                    <a:pt x="1178" y="3590"/>
                    <a:pt x="1169" y="3544"/>
                    <a:pt x="1176" y="3502"/>
                  </a:cubicBezTo>
                  <a:cubicBezTo>
                    <a:pt x="1181" y="3468"/>
                    <a:pt x="1184" y="3434"/>
                    <a:pt x="1184" y="3400"/>
                  </a:cubicBezTo>
                  <a:cubicBezTo>
                    <a:pt x="1184" y="3383"/>
                    <a:pt x="1184" y="3366"/>
                    <a:pt x="1182" y="3349"/>
                  </a:cubicBezTo>
                  <a:lnTo>
                    <a:pt x="1207" y="3352"/>
                  </a:lnTo>
                  <a:cubicBezTo>
                    <a:pt x="1245" y="3357"/>
                    <a:pt x="1281" y="3362"/>
                    <a:pt x="1318" y="3365"/>
                  </a:cubicBezTo>
                  <a:cubicBezTo>
                    <a:pt x="1320" y="3371"/>
                    <a:pt x="1322" y="3378"/>
                    <a:pt x="1322" y="3384"/>
                  </a:cubicBezTo>
                  <a:cubicBezTo>
                    <a:pt x="1322" y="3385"/>
                    <a:pt x="1322" y="3385"/>
                    <a:pt x="1323" y="3386"/>
                  </a:cubicBezTo>
                  <a:cubicBezTo>
                    <a:pt x="1323" y="3386"/>
                    <a:pt x="1323" y="3387"/>
                    <a:pt x="1324" y="3387"/>
                  </a:cubicBezTo>
                  <a:cubicBezTo>
                    <a:pt x="1325" y="3387"/>
                    <a:pt x="1325" y="3387"/>
                    <a:pt x="1326" y="3387"/>
                  </a:cubicBezTo>
                  <a:cubicBezTo>
                    <a:pt x="1326" y="3387"/>
                    <a:pt x="1327" y="3387"/>
                    <a:pt x="1328" y="3387"/>
                  </a:cubicBezTo>
                  <a:lnTo>
                    <a:pt x="1329" y="3386"/>
                  </a:lnTo>
                  <a:cubicBezTo>
                    <a:pt x="1329" y="3385"/>
                    <a:pt x="1329" y="3385"/>
                    <a:pt x="1329" y="3384"/>
                  </a:cubicBezTo>
                  <a:cubicBezTo>
                    <a:pt x="1330" y="3378"/>
                    <a:pt x="1332" y="3372"/>
                    <a:pt x="1335" y="3366"/>
                  </a:cubicBezTo>
                  <a:lnTo>
                    <a:pt x="1346" y="3366"/>
                  </a:lnTo>
                  <a:cubicBezTo>
                    <a:pt x="1347" y="3376"/>
                    <a:pt x="1349" y="3386"/>
                    <a:pt x="1352" y="3396"/>
                  </a:cubicBezTo>
                  <a:cubicBezTo>
                    <a:pt x="1356" y="3417"/>
                    <a:pt x="1359" y="3438"/>
                    <a:pt x="1359" y="3460"/>
                  </a:cubicBezTo>
                  <a:cubicBezTo>
                    <a:pt x="1359" y="3466"/>
                    <a:pt x="1358" y="3473"/>
                    <a:pt x="1358" y="3480"/>
                  </a:cubicBezTo>
                  <a:lnTo>
                    <a:pt x="1359" y="3481"/>
                  </a:lnTo>
                  <a:lnTo>
                    <a:pt x="1360" y="3481"/>
                  </a:lnTo>
                  <a:cubicBezTo>
                    <a:pt x="1361" y="3481"/>
                    <a:pt x="1361" y="3481"/>
                    <a:pt x="1361" y="3481"/>
                  </a:cubicBezTo>
                  <a:cubicBezTo>
                    <a:pt x="1362" y="3481"/>
                    <a:pt x="1362" y="3480"/>
                    <a:pt x="1362" y="3480"/>
                  </a:cubicBezTo>
                  <a:lnTo>
                    <a:pt x="1363" y="3480"/>
                  </a:lnTo>
                  <a:cubicBezTo>
                    <a:pt x="1369" y="3456"/>
                    <a:pt x="1373" y="3431"/>
                    <a:pt x="1374" y="3407"/>
                  </a:cubicBezTo>
                  <a:cubicBezTo>
                    <a:pt x="1374" y="3404"/>
                    <a:pt x="1374" y="3401"/>
                    <a:pt x="1374" y="3399"/>
                  </a:cubicBezTo>
                  <a:cubicBezTo>
                    <a:pt x="1374" y="3388"/>
                    <a:pt x="1373" y="3378"/>
                    <a:pt x="1372" y="3368"/>
                  </a:cubicBezTo>
                  <a:lnTo>
                    <a:pt x="1379" y="3368"/>
                  </a:lnTo>
                  <a:cubicBezTo>
                    <a:pt x="1382" y="3388"/>
                    <a:pt x="1384" y="3409"/>
                    <a:pt x="1384" y="3430"/>
                  </a:cubicBezTo>
                  <a:cubicBezTo>
                    <a:pt x="1384" y="3433"/>
                    <a:pt x="1384" y="3436"/>
                    <a:pt x="1384" y="3439"/>
                  </a:cubicBezTo>
                  <a:cubicBezTo>
                    <a:pt x="1386" y="3473"/>
                    <a:pt x="1391" y="3507"/>
                    <a:pt x="1392" y="3541"/>
                  </a:cubicBezTo>
                  <a:cubicBezTo>
                    <a:pt x="1392" y="3544"/>
                    <a:pt x="1398" y="3544"/>
                    <a:pt x="1398" y="3541"/>
                  </a:cubicBezTo>
                  <a:cubicBezTo>
                    <a:pt x="1399" y="3485"/>
                    <a:pt x="1406" y="3430"/>
                    <a:pt x="1408" y="3375"/>
                  </a:cubicBezTo>
                  <a:cubicBezTo>
                    <a:pt x="1408" y="3373"/>
                    <a:pt x="1408" y="3371"/>
                    <a:pt x="1408" y="3369"/>
                  </a:cubicBezTo>
                  <a:cubicBezTo>
                    <a:pt x="1418" y="3369"/>
                    <a:pt x="1427" y="3369"/>
                    <a:pt x="1436" y="3369"/>
                  </a:cubicBezTo>
                  <a:cubicBezTo>
                    <a:pt x="1535" y="3369"/>
                    <a:pt x="1632" y="3372"/>
                    <a:pt x="1729" y="3372"/>
                  </a:cubicBezTo>
                  <a:cubicBezTo>
                    <a:pt x="1822" y="3372"/>
                    <a:pt x="1914" y="3365"/>
                    <a:pt x="2006" y="3365"/>
                  </a:cubicBezTo>
                  <a:cubicBezTo>
                    <a:pt x="2029" y="3365"/>
                    <a:pt x="2052" y="3364"/>
                    <a:pt x="2076" y="3362"/>
                  </a:cubicBezTo>
                  <a:cubicBezTo>
                    <a:pt x="2077" y="3413"/>
                    <a:pt x="2081" y="3465"/>
                    <a:pt x="2082" y="3516"/>
                  </a:cubicBezTo>
                  <a:cubicBezTo>
                    <a:pt x="2082" y="3519"/>
                    <a:pt x="2087" y="3519"/>
                    <a:pt x="2087" y="3516"/>
                  </a:cubicBezTo>
                  <a:cubicBezTo>
                    <a:pt x="2087" y="3488"/>
                    <a:pt x="2095" y="3461"/>
                    <a:pt x="2097" y="3434"/>
                  </a:cubicBezTo>
                  <a:cubicBezTo>
                    <a:pt x="2098" y="3406"/>
                    <a:pt x="2099" y="3385"/>
                    <a:pt x="2100" y="3360"/>
                  </a:cubicBezTo>
                  <a:lnTo>
                    <a:pt x="2116" y="3360"/>
                  </a:lnTo>
                  <a:cubicBezTo>
                    <a:pt x="2116" y="3368"/>
                    <a:pt x="2118" y="3375"/>
                    <a:pt x="2118" y="3380"/>
                  </a:cubicBezTo>
                  <a:cubicBezTo>
                    <a:pt x="2120" y="3406"/>
                    <a:pt x="2118" y="3432"/>
                    <a:pt x="2118" y="3457"/>
                  </a:cubicBezTo>
                  <a:cubicBezTo>
                    <a:pt x="2118" y="3461"/>
                    <a:pt x="2125" y="3462"/>
                    <a:pt x="2125" y="3457"/>
                  </a:cubicBezTo>
                  <a:cubicBezTo>
                    <a:pt x="2125" y="3448"/>
                    <a:pt x="2130" y="3442"/>
                    <a:pt x="2130" y="3433"/>
                  </a:cubicBezTo>
                  <a:cubicBezTo>
                    <a:pt x="2130" y="3419"/>
                    <a:pt x="2131" y="3404"/>
                    <a:pt x="2130" y="3390"/>
                  </a:cubicBezTo>
                  <a:cubicBezTo>
                    <a:pt x="2130" y="3381"/>
                    <a:pt x="2130" y="3371"/>
                    <a:pt x="2130" y="3359"/>
                  </a:cubicBezTo>
                  <a:lnTo>
                    <a:pt x="2155" y="3359"/>
                  </a:lnTo>
                  <a:cubicBezTo>
                    <a:pt x="2156" y="3371"/>
                    <a:pt x="2158" y="3382"/>
                    <a:pt x="2162" y="3393"/>
                  </a:cubicBezTo>
                  <a:lnTo>
                    <a:pt x="2163" y="3393"/>
                  </a:lnTo>
                  <a:cubicBezTo>
                    <a:pt x="2163" y="3394"/>
                    <a:pt x="2163" y="3394"/>
                    <a:pt x="2164" y="3395"/>
                  </a:cubicBezTo>
                  <a:lnTo>
                    <a:pt x="2165" y="3395"/>
                  </a:lnTo>
                  <a:cubicBezTo>
                    <a:pt x="2166" y="3395"/>
                    <a:pt x="2167" y="3395"/>
                    <a:pt x="2167" y="3395"/>
                  </a:cubicBezTo>
                  <a:cubicBezTo>
                    <a:pt x="2168" y="3394"/>
                    <a:pt x="2168" y="3394"/>
                    <a:pt x="2168" y="3393"/>
                  </a:cubicBezTo>
                  <a:lnTo>
                    <a:pt x="2169" y="3393"/>
                  </a:lnTo>
                  <a:cubicBezTo>
                    <a:pt x="2173" y="3382"/>
                    <a:pt x="2175" y="3371"/>
                    <a:pt x="2176" y="3359"/>
                  </a:cubicBezTo>
                  <a:cubicBezTo>
                    <a:pt x="2221" y="3357"/>
                    <a:pt x="2265" y="3354"/>
                    <a:pt x="2310" y="3349"/>
                  </a:cubicBezTo>
                  <a:lnTo>
                    <a:pt x="2348" y="3345"/>
                  </a:lnTo>
                  <a:cubicBezTo>
                    <a:pt x="2348" y="3354"/>
                    <a:pt x="2348" y="3364"/>
                    <a:pt x="2348" y="3374"/>
                  </a:cubicBezTo>
                  <a:cubicBezTo>
                    <a:pt x="2348" y="3400"/>
                    <a:pt x="2357" y="3426"/>
                    <a:pt x="2358" y="3451"/>
                  </a:cubicBezTo>
                  <a:cubicBezTo>
                    <a:pt x="2359" y="3480"/>
                    <a:pt x="2360" y="3510"/>
                    <a:pt x="2361" y="3539"/>
                  </a:cubicBezTo>
                  <a:cubicBezTo>
                    <a:pt x="2362" y="3567"/>
                    <a:pt x="2369" y="3605"/>
                    <a:pt x="2363" y="3633"/>
                  </a:cubicBezTo>
                  <a:cubicBezTo>
                    <a:pt x="2363" y="3634"/>
                    <a:pt x="2363" y="3633"/>
                    <a:pt x="2364" y="3634"/>
                  </a:cubicBezTo>
                  <a:cubicBezTo>
                    <a:pt x="2365" y="3634"/>
                    <a:pt x="2364" y="3635"/>
                    <a:pt x="2365" y="3635"/>
                  </a:cubicBezTo>
                  <a:lnTo>
                    <a:pt x="2366" y="3635"/>
                  </a:lnTo>
                  <a:lnTo>
                    <a:pt x="2367" y="3635"/>
                  </a:lnTo>
                  <a:cubicBezTo>
                    <a:pt x="2367" y="3635"/>
                    <a:pt x="2368" y="3635"/>
                    <a:pt x="2368" y="3634"/>
                  </a:cubicBezTo>
                  <a:cubicBezTo>
                    <a:pt x="2382" y="3581"/>
                    <a:pt x="2378" y="3524"/>
                    <a:pt x="2380" y="3469"/>
                  </a:cubicBezTo>
                  <a:cubicBezTo>
                    <a:pt x="2381" y="3459"/>
                    <a:pt x="2381" y="3448"/>
                    <a:pt x="2381" y="3438"/>
                  </a:cubicBezTo>
                  <a:cubicBezTo>
                    <a:pt x="2381" y="3427"/>
                    <a:pt x="2381" y="3418"/>
                    <a:pt x="2380" y="3407"/>
                  </a:cubicBezTo>
                  <a:cubicBezTo>
                    <a:pt x="2378" y="3394"/>
                    <a:pt x="2378" y="3382"/>
                    <a:pt x="2378" y="3369"/>
                  </a:cubicBezTo>
                  <a:cubicBezTo>
                    <a:pt x="2378" y="3360"/>
                    <a:pt x="2378" y="3351"/>
                    <a:pt x="2379" y="3342"/>
                  </a:cubicBezTo>
                  <a:cubicBezTo>
                    <a:pt x="2431" y="3338"/>
                    <a:pt x="2484" y="3332"/>
                    <a:pt x="2536" y="3322"/>
                  </a:cubicBezTo>
                  <a:cubicBezTo>
                    <a:pt x="2539" y="3388"/>
                    <a:pt x="2547" y="3454"/>
                    <a:pt x="2549" y="3519"/>
                  </a:cubicBezTo>
                  <a:cubicBezTo>
                    <a:pt x="2549" y="3519"/>
                    <a:pt x="2549" y="3520"/>
                    <a:pt x="2550" y="3520"/>
                  </a:cubicBezTo>
                  <a:cubicBezTo>
                    <a:pt x="2550" y="3520"/>
                    <a:pt x="2550" y="3521"/>
                    <a:pt x="2551" y="3521"/>
                  </a:cubicBezTo>
                  <a:lnTo>
                    <a:pt x="2552" y="3521"/>
                  </a:lnTo>
                  <a:lnTo>
                    <a:pt x="2553" y="3521"/>
                  </a:lnTo>
                  <a:lnTo>
                    <a:pt x="2554" y="3520"/>
                  </a:lnTo>
                  <a:lnTo>
                    <a:pt x="2554" y="3519"/>
                  </a:lnTo>
                  <a:cubicBezTo>
                    <a:pt x="2556" y="3451"/>
                    <a:pt x="2559" y="3383"/>
                    <a:pt x="2561" y="3316"/>
                  </a:cubicBezTo>
                  <a:cubicBezTo>
                    <a:pt x="2566" y="3314"/>
                    <a:pt x="2571" y="3313"/>
                    <a:pt x="2576" y="3311"/>
                  </a:cubicBezTo>
                  <a:lnTo>
                    <a:pt x="2604" y="3304"/>
                  </a:lnTo>
                  <a:cubicBezTo>
                    <a:pt x="2604" y="3311"/>
                    <a:pt x="2604" y="3320"/>
                    <a:pt x="2604" y="3327"/>
                  </a:cubicBezTo>
                  <a:cubicBezTo>
                    <a:pt x="2604" y="3338"/>
                    <a:pt x="2611" y="3345"/>
                    <a:pt x="2611" y="3357"/>
                  </a:cubicBezTo>
                  <a:cubicBezTo>
                    <a:pt x="2611" y="3360"/>
                    <a:pt x="2616" y="3360"/>
                    <a:pt x="2616" y="3357"/>
                  </a:cubicBezTo>
                  <a:cubicBezTo>
                    <a:pt x="2616" y="3355"/>
                    <a:pt x="2616" y="3353"/>
                    <a:pt x="2616" y="3351"/>
                  </a:cubicBezTo>
                  <a:cubicBezTo>
                    <a:pt x="2616" y="3347"/>
                    <a:pt x="2616" y="3343"/>
                    <a:pt x="2615" y="3339"/>
                  </a:cubicBezTo>
                  <a:cubicBezTo>
                    <a:pt x="2614" y="3336"/>
                    <a:pt x="2614" y="3333"/>
                    <a:pt x="2614" y="3330"/>
                  </a:cubicBezTo>
                  <a:cubicBezTo>
                    <a:pt x="2614" y="3324"/>
                    <a:pt x="2615" y="3319"/>
                    <a:pt x="2616" y="3313"/>
                  </a:cubicBezTo>
                  <a:cubicBezTo>
                    <a:pt x="2616" y="3309"/>
                    <a:pt x="2618" y="3304"/>
                    <a:pt x="2619" y="3299"/>
                  </a:cubicBezTo>
                  <a:lnTo>
                    <a:pt x="2659" y="3289"/>
                  </a:lnTo>
                  <a:cubicBezTo>
                    <a:pt x="2665" y="3316"/>
                    <a:pt x="2669" y="3343"/>
                    <a:pt x="2670" y="3371"/>
                  </a:cubicBezTo>
                  <a:cubicBezTo>
                    <a:pt x="2670" y="3371"/>
                    <a:pt x="2670" y="3372"/>
                    <a:pt x="2671" y="3372"/>
                  </a:cubicBezTo>
                  <a:lnTo>
                    <a:pt x="2672" y="3372"/>
                  </a:lnTo>
                  <a:lnTo>
                    <a:pt x="2673" y="3372"/>
                  </a:lnTo>
                  <a:lnTo>
                    <a:pt x="2674" y="3371"/>
                  </a:lnTo>
                  <a:cubicBezTo>
                    <a:pt x="2674" y="3353"/>
                    <a:pt x="2680" y="3336"/>
                    <a:pt x="2680" y="3319"/>
                  </a:cubicBezTo>
                  <a:cubicBezTo>
                    <a:pt x="2680" y="3307"/>
                    <a:pt x="2680" y="3295"/>
                    <a:pt x="2678" y="3283"/>
                  </a:cubicBezTo>
                  <a:lnTo>
                    <a:pt x="2696" y="3278"/>
                  </a:lnTo>
                  <a:cubicBezTo>
                    <a:pt x="2705" y="3276"/>
                    <a:pt x="2715" y="3272"/>
                    <a:pt x="2724" y="3269"/>
                  </a:cubicBezTo>
                  <a:cubicBezTo>
                    <a:pt x="2725" y="3301"/>
                    <a:pt x="2728" y="3332"/>
                    <a:pt x="2732" y="3364"/>
                  </a:cubicBezTo>
                  <a:cubicBezTo>
                    <a:pt x="2736" y="3399"/>
                    <a:pt x="2736" y="3436"/>
                    <a:pt x="2742" y="3471"/>
                  </a:cubicBezTo>
                  <a:lnTo>
                    <a:pt x="2742" y="3472"/>
                  </a:lnTo>
                  <a:lnTo>
                    <a:pt x="2743" y="3472"/>
                  </a:lnTo>
                  <a:cubicBezTo>
                    <a:pt x="2743" y="3473"/>
                    <a:pt x="2744" y="3473"/>
                    <a:pt x="2744" y="3473"/>
                  </a:cubicBezTo>
                  <a:cubicBezTo>
                    <a:pt x="2745" y="3473"/>
                    <a:pt x="2744" y="3472"/>
                    <a:pt x="2745" y="3472"/>
                  </a:cubicBezTo>
                  <a:cubicBezTo>
                    <a:pt x="2746" y="3471"/>
                    <a:pt x="2746" y="3472"/>
                    <a:pt x="2746" y="3472"/>
                  </a:cubicBezTo>
                  <a:cubicBezTo>
                    <a:pt x="2746" y="3471"/>
                    <a:pt x="2746" y="3471"/>
                    <a:pt x="2746" y="3471"/>
                  </a:cubicBezTo>
                  <a:cubicBezTo>
                    <a:pt x="2751" y="3426"/>
                    <a:pt x="2754" y="3380"/>
                    <a:pt x="2754" y="3335"/>
                  </a:cubicBezTo>
                  <a:cubicBezTo>
                    <a:pt x="2754" y="3309"/>
                    <a:pt x="2753" y="3284"/>
                    <a:pt x="2751" y="3259"/>
                  </a:cubicBezTo>
                  <a:cubicBezTo>
                    <a:pt x="2766" y="3253"/>
                    <a:pt x="2781" y="3247"/>
                    <a:pt x="2796" y="3241"/>
                  </a:cubicBezTo>
                  <a:cubicBezTo>
                    <a:pt x="2799" y="3282"/>
                    <a:pt x="2803" y="3323"/>
                    <a:pt x="2804" y="3364"/>
                  </a:cubicBezTo>
                  <a:lnTo>
                    <a:pt x="2805" y="3365"/>
                  </a:lnTo>
                  <a:lnTo>
                    <a:pt x="2806" y="3365"/>
                  </a:lnTo>
                  <a:cubicBezTo>
                    <a:pt x="2807" y="3365"/>
                    <a:pt x="2807" y="3365"/>
                    <a:pt x="2807" y="3365"/>
                  </a:cubicBezTo>
                  <a:cubicBezTo>
                    <a:pt x="2808" y="3365"/>
                    <a:pt x="2808" y="3364"/>
                    <a:pt x="2808" y="3364"/>
                  </a:cubicBezTo>
                  <a:cubicBezTo>
                    <a:pt x="2808" y="3320"/>
                    <a:pt x="2814" y="3276"/>
                    <a:pt x="2817" y="3232"/>
                  </a:cubicBezTo>
                  <a:lnTo>
                    <a:pt x="2851" y="3218"/>
                  </a:lnTo>
                  <a:cubicBezTo>
                    <a:pt x="2855" y="3230"/>
                    <a:pt x="2858" y="3243"/>
                    <a:pt x="2859" y="3256"/>
                  </a:cubicBezTo>
                  <a:lnTo>
                    <a:pt x="2859" y="3257"/>
                  </a:lnTo>
                  <a:lnTo>
                    <a:pt x="2860" y="3258"/>
                  </a:lnTo>
                  <a:lnTo>
                    <a:pt x="2861" y="3258"/>
                  </a:lnTo>
                  <a:cubicBezTo>
                    <a:pt x="2862" y="3258"/>
                    <a:pt x="2862" y="3258"/>
                    <a:pt x="2863" y="3258"/>
                  </a:cubicBezTo>
                  <a:lnTo>
                    <a:pt x="2863" y="3257"/>
                  </a:lnTo>
                  <a:cubicBezTo>
                    <a:pt x="2864" y="3257"/>
                    <a:pt x="2864" y="3256"/>
                    <a:pt x="2864" y="3256"/>
                  </a:cubicBezTo>
                  <a:cubicBezTo>
                    <a:pt x="2865" y="3244"/>
                    <a:pt x="2867" y="3232"/>
                    <a:pt x="2870" y="3220"/>
                  </a:cubicBezTo>
                  <a:cubicBezTo>
                    <a:pt x="2871" y="3216"/>
                    <a:pt x="2871" y="3213"/>
                    <a:pt x="2872" y="3209"/>
                  </a:cubicBezTo>
                  <a:cubicBezTo>
                    <a:pt x="2882" y="3204"/>
                    <a:pt x="2892" y="3199"/>
                    <a:pt x="2902" y="3193"/>
                  </a:cubicBezTo>
                  <a:cubicBezTo>
                    <a:pt x="2914" y="3186"/>
                    <a:pt x="2926" y="3178"/>
                    <a:pt x="2938" y="3169"/>
                  </a:cubicBezTo>
                  <a:cubicBezTo>
                    <a:pt x="2957" y="3154"/>
                    <a:pt x="2972" y="3130"/>
                    <a:pt x="2995" y="3119"/>
                  </a:cubicBezTo>
                  <a:cubicBezTo>
                    <a:pt x="3007" y="3111"/>
                    <a:pt x="3017" y="3101"/>
                    <a:pt x="3024" y="3089"/>
                  </a:cubicBezTo>
                  <a:cubicBezTo>
                    <a:pt x="3025" y="3086"/>
                    <a:pt x="3026" y="3084"/>
                    <a:pt x="3027" y="3082"/>
                  </a:cubicBezTo>
                  <a:cubicBezTo>
                    <a:pt x="3025" y="3115"/>
                    <a:pt x="3031" y="3153"/>
                    <a:pt x="3031" y="3180"/>
                  </a:cubicBezTo>
                  <a:cubicBezTo>
                    <a:pt x="3031" y="3255"/>
                    <a:pt x="3023" y="3328"/>
                    <a:pt x="3022" y="3403"/>
                  </a:cubicBezTo>
                  <a:cubicBezTo>
                    <a:pt x="3025" y="3502"/>
                    <a:pt x="3041" y="3596"/>
                    <a:pt x="3051" y="3689"/>
                  </a:cubicBezTo>
                  <a:lnTo>
                    <a:pt x="3051" y="3687"/>
                  </a:lnTo>
                  <a:moveTo>
                    <a:pt x="3004" y="2326"/>
                  </a:moveTo>
                  <a:cubicBezTo>
                    <a:pt x="3004" y="2509"/>
                    <a:pt x="3014" y="2691"/>
                    <a:pt x="3021" y="2874"/>
                  </a:cubicBezTo>
                  <a:cubicBezTo>
                    <a:pt x="3020" y="2874"/>
                    <a:pt x="3020" y="2874"/>
                    <a:pt x="3020" y="2874"/>
                  </a:cubicBezTo>
                  <a:cubicBezTo>
                    <a:pt x="3019" y="2875"/>
                    <a:pt x="3017" y="2876"/>
                    <a:pt x="3017" y="2877"/>
                  </a:cubicBezTo>
                  <a:cubicBezTo>
                    <a:pt x="3016" y="2879"/>
                    <a:pt x="3015" y="2880"/>
                    <a:pt x="3015" y="2881"/>
                  </a:cubicBezTo>
                  <a:cubicBezTo>
                    <a:pt x="3013" y="2898"/>
                    <a:pt x="3008" y="2914"/>
                    <a:pt x="2999" y="2928"/>
                  </a:cubicBezTo>
                  <a:cubicBezTo>
                    <a:pt x="2996" y="2802"/>
                    <a:pt x="2975" y="2675"/>
                    <a:pt x="2967" y="2549"/>
                  </a:cubicBezTo>
                  <a:cubicBezTo>
                    <a:pt x="2967" y="2548"/>
                    <a:pt x="2967" y="2548"/>
                    <a:pt x="2967" y="2548"/>
                  </a:cubicBezTo>
                  <a:lnTo>
                    <a:pt x="2966" y="2547"/>
                  </a:lnTo>
                  <a:lnTo>
                    <a:pt x="2965" y="2547"/>
                  </a:lnTo>
                  <a:cubicBezTo>
                    <a:pt x="2964" y="2547"/>
                    <a:pt x="2964" y="2547"/>
                    <a:pt x="2963" y="2547"/>
                  </a:cubicBezTo>
                  <a:cubicBezTo>
                    <a:pt x="2963" y="2547"/>
                    <a:pt x="2963" y="2548"/>
                    <a:pt x="2962" y="2548"/>
                  </a:cubicBezTo>
                  <a:lnTo>
                    <a:pt x="2962" y="2549"/>
                  </a:lnTo>
                  <a:cubicBezTo>
                    <a:pt x="2967" y="2686"/>
                    <a:pt x="2971" y="2823"/>
                    <a:pt x="2971" y="2960"/>
                  </a:cubicBezTo>
                  <a:lnTo>
                    <a:pt x="2971" y="2961"/>
                  </a:lnTo>
                  <a:cubicBezTo>
                    <a:pt x="2971" y="2962"/>
                    <a:pt x="2971" y="2964"/>
                    <a:pt x="2972" y="2966"/>
                  </a:cubicBezTo>
                  <a:cubicBezTo>
                    <a:pt x="2969" y="2970"/>
                    <a:pt x="2965" y="2974"/>
                    <a:pt x="2961" y="2978"/>
                  </a:cubicBezTo>
                  <a:cubicBezTo>
                    <a:pt x="2958" y="2952"/>
                    <a:pt x="2953" y="2927"/>
                    <a:pt x="2951" y="2901"/>
                  </a:cubicBezTo>
                  <a:cubicBezTo>
                    <a:pt x="2949" y="2875"/>
                    <a:pt x="2945" y="2845"/>
                    <a:pt x="2941" y="2817"/>
                  </a:cubicBezTo>
                  <a:cubicBezTo>
                    <a:pt x="2941" y="2813"/>
                    <a:pt x="2934" y="2814"/>
                    <a:pt x="2935" y="2818"/>
                  </a:cubicBezTo>
                  <a:cubicBezTo>
                    <a:pt x="2936" y="2843"/>
                    <a:pt x="2937" y="2869"/>
                    <a:pt x="2937" y="2895"/>
                  </a:cubicBezTo>
                  <a:cubicBezTo>
                    <a:pt x="2937" y="2929"/>
                    <a:pt x="2936" y="2962"/>
                    <a:pt x="2933" y="2996"/>
                  </a:cubicBezTo>
                  <a:lnTo>
                    <a:pt x="2933" y="2997"/>
                  </a:lnTo>
                  <a:cubicBezTo>
                    <a:pt x="2933" y="2999"/>
                    <a:pt x="2933" y="3002"/>
                    <a:pt x="2934" y="3003"/>
                  </a:cubicBezTo>
                  <a:lnTo>
                    <a:pt x="2929" y="3008"/>
                  </a:lnTo>
                  <a:lnTo>
                    <a:pt x="2922" y="3011"/>
                  </a:lnTo>
                  <a:cubicBezTo>
                    <a:pt x="2922" y="3000"/>
                    <a:pt x="2922" y="2989"/>
                    <a:pt x="2922" y="2978"/>
                  </a:cubicBezTo>
                  <a:cubicBezTo>
                    <a:pt x="2920" y="2952"/>
                    <a:pt x="2918" y="2926"/>
                    <a:pt x="2918" y="2900"/>
                  </a:cubicBezTo>
                  <a:cubicBezTo>
                    <a:pt x="2918" y="2899"/>
                    <a:pt x="2917" y="2898"/>
                    <a:pt x="2917" y="2898"/>
                  </a:cubicBezTo>
                  <a:cubicBezTo>
                    <a:pt x="2917" y="2897"/>
                    <a:pt x="2916" y="2897"/>
                    <a:pt x="2916" y="2897"/>
                  </a:cubicBezTo>
                  <a:cubicBezTo>
                    <a:pt x="2915" y="2896"/>
                    <a:pt x="2915" y="2896"/>
                    <a:pt x="2914" y="2896"/>
                  </a:cubicBezTo>
                  <a:cubicBezTo>
                    <a:pt x="2914" y="2896"/>
                    <a:pt x="2913" y="2896"/>
                    <a:pt x="2912" y="2897"/>
                  </a:cubicBezTo>
                  <a:cubicBezTo>
                    <a:pt x="2912" y="2897"/>
                    <a:pt x="2911" y="2897"/>
                    <a:pt x="2911" y="2898"/>
                  </a:cubicBezTo>
                  <a:cubicBezTo>
                    <a:pt x="2911" y="2898"/>
                    <a:pt x="2911" y="2899"/>
                    <a:pt x="2911" y="2900"/>
                  </a:cubicBezTo>
                  <a:cubicBezTo>
                    <a:pt x="2911" y="2926"/>
                    <a:pt x="2909" y="2952"/>
                    <a:pt x="2907" y="2978"/>
                  </a:cubicBezTo>
                  <a:cubicBezTo>
                    <a:pt x="2905" y="2992"/>
                    <a:pt x="2904" y="3006"/>
                    <a:pt x="2904" y="3019"/>
                  </a:cubicBezTo>
                  <a:lnTo>
                    <a:pt x="2888" y="3027"/>
                  </a:lnTo>
                  <a:cubicBezTo>
                    <a:pt x="2887" y="2964"/>
                    <a:pt x="2878" y="2904"/>
                    <a:pt x="2875" y="2842"/>
                  </a:cubicBezTo>
                  <a:cubicBezTo>
                    <a:pt x="2875" y="2841"/>
                    <a:pt x="2875" y="2841"/>
                    <a:pt x="2875" y="2840"/>
                  </a:cubicBezTo>
                  <a:lnTo>
                    <a:pt x="2874" y="2840"/>
                  </a:lnTo>
                  <a:cubicBezTo>
                    <a:pt x="2874" y="2839"/>
                    <a:pt x="2873" y="2839"/>
                    <a:pt x="2873" y="2839"/>
                  </a:cubicBezTo>
                  <a:cubicBezTo>
                    <a:pt x="2872" y="2839"/>
                    <a:pt x="2872" y="2839"/>
                    <a:pt x="2871" y="2840"/>
                  </a:cubicBezTo>
                  <a:cubicBezTo>
                    <a:pt x="2870" y="2841"/>
                    <a:pt x="2870" y="2841"/>
                    <a:pt x="2870" y="2842"/>
                  </a:cubicBezTo>
                  <a:cubicBezTo>
                    <a:pt x="2868" y="2906"/>
                    <a:pt x="2871" y="2969"/>
                    <a:pt x="2870" y="3034"/>
                  </a:cubicBezTo>
                  <a:lnTo>
                    <a:pt x="2848" y="3044"/>
                  </a:lnTo>
                  <a:cubicBezTo>
                    <a:pt x="2848" y="3043"/>
                    <a:pt x="2848" y="3042"/>
                    <a:pt x="2848" y="3041"/>
                  </a:cubicBezTo>
                  <a:cubicBezTo>
                    <a:pt x="2848" y="3035"/>
                    <a:pt x="2847" y="3029"/>
                    <a:pt x="2844" y="3025"/>
                  </a:cubicBezTo>
                  <a:cubicBezTo>
                    <a:pt x="2837" y="3014"/>
                    <a:pt x="2841" y="2992"/>
                    <a:pt x="2840" y="2979"/>
                  </a:cubicBezTo>
                  <a:lnTo>
                    <a:pt x="2840" y="2978"/>
                  </a:lnTo>
                  <a:cubicBezTo>
                    <a:pt x="2839" y="2978"/>
                    <a:pt x="2839" y="2977"/>
                    <a:pt x="2839" y="2977"/>
                  </a:cubicBezTo>
                  <a:cubicBezTo>
                    <a:pt x="2838" y="2977"/>
                    <a:pt x="2838" y="2977"/>
                    <a:pt x="2837" y="2977"/>
                  </a:cubicBezTo>
                  <a:lnTo>
                    <a:pt x="2836" y="2977"/>
                  </a:lnTo>
                  <a:cubicBezTo>
                    <a:pt x="2835" y="2977"/>
                    <a:pt x="2835" y="2978"/>
                    <a:pt x="2835" y="2978"/>
                  </a:cubicBezTo>
                  <a:lnTo>
                    <a:pt x="2834" y="2979"/>
                  </a:lnTo>
                  <a:cubicBezTo>
                    <a:pt x="2832" y="2991"/>
                    <a:pt x="2830" y="3003"/>
                    <a:pt x="2830" y="3015"/>
                  </a:cubicBezTo>
                  <a:cubicBezTo>
                    <a:pt x="2830" y="3019"/>
                    <a:pt x="2831" y="3023"/>
                    <a:pt x="2831" y="3026"/>
                  </a:cubicBezTo>
                  <a:cubicBezTo>
                    <a:pt x="2833" y="3034"/>
                    <a:pt x="2834" y="3041"/>
                    <a:pt x="2834" y="3048"/>
                  </a:cubicBezTo>
                  <a:cubicBezTo>
                    <a:pt x="2834" y="3049"/>
                    <a:pt x="2834" y="3049"/>
                    <a:pt x="2834" y="3049"/>
                  </a:cubicBezTo>
                  <a:cubicBezTo>
                    <a:pt x="2834" y="3049"/>
                    <a:pt x="2834" y="3051"/>
                    <a:pt x="2834" y="3052"/>
                  </a:cubicBezTo>
                  <a:lnTo>
                    <a:pt x="2831" y="3053"/>
                  </a:lnTo>
                  <a:lnTo>
                    <a:pt x="2819" y="3059"/>
                  </a:lnTo>
                  <a:cubicBezTo>
                    <a:pt x="2817" y="3042"/>
                    <a:pt x="2814" y="3026"/>
                    <a:pt x="2813" y="3009"/>
                  </a:cubicBezTo>
                  <a:cubicBezTo>
                    <a:pt x="2813" y="3008"/>
                    <a:pt x="2813" y="3008"/>
                    <a:pt x="2813" y="3007"/>
                  </a:cubicBezTo>
                  <a:cubicBezTo>
                    <a:pt x="2813" y="2986"/>
                    <a:pt x="2810" y="2965"/>
                    <a:pt x="2805" y="2945"/>
                  </a:cubicBezTo>
                  <a:cubicBezTo>
                    <a:pt x="2789" y="2901"/>
                    <a:pt x="2798" y="2849"/>
                    <a:pt x="2788" y="2803"/>
                  </a:cubicBezTo>
                  <a:lnTo>
                    <a:pt x="2788" y="2802"/>
                  </a:lnTo>
                  <a:cubicBezTo>
                    <a:pt x="2787" y="2802"/>
                    <a:pt x="2787" y="2801"/>
                    <a:pt x="2787" y="2801"/>
                  </a:cubicBezTo>
                  <a:cubicBezTo>
                    <a:pt x="2786" y="2801"/>
                    <a:pt x="2786" y="2801"/>
                    <a:pt x="2785" y="2801"/>
                  </a:cubicBezTo>
                  <a:lnTo>
                    <a:pt x="2784" y="2801"/>
                  </a:lnTo>
                  <a:cubicBezTo>
                    <a:pt x="2784" y="2801"/>
                    <a:pt x="2784" y="2802"/>
                    <a:pt x="2783" y="2802"/>
                  </a:cubicBezTo>
                  <a:lnTo>
                    <a:pt x="2783" y="2803"/>
                  </a:lnTo>
                  <a:cubicBezTo>
                    <a:pt x="2791" y="2893"/>
                    <a:pt x="2781" y="2981"/>
                    <a:pt x="2794" y="3071"/>
                  </a:cubicBezTo>
                  <a:cubicBezTo>
                    <a:pt x="2778" y="3078"/>
                    <a:pt x="2761" y="3085"/>
                    <a:pt x="2744" y="3092"/>
                  </a:cubicBezTo>
                  <a:cubicBezTo>
                    <a:pt x="2740" y="3043"/>
                    <a:pt x="2727" y="2994"/>
                    <a:pt x="2722" y="2944"/>
                  </a:cubicBezTo>
                  <a:cubicBezTo>
                    <a:pt x="2722" y="2943"/>
                    <a:pt x="2721" y="2943"/>
                    <a:pt x="2721" y="2943"/>
                  </a:cubicBezTo>
                  <a:cubicBezTo>
                    <a:pt x="2720" y="2942"/>
                    <a:pt x="2720" y="2942"/>
                    <a:pt x="2720" y="2942"/>
                  </a:cubicBezTo>
                  <a:cubicBezTo>
                    <a:pt x="2719" y="2942"/>
                    <a:pt x="2719" y="2942"/>
                    <a:pt x="2718" y="2943"/>
                  </a:cubicBezTo>
                  <a:cubicBezTo>
                    <a:pt x="2718" y="2943"/>
                    <a:pt x="2717" y="2943"/>
                    <a:pt x="2717" y="2944"/>
                  </a:cubicBezTo>
                  <a:cubicBezTo>
                    <a:pt x="2720" y="2986"/>
                    <a:pt x="2722" y="3028"/>
                    <a:pt x="2722" y="3070"/>
                  </a:cubicBezTo>
                  <a:cubicBezTo>
                    <a:pt x="2722" y="3081"/>
                    <a:pt x="2722" y="3091"/>
                    <a:pt x="2722" y="3102"/>
                  </a:cubicBezTo>
                  <a:lnTo>
                    <a:pt x="2687" y="3116"/>
                  </a:lnTo>
                  <a:lnTo>
                    <a:pt x="2680" y="3119"/>
                  </a:lnTo>
                  <a:cubicBezTo>
                    <a:pt x="2681" y="3117"/>
                    <a:pt x="2681" y="3116"/>
                    <a:pt x="2681" y="3114"/>
                  </a:cubicBezTo>
                  <a:cubicBezTo>
                    <a:pt x="2681" y="3110"/>
                    <a:pt x="2680" y="3107"/>
                    <a:pt x="2679" y="3104"/>
                  </a:cubicBezTo>
                  <a:cubicBezTo>
                    <a:pt x="2674" y="3093"/>
                    <a:pt x="2671" y="3081"/>
                    <a:pt x="2671" y="3069"/>
                  </a:cubicBezTo>
                  <a:cubicBezTo>
                    <a:pt x="2671" y="3065"/>
                    <a:pt x="2665" y="3066"/>
                    <a:pt x="2665" y="3069"/>
                  </a:cubicBezTo>
                  <a:cubicBezTo>
                    <a:pt x="2665" y="3079"/>
                    <a:pt x="2661" y="3089"/>
                    <a:pt x="2661" y="3098"/>
                  </a:cubicBezTo>
                  <a:cubicBezTo>
                    <a:pt x="2661" y="3102"/>
                    <a:pt x="2663" y="3105"/>
                    <a:pt x="2663" y="3109"/>
                  </a:cubicBezTo>
                  <a:cubicBezTo>
                    <a:pt x="2663" y="3112"/>
                    <a:pt x="2662" y="3120"/>
                    <a:pt x="2662" y="3125"/>
                  </a:cubicBezTo>
                  <a:lnTo>
                    <a:pt x="2656" y="3127"/>
                  </a:lnTo>
                  <a:cubicBezTo>
                    <a:pt x="2655" y="3114"/>
                    <a:pt x="2655" y="3101"/>
                    <a:pt x="2654" y="3089"/>
                  </a:cubicBezTo>
                  <a:cubicBezTo>
                    <a:pt x="2654" y="3069"/>
                    <a:pt x="2646" y="3051"/>
                    <a:pt x="2647" y="3031"/>
                  </a:cubicBezTo>
                  <a:cubicBezTo>
                    <a:pt x="2647" y="3028"/>
                    <a:pt x="2641" y="3027"/>
                    <a:pt x="2641" y="3031"/>
                  </a:cubicBezTo>
                  <a:cubicBezTo>
                    <a:pt x="2640" y="3049"/>
                    <a:pt x="2641" y="3066"/>
                    <a:pt x="2641" y="3084"/>
                  </a:cubicBezTo>
                  <a:cubicBezTo>
                    <a:pt x="2640" y="3099"/>
                    <a:pt x="2639" y="3114"/>
                    <a:pt x="2639" y="3129"/>
                  </a:cubicBezTo>
                  <a:cubicBezTo>
                    <a:pt x="2639" y="3130"/>
                    <a:pt x="2639" y="3131"/>
                    <a:pt x="2639" y="3133"/>
                  </a:cubicBezTo>
                  <a:lnTo>
                    <a:pt x="2616" y="3138"/>
                  </a:lnTo>
                  <a:cubicBezTo>
                    <a:pt x="2616" y="3135"/>
                    <a:pt x="2616" y="3131"/>
                    <a:pt x="2616" y="3131"/>
                  </a:cubicBezTo>
                  <a:cubicBezTo>
                    <a:pt x="2616" y="3115"/>
                    <a:pt x="2614" y="3099"/>
                    <a:pt x="2613" y="3084"/>
                  </a:cubicBezTo>
                  <a:cubicBezTo>
                    <a:pt x="2611" y="3055"/>
                    <a:pt x="2607" y="3026"/>
                    <a:pt x="2606" y="2997"/>
                  </a:cubicBezTo>
                  <a:cubicBezTo>
                    <a:pt x="2606" y="2993"/>
                    <a:pt x="2599" y="2993"/>
                    <a:pt x="2599" y="2997"/>
                  </a:cubicBezTo>
                  <a:cubicBezTo>
                    <a:pt x="2600" y="3008"/>
                    <a:pt x="2600" y="3019"/>
                    <a:pt x="2600" y="3030"/>
                  </a:cubicBezTo>
                  <a:cubicBezTo>
                    <a:pt x="2600" y="3052"/>
                    <a:pt x="2599" y="3073"/>
                    <a:pt x="2598" y="3095"/>
                  </a:cubicBezTo>
                  <a:cubicBezTo>
                    <a:pt x="2595" y="3111"/>
                    <a:pt x="2594" y="3127"/>
                    <a:pt x="2593" y="3143"/>
                  </a:cubicBezTo>
                  <a:lnTo>
                    <a:pt x="2563" y="3151"/>
                  </a:lnTo>
                  <a:lnTo>
                    <a:pt x="2563" y="3150"/>
                  </a:lnTo>
                  <a:cubicBezTo>
                    <a:pt x="2563" y="3149"/>
                    <a:pt x="2563" y="3149"/>
                    <a:pt x="2563" y="3148"/>
                  </a:cubicBezTo>
                  <a:cubicBezTo>
                    <a:pt x="2559" y="3141"/>
                    <a:pt x="2558" y="3134"/>
                    <a:pt x="2558" y="3126"/>
                  </a:cubicBezTo>
                  <a:cubicBezTo>
                    <a:pt x="2558" y="3125"/>
                    <a:pt x="2558" y="3123"/>
                    <a:pt x="2558" y="3122"/>
                  </a:cubicBezTo>
                  <a:cubicBezTo>
                    <a:pt x="2558" y="3118"/>
                    <a:pt x="2552" y="3117"/>
                    <a:pt x="2552" y="3122"/>
                  </a:cubicBezTo>
                  <a:cubicBezTo>
                    <a:pt x="2552" y="3126"/>
                    <a:pt x="2550" y="3135"/>
                    <a:pt x="2550" y="3141"/>
                  </a:cubicBezTo>
                  <a:cubicBezTo>
                    <a:pt x="2549" y="3142"/>
                    <a:pt x="2549" y="3143"/>
                    <a:pt x="2549" y="3144"/>
                  </a:cubicBezTo>
                  <a:cubicBezTo>
                    <a:pt x="2549" y="3147"/>
                    <a:pt x="2550" y="3150"/>
                    <a:pt x="2551" y="3153"/>
                  </a:cubicBezTo>
                  <a:cubicBezTo>
                    <a:pt x="2551" y="3154"/>
                    <a:pt x="2551" y="3154"/>
                    <a:pt x="2551" y="3154"/>
                  </a:cubicBezTo>
                  <a:cubicBezTo>
                    <a:pt x="2551" y="3155"/>
                    <a:pt x="2551" y="3155"/>
                    <a:pt x="2551" y="3155"/>
                  </a:cubicBezTo>
                  <a:lnTo>
                    <a:pt x="2532" y="3162"/>
                  </a:lnTo>
                  <a:cubicBezTo>
                    <a:pt x="2523" y="3165"/>
                    <a:pt x="2515" y="3167"/>
                    <a:pt x="2506" y="3170"/>
                  </a:cubicBezTo>
                  <a:cubicBezTo>
                    <a:pt x="2502" y="3132"/>
                    <a:pt x="2494" y="3094"/>
                    <a:pt x="2492" y="3056"/>
                  </a:cubicBezTo>
                  <a:cubicBezTo>
                    <a:pt x="2492" y="3035"/>
                    <a:pt x="2494" y="3011"/>
                    <a:pt x="2481" y="2993"/>
                  </a:cubicBezTo>
                  <a:cubicBezTo>
                    <a:pt x="2480" y="2993"/>
                    <a:pt x="2480" y="2992"/>
                    <a:pt x="2480" y="2992"/>
                  </a:cubicBezTo>
                  <a:cubicBezTo>
                    <a:pt x="2479" y="2992"/>
                    <a:pt x="2479" y="2992"/>
                    <a:pt x="2478" y="2992"/>
                  </a:cubicBezTo>
                  <a:lnTo>
                    <a:pt x="2477" y="2992"/>
                  </a:lnTo>
                  <a:cubicBezTo>
                    <a:pt x="2476" y="2993"/>
                    <a:pt x="2476" y="2993"/>
                    <a:pt x="2476" y="2993"/>
                  </a:cubicBezTo>
                  <a:cubicBezTo>
                    <a:pt x="2476" y="2994"/>
                    <a:pt x="2476" y="2994"/>
                    <a:pt x="2476" y="2995"/>
                  </a:cubicBezTo>
                  <a:lnTo>
                    <a:pt x="2476" y="2996"/>
                  </a:lnTo>
                  <a:cubicBezTo>
                    <a:pt x="2489" y="3019"/>
                    <a:pt x="2476" y="3059"/>
                    <a:pt x="2479" y="3083"/>
                  </a:cubicBezTo>
                  <a:cubicBezTo>
                    <a:pt x="2480" y="3094"/>
                    <a:pt x="2480" y="3105"/>
                    <a:pt x="2480" y="3116"/>
                  </a:cubicBezTo>
                  <a:cubicBezTo>
                    <a:pt x="2480" y="3137"/>
                    <a:pt x="2479" y="3157"/>
                    <a:pt x="2477" y="3177"/>
                  </a:cubicBezTo>
                  <a:cubicBezTo>
                    <a:pt x="2448" y="3184"/>
                    <a:pt x="2418" y="3190"/>
                    <a:pt x="2389" y="3194"/>
                  </a:cubicBezTo>
                  <a:cubicBezTo>
                    <a:pt x="2389" y="3147"/>
                    <a:pt x="2388" y="3100"/>
                    <a:pt x="2386" y="3053"/>
                  </a:cubicBezTo>
                  <a:cubicBezTo>
                    <a:pt x="2385" y="3017"/>
                    <a:pt x="2375" y="2983"/>
                    <a:pt x="2374" y="2947"/>
                  </a:cubicBezTo>
                  <a:cubicBezTo>
                    <a:pt x="2374" y="2927"/>
                    <a:pt x="2366" y="2905"/>
                    <a:pt x="2366" y="2885"/>
                  </a:cubicBezTo>
                  <a:cubicBezTo>
                    <a:pt x="2366" y="2884"/>
                    <a:pt x="2366" y="2882"/>
                    <a:pt x="2366" y="2881"/>
                  </a:cubicBezTo>
                  <a:cubicBezTo>
                    <a:pt x="2366" y="2851"/>
                    <a:pt x="2360" y="2821"/>
                    <a:pt x="2350" y="2793"/>
                  </a:cubicBezTo>
                  <a:cubicBezTo>
                    <a:pt x="2349" y="2790"/>
                    <a:pt x="2343" y="2792"/>
                    <a:pt x="2344" y="2795"/>
                  </a:cubicBezTo>
                  <a:cubicBezTo>
                    <a:pt x="2349" y="2817"/>
                    <a:pt x="2351" y="2839"/>
                    <a:pt x="2351" y="2862"/>
                  </a:cubicBezTo>
                  <a:cubicBezTo>
                    <a:pt x="2351" y="2872"/>
                    <a:pt x="2350" y="2883"/>
                    <a:pt x="2349" y="2894"/>
                  </a:cubicBezTo>
                  <a:cubicBezTo>
                    <a:pt x="2348" y="2918"/>
                    <a:pt x="2355" y="2946"/>
                    <a:pt x="2354" y="2971"/>
                  </a:cubicBezTo>
                  <a:cubicBezTo>
                    <a:pt x="2351" y="3046"/>
                    <a:pt x="2354" y="3122"/>
                    <a:pt x="2354" y="3198"/>
                  </a:cubicBezTo>
                  <a:lnTo>
                    <a:pt x="2345" y="3198"/>
                  </a:lnTo>
                  <a:cubicBezTo>
                    <a:pt x="2302" y="3201"/>
                    <a:pt x="2259" y="3208"/>
                    <a:pt x="2217" y="3219"/>
                  </a:cubicBezTo>
                  <a:cubicBezTo>
                    <a:pt x="2213" y="3220"/>
                    <a:pt x="2208" y="3221"/>
                    <a:pt x="2203" y="3222"/>
                  </a:cubicBezTo>
                  <a:lnTo>
                    <a:pt x="2128" y="3227"/>
                  </a:lnTo>
                  <a:lnTo>
                    <a:pt x="2115" y="3227"/>
                  </a:lnTo>
                  <a:cubicBezTo>
                    <a:pt x="2115" y="3217"/>
                    <a:pt x="2113" y="3208"/>
                    <a:pt x="2112" y="3199"/>
                  </a:cubicBezTo>
                  <a:cubicBezTo>
                    <a:pt x="2110" y="3190"/>
                    <a:pt x="2108" y="3181"/>
                    <a:pt x="2106" y="3172"/>
                  </a:cubicBezTo>
                  <a:lnTo>
                    <a:pt x="2106" y="3171"/>
                  </a:lnTo>
                  <a:cubicBezTo>
                    <a:pt x="2106" y="3170"/>
                    <a:pt x="2105" y="3170"/>
                    <a:pt x="2105" y="3170"/>
                  </a:cubicBezTo>
                  <a:cubicBezTo>
                    <a:pt x="2104" y="3169"/>
                    <a:pt x="2104" y="3169"/>
                    <a:pt x="2103" y="3169"/>
                  </a:cubicBezTo>
                  <a:lnTo>
                    <a:pt x="2102" y="3170"/>
                  </a:lnTo>
                  <a:cubicBezTo>
                    <a:pt x="2101" y="3171"/>
                    <a:pt x="2102" y="3170"/>
                    <a:pt x="2101" y="3171"/>
                  </a:cubicBezTo>
                  <a:cubicBezTo>
                    <a:pt x="2100" y="3172"/>
                    <a:pt x="2100" y="3172"/>
                    <a:pt x="2100" y="3172"/>
                  </a:cubicBezTo>
                  <a:cubicBezTo>
                    <a:pt x="2099" y="3181"/>
                    <a:pt x="2096" y="3189"/>
                    <a:pt x="2095" y="3197"/>
                  </a:cubicBezTo>
                  <a:cubicBezTo>
                    <a:pt x="2093" y="3207"/>
                    <a:pt x="2092" y="3218"/>
                    <a:pt x="2092" y="3228"/>
                  </a:cubicBezTo>
                  <a:lnTo>
                    <a:pt x="2082" y="3228"/>
                  </a:lnTo>
                  <a:lnTo>
                    <a:pt x="2068" y="3230"/>
                  </a:lnTo>
                  <a:cubicBezTo>
                    <a:pt x="2066" y="3210"/>
                    <a:pt x="2064" y="3191"/>
                    <a:pt x="2063" y="3172"/>
                  </a:cubicBezTo>
                  <a:cubicBezTo>
                    <a:pt x="2062" y="3153"/>
                    <a:pt x="2054" y="3133"/>
                    <a:pt x="2054" y="3113"/>
                  </a:cubicBezTo>
                  <a:cubicBezTo>
                    <a:pt x="2054" y="3110"/>
                    <a:pt x="2049" y="3110"/>
                    <a:pt x="2049" y="3113"/>
                  </a:cubicBezTo>
                  <a:cubicBezTo>
                    <a:pt x="2050" y="3122"/>
                    <a:pt x="2050" y="3132"/>
                    <a:pt x="2050" y="3142"/>
                  </a:cubicBezTo>
                  <a:cubicBezTo>
                    <a:pt x="2050" y="3151"/>
                    <a:pt x="2050" y="3161"/>
                    <a:pt x="2049" y="3170"/>
                  </a:cubicBezTo>
                  <a:cubicBezTo>
                    <a:pt x="2046" y="3190"/>
                    <a:pt x="2044" y="3212"/>
                    <a:pt x="2043" y="3233"/>
                  </a:cubicBezTo>
                  <a:lnTo>
                    <a:pt x="2016" y="3236"/>
                  </a:lnTo>
                  <a:cubicBezTo>
                    <a:pt x="2021" y="3194"/>
                    <a:pt x="2012" y="3152"/>
                    <a:pt x="2012" y="3110"/>
                  </a:cubicBezTo>
                  <a:cubicBezTo>
                    <a:pt x="2012" y="3058"/>
                    <a:pt x="2002" y="3004"/>
                    <a:pt x="2000" y="2951"/>
                  </a:cubicBezTo>
                  <a:lnTo>
                    <a:pt x="1999" y="2950"/>
                  </a:lnTo>
                  <a:cubicBezTo>
                    <a:pt x="1999" y="2950"/>
                    <a:pt x="2000" y="2950"/>
                    <a:pt x="1999" y="2949"/>
                  </a:cubicBezTo>
                  <a:cubicBezTo>
                    <a:pt x="1998" y="2948"/>
                    <a:pt x="1998" y="2949"/>
                    <a:pt x="1997" y="2949"/>
                  </a:cubicBezTo>
                  <a:cubicBezTo>
                    <a:pt x="1997" y="2949"/>
                    <a:pt x="1997" y="2948"/>
                    <a:pt x="1996" y="2949"/>
                  </a:cubicBezTo>
                  <a:cubicBezTo>
                    <a:pt x="1995" y="2950"/>
                    <a:pt x="1996" y="2950"/>
                    <a:pt x="1995" y="2950"/>
                  </a:cubicBezTo>
                  <a:lnTo>
                    <a:pt x="1995" y="2951"/>
                  </a:lnTo>
                  <a:cubicBezTo>
                    <a:pt x="1991" y="3045"/>
                    <a:pt x="1979" y="3144"/>
                    <a:pt x="1993" y="3237"/>
                  </a:cubicBezTo>
                  <a:lnTo>
                    <a:pt x="1913" y="3245"/>
                  </a:lnTo>
                  <a:cubicBezTo>
                    <a:pt x="1836" y="3246"/>
                    <a:pt x="1759" y="3251"/>
                    <a:pt x="1683" y="3259"/>
                  </a:cubicBezTo>
                  <a:cubicBezTo>
                    <a:pt x="1681" y="3259"/>
                    <a:pt x="1681" y="3263"/>
                    <a:pt x="1683" y="3263"/>
                  </a:cubicBezTo>
                  <a:cubicBezTo>
                    <a:pt x="1711" y="3266"/>
                    <a:pt x="1739" y="3267"/>
                    <a:pt x="1767" y="3267"/>
                  </a:cubicBezTo>
                  <a:cubicBezTo>
                    <a:pt x="1794" y="3267"/>
                    <a:pt x="1822" y="3266"/>
                    <a:pt x="1850" y="3263"/>
                  </a:cubicBezTo>
                  <a:cubicBezTo>
                    <a:pt x="1885" y="3267"/>
                    <a:pt x="1921" y="3268"/>
                    <a:pt x="1956" y="3268"/>
                  </a:cubicBezTo>
                  <a:cubicBezTo>
                    <a:pt x="2005" y="3268"/>
                    <a:pt x="2053" y="3265"/>
                    <a:pt x="2100" y="3259"/>
                  </a:cubicBezTo>
                  <a:cubicBezTo>
                    <a:pt x="2150" y="3254"/>
                    <a:pt x="2201" y="3261"/>
                    <a:pt x="2250" y="3248"/>
                  </a:cubicBezTo>
                  <a:cubicBezTo>
                    <a:pt x="2301" y="3233"/>
                    <a:pt x="2355" y="3230"/>
                    <a:pt x="2408" y="3220"/>
                  </a:cubicBezTo>
                  <a:cubicBezTo>
                    <a:pt x="2435" y="3217"/>
                    <a:pt x="2462" y="3213"/>
                    <a:pt x="2489" y="3207"/>
                  </a:cubicBezTo>
                  <a:cubicBezTo>
                    <a:pt x="2490" y="3208"/>
                    <a:pt x="2492" y="3208"/>
                    <a:pt x="2494" y="3208"/>
                  </a:cubicBezTo>
                  <a:cubicBezTo>
                    <a:pt x="2497" y="3208"/>
                    <a:pt x="2500" y="3207"/>
                    <a:pt x="2503" y="3206"/>
                  </a:cubicBezTo>
                  <a:cubicBezTo>
                    <a:pt x="2504" y="3205"/>
                    <a:pt x="2505" y="3204"/>
                    <a:pt x="2506" y="3203"/>
                  </a:cubicBezTo>
                  <a:cubicBezTo>
                    <a:pt x="2533" y="3197"/>
                    <a:pt x="2560" y="3189"/>
                    <a:pt x="2585" y="3183"/>
                  </a:cubicBezTo>
                  <a:cubicBezTo>
                    <a:pt x="2655" y="3164"/>
                    <a:pt x="2724" y="3146"/>
                    <a:pt x="2792" y="3120"/>
                  </a:cubicBezTo>
                  <a:cubicBezTo>
                    <a:pt x="2819" y="3111"/>
                    <a:pt x="2845" y="3099"/>
                    <a:pt x="2869" y="3085"/>
                  </a:cubicBezTo>
                  <a:cubicBezTo>
                    <a:pt x="2891" y="3072"/>
                    <a:pt x="2912" y="3058"/>
                    <a:pt x="2931" y="3041"/>
                  </a:cubicBezTo>
                  <a:cubicBezTo>
                    <a:pt x="2955" y="3031"/>
                    <a:pt x="2979" y="3016"/>
                    <a:pt x="2981" y="2993"/>
                  </a:cubicBezTo>
                  <a:cubicBezTo>
                    <a:pt x="2981" y="2993"/>
                    <a:pt x="2981" y="2992"/>
                    <a:pt x="2981" y="2991"/>
                  </a:cubicBezTo>
                  <a:cubicBezTo>
                    <a:pt x="2981" y="2990"/>
                    <a:pt x="2981" y="2990"/>
                    <a:pt x="2981" y="2989"/>
                  </a:cubicBezTo>
                  <a:cubicBezTo>
                    <a:pt x="2997" y="2974"/>
                    <a:pt x="3011" y="2957"/>
                    <a:pt x="3022" y="2938"/>
                  </a:cubicBezTo>
                  <a:cubicBezTo>
                    <a:pt x="3027" y="2929"/>
                    <a:pt x="3032" y="2920"/>
                    <a:pt x="3036" y="2910"/>
                  </a:cubicBezTo>
                  <a:cubicBezTo>
                    <a:pt x="3103" y="2921"/>
                    <a:pt x="3042" y="3020"/>
                    <a:pt x="3005" y="3069"/>
                  </a:cubicBezTo>
                  <a:cubicBezTo>
                    <a:pt x="2992" y="3082"/>
                    <a:pt x="2974" y="3092"/>
                    <a:pt x="2962" y="3103"/>
                  </a:cubicBezTo>
                  <a:cubicBezTo>
                    <a:pt x="2938" y="3126"/>
                    <a:pt x="2911" y="3146"/>
                    <a:pt x="2882" y="3163"/>
                  </a:cubicBezTo>
                  <a:cubicBezTo>
                    <a:pt x="2864" y="3173"/>
                    <a:pt x="2844" y="3183"/>
                    <a:pt x="2825" y="3191"/>
                  </a:cubicBezTo>
                  <a:cubicBezTo>
                    <a:pt x="2788" y="3205"/>
                    <a:pt x="2750" y="3218"/>
                    <a:pt x="2712" y="3232"/>
                  </a:cubicBezTo>
                  <a:cubicBezTo>
                    <a:pt x="2669" y="3240"/>
                    <a:pt x="2625" y="3245"/>
                    <a:pt x="2583" y="3253"/>
                  </a:cubicBezTo>
                  <a:cubicBezTo>
                    <a:pt x="2535" y="3262"/>
                    <a:pt x="2488" y="3273"/>
                    <a:pt x="2441" y="3284"/>
                  </a:cubicBezTo>
                  <a:cubicBezTo>
                    <a:pt x="2404" y="3293"/>
                    <a:pt x="2367" y="3297"/>
                    <a:pt x="2330" y="3298"/>
                  </a:cubicBezTo>
                  <a:lnTo>
                    <a:pt x="2329" y="3298"/>
                  </a:lnTo>
                  <a:cubicBezTo>
                    <a:pt x="2275" y="3298"/>
                    <a:pt x="2220" y="3304"/>
                    <a:pt x="2167" y="3316"/>
                  </a:cubicBezTo>
                  <a:cubicBezTo>
                    <a:pt x="2142" y="3321"/>
                    <a:pt x="2118" y="3325"/>
                    <a:pt x="2093" y="3327"/>
                  </a:cubicBezTo>
                  <a:cubicBezTo>
                    <a:pt x="2092" y="3327"/>
                    <a:pt x="2091" y="3327"/>
                    <a:pt x="2090" y="3327"/>
                  </a:cubicBezTo>
                  <a:cubicBezTo>
                    <a:pt x="2089" y="3327"/>
                    <a:pt x="2088" y="3327"/>
                    <a:pt x="2087" y="3327"/>
                  </a:cubicBezTo>
                  <a:cubicBezTo>
                    <a:pt x="2083" y="3327"/>
                    <a:pt x="2079" y="3327"/>
                    <a:pt x="2075" y="3327"/>
                  </a:cubicBezTo>
                  <a:cubicBezTo>
                    <a:pt x="2036" y="3325"/>
                    <a:pt x="1993" y="3331"/>
                    <a:pt x="1952" y="3331"/>
                  </a:cubicBezTo>
                  <a:cubicBezTo>
                    <a:pt x="1919" y="3331"/>
                    <a:pt x="1886" y="3337"/>
                    <a:pt x="1854" y="3337"/>
                  </a:cubicBezTo>
                  <a:lnTo>
                    <a:pt x="1677" y="3337"/>
                  </a:lnTo>
                  <a:cubicBezTo>
                    <a:pt x="1585" y="3337"/>
                    <a:pt x="1495" y="3334"/>
                    <a:pt x="1404" y="3334"/>
                  </a:cubicBezTo>
                  <a:cubicBezTo>
                    <a:pt x="1370" y="3334"/>
                    <a:pt x="1340" y="3326"/>
                    <a:pt x="1307" y="3324"/>
                  </a:cubicBezTo>
                  <a:cubicBezTo>
                    <a:pt x="1294" y="3324"/>
                    <a:pt x="1280" y="3322"/>
                    <a:pt x="1266" y="3321"/>
                  </a:cubicBezTo>
                  <a:cubicBezTo>
                    <a:pt x="1252" y="3319"/>
                    <a:pt x="1240" y="3317"/>
                    <a:pt x="1227" y="3316"/>
                  </a:cubicBezTo>
                  <a:lnTo>
                    <a:pt x="1209" y="3313"/>
                  </a:lnTo>
                  <a:cubicBezTo>
                    <a:pt x="1204" y="3312"/>
                    <a:pt x="1198" y="3311"/>
                    <a:pt x="1192" y="3309"/>
                  </a:cubicBezTo>
                  <a:cubicBezTo>
                    <a:pt x="1155" y="3300"/>
                    <a:pt x="1118" y="3296"/>
                    <a:pt x="1080" y="3296"/>
                  </a:cubicBezTo>
                  <a:cubicBezTo>
                    <a:pt x="1072" y="3296"/>
                    <a:pt x="1064" y="3294"/>
                    <a:pt x="1056" y="3294"/>
                  </a:cubicBezTo>
                  <a:cubicBezTo>
                    <a:pt x="961" y="3288"/>
                    <a:pt x="868" y="3270"/>
                    <a:pt x="774" y="3262"/>
                  </a:cubicBezTo>
                  <a:lnTo>
                    <a:pt x="769" y="3262"/>
                  </a:lnTo>
                  <a:cubicBezTo>
                    <a:pt x="752" y="3258"/>
                    <a:pt x="736" y="3254"/>
                    <a:pt x="721" y="3248"/>
                  </a:cubicBezTo>
                  <a:cubicBezTo>
                    <a:pt x="697" y="3241"/>
                    <a:pt x="674" y="3236"/>
                    <a:pt x="649" y="3234"/>
                  </a:cubicBezTo>
                  <a:cubicBezTo>
                    <a:pt x="632" y="3228"/>
                    <a:pt x="614" y="3221"/>
                    <a:pt x="597" y="3215"/>
                  </a:cubicBezTo>
                  <a:cubicBezTo>
                    <a:pt x="572" y="3206"/>
                    <a:pt x="545" y="3204"/>
                    <a:pt x="520" y="3195"/>
                  </a:cubicBezTo>
                  <a:cubicBezTo>
                    <a:pt x="486" y="3184"/>
                    <a:pt x="455" y="3167"/>
                    <a:pt x="421" y="3156"/>
                  </a:cubicBezTo>
                  <a:cubicBezTo>
                    <a:pt x="398" y="3148"/>
                    <a:pt x="373" y="3141"/>
                    <a:pt x="349" y="3134"/>
                  </a:cubicBezTo>
                  <a:cubicBezTo>
                    <a:pt x="330" y="3126"/>
                    <a:pt x="308" y="3120"/>
                    <a:pt x="288" y="3111"/>
                  </a:cubicBezTo>
                  <a:cubicBezTo>
                    <a:pt x="281" y="3108"/>
                    <a:pt x="274" y="3106"/>
                    <a:pt x="267" y="3106"/>
                  </a:cubicBezTo>
                  <a:cubicBezTo>
                    <a:pt x="250" y="3099"/>
                    <a:pt x="233" y="3091"/>
                    <a:pt x="217" y="3083"/>
                  </a:cubicBezTo>
                  <a:cubicBezTo>
                    <a:pt x="159" y="3052"/>
                    <a:pt x="32" y="2911"/>
                    <a:pt x="81" y="2839"/>
                  </a:cubicBezTo>
                  <a:cubicBezTo>
                    <a:pt x="81" y="2839"/>
                    <a:pt x="82" y="2840"/>
                    <a:pt x="83" y="2840"/>
                  </a:cubicBezTo>
                  <a:cubicBezTo>
                    <a:pt x="85" y="2841"/>
                    <a:pt x="86" y="2842"/>
                    <a:pt x="88" y="2842"/>
                  </a:cubicBezTo>
                  <a:cubicBezTo>
                    <a:pt x="89" y="2842"/>
                    <a:pt x="89" y="2842"/>
                    <a:pt x="89" y="2842"/>
                  </a:cubicBezTo>
                  <a:cubicBezTo>
                    <a:pt x="90" y="2852"/>
                    <a:pt x="91" y="2861"/>
                    <a:pt x="94" y="2870"/>
                  </a:cubicBezTo>
                  <a:cubicBezTo>
                    <a:pt x="99" y="2891"/>
                    <a:pt x="106" y="2912"/>
                    <a:pt x="117" y="2931"/>
                  </a:cubicBezTo>
                  <a:cubicBezTo>
                    <a:pt x="141" y="2965"/>
                    <a:pt x="171" y="2993"/>
                    <a:pt x="207" y="3015"/>
                  </a:cubicBezTo>
                  <a:cubicBezTo>
                    <a:pt x="224" y="3025"/>
                    <a:pt x="242" y="3036"/>
                    <a:pt x="259" y="3047"/>
                  </a:cubicBezTo>
                  <a:cubicBezTo>
                    <a:pt x="260" y="3048"/>
                    <a:pt x="261" y="3048"/>
                    <a:pt x="262" y="3049"/>
                  </a:cubicBezTo>
                  <a:cubicBezTo>
                    <a:pt x="262" y="3049"/>
                    <a:pt x="263" y="3050"/>
                    <a:pt x="264" y="3050"/>
                  </a:cubicBezTo>
                  <a:cubicBezTo>
                    <a:pt x="272" y="3055"/>
                    <a:pt x="279" y="3060"/>
                    <a:pt x="287" y="3065"/>
                  </a:cubicBezTo>
                  <a:cubicBezTo>
                    <a:pt x="301" y="3073"/>
                    <a:pt x="316" y="3079"/>
                    <a:pt x="332" y="3085"/>
                  </a:cubicBezTo>
                  <a:cubicBezTo>
                    <a:pt x="327" y="3082"/>
                    <a:pt x="366" y="3092"/>
                    <a:pt x="363" y="3090"/>
                  </a:cubicBezTo>
                  <a:lnTo>
                    <a:pt x="364" y="3091"/>
                  </a:lnTo>
                  <a:cubicBezTo>
                    <a:pt x="364" y="3091"/>
                    <a:pt x="365" y="3091"/>
                    <a:pt x="366" y="3091"/>
                  </a:cubicBezTo>
                  <a:lnTo>
                    <a:pt x="367" y="3091"/>
                  </a:lnTo>
                  <a:cubicBezTo>
                    <a:pt x="368" y="3091"/>
                    <a:pt x="368" y="3090"/>
                    <a:pt x="368" y="3090"/>
                  </a:cubicBezTo>
                  <a:lnTo>
                    <a:pt x="370" y="3088"/>
                  </a:lnTo>
                  <a:cubicBezTo>
                    <a:pt x="370" y="3087"/>
                    <a:pt x="371" y="3086"/>
                    <a:pt x="371" y="3085"/>
                  </a:cubicBezTo>
                  <a:cubicBezTo>
                    <a:pt x="371" y="3084"/>
                    <a:pt x="370" y="3083"/>
                    <a:pt x="370" y="3082"/>
                  </a:cubicBezTo>
                  <a:cubicBezTo>
                    <a:pt x="369" y="3081"/>
                    <a:pt x="369" y="3080"/>
                    <a:pt x="368" y="3080"/>
                  </a:cubicBezTo>
                  <a:cubicBezTo>
                    <a:pt x="365" y="3078"/>
                    <a:pt x="362" y="3076"/>
                    <a:pt x="358" y="3074"/>
                  </a:cubicBezTo>
                  <a:cubicBezTo>
                    <a:pt x="358" y="3073"/>
                    <a:pt x="357" y="3073"/>
                    <a:pt x="356" y="3073"/>
                  </a:cubicBezTo>
                  <a:cubicBezTo>
                    <a:pt x="366" y="3023"/>
                    <a:pt x="356" y="2972"/>
                    <a:pt x="364" y="2923"/>
                  </a:cubicBezTo>
                  <a:cubicBezTo>
                    <a:pt x="373" y="2861"/>
                    <a:pt x="362" y="2791"/>
                    <a:pt x="361" y="2729"/>
                  </a:cubicBezTo>
                  <a:cubicBezTo>
                    <a:pt x="361" y="2729"/>
                    <a:pt x="361" y="2728"/>
                    <a:pt x="360" y="2728"/>
                  </a:cubicBezTo>
                  <a:lnTo>
                    <a:pt x="360" y="2727"/>
                  </a:lnTo>
                  <a:cubicBezTo>
                    <a:pt x="359" y="2727"/>
                    <a:pt x="359" y="2727"/>
                    <a:pt x="358" y="2727"/>
                  </a:cubicBezTo>
                  <a:lnTo>
                    <a:pt x="357" y="2727"/>
                  </a:lnTo>
                  <a:lnTo>
                    <a:pt x="356" y="2728"/>
                  </a:lnTo>
                  <a:lnTo>
                    <a:pt x="356" y="2729"/>
                  </a:lnTo>
                  <a:cubicBezTo>
                    <a:pt x="355" y="2786"/>
                    <a:pt x="350" y="2842"/>
                    <a:pt x="347" y="2898"/>
                  </a:cubicBezTo>
                  <a:cubicBezTo>
                    <a:pt x="344" y="2954"/>
                    <a:pt x="334" y="3007"/>
                    <a:pt x="333" y="3062"/>
                  </a:cubicBezTo>
                  <a:cubicBezTo>
                    <a:pt x="321" y="3058"/>
                    <a:pt x="310" y="3053"/>
                    <a:pt x="299" y="3047"/>
                  </a:cubicBezTo>
                  <a:lnTo>
                    <a:pt x="282" y="3037"/>
                  </a:lnTo>
                  <a:cubicBezTo>
                    <a:pt x="279" y="2947"/>
                    <a:pt x="276" y="2857"/>
                    <a:pt x="275" y="2767"/>
                  </a:cubicBezTo>
                  <a:cubicBezTo>
                    <a:pt x="275" y="2763"/>
                    <a:pt x="269" y="2763"/>
                    <a:pt x="269" y="2767"/>
                  </a:cubicBezTo>
                  <a:cubicBezTo>
                    <a:pt x="269" y="2852"/>
                    <a:pt x="260" y="2936"/>
                    <a:pt x="256" y="3020"/>
                  </a:cubicBezTo>
                  <a:cubicBezTo>
                    <a:pt x="250" y="3016"/>
                    <a:pt x="243" y="3012"/>
                    <a:pt x="236" y="3008"/>
                  </a:cubicBezTo>
                  <a:cubicBezTo>
                    <a:pt x="238" y="2999"/>
                    <a:pt x="239" y="2990"/>
                    <a:pt x="239" y="2980"/>
                  </a:cubicBezTo>
                  <a:cubicBezTo>
                    <a:pt x="239" y="2973"/>
                    <a:pt x="238" y="2967"/>
                    <a:pt x="237" y="2960"/>
                  </a:cubicBezTo>
                  <a:cubicBezTo>
                    <a:pt x="236" y="2932"/>
                    <a:pt x="230" y="2903"/>
                    <a:pt x="230" y="2875"/>
                  </a:cubicBezTo>
                  <a:cubicBezTo>
                    <a:pt x="230" y="2871"/>
                    <a:pt x="225" y="2872"/>
                    <a:pt x="225" y="2875"/>
                  </a:cubicBezTo>
                  <a:cubicBezTo>
                    <a:pt x="225" y="2901"/>
                    <a:pt x="219" y="2927"/>
                    <a:pt x="219" y="2953"/>
                  </a:cubicBezTo>
                  <a:cubicBezTo>
                    <a:pt x="219" y="2954"/>
                    <a:pt x="219" y="2954"/>
                    <a:pt x="219" y="2954"/>
                  </a:cubicBezTo>
                  <a:cubicBezTo>
                    <a:pt x="219" y="2968"/>
                    <a:pt x="217" y="2982"/>
                    <a:pt x="213" y="2995"/>
                  </a:cubicBezTo>
                  <a:cubicBezTo>
                    <a:pt x="203" y="2989"/>
                    <a:pt x="194" y="2982"/>
                    <a:pt x="184" y="2974"/>
                  </a:cubicBezTo>
                  <a:cubicBezTo>
                    <a:pt x="185" y="2974"/>
                    <a:pt x="185" y="2973"/>
                    <a:pt x="185" y="2973"/>
                  </a:cubicBezTo>
                  <a:cubicBezTo>
                    <a:pt x="186" y="2973"/>
                    <a:pt x="186" y="2972"/>
                    <a:pt x="186" y="2972"/>
                  </a:cubicBezTo>
                  <a:cubicBezTo>
                    <a:pt x="195" y="2947"/>
                    <a:pt x="186" y="2921"/>
                    <a:pt x="184" y="2895"/>
                  </a:cubicBezTo>
                  <a:cubicBezTo>
                    <a:pt x="180" y="2857"/>
                    <a:pt x="179" y="2819"/>
                    <a:pt x="179" y="2781"/>
                  </a:cubicBezTo>
                  <a:cubicBezTo>
                    <a:pt x="179" y="2778"/>
                    <a:pt x="173" y="2778"/>
                    <a:pt x="173" y="2781"/>
                  </a:cubicBezTo>
                  <a:cubicBezTo>
                    <a:pt x="173" y="2840"/>
                    <a:pt x="166" y="2897"/>
                    <a:pt x="164" y="2955"/>
                  </a:cubicBezTo>
                  <a:cubicBezTo>
                    <a:pt x="149" y="2940"/>
                    <a:pt x="137" y="2924"/>
                    <a:pt x="126" y="2906"/>
                  </a:cubicBezTo>
                  <a:cubicBezTo>
                    <a:pt x="114" y="2885"/>
                    <a:pt x="106" y="2863"/>
                    <a:pt x="100" y="2840"/>
                  </a:cubicBezTo>
                  <a:cubicBezTo>
                    <a:pt x="95" y="2816"/>
                    <a:pt x="100" y="2839"/>
                    <a:pt x="100" y="2838"/>
                  </a:cubicBezTo>
                  <a:cubicBezTo>
                    <a:pt x="100" y="2837"/>
                    <a:pt x="101" y="2835"/>
                    <a:pt x="101" y="2833"/>
                  </a:cubicBezTo>
                  <a:cubicBezTo>
                    <a:pt x="109" y="2751"/>
                    <a:pt x="100" y="2667"/>
                    <a:pt x="114" y="2586"/>
                  </a:cubicBezTo>
                  <a:cubicBezTo>
                    <a:pt x="129" y="2505"/>
                    <a:pt x="138" y="2423"/>
                    <a:pt x="142" y="2341"/>
                  </a:cubicBezTo>
                  <a:cubicBezTo>
                    <a:pt x="144" y="2307"/>
                    <a:pt x="153" y="2272"/>
                    <a:pt x="153" y="2238"/>
                  </a:cubicBezTo>
                  <a:cubicBezTo>
                    <a:pt x="153" y="2192"/>
                    <a:pt x="153" y="2146"/>
                    <a:pt x="153" y="2100"/>
                  </a:cubicBezTo>
                  <a:cubicBezTo>
                    <a:pt x="153" y="2093"/>
                    <a:pt x="153" y="2086"/>
                    <a:pt x="153" y="2080"/>
                  </a:cubicBezTo>
                  <a:cubicBezTo>
                    <a:pt x="153" y="2047"/>
                    <a:pt x="151" y="2015"/>
                    <a:pt x="146" y="1983"/>
                  </a:cubicBezTo>
                  <a:cubicBezTo>
                    <a:pt x="139" y="1950"/>
                    <a:pt x="149" y="1916"/>
                    <a:pt x="150" y="1882"/>
                  </a:cubicBezTo>
                  <a:cubicBezTo>
                    <a:pt x="161" y="1897"/>
                    <a:pt x="175" y="1909"/>
                    <a:pt x="191" y="1919"/>
                  </a:cubicBezTo>
                  <a:cubicBezTo>
                    <a:pt x="186" y="1935"/>
                    <a:pt x="183" y="1951"/>
                    <a:pt x="183" y="1968"/>
                  </a:cubicBezTo>
                  <a:cubicBezTo>
                    <a:pt x="182" y="1973"/>
                    <a:pt x="182" y="1978"/>
                    <a:pt x="182" y="1982"/>
                  </a:cubicBezTo>
                  <a:cubicBezTo>
                    <a:pt x="182" y="1992"/>
                    <a:pt x="183" y="2001"/>
                    <a:pt x="184" y="2010"/>
                  </a:cubicBezTo>
                  <a:cubicBezTo>
                    <a:pt x="186" y="2023"/>
                    <a:pt x="184" y="2034"/>
                    <a:pt x="187" y="2046"/>
                  </a:cubicBezTo>
                  <a:cubicBezTo>
                    <a:pt x="187" y="2049"/>
                    <a:pt x="193" y="2050"/>
                    <a:pt x="193" y="2046"/>
                  </a:cubicBezTo>
                  <a:cubicBezTo>
                    <a:pt x="194" y="2028"/>
                    <a:pt x="203" y="2012"/>
                    <a:pt x="204" y="1994"/>
                  </a:cubicBezTo>
                  <a:cubicBezTo>
                    <a:pt x="205" y="1974"/>
                    <a:pt x="207" y="1955"/>
                    <a:pt x="212" y="1936"/>
                  </a:cubicBezTo>
                  <a:cubicBezTo>
                    <a:pt x="213" y="1938"/>
                    <a:pt x="215" y="1939"/>
                    <a:pt x="217" y="1940"/>
                  </a:cubicBezTo>
                  <a:cubicBezTo>
                    <a:pt x="220" y="1942"/>
                    <a:pt x="225" y="1944"/>
                    <a:pt x="229" y="1944"/>
                  </a:cubicBezTo>
                  <a:lnTo>
                    <a:pt x="233" y="1947"/>
                  </a:lnTo>
                  <a:cubicBezTo>
                    <a:pt x="230" y="1967"/>
                    <a:pt x="228" y="1988"/>
                    <a:pt x="228" y="2008"/>
                  </a:cubicBezTo>
                  <a:cubicBezTo>
                    <a:pt x="228" y="2019"/>
                    <a:pt x="229" y="2030"/>
                    <a:pt x="230" y="2041"/>
                  </a:cubicBezTo>
                  <a:cubicBezTo>
                    <a:pt x="230" y="2096"/>
                    <a:pt x="232" y="2150"/>
                    <a:pt x="232" y="2204"/>
                  </a:cubicBezTo>
                  <a:cubicBezTo>
                    <a:pt x="232" y="2205"/>
                    <a:pt x="233" y="2205"/>
                    <a:pt x="233" y="2205"/>
                  </a:cubicBezTo>
                  <a:cubicBezTo>
                    <a:pt x="233" y="2206"/>
                    <a:pt x="233" y="2205"/>
                    <a:pt x="234" y="2206"/>
                  </a:cubicBezTo>
                  <a:cubicBezTo>
                    <a:pt x="235" y="2207"/>
                    <a:pt x="234" y="2207"/>
                    <a:pt x="235" y="2207"/>
                  </a:cubicBezTo>
                  <a:cubicBezTo>
                    <a:pt x="235" y="2207"/>
                    <a:pt x="236" y="2207"/>
                    <a:pt x="236" y="2206"/>
                  </a:cubicBezTo>
                  <a:cubicBezTo>
                    <a:pt x="236" y="2206"/>
                    <a:pt x="237" y="2206"/>
                    <a:pt x="237" y="2205"/>
                  </a:cubicBezTo>
                  <a:lnTo>
                    <a:pt x="237" y="2204"/>
                  </a:lnTo>
                  <a:cubicBezTo>
                    <a:pt x="237" y="2122"/>
                    <a:pt x="257" y="2041"/>
                    <a:pt x="259" y="1958"/>
                  </a:cubicBezTo>
                  <a:lnTo>
                    <a:pt x="261" y="1958"/>
                  </a:lnTo>
                  <a:cubicBezTo>
                    <a:pt x="263" y="1958"/>
                    <a:pt x="265" y="1958"/>
                    <a:pt x="267" y="1957"/>
                  </a:cubicBezTo>
                  <a:lnTo>
                    <a:pt x="281" y="1962"/>
                  </a:lnTo>
                  <a:cubicBezTo>
                    <a:pt x="275" y="1985"/>
                    <a:pt x="271" y="2008"/>
                    <a:pt x="271" y="2032"/>
                  </a:cubicBezTo>
                  <a:cubicBezTo>
                    <a:pt x="271" y="2038"/>
                    <a:pt x="272" y="2045"/>
                    <a:pt x="272" y="2051"/>
                  </a:cubicBezTo>
                  <a:cubicBezTo>
                    <a:pt x="272" y="2094"/>
                    <a:pt x="277" y="2146"/>
                    <a:pt x="268" y="2187"/>
                  </a:cubicBezTo>
                  <a:cubicBezTo>
                    <a:pt x="267" y="2199"/>
                    <a:pt x="266" y="2209"/>
                    <a:pt x="266" y="2221"/>
                  </a:cubicBezTo>
                  <a:cubicBezTo>
                    <a:pt x="266" y="2232"/>
                    <a:pt x="267" y="2244"/>
                    <a:pt x="268" y="2255"/>
                  </a:cubicBezTo>
                  <a:cubicBezTo>
                    <a:pt x="266" y="2275"/>
                    <a:pt x="265" y="2295"/>
                    <a:pt x="265" y="2315"/>
                  </a:cubicBezTo>
                  <a:cubicBezTo>
                    <a:pt x="265" y="2322"/>
                    <a:pt x="265" y="2329"/>
                    <a:pt x="266" y="2337"/>
                  </a:cubicBezTo>
                  <a:cubicBezTo>
                    <a:pt x="268" y="2384"/>
                    <a:pt x="261" y="2432"/>
                    <a:pt x="262" y="2480"/>
                  </a:cubicBezTo>
                  <a:cubicBezTo>
                    <a:pt x="262" y="2483"/>
                    <a:pt x="265" y="2483"/>
                    <a:pt x="265" y="2480"/>
                  </a:cubicBezTo>
                  <a:cubicBezTo>
                    <a:pt x="266" y="2432"/>
                    <a:pt x="277" y="2385"/>
                    <a:pt x="282" y="2337"/>
                  </a:cubicBezTo>
                  <a:cubicBezTo>
                    <a:pt x="286" y="2288"/>
                    <a:pt x="284" y="2226"/>
                    <a:pt x="297" y="2179"/>
                  </a:cubicBezTo>
                  <a:cubicBezTo>
                    <a:pt x="301" y="2155"/>
                    <a:pt x="303" y="2131"/>
                    <a:pt x="303" y="2106"/>
                  </a:cubicBezTo>
                  <a:cubicBezTo>
                    <a:pt x="303" y="2094"/>
                    <a:pt x="302" y="2081"/>
                    <a:pt x="301" y="2068"/>
                  </a:cubicBezTo>
                  <a:cubicBezTo>
                    <a:pt x="301" y="2034"/>
                    <a:pt x="311" y="2001"/>
                    <a:pt x="302" y="1969"/>
                  </a:cubicBezTo>
                  <a:cubicBezTo>
                    <a:pt x="311" y="1972"/>
                    <a:pt x="319" y="1975"/>
                    <a:pt x="328" y="1977"/>
                  </a:cubicBezTo>
                  <a:cubicBezTo>
                    <a:pt x="327" y="1978"/>
                    <a:pt x="327" y="1980"/>
                    <a:pt x="327" y="1982"/>
                  </a:cubicBezTo>
                  <a:cubicBezTo>
                    <a:pt x="325" y="2015"/>
                    <a:pt x="325" y="2049"/>
                    <a:pt x="325" y="2083"/>
                  </a:cubicBezTo>
                  <a:cubicBezTo>
                    <a:pt x="325" y="2169"/>
                    <a:pt x="329" y="2255"/>
                    <a:pt x="337" y="2340"/>
                  </a:cubicBezTo>
                  <a:cubicBezTo>
                    <a:pt x="337" y="2343"/>
                    <a:pt x="342" y="2343"/>
                    <a:pt x="342" y="2340"/>
                  </a:cubicBezTo>
                  <a:cubicBezTo>
                    <a:pt x="350" y="2253"/>
                    <a:pt x="354" y="2166"/>
                    <a:pt x="354" y="2079"/>
                  </a:cubicBezTo>
                  <a:cubicBezTo>
                    <a:pt x="354" y="2047"/>
                    <a:pt x="353" y="2015"/>
                    <a:pt x="352" y="1982"/>
                  </a:cubicBezTo>
                  <a:lnTo>
                    <a:pt x="363" y="1984"/>
                  </a:lnTo>
                  <a:lnTo>
                    <a:pt x="383" y="1989"/>
                  </a:lnTo>
                  <a:cubicBezTo>
                    <a:pt x="384" y="1999"/>
                    <a:pt x="384" y="2009"/>
                    <a:pt x="384" y="2019"/>
                  </a:cubicBezTo>
                  <a:cubicBezTo>
                    <a:pt x="384" y="2024"/>
                    <a:pt x="384" y="2029"/>
                    <a:pt x="384" y="2034"/>
                  </a:cubicBezTo>
                  <a:cubicBezTo>
                    <a:pt x="384" y="2058"/>
                    <a:pt x="391" y="2082"/>
                    <a:pt x="392" y="2106"/>
                  </a:cubicBezTo>
                  <a:cubicBezTo>
                    <a:pt x="392" y="2109"/>
                    <a:pt x="397" y="2109"/>
                    <a:pt x="397" y="2106"/>
                  </a:cubicBezTo>
                  <a:cubicBezTo>
                    <a:pt x="398" y="2079"/>
                    <a:pt x="404" y="2052"/>
                    <a:pt x="405" y="2026"/>
                  </a:cubicBezTo>
                  <a:cubicBezTo>
                    <a:pt x="405" y="2015"/>
                    <a:pt x="407" y="2006"/>
                    <a:pt x="407" y="1995"/>
                  </a:cubicBezTo>
                  <a:cubicBezTo>
                    <a:pt x="420" y="1998"/>
                    <a:pt x="432" y="2001"/>
                    <a:pt x="445" y="2003"/>
                  </a:cubicBezTo>
                  <a:cubicBezTo>
                    <a:pt x="443" y="2016"/>
                    <a:pt x="442" y="2030"/>
                    <a:pt x="442" y="2043"/>
                  </a:cubicBezTo>
                  <a:cubicBezTo>
                    <a:pt x="442" y="2046"/>
                    <a:pt x="442" y="2049"/>
                    <a:pt x="442" y="2052"/>
                  </a:cubicBezTo>
                  <a:cubicBezTo>
                    <a:pt x="439" y="2089"/>
                    <a:pt x="451" y="2131"/>
                    <a:pt x="442" y="2166"/>
                  </a:cubicBezTo>
                  <a:cubicBezTo>
                    <a:pt x="432" y="2212"/>
                    <a:pt x="445" y="2264"/>
                    <a:pt x="437" y="2311"/>
                  </a:cubicBezTo>
                  <a:cubicBezTo>
                    <a:pt x="437" y="2312"/>
                    <a:pt x="437" y="2312"/>
                    <a:pt x="437" y="2313"/>
                  </a:cubicBezTo>
                  <a:cubicBezTo>
                    <a:pt x="437" y="2313"/>
                    <a:pt x="438" y="2313"/>
                    <a:pt x="438" y="2314"/>
                  </a:cubicBezTo>
                  <a:lnTo>
                    <a:pt x="439" y="2314"/>
                  </a:lnTo>
                  <a:lnTo>
                    <a:pt x="440" y="2314"/>
                  </a:lnTo>
                  <a:cubicBezTo>
                    <a:pt x="441" y="2313"/>
                    <a:pt x="441" y="2313"/>
                    <a:pt x="441" y="2313"/>
                  </a:cubicBezTo>
                  <a:lnTo>
                    <a:pt x="441" y="2312"/>
                  </a:lnTo>
                  <a:cubicBezTo>
                    <a:pt x="455" y="2266"/>
                    <a:pt x="450" y="2218"/>
                    <a:pt x="459" y="2171"/>
                  </a:cubicBezTo>
                  <a:cubicBezTo>
                    <a:pt x="462" y="2150"/>
                    <a:pt x="464" y="2129"/>
                    <a:pt x="464" y="2108"/>
                  </a:cubicBezTo>
                  <a:cubicBezTo>
                    <a:pt x="464" y="2107"/>
                    <a:pt x="464" y="2105"/>
                    <a:pt x="464" y="2103"/>
                  </a:cubicBezTo>
                  <a:cubicBezTo>
                    <a:pt x="464" y="2081"/>
                    <a:pt x="461" y="2028"/>
                    <a:pt x="471" y="2005"/>
                  </a:cubicBezTo>
                  <a:cubicBezTo>
                    <a:pt x="476" y="2005"/>
                    <a:pt x="482" y="2005"/>
                    <a:pt x="487" y="2005"/>
                  </a:cubicBezTo>
                  <a:cubicBezTo>
                    <a:pt x="492" y="2005"/>
                    <a:pt x="499" y="2005"/>
                    <a:pt x="504" y="2005"/>
                  </a:cubicBezTo>
                  <a:cubicBezTo>
                    <a:pt x="504" y="2082"/>
                    <a:pt x="490" y="2159"/>
                    <a:pt x="491" y="2236"/>
                  </a:cubicBezTo>
                  <a:cubicBezTo>
                    <a:pt x="492" y="2313"/>
                    <a:pt x="497" y="2402"/>
                    <a:pt x="484" y="2479"/>
                  </a:cubicBezTo>
                  <a:lnTo>
                    <a:pt x="484" y="2480"/>
                  </a:lnTo>
                  <a:lnTo>
                    <a:pt x="485" y="2481"/>
                  </a:lnTo>
                  <a:cubicBezTo>
                    <a:pt x="486" y="2482"/>
                    <a:pt x="485" y="2481"/>
                    <a:pt x="486" y="2482"/>
                  </a:cubicBezTo>
                  <a:cubicBezTo>
                    <a:pt x="487" y="2483"/>
                    <a:pt x="487" y="2483"/>
                    <a:pt x="487" y="2483"/>
                  </a:cubicBezTo>
                  <a:cubicBezTo>
                    <a:pt x="488" y="2483"/>
                    <a:pt x="489" y="2483"/>
                    <a:pt x="489" y="2482"/>
                  </a:cubicBezTo>
                  <a:cubicBezTo>
                    <a:pt x="489" y="2482"/>
                    <a:pt x="490" y="2482"/>
                    <a:pt x="490" y="2481"/>
                  </a:cubicBezTo>
                  <a:cubicBezTo>
                    <a:pt x="497" y="2458"/>
                    <a:pt x="500" y="2434"/>
                    <a:pt x="500" y="2411"/>
                  </a:cubicBezTo>
                  <a:cubicBezTo>
                    <a:pt x="500" y="2407"/>
                    <a:pt x="500" y="2403"/>
                    <a:pt x="499" y="2399"/>
                  </a:cubicBezTo>
                  <a:cubicBezTo>
                    <a:pt x="499" y="2363"/>
                    <a:pt x="505" y="2328"/>
                    <a:pt x="506" y="2292"/>
                  </a:cubicBezTo>
                  <a:cubicBezTo>
                    <a:pt x="510" y="2196"/>
                    <a:pt x="532" y="2102"/>
                    <a:pt x="532" y="2007"/>
                  </a:cubicBezTo>
                  <a:lnTo>
                    <a:pt x="552" y="2009"/>
                  </a:lnTo>
                  <a:cubicBezTo>
                    <a:pt x="551" y="2019"/>
                    <a:pt x="550" y="2030"/>
                    <a:pt x="550" y="2040"/>
                  </a:cubicBezTo>
                  <a:cubicBezTo>
                    <a:pt x="550" y="2050"/>
                    <a:pt x="551" y="2060"/>
                    <a:pt x="552" y="2071"/>
                  </a:cubicBezTo>
                  <a:cubicBezTo>
                    <a:pt x="554" y="2111"/>
                    <a:pt x="549" y="2167"/>
                    <a:pt x="564" y="2205"/>
                  </a:cubicBezTo>
                  <a:cubicBezTo>
                    <a:pt x="566" y="2208"/>
                    <a:pt x="572" y="2207"/>
                    <a:pt x="570" y="2203"/>
                  </a:cubicBezTo>
                  <a:cubicBezTo>
                    <a:pt x="562" y="2173"/>
                    <a:pt x="570" y="2128"/>
                    <a:pt x="573" y="2098"/>
                  </a:cubicBezTo>
                  <a:cubicBezTo>
                    <a:pt x="573" y="2095"/>
                    <a:pt x="573" y="2093"/>
                    <a:pt x="573" y="2091"/>
                  </a:cubicBezTo>
                  <a:cubicBezTo>
                    <a:pt x="573" y="2071"/>
                    <a:pt x="575" y="2052"/>
                    <a:pt x="577" y="2032"/>
                  </a:cubicBezTo>
                  <a:cubicBezTo>
                    <a:pt x="577" y="2029"/>
                    <a:pt x="577" y="2019"/>
                    <a:pt x="579" y="2011"/>
                  </a:cubicBezTo>
                  <a:cubicBezTo>
                    <a:pt x="606" y="2014"/>
                    <a:pt x="634" y="2018"/>
                    <a:pt x="661" y="2021"/>
                  </a:cubicBezTo>
                  <a:cubicBezTo>
                    <a:pt x="698" y="2024"/>
                    <a:pt x="736" y="2021"/>
                    <a:pt x="773" y="2026"/>
                  </a:cubicBezTo>
                  <a:cubicBezTo>
                    <a:pt x="820" y="2033"/>
                    <a:pt x="867" y="2037"/>
                    <a:pt x="915" y="2043"/>
                  </a:cubicBezTo>
                  <a:cubicBezTo>
                    <a:pt x="912" y="2056"/>
                    <a:pt x="911" y="2068"/>
                    <a:pt x="911" y="2080"/>
                  </a:cubicBezTo>
                  <a:cubicBezTo>
                    <a:pt x="911" y="2084"/>
                    <a:pt x="911" y="2087"/>
                    <a:pt x="912" y="2091"/>
                  </a:cubicBezTo>
                  <a:cubicBezTo>
                    <a:pt x="911" y="2130"/>
                    <a:pt x="902" y="2167"/>
                    <a:pt x="904" y="2206"/>
                  </a:cubicBezTo>
                  <a:cubicBezTo>
                    <a:pt x="904" y="2210"/>
                    <a:pt x="904" y="2213"/>
                    <a:pt x="904" y="2216"/>
                  </a:cubicBezTo>
                  <a:cubicBezTo>
                    <a:pt x="904" y="2254"/>
                    <a:pt x="901" y="2291"/>
                    <a:pt x="894" y="2328"/>
                  </a:cubicBezTo>
                  <a:cubicBezTo>
                    <a:pt x="891" y="2351"/>
                    <a:pt x="890" y="2374"/>
                    <a:pt x="890" y="2397"/>
                  </a:cubicBezTo>
                  <a:cubicBezTo>
                    <a:pt x="890" y="2420"/>
                    <a:pt x="891" y="2443"/>
                    <a:pt x="894" y="2465"/>
                  </a:cubicBezTo>
                  <a:cubicBezTo>
                    <a:pt x="894" y="2466"/>
                    <a:pt x="894" y="2467"/>
                    <a:pt x="894" y="2467"/>
                  </a:cubicBezTo>
                  <a:cubicBezTo>
                    <a:pt x="894" y="2468"/>
                    <a:pt x="895" y="2468"/>
                    <a:pt x="895" y="2468"/>
                  </a:cubicBezTo>
                  <a:cubicBezTo>
                    <a:pt x="896" y="2469"/>
                    <a:pt x="897" y="2469"/>
                    <a:pt x="897" y="2469"/>
                  </a:cubicBezTo>
                  <a:cubicBezTo>
                    <a:pt x="898" y="2469"/>
                    <a:pt x="898" y="2469"/>
                    <a:pt x="899" y="2468"/>
                  </a:cubicBezTo>
                  <a:lnTo>
                    <a:pt x="900" y="2467"/>
                  </a:lnTo>
                  <a:cubicBezTo>
                    <a:pt x="901" y="2466"/>
                    <a:pt x="901" y="2466"/>
                    <a:pt x="901" y="2465"/>
                  </a:cubicBezTo>
                  <a:cubicBezTo>
                    <a:pt x="904" y="2420"/>
                    <a:pt x="906" y="2374"/>
                    <a:pt x="912" y="2329"/>
                  </a:cubicBezTo>
                  <a:cubicBezTo>
                    <a:pt x="917" y="2306"/>
                    <a:pt x="921" y="2282"/>
                    <a:pt x="922" y="2257"/>
                  </a:cubicBezTo>
                  <a:cubicBezTo>
                    <a:pt x="923" y="2217"/>
                    <a:pt x="927" y="2177"/>
                    <a:pt x="932" y="2136"/>
                  </a:cubicBezTo>
                  <a:cubicBezTo>
                    <a:pt x="932" y="2126"/>
                    <a:pt x="937" y="2116"/>
                    <a:pt x="938" y="2105"/>
                  </a:cubicBezTo>
                  <a:cubicBezTo>
                    <a:pt x="938" y="2103"/>
                    <a:pt x="938" y="2101"/>
                    <a:pt x="938" y="2099"/>
                  </a:cubicBezTo>
                  <a:cubicBezTo>
                    <a:pt x="938" y="2082"/>
                    <a:pt x="940" y="2065"/>
                    <a:pt x="943" y="2048"/>
                  </a:cubicBezTo>
                  <a:cubicBezTo>
                    <a:pt x="950" y="2049"/>
                    <a:pt x="958" y="2050"/>
                    <a:pt x="966" y="2052"/>
                  </a:cubicBezTo>
                  <a:cubicBezTo>
                    <a:pt x="950" y="2129"/>
                    <a:pt x="959" y="2212"/>
                    <a:pt x="962" y="2290"/>
                  </a:cubicBezTo>
                  <a:cubicBezTo>
                    <a:pt x="962" y="2295"/>
                    <a:pt x="970" y="2294"/>
                    <a:pt x="970" y="2290"/>
                  </a:cubicBezTo>
                  <a:cubicBezTo>
                    <a:pt x="974" y="2213"/>
                    <a:pt x="973" y="2132"/>
                    <a:pt x="990" y="2056"/>
                  </a:cubicBezTo>
                  <a:lnTo>
                    <a:pt x="1005" y="2059"/>
                  </a:lnTo>
                  <a:cubicBezTo>
                    <a:pt x="1004" y="2076"/>
                    <a:pt x="1003" y="2094"/>
                    <a:pt x="1003" y="2111"/>
                  </a:cubicBezTo>
                  <a:cubicBezTo>
                    <a:pt x="1003" y="2128"/>
                    <a:pt x="1004" y="2146"/>
                    <a:pt x="1005" y="2163"/>
                  </a:cubicBezTo>
                  <a:cubicBezTo>
                    <a:pt x="1005" y="2169"/>
                    <a:pt x="1016" y="2169"/>
                    <a:pt x="1017" y="2163"/>
                  </a:cubicBezTo>
                  <a:cubicBezTo>
                    <a:pt x="1018" y="2135"/>
                    <a:pt x="1022" y="2108"/>
                    <a:pt x="1028" y="2081"/>
                  </a:cubicBezTo>
                  <a:cubicBezTo>
                    <a:pt x="1030" y="2075"/>
                    <a:pt x="1031" y="2069"/>
                    <a:pt x="1031" y="2063"/>
                  </a:cubicBezTo>
                  <a:cubicBezTo>
                    <a:pt x="1071" y="2068"/>
                    <a:pt x="1110" y="2071"/>
                    <a:pt x="1150" y="2071"/>
                  </a:cubicBezTo>
                  <a:cubicBezTo>
                    <a:pt x="1154" y="2071"/>
                    <a:pt x="1158" y="2071"/>
                    <a:pt x="1161" y="2071"/>
                  </a:cubicBezTo>
                  <a:lnTo>
                    <a:pt x="1201" y="2071"/>
                  </a:lnTo>
                  <a:cubicBezTo>
                    <a:pt x="1182" y="2151"/>
                    <a:pt x="1195" y="2244"/>
                    <a:pt x="1196" y="2326"/>
                  </a:cubicBezTo>
                  <a:cubicBezTo>
                    <a:pt x="1196" y="2372"/>
                    <a:pt x="1200" y="2418"/>
                    <a:pt x="1202" y="2464"/>
                  </a:cubicBezTo>
                  <a:cubicBezTo>
                    <a:pt x="1203" y="2498"/>
                    <a:pt x="1215" y="2546"/>
                    <a:pt x="1205" y="2580"/>
                  </a:cubicBezTo>
                  <a:cubicBezTo>
                    <a:pt x="1205" y="2582"/>
                    <a:pt x="1208" y="2584"/>
                    <a:pt x="1209" y="2581"/>
                  </a:cubicBezTo>
                  <a:cubicBezTo>
                    <a:pt x="1221" y="2552"/>
                    <a:pt x="1217" y="2513"/>
                    <a:pt x="1218" y="2483"/>
                  </a:cubicBezTo>
                  <a:cubicBezTo>
                    <a:pt x="1221" y="2438"/>
                    <a:pt x="1222" y="2393"/>
                    <a:pt x="1224" y="2348"/>
                  </a:cubicBezTo>
                  <a:cubicBezTo>
                    <a:pt x="1227" y="2261"/>
                    <a:pt x="1214" y="2164"/>
                    <a:pt x="1234" y="2078"/>
                  </a:cubicBezTo>
                  <a:cubicBezTo>
                    <a:pt x="1234" y="2077"/>
                    <a:pt x="1234" y="2076"/>
                    <a:pt x="1234" y="2075"/>
                  </a:cubicBezTo>
                  <a:cubicBezTo>
                    <a:pt x="1234" y="2074"/>
                    <a:pt x="1234" y="2073"/>
                    <a:pt x="1234" y="2072"/>
                  </a:cubicBezTo>
                  <a:lnTo>
                    <a:pt x="1237" y="2072"/>
                  </a:lnTo>
                  <a:cubicBezTo>
                    <a:pt x="1237" y="2169"/>
                    <a:pt x="1242" y="2267"/>
                    <a:pt x="1250" y="2364"/>
                  </a:cubicBezTo>
                  <a:cubicBezTo>
                    <a:pt x="1250" y="2366"/>
                    <a:pt x="1254" y="2366"/>
                    <a:pt x="1254" y="2364"/>
                  </a:cubicBezTo>
                  <a:cubicBezTo>
                    <a:pt x="1262" y="2268"/>
                    <a:pt x="1267" y="2170"/>
                    <a:pt x="1268" y="2073"/>
                  </a:cubicBezTo>
                  <a:lnTo>
                    <a:pt x="1275" y="2073"/>
                  </a:lnTo>
                  <a:cubicBezTo>
                    <a:pt x="1275" y="2166"/>
                    <a:pt x="1278" y="2258"/>
                    <a:pt x="1286" y="2350"/>
                  </a:cubicBezTo>
                  <a:cubicBezTo>
                    <a:pt x="1286" y="2351"/>
                    <a:pt x="1285" y="2351"/>
                    <a:pt x="1286" y="2352"/>
                  </a:cubicBezTo>
                  <a:cubicBezTo>
                    <a:pt x="1287" y="2353"/>
                    <a:pt x="1287" y="2352"/>
                    <a:pt x="1288" y="2353"/>
                  </a:cubicBezTo>
                  <a:cubicBezTo>
                    <a:pt x="1289" y="2353"/>
                    <a:pt x="1290" y="2354"/>
                    <a:pt x="1291" y="2354"/>
                  </a:cubicBezTo>
                  <a:cubicBezTo>
                    <a:pt x="1291" y="2354"/>
                    <a:pt x="1292" y="2353"/>
                    <a:pt x="1293" y="2353"/>
                  </a:cubicBezTo>
                  <a:cubicBezTo>
                    <a:pt x="1294" y="2352"/>
                    <a:pt x="1294" y="2353"/>
                    <a:pt x="1295" y="2352"/>
                  </a:cubicBezTo>
                  <a:cubicBezTo>
                    <a:pt x="1296" y="2351"/>
                    <a:pt x="1295" y="2351"/>
                    <a:pt x="1295" y="2350"/>
                  </a:cubicBezTo>
                  <a:cubicBezTo>
                    <a:pt x="1302" y="2259"/>
                    <a:pt x="1299" y="2165"/>
                    <a:pt x="1299" y="2073"/>
                  </a:cubicBezTo>
                  <a:lnTo>
                    <a:pt x="1336" y="2073"/>
                  </a:lnTo>
                  <a:cubicBezTo>
                    <a:pt x="1336" y="2155"/>
                    <a:pt x="1335" y="2239"/>
                    <a:pt x="1351" y="2320"/>
                  </a:cubicBezTo>
                  <a:cubicBezTo>
                    <a:pt x="1352" y="2326"/>
                    <a:pt x="1361" y="2324"/>
                    <a:pt x="1361" y="2318"/>
                  </a:cubicBezTo>
                  <a:cubicBezTo>
                    <a:pt x="1357" y="2237"/>
                    <a:pt x="1361" y="2155"/>
                    <a:pt x="1361" y="2074"/>
                  </a:cubicBezTo>
                  <a:lnTo>
                    <a:pt x="1378" y="2074"/>
                  </a:lnTo>
                  <a:cubicBezTo>
                    <a:pt x="1377" y="2078"/>
                    <a:pt x="1377" y="2082"/>
                    <a:pt x="1377" y="2086"/>
                  </a:cubicBezTo>
                  <a:cubicBezTo>
                    <a:pt x="1377" y="2090"/>
                    <a:pt x="1377" y="2094"/>
                    <a:pt x="1378" y="2098"/>
                  </a:cubicBezTo>
                  <a:cubicBezTo>
                    <a:pt x="1380" y="2124"/>
                    <a:pt x="1377" y="2151"/>
                    <a:pt x="1378" y="2177"/>
                  </a:cubicBezTo>
                  <a:cubicBezTo>
                    <a:pt x="1378" y="2184"/>
                    <a:pt x="1388" y="2183"/>
                    <a:pt x="1389" y="2177"/>
                  </a:cubicBezTo>
                  <a:cubicBezTo>
                    <a:pt x="1392" y="2160"/>
                    <a:pt x="1395" y="2140"/>
                    <a:pt x="1400" y="2124"/>
                  </a:cubicBezTo>
                  <a:cubicBezTo>
                    <a:pt x="1402" y="2113"/>
                    <a:pt x="1404" y="2102"/>
                    <a:pt x="1404" y="2090"/>
                  </a:cubicBezTo>
                  <a:cubicBezTo>
                    <a:pt x="1404" y="2088"/>
                    <a:pt x="1404" y="2087"/>
                    <a:pt x="1403" y="2085"/>
                  </a:cubicBezTo>
                  <a:cubicBezTo>
                    <a:pt x="1404" y="2081"/>
                    <a:pt x="1404" y="2078"/>
                    <a:pt x="1405" y="2075"/>
                  </a:cubicBezTo>
                  <a:lnTo>
                    <a:pt x="1447" y="2075"/>
                  </a:lnTo>
                  <a:cubicBezTo>
                    <a:pt x="1446" y="2091"/>
                    <a:pt x="1445" y="2107"/>
                    <a:pt x="1445" y="2124"/>
                  </a:cubicBezTo>
                  <a:cubicBezTo>
                    <a:pt x="1445" y="2140"/>
                    <a:pt x="1446" y="2156"/>
                    <a:pt x="1447" y="2172"/>
                  </a:cubicBezTo>
                  <a:cubicBezTo>
                    <a:pt x="1452" y="2240"/>
                    <a:pt x="1440" y="2309"/>
                    <a:pt x="1447" y="2376"/>
                  </a:cubicBezTo>
                  <a:cubicBezTo>
                    <a:pt x="1447" y="2377"/>
                    <a:pt x="1447" y="2377"/>
                    <a:pt x="1448" y="2378"/>
                  </a:cubicBezTo>
                  <a:cubicBezTo>
                    <a:pt x="1449" y="2379"/>
                    <a:pt x="1449" y="2379"/>
                    <a:pt x="1450" y="2380"/>
                  </a:cubicBezTo>
                  <a:cubicBezTo>
                    <a:pt x="1451" y="2381"/>
                    <a:pt x="1451" y="2381"/>
                    <a:pt x="1452" y="2381"/>
                  </a:cubicBezTo>
                  <a:cubicBezTo>
                    <a:pt x="1453" y="2381"/>
                    <a:pt x="1454" y="2381"/>
                    <a:pt x="1455" y="2380"/>
                  </a:cubicBezTo>
                  <a:cubicBezTo>
                    <a:pt x="1455" y="2380"/>
                    <a:pt x="1455" y="2379"/>
                    <a:pt x="1456" y="2378"/>
                  </a:cubicBezTo>
                  <a:cubicBezTo>
                    <a:pt x="1457" y="2377"/>
                    <a:pt x="1457" y="2377"/>
                    <a:pt x="1457" y="2376"/>
                  </a:cubicBezTo>
                  <a:cubicBezTo>
                    <a:pt x="1459" y="2327"/>
                    <a:pt x="1468" y="2280"/>
                    <a:pt x="1469" y="2231"/>
                  </a:cubicBezTo>
                  <a:cubicBezTo>
                    <a:pt x="1469" y="2181"/>
                    <a:pt x="1471" y="2127"/>
                    <a:pt x="1476" y="2075"/>
                  </a:cubicBezTo>
                  <a:lnTo>
                    <a:pt x="1506" y="2075"/>
                  </a:lnTo>
                  <a:lnTo>
                    <a:pt x="1519" y="2075"/>
                  </a:lnTo>
                  <a:cubicBezTo>
                    <a:pt x="1519" y="2082"/>
                    <a:pt x="1519" y="2089"/>
                    <a:pt x="1519" y="2096"/>
                  </a:cubicBezTo>
                  <a:cubicBezTo>
                    <a:pt x="1519" y="2130"/>
                    <a:pt x="1520" y="2165"/>
                    <a:pt x="1523" y="2199"/>
                  </a:cubicBezTo>
                  <a:cubicBezTo>
                    <a:pt x="1523" y="2200"/>
                    <a:pt x="1524" y="2201"/>
                    <a:pt x="1524" y="2201"/>
                  </a:cubicBezTo>
                  <a:cubicBezTo>
                    <a:pt x="1524" y="2202"/>
                    <a:pt x="1525" y="2203"/>
                    <a:pt x="1526" y="2203"/>
                  </a:cubicBezTo>
                  <a:cubicBezTo>
                    <a:pt x="1526" y="2203"/>
                    <a:pt x="1527" y="2204"/>
                    <a:pt x="1528" y="2204"/>
                  </a:cubicBezTo>
                  <a:cubicBezTo>
                    <a:pt x="1529" y="2204"/>
                    <a:pt x="1530" y="2203"/>
                    <a:pt x="1530" y="2203"/>
                  </a:cubicBezTo>
                  <a:cubicBezTo>
                    <a:pt x="1531" y="2203"/>
                    <a:pt x="1531" y="2202"/>
                    <a:pt x="1532" y="2201"/>
                  </a:cubicBezTo>
                  <a:cubicBezTo>
                    <a:pt x="1533" y="2200"/>
                    <a:pt x="1533" y="2200"/>
                    <a:pt x="1533" y="2199"/>
                  </a:cubicBezTo>
                  <a:cubicBezTo>
                    <a:pt x="1534" y="2173"/>
                    <a:pt x="1537" y="2146"/>
                    <a:pt x="1537" y="2120"/>
                  </a:cubicBezTo>
                  <a:cubicBezTo>
                    <a:pt x="1537" y="2116"/>
                    <a:pt x="1537" y="2112"/>
                    <a:pt x="1537" y="2108"/>
                  </a:cubicBezTo>
                  <a:cubicBezTo>
                    <a:pt x="1537" y="2104"/>
                    <a:pt x="1537" y="2100"/>
                    <a:pt x="1537" y="2096"/>
                  </a:cubicBezTo>
                  <a:lnTo>
                    <a:pt x="1541" y="2080"/>
                  </a:lnTo>
                  <a:cubicBezTo>
                    <a:pt x="1541" y="2079"/>
                    <a:pt x="1541" y="2079"/>
                    <a:pt x="1541" y="2078"/>
                  </a:cubicBezTo>
                  <a:cubicBezTo>
                    <a:pt x="1541" y="2077"/>
                    <a:pt x="1541" y="2077"/>
                    <a:pt x="1541" y="2076"/>
                  </a:cubicBezTo>
                  <a:lnTo>
                    <a:pt x="1571" y="2076"/>
                  </a:lnTo>
                  <a:cubicBezTo>
                    <a:pt x="1568" y="2095"/>
                    <a:pt x="1567" y="2113"/>
                    <a:pt x="1567" y="2132"/>
                  </a:cubicBezTo>
                  <a:cubicBezTo>
                    <a:pt x="1567" y="2139"/>
                    <a:pt x="1567" y="2146"/>
                    <a:pt x="1567" y="2153"/>
                  </a:cubicBezTo>
                  <a:cubicBezTo>
                    <a:pt x="1567" y="2201"/>
                    <a:pt x="1567" y="2250"/>
                    <a:pt x="1569" y="2298"/>
                  </a:cubicBezTo>
                  <a:cubicBezTo>
                    <a:pt x="1569" y="2306"/>
                    <a:pt x="1580" y="2307"/>
                    <a:pt x="1581" y="2299"/>
                  </a:cubicBezTo>
                  <a:cubicBezTo>
                    <a:pt x="1582" y="2262"/>
                    <a:pt x="1588" y="2225"/>
                    <a:pt x="1589" y="2188"/>
                  </a:cubicBezTo>
                  <a:cubicBezTo>
                    <a:pt x="1588" y="2180"/>
                    <a:pt x="1588" y="2172"/>
                    <a:pt x="1588" y="2164"/>
                  </a:cubicBezTo>
                  <a:cubicBezTo>
                    <a:pt x="1588" y="2135"/>
                    <a:pt x="1590" y="2105"/>
                    <a:pt x="1595" y="2076"/>
                  </a:cubicBezTo>
                  <a:lnTo>
                    <a:pt x="1599" y="2076"/>
                  </a:lnTo>
                  <a:lnTo>
                    <a:pt x="1619" y="2076"/>
                  </a:lnTo>
                  <a:cubicBezTo>
                    <a:pt x="1615" y="2098"/>
                    <a:pt x="1613" y="2121"/>
                    <a:pt x="1613" y="2143"/>
                  </a:cubicBezTo>
                  <a:cubicBezTo>
                    <a:pt x="1613" y="2154"/>
                    <a:pt x="1614" y="2164"/>
                    <a:pt x="1615" y="2175"/>
                  </a:cubicBezTo>
                  <a:cubicBezTo>
                    <a:pt x="1615" y="2240"/>
                    <a:pt x="1615" y="2304"/>
                    <a:pt x="1620" y="2369"/>
                  </a:cubicBezTo>
                  <a:cubicBezTo>
                    <a:pt x="1620" y="2370"/>
                    <a:pt x="1620" y="2371"/>
                    <a:pt x="1621" y="2372"/>
                  </a:cubicBezTo>
                  <a:cubicBezTo>
                    <a:pt x="1622" y="2373"/>
                    <a:pt x="1623" y="2374"/>
                    <a:pt x="1624" y="2375"/>
                  </a:cubicBezTo>
                  <a:cubicBezTo>
                    <a:pt x="1625" y="2375"/>
                    <a:pt x="1626" y="2376"/>
                    <a:pt x="1627" y="2376"/>
                  </a:cubicBezTo>
                  <a:cubicBezTo>
                    <a:pt x="1628" y="2376"/>
                    <a:pt x="1628" y="2375"/>
                    <a:pt x="1630" y="2375"/>
                  </a:cubicBezTo>
                  <a:cubicBezTo>
                    <a:pt x="1631" y="2374"/>
                    <a:pt x="1632" y="2373"/>
                    <a:pt x="1633" y="2372"/>
                  </a:cubicBezTo>
                  <a:cubicBezTo>
                    <a:pt x="1634" y="2371"/>
                    <a:pt x="1634" y="2370"/>
                    <a:pt x="1634" y="2369"/>
                  </a:cubicBezTo>
                  <a:cubicBezTo>
                    <a:pt x="1638" y="2317"/>
                    <a:pt x="1639" y="2265"/>
                    <a:pt x="1639" y="2213"/>
                  </a:cubicBezTo>
                  <a:cubicBezTo>
                    <a:pt x="1639" y="2169"/>
                    <a:pt x="1634" y="2119"/>
                    <a:pt x="1645" y="2076"/>
                  </a:cubicBezTo>
                  <a:lnTo>
                    <a:pt x="1669" y="2076"/>
                  </a:lnTo>
                  <a:cubicBezTo>
                    <a:pt x="1668" y="2093"/>
                    <a:pt x="1671" y="2112"/>
                    <a:pt x="1672" y="2129"/>
                  </a:cubicBezTo>
                  <a:cubicBezTo>
                    <a:pt x="1672" y="2153"/>
                    <a:pt x="1675" y="2175"/>
                    <a:pt x="1674" y="2199"/>
                  </a:cubicBezTo>
                  <a:cubicBezTo>
                    <a:pt x="1674" y="2200"/>
                    <a:pt x="1673" y="2201"/>
                    <a:pt x="1674" y="2202"/>
                  </a:cubicBezTo>
                  <a:cubicBezTo>
                    <a:pt x="1675" y="2203"/>
                    <a:pt x="1675" y="2203"/>
                    <a:pt x="1676" y="2204"/>
                  </a:cubicBezTo>
                  <a:cubicBezTo>
                    <a:pt x="1677" y="2205"/>
                    <a:pt x="1678" y="2204"/>
                    <a:pt x="1679" y="2204"/>
                  </a:cubicBezTo>
                  <a:cubicBezTo>
                    <a:pt x="1680" y="2204"/>
                    <a:pt x="1681" y="2204"/>
                    <a:pt x="1682" y="2204"/>
                  </a:cubicBezTo>
                  <a:cubicBezTo>
                    <a:pt x="1683" y="2203"/>
                    <a:pt x="1683" y="2203"/>
                    <a:pt x="1684" y="2202"/>
                  </a:cubicBezTo>
                  <a:cubicBezTo>
                    <a:pt x="1685" y="2201"/>
                    <a:pt x="1684" y="2201"/>
                    <a:pt x="1684" y="2200"/>
                  </a:cubicBezTo>
                  <a:cubicBezTo>
                    <a:pt x="1696" y="2159"/>
                    <a:pt x="1690" y="2117"/>
                    <a:pt x="1693" y="2075"/>
                  </a:cubicBezTo>
                  <a:lnTo>
                    <a:pt x="1733" y="2073"/>
                  </a:lnTo>
                  <a:cubicBezTo>
                    <a:pt x="1731" y="2081"/>
                    <a:pt x="1730" y="2089"/>
                    <a:pt x="1730" y="2097"/>
                  </a:cubicBezTo>
                  <a:cubicBezTo>
                    <a:pt x="1730" y="2097"/>
                    <a:pt x="1730" y="2098"/>
                    <a:pt x="1730" y="2099"/>
                  </a:cubicBezTo>
                  <a:cubicBezTo>
                    <a:pt x="1730" y="2101"/>
                    <a:pt x="1730" y="2102"/>
                    <a:pt x="1731" y="2103"/>
                  </a:cubicBezTo>
                  <a:cubicBezTo>
                    <a:pt x="1732" y="2104"/>
                    <a:pt x="1733" y="2105"/>
                    <a:pt x="1734" y="2106"/>
                  </a:cubicBezTo>
                  <a:cubicBezTo>
                    <a:pt x="1735" y="2106"/>
                    <a:pt x="1735" y="2107"/>
                    <a:pt x="1737" y="2107"/>
                  </a:cubicBezTo>
                  <a:cubicBezTo>
                    <a:pt x="1738" y="2107"/>
                    <a:pt x="1740" y="2106"/>
                    <a:pt x="1741" y="2106"/>
                  </a:cubicBezTo>
                  <a:cubicBezTo>
                    <a:pt x="1742" y="2105"/>
                    <a:pt x="1743" y="2104"/>
                    <a:pt x="1744" y="2103"/>
                  </a:cubicBezTo>
                  <a:cubicBezTo>
                    <a:pt x="1744" y="2102"/>
                    <a:pt x="1745" y="2101"/>
                    <a:pt x="1745" y="2099"/>
                  </a:cubicBezTo>
                  <a:cubicBezTo>
                    <a:pt x="1746" y="2090"/>
                    <a:pt x="1749" y="2081"/>
                    <a:pt x="1754" y="2072"/>
                  </a:cubicBezTo>
                  <a:cubicBezTo>
                    <a:pt x="1787" y="2072"/>
                    <a:pt x="1820" y="2072"/>
                    <a:pt x="1852" y="2071"/>
                  </a:cubicBezTo>
                  <a:cubicBezTo>
                    <a:pt x="1835" y="2097"/>
                    <a:pt x="1844" y="2136"/>
                    <a:pt x="1845" y="2166"/>
                  </a:cubicBezTo>
                  <a:cubicBezTo>
                    <a:pt x="1844" y="2174"/>
                    <a:pt x="1844" y="2181"/>
                    <a:pt x="1844" y="2188"/>
                  </a:cubicBezTo>
                  <a:cubicBezTo>
                    <a:pt x="1844" y="2204"/>
                    <a:pt x="1845" y="2219"/>
                    <a:pt x="1847" y="2235"/>
                  </a:cubicBezTo>
                  <a:cubicBezTo>
                    <a:pt x="1853" y="2258"/>
                    <a:pt x="1858" y="2282"/>
                    <a:pt x="1861" y="2306"/>
                  </a:cubicBezTo>
                  <a:cubicBezTo>
                    <a:pt x="1861" y="2307"/>
                    <a:pt x="1861" y="2308"/>
                    <a:pt x="1862" y="2309"/>
                  </a:cubicBezTo>
                  <a:cubicBezTo>
                    <a:pt x="1862" y="2310"/>
                    <a:pt x="1862" y="2311"/>
                    <a:pt x="1864" y="2312"/>
                  </a:cubicBezTo>
                  <a:cubicBezTo>
                    <a:pt x="1866" y="2312"/>
                    <a:pt x="1867" y="2313"/>
                    <a:pt x="1868" y="2313"/>
                  </a:cubicBezTo>
                  <a:cubicBezTo>
                    <a:pt x="1869" y="2313"/>
                    <a:pt x="1871" y="2312"/>
                    <a:pt x="1872" y="2312"/>
                  </a:cubicBezTo>
                  <a:cubicBezTo>
                    <a:pt x="1873" y="2311"/>
                    <a:pt x="1873" y="2310"/>
                    <a:pt x="1874" y="2309"/>
                  </a:cubicBezTo>
                  <a:cubicBezTo>
                    <a:pt x="1874" y="2308"/>
                    <a:pt x="1875" y="2307"/>
                    <a:pt x="1875" y="2306"/>
                  </a:cubicBezTo>
                  <a:cubicBezTo>
                    <a:pt x="1876" y="2298"/>
                    <a:pt x="1877" y="2290"/>
                    <a:pt x="1877" y="2282"/>
                  </a:cubicBezTo>
                  <a:cubicBezTo>
                    <a:pt x="1877" y="2265"/>
                    <a:pt x="1875" y="2248"/>
                    <a:pt x="1870" y="2231"/>
                  </a:cubicBezTo>
                  <a:cubicBezTo>
                    <a:pt x="1869" y="2217"/>
                    <a:pt x="1868" y="2203"/>
                    <a:pt x="1868" y="2189"/>
                  </a:cubicBezTo>
                  <a:cubicBezTo>
                    <a:pt x="1868" y="2175"/>
                    <a:pt x="1869" y="2161"/>
                    <a:pt x="1870" y="2147"/>
                  </a:cubicBezTo>
                  <a:cubicBezTo>
                    <a:pt x="1870" y="2139"/>
                    <a:pt x="1869" y="2131"/>
                    <a:pt x="1869" y="2123"/>
                  </a:cubicBezTo>
                  <a:cubicBezTo>
                    <a:pt x="1869" y="2107"/>
                    <a:pt x="1871" y="2091"/>
                    <a:pt x="1874" y="2075"/>
                  </a:cubicBezTo>
                  <a:cubicBezTo>
                    <a:pt x="1874" y="2074"/>
                    <a:pt x="1875" y="2073"/>
                    <a:pt x="1875" y="2072"/>
                  </a:cubicBezTo>
                  <a:cubicBezTo>
                    <a:pt x="1875" y="2071"/>
                    <a:pt x="1874" y="2070"/>
                    <a:pt x="1874" y="2069"/>
                  </a:cubicBezTo>
                  <a:lnTo>
                    <a:pt x="1887" y="2069"/>
                  </a:lnTo>
                  <a:cubicBezTo>
                    <a:pt x="1887" y="2094"/>
                    <a:pt x="1890" y="2119"/>
                    <a:pt x="1894" y="2144"/>
                  </a:cubicBezTo>
                  <a:cubicBezTo>
                    <a:pt x="1895" y="2145"/>
                    <a:pt x="1895" y="2145"/>
                    <a:pt x="1895" y="2145"/>
                  </a:cubicBezTo>
                  <a:cubicBezTo>
                    <a:pt x="1895" y="2146"/>
                    <a:pt x="1896" y="2147"/>
                    <a:pt x="1896" y="2147"/>
                  </a:cubicBezTo>
                  <a:cubicBezTo>
                    <a:pt x="1897" y="2147"/>
                    <a:pt x="1898" y="2147"/>
                    <a:pt x="1899" y="2147"/>
                  </a:cubicBezTo>
                  <a:cubicBezTo>
                    <a:pt x="1899" y="2147"/>
                    <a:pt x="1900" y="2147"/>
                    <a:pt x="1901" y="2147"/>
                  </a:cubicBezTo>
                  <a:cubicBezTo>
                    <a:pt x="1901" y="2147"/>
                    <a:pt x="1901" y="2146"/>
                    <a:pt x="1902" y="2145"/>
                  </a:cubicBezTo>
                  <a:cubicBezTo>
                    <a:pt x="1903" y="2144"/>
                    <a:pt x="1903" y="2145"/>
                    <a:pt x="1903" y="2144"/>
                  </a:cubicBezTo>
                  <a:cubicBezTo>
                    <a:pt x="1908" y="2119"/>
                    <a:pt x="1910" y="2094"/>
                    <a:pt x="1911" y="2068"/>
                  </a:cubicBezTo>
                  <a:lnTo>
                    <a:pt x="1928" y="2068"/>
                  </a:lnTo>
                  <a:cubicBezTo>
                    <a:pt x="1928" y="2071"/>
                    <a:pt x="1928" y="2073"/>
                    <a:pt x="1928" y="2076"/>
                  </a:cubicBezTo>
                  <a:cubicBezTo>
                    <a:pt x="1928" y="2153"/>
                    <a:pt x="1934" y="2231"/>
                    <a:pt x="1945" y="2307"/>
                  </a:cubicBezTo>
                  <a:cubicBezTo>
                    <a:pt x="1946" y="2314"/>
                    <a:pt x="1957" y="2313"/>
                    <a:pt x="1957" y="2307"/>
                  </a:cubicBezTo>
                  <a:cubicBezTo>
                    <a:pt x="1954" y="2227"/>
                    <a:pt x="1950" y="2149"/>
                    <a:pt x="1952" y="2069"/>
                  </a:cubicBezTo>
                  <a:lnTo>
                    <a:pt x="1986" y="2069"/>
                  </a:lnTo>
                  <a:lnTo>
                    <a:pt x="1995" y="2069"/>
                  </a:lnTo>
                  <a:cubicBezTo>
                    <a:pt x="1997" y="2111"/>
                    <a:pt x="2001" y="2154"/>
                    <a:pt x="2002" y="2197"/>
                  </a:cubicBezTo>
                  <a:cubicBezTo>
                    <a:pt x="2002" y="2259"/>
                    <a:pt x="2016" y="2322"/>
                    <a:pt x="2019" y="2385"/>
                  </a:cubicBezTo>
                  <a:cubicBezTo>
                    <a:pt x="2019" y="2389"/>
                    <a:pt x="2027" y="2389"/>
                    <a:pt x="2027" y="2385"/>
                  </a:cubicBezTo>
                  <a:cubicBezTo>
                    <a:pt x="2035" y="2279"/>
                    <a:pt x="2022" y="2174"/>
                    <a:pt x="2019" y="2068"/>
                  </a:cubicBezTo>
                  <a:lnTo>
                    <a:pt x="2067" y="2066"/>
                  </a:lnTo>
                  <a:cubicBezTo>
                    <a:pt x="2065" y="2081"/>
                    <a:pt x="2064" y="2096"/>
                    <a:pt x="2064" y="2111"/>
                  </a:cubicBezTo>
                  <a:cubicBezTo>
                    <a:pt x="2064" y="2112"/>
                    <a:pt x="2064" y="2114"/>
                    <a:pt x="2064" y="2115"/>
                  </a:cubicBezTo>
                  <a:cubicBezTo>
                    <a:pt x="2064" y="2131"/>
                    <a:pt x="2067" y="2148"/>
                    <a:pt x="2068" y="2164"/>
                  </a:cubicBezTo>
                  <a:cubicBezTo>
                    <a:pt x="2068" y="2172"/>
                    <a:pt x="2081" y="2172"/>
                    <a:pt x="2082" y="2164"/>
                  </a:cubicBezTo>
                  <a:cubicBezTo>
                    <a:pt x="2083" y="2145"/>
                    <a:pt x="2085" y="2125"/>
                    <a:pt x="2086" y="2105"/>
                  </a:cubicBezTo>
                  <a:cubicBezTo>
                    <a:pt x="2087" y="2092"/>
                    <a:pt x="2089" y="2079"/>
                    <a:pt x="2091" y="2066"/>
                  </a:cubicBezTo>
                  <a:lnTo>
                    <a:pt x="2117" y="2065"/>
                  </a:lnTo>
                  <a:cubicBezTo>
                    <a:pt x="2117" y="2171"/>
                    <a:pt x="2124" y="2275"/>
                    <a:pt x="2131" y="2381"/>
                  </a:cubicBezTo>
                  <a:cubicBezTo>
                    <a:pt x="2131" y="2382"/>
                    <a:pt x="2131" y="2383"/>
                    <a:pt x="2132" y="2384"/>
                  </a:cubicBezTo>
                  <a:cubicBezTo>
                    <a:pt x="2132" y="2385"/>
                    <a:pt x="2133" y="2385"/>
                    <a:pt x="2134" y="2386"/>
                  </a:cubicBezTo>
                  <a:cubicBezTo>
                    <a:pt x="2135" y="2386"/>
                    <a:pt x="2136" y="2387"/>
                    <a:pt x="2137" y="2387"/>
                  </a:cubicBezTo>
                  <a:cubicBezTo>
                    <a:pt x="2138" y="2387"/>
                    <a:pt x="2139" y="2386"/>
                    <a:pt x="2140" y="2386"/>
                  </a:cubicBezTo>
                  <a:cubicBezTo>
                    <a:pt x="2141" y="2385"/>
                    <a:pt x="2141" y="2385"/>
                    <a:pt x="2142" y="2384"/>
                  </a:cubicBezTo>
                  <a:cubicBezTo>
                    <a:pt x="2142" y="2383"/>
                    <a:pt x="2143" y="2382"/>
                    <a:pt x="2143" y="2381"/>
                  </a:cubicBezTo>
                  <a:cubicBezTo>
                    <a:pt x="2150" y="2275"/>
                    <a:pt x="2144" y="2169"/>
                    <a:pt x="2143" y="2063"/>
                  </a:cubicBezTo>
                  <a:lnTo>
                    <a:pt x="2177" y="2060"/>
                  </a:lnTo>
                  <a:cubicBezTo>
                    <a:pt x="2176" y="2070"/>
                    <a:pt x="2176" y="2080"/>
                    <a:pt x="2176" y="2090"/>
                  </a:cubicBezTo>
                  <a:cubicBezTo>
                    <a:pt x="2176" y="2099"/>
                    <a:pt x="2176" y="2109"/>
                    <a:pt x="2177" y="2119"/>
                  </a:cubicBezTo>
                  <a:cubicBezTo>
                    <a:pt x="2177" y="2155"/>
                    <a:pt x="2179" y="2191"/>
                    <a:pt x="2181" y="2227"/>
                  </a:cubicBezTo>
                  <a:cubicBezTo>
                    <a:pt x="2181" y="2235"/>
                    <a:pt x="2195" y="2235"/>
                    <a:pt x="2195" y="2227"/>
                  </a:cubicBezTo>
                  <a:cubicBezTo>
                    <a:pt x="2197" y="2200"/>
                    <a:pt x="2199" y="2173"/>
                    <a:pt x="2200" y="2145"/>
                  </a:cubicBezTo>
                  <a:cubicBezTo>
                    <a:pt x="2200" y="2121"/>
                    <a:pt x="2194" y="2085"/>
                    <a:pt x="2202" y="2059"/>
                  </a:cubicBezTo>
                  <a:lnTo>
                    <a:pt x="2242" y="2055"/>
                  </a:lnTo>
                  <a:cubicBezTo>
                    <a:pt x="2244" y="2152"/>
                    <a:pt x="2248" y="2248"/>
                    <a:pt x="2254" y="2345"/>
                  </a:cubicBezTo>
                  <a:cubicBezTo>
                    <a:pt x="2254" y="2346"/>
                    <a:pt x="2254" y="2347"/>
                    <a:pt x="2255" y="2348"/>
                  </a:cubicBezTo>
                  <a:cubicBezTo>
                    <a:pt x="2255" y="2349"/>
                    <a:pt x="2256" y="2350"/>
                    <a:pt x="2257" y="2351"/>
                  </a:cubicBezTo>
                  <a:cubicBezTo>
                    <a:pt x="2258" y="2351"/>
                    <a:pt x="2260" y="2352"/>
                    <a:pt x="2261" y="2352"/>
                  </a:cubicBezTo>
                  <a:cubicBezTo>
                    <a:pt x="2262" y="2352"/>
                    <a:pt x="2263" y="2351"/>
                    <a:pt x="2264" y="2351"/>
                  </a:cubicBezTo>
                  <a:cubicBezTo>
                    <a:pt x="2265" y="2350"/>
                    <a:pt x="2266" y="2349"/>
                    <a:pt x="2267" y="2348"/>
                  </a:cubicBezTo>
                  <a:cubicBezTo>
                    <a:pt x="2267" y="2347"/>
                    <a:pt x="2268" y="2346"/>
                    <a:pt x="2268" y="2345"/>
                  </a:cubicBezTo>
                  <a:cubicBezTo>
                    <a:pt x="2273" y="2247"/>
                    <a:pt x="2272" y="2150"/>
                    <a:pt x="2273" y="2052"/>
                  </a:cubicBezTo>
                  <a:lnTo>
                    <a:pt x="2295" y="2049"/>
                  </a:lnTo>
                  <a:cubicBezTo>
                    <a:pt x="2293" y="2061"/>
                    <a:pt x="2292" y="2074"/>
                    <a:pt x="2292" y="2086"/>
                  </a:cubicBezTo>
                  <a:cubicBezTo>
                    <a:pt x="2292" y="2101"/>
                    <a:pt x="2294" y="2116"/>
                    <a:pt x="2297" y="2131"/>
                  </a:cubicBezTo>
                  <a:cubicBezTo>
                    <a:pt x="2302" y="2166"/>
                    <a:pt x="2304" y="2203"/>
                    <a:pt x="2308" y="2239"/>
                  </a:cubicBezTo>
                  <a:cubicBezTo>
                    <a:pt x="2319" y="2336"/>
                    <a:pt x="2323" y="2433"/>
                    <a:pt x="2330" y="2530"/>
                  </a:cubicBezTo>
                  <a:cubicBezTo>
                    <a:pt x="2330" y="2531"/>
                    <a:pt x="2330" y="2531"/>
                    <a:pt x="2331" y="2532"/>
                  </a:cubicBezTo>
                  <a:cubicBezTo>
                    <a:pt x="2331" y="2532"/>
                    <a:pt x="2331" y="2531"/>
                    <a:pt x="2332" y="2532"/>
                  </a:cubicBezTo>
                  <a:cubicBezTo>
                    <a:pt x="2333" y="2533"/>
                    <a:pt x="2332" y="2533"/>
                    <a:pt x="2333" y="2533"/>
                  </a:cubicBezTo>
                  <a:lnTo>
                    <a:pt x="2334" y="2532"/>
                  </a:lnTo>
                  <a:cubicBezTo>
                    <a:pt x="2335" y="2531"/>
                    <a:pt x="2335" y="2532"/>
                    <a:pt x="2335" y="2532"/>
                  </a:cubicBezTo>
                  <a:cubicBezTo>
                    <a:pt x="2335" y="2531"/>
                    <a:pt x="2335" y="2531"/>
                    <a:pt x="2335" y="2530"/>
                  </a:cubicBezTo>
                  <a:cubicBezTo>
                    <a:pt x="2340" y="2476"/>
                    <a:pt x="2342" y="2421"/>
                    <a:pt x="2342" y="2366"/>
                  </a:cubicBezTo>
                  <a:cubicBezTo>
                    <a:pt x="2342" y="2327"/>
                    <a:pt x="2341" y="2289"/>
                    <a:pt x="2339" y="2250"/>
                  </a:cubicBezTo>
                  <a:cubicBezTo>
                    <a:pt x="2338" y="2217"/>
                    <a:pt x="2334" y="2183"/>
                    <a:pt x="2329" y="2151"/>
                  </a:cubicBezTo>
                  <a:cubicBezTo>
                    <a:pt x="2321" y="2116"/>
                    <a:pt x="2331" y="2079"/>
                    <a:pt x="2321" y="2045"/>
                  </a:cubicBezTo>
                  <a:cubicBezTo>
                    <a:pt x="2335" y="2043"/>
                    <a:pt x="2349" y="2041"/>
                    <a:pt x="2363" y="2039"/>
                  </a:cubicBezTo>
                  <a:cubicBezTo>
                    <a:pt x="2366" y="2072"/>
                    <a:pt x="2369" y="2106"/>
                    <a:pt x="2375" y="2139"/>
                  </a:cubicBezTo>
                  <a:cubicBezTo>
                    <a:pt x="2380" y="2172"/>
                    <a:pt x="2378" y="2207"/>
                    <a:pt x="2385" y="2241"/>
                  </a:cubicBezTo>
                  <a:cubicBezTo>
                    <a:pt x="2385" y="2242"/>
                    <a:pt x="2386" y="2242"/>
                    <a:pt x="2386" y="2242"/>
                  </a:cubicBezTo>
                  <a:cubicBezTo>
                    <a:pt x="2386" y="2243"/>
                    <a:pt x="2386" y="2243"/>
                    <a:pt x="2387" y="2244"/>
                  </a:cubicBezTo>
                  <a:cubicBezTo>
                    <a:pt x="2388" y="2245"/>
                    <a:pt x="2388" y="2244"/>
                    <a:pt x="2389" y="2244"/>
                  </a:cubicBezTo>
                  <a:cubicBezTo>
                    <a:pt x="2389" y="2244"/>
                    <a:pt x="2390" y="2245"/>
                    <a:pt x="2391" y="2244"/>
                  </a:cubicBezTo>
                  <a:cubicBezTo>
                    <a:pt x="2392" y="2243"/>
                    <a:pt x="2392" y="2243"/>
                    <a:pt x="2392" y="2242"/>
                  </a:cubicBezTo>
                  <a:lnTo>
                    <a:pt x="2392" y="2241"/>
                  </a:lnTo>
                  <a:cubicBezTo>
                    <a:pt x="2394" y="2173"/>
                    <a:pt x="2389" y="2104"/>
                    <a:pt x="2388" y="2035"/>
                  </a:cubicBezTo>
                  <a:lnTo>
                    <a:pt x="2402" y="2032"/>
                  </a:lnTo>
                  <a:lnTo>
                    <a:pt x="2414" y="2030"/>
                  </a:lnTo>
                  <a:cubicBezTo>
                    <a:pt x="2414" y="2034"/>
                    <a:pt x="2414" y="2038"/>
                    <a:pt x="2414" y="2041"/>
                  </a:cubicBezTo>
                  <a:cubicBezTo>
                    <a:pt x="2414" y="2042"/>
                    <a:pt x="2414" y="2043"/>
                    <a:pt x="2414" y="2045"/>
                  </a:cubicBezTo>
                  <a:cubicBezTo>
                    <a:pt x="2414" y="2062"/>
                    <a:pt x="2416" y="2079"/>
                    <a:pt x="2419" y="2097"/>
                  </a:cubicBezTo>
                  <a:lnTo>
                    <a:pt x="2420" y="2098"/>
                  </a:lnTo>
                  <a:cubicBezTo>
                    <a:pt x="2420" y="2099"/>
                    <a:pt x="2421" y="2099"/>
                    <a:pt x="2422" y="2100"/>
                  </a:cubicBezTo>
                  <a:cubicBezTo>
                    <a:pt x="2422" y="2100"/>
                    <a:pt x="2423" y="2100"/>
                    <a:pt x="2424" y="2100"/>
                  </a:cubicBezTo>
                  <a:cubicBezTo>
                    <a:pt x="2425" y="2100"/>
                    <a:pt x="2426" y="2101"/>
                    <a:pt x="2427" y="2100"/>
                  </a:cubicBezTo>
                  <a:cubicBezTo>
                    <a:pt x="2428" y="2099"/>
                    <a:pt x="2427" y="2099"/>
                    <a:pt x="2428" y="2098"/>
                  </a:cubicBezTo>
                  <a:cubicBezTo>
                    <a:pt x="2429" y="2097"/>
                    <a:pt x="2429" y="2097"/>
                    <a:pt x="2429" y="2097"/>
                  </a:cubicBezTo>
                  <a:cubicBezTo>
                    <a:pt x="2431" y="2082"/>
                    <a:pt x="2433" y="2068"/>
                    <a:pt x="2434" y="2053"/>
                  </a:cubicBezTo>
                  <a:cubicBezTo>
                    <a:pt x="2434" y="2044"/>
                    <a:pt x="2435" y="2035"/>
                    <a:pt x="2436" y="2026"/>
                  </a:cubicBezTo>
                  <a:lnTo>
                    <a:pt x="2465" y="2022"/>
                  </a:lnTo>
                  <a:cubicBezTo>
                    <a:pt x="2465" y="2050"/>
                    <a:pt x="2465" y="2077"/>
                    <a:pt x="2465" y="2105"/>
                  </a:cubicBezTo>
                  <a:cubicBezTo>
                    <a:pt x="2465" y="2133"/>
                    <a:pt x="2471" y="2164"/>
                    <a:pt x="2472" y="2194"/>
                  </a:cubicBezTo>
                  <a:cubicBezTo>
                    <a:pt x="2472" y="2201"/>
                    <a:pt x="2485" y="2202"/>
                    <a:pt x="2485" y="2194"/>
                  </a:cubicBezTo>
                  <a:cubicBezTo>
                    <a:pt x="2487" y="2160"/>
                    <a:pt x="2489" y="2127"/>
                    <a:pt x="2489" y="2093"/>
                  </a:cubicBezTo>
                  <a:cubicBezTo>
                    <a:pt x="2489" y="2068"/>
                    <a:pt x="2488" y="2043"/>
                    <a:pt x="2487" y="2018"/>
                  </a:cubicBezTo>
                  <a:lnTo>
                    <a:pt x="2505" y="2016"/>
                  </a:lnTo>
                  <a:cubicBezTo>
                    <a:pt x="2505" y="2019"/>
                    <a:pt x="2505" y="2023"/>
                    <a:pt x="2505" y="2026"/>
                  </a:cubicBezTo>
                  <a:cubicBezTo>
                    <a:pt x="2505" y="2044"/>
                    <a:pt x="2513" y="2061"/>
                    <a:pt x="2515" y="2080"/>
                  </a:cubicBezTo>
                  <a:cubicBezTo>
                    <a:pt x="2515" y="2085"/>
                    <a:pt x="2525" y="2086"/>
                    <a:pt x="2525" y="2080"/>
                  </a:cubicBezTo>
                  <a:cubicBezTo>
                    <a:pt x="2526" y="2072"/>
                    <a:pt x="2526" y="2064"/>
                    <a:pt x="2526" y="2056"/>
                  </a:cubicBezTo>
                  <a:cubicBezTo>
                    <a:pt x="2526" y="2047"/>
                    <a:pt x="2526" y="2039"/>
                    <a:pt x="2525" y="2031"/>
                  </a:cubicBezTo>
                  <a:cubicBezTo>
                    <a:pt x="2525" y="2028"/>
                    <a:pt x="2525" y="2025"/>
                    <a:pt x="2525" y="2022"/>
                  </a:cubicBezTo>
                  <a:cubicBezTo>
                    <a:pt x="2525" y="2019"/>
                    <a:pt x="2525" y="2016"/>
                    <a:pt x="2525" y="2013"/>
                  </a:cubicBezTo>
                  <a:lnTo>
                    <a:pt x="2554" y="2009"/>
                  </a:lnTo>
                  <a:cubicBezTo>
                    <a:pt x="2555" y="2029"/>
                    <a:pt x="2556" y="2048"/>
                    <a:pt x="2558" y="2068"/>
                  </a:cubicBezTo>
                  <a:cubicBezTo>
                    <a:pt x="2558" y="2069"/>
                    <a:pt x="2557" y="2069"/>
                    <a:pt x="2558" y="2070"/>
                  </a:cubicBezTo>
                  <a:cubicBezTo>
                    <a:pt x="2558" y="2071"/>
                    <a:pt x="2560" y="2071"/>
                    <a:pt x="2561" y="2072"/>
                  </a:cubicBezTo>
                  <a:cubicBezTo>
                    <a:pt x="2562" y="2072"/>
                    <a:pt x="2563" y="2073"/>
                    <a:pt x="2564" y="2073"/>
                  </a:cubicBezTo>
                  <a:cubicBezTo>
                    <a:pt x="2565" y="2073"/>
                    <a:pt x="2566" y="2072"/>
                    <a:pt x="2567" y="2072"/>
                  </a:cubicBezTo>
                  <a:cubicBezTo>
                    <a:pt x="2568" y="2071"/>
                    <a:pt x="2569" y="2071"/>
                    <a:pt x="2570" y="2070"/>
                  </a:cubicBezTo>
                  <a:cubicBezTo>
                    <a:pt x="2570" y="2069"/>
                    <a:pt x="2570" y="2069"/>
                    <a:pt x="2570" y="2068"/>
                  </a:cubicBezTo>
                  <a:cubicBezTo>
                    <a:pt x="2572" y="2047"/>
                    <a:pt x="2573" y="2026"/>
                    <a:pt x="2574" y="2005"/>
                  </a:cubicBezTo>
                  <a:cubicBezTo>
                    <a:pt x="2581" y="2004"/>
                    <a:pt x="2589" y="2003"/>
                    <a:pt x="2596" y="2002"/>
                  </a:cubicBezTo>
                  <a:lnTo>
                    <a:pt x="2601" y="2001"/>
                  </a:lnTo>
                  <a:cubicBezTo>
                    <a:pt x="2601" y="2033"/>
                    <a:pt x="2607" y="2066"/>
                    <a:pt x="2609" y="2099"/>
                  </a:cubicBezTo>
                  <a:cubicBezTo>
                    <a:pt x="2610" y="2119"/>
                    <a:pt x="2613" y="2155"/>
                    <a:pt x="2625" y="2171"/>
                  </a:cubicBezTo>
                  <a:cubicBezTo>
                    <a:pt x="2626" y="2171"/>
                    <a:pt x="2626" y="2171"/>
                    <a:pt x="2627" y="2172"/>
                  </a:cubicBezTo>
                  <a:cubicBezTo>
                    <a:pt x="2628" y="2172"/>
                    <a:pt x="2629" y="2173"/>
                    <a:pt x="2629" y="2173"/>
                  </a:cubicBezTo>
                  <a:cubicBezTo>
                    <a:pt x="2630" y="2173"/>
                    <a:pt x="2631" y="2172"/>
                    <a:pt x="2632" y="2172"/>
                  </a:cubicBezTo>
                  <a:cubicBezTo>
                    <a:pt x="2633" y="2171"/>
                    <a:pt x="2633" y="2172"/>
                    <a:pt x="2634" y="2171"/>
                  </a:cubicBezTo>
                  <a:cubicBezTo>
                    <a:pt x="2635" y="2170"/>
                    <a:pt x="2634" y="2169"/>
                    <a:pt x="2634" y="2168"/>
                  </a:cubicBezTo>
                  <a:cubicBezTo>
                    <a:pt x="2634" y="2167"/>
                    <a:pt x="2634" y="2166"/>
                    <a:pt x="2634" y="2166"/>
                  </a:cubicBezTo>
                  <a:cubicBezTo>
                    <a:pt x="2626" y="2152"/>
                    <a:pt x="2628" y="2114"/>
                    <a:pt x="2628" y="2098"/>
                  </a:cubicBezTo>
                  <a:cubicBezTo>
                    <a:pt x="2628" y="2064"/>
                    <a:pt x="2624" y="2030"/>
                    <a:pt x="2624" y="1996"/>
                  </a:cubicBezTo>
                  <a:lnTo>
                    <a:pt x="2645" y="1990"/>
                  </a:lnTo>
                  <a:cubicBezTo>
                    <a:pt x="2646" y="2015"/>
                    <a:pt x="2649" y="2040"/>
                    <a:pt x="2651" y="2064"/>
                  </a:cubicBezTo>
                  <a:cubicBezTo>
                    <a:pt x="2651" y="2066"/>
                    <a:pt x="2651" y="2067"/>
                    <a:pt x="2652" y="2068"/>
                  </a:cubicBezTo>
                  <a:cubicBezTo>
                    <a:pt x="2652" y="2068"/>
                    <a:pt x="2653" y="2069"/>
                    <a:pt x="2654" y="2070"/>
                  </a:cubicBezTo>
                  <a:cubicBezTo>
                    <a:pt x="2655" y="2070"/>
                    <a:pt x="2656" y="2071"/>
                    <a:pt x="2657" y="2071"/>
                  </a:cubicBezTo>
                  <a:cubicBezTo>
                    <a:pt x="2658" y="2071"/>
                    <a:pt x="2659" y="2070"/>
                    <a:pt x="2660" y="2070"/>
                  </a:cubicBezTo>
                  <a:cubicBezTo>
                    <a:pt x="2661" y="2069"/>
                    <a:pt x="2662" y="2068"/>
                    <a:pt x="2662" y="2068"/>
                  </a:cubicBezTo>
                  <a:cubicBezTo>
                    <a:pt x="2663" y="2067"/>
                    <a:pt x="2663" y="2066"/>
                    <a:pt x="2663" y="2064"/>
                  </a:cubicBezTo>
                  <a:cubicBezTo>
                    <a:pt x="2665" y="2038"/>
                    <a:pt x="2668" y="2011"/>
                    <a:pt x="2668" y="1984"/>
                  </a:cubicBezTo>
                  <a:lnTo>
                    <a:pt x="2690" y="1977"/>
                  </a:lnTo>
                  <a:cubicBezTo>
                    <a:pt x="2690" y="2013"/>
                    <a:pt x="2693" y="2049"/>
                    <a:pt x="2695" y="2085"/>
                  </a:cubicBezTo>
                  <a:cubicBezTo>
                    <a:pt x="2695" y="2086"/>
                    <a:pt x="2695" y="2087"/>
                    <a:pt x="2696" y="2088"/>
                  </a:cubicBezTo>
                  <a:cubicBezTo>
                    <a:pt x="2696" y="2089"/>
                    <a:pt x="2698" y="2089"/>
                    <a:pt x="2699" y="2090"/>
                  </a:cubicBezTo>
                  <a:cubicBezTo>
                    <a:pt x="2700" y="2091"/>
                    <a:pt x="2701" y="2091"/>
                    <a:pt x="2702" y="2091"/>
                  </a:cubicBezTo>
                  <a:cubicBezTo>
                    <a:pt x="2703" y="2091"/>
                    <a:pt x="2704" y="2090"/>
                    <a:pt x="2705" y="2090"/>
                  </a:cubicBezTo>
                  <a:cubicBezTo>
                    <a:pt x="2706" y="2089"/>
                    <a:pt x="2706" y="2089"/>
                    <a:pt x="2707" y="2088"/>
                  </a:cubicBezTo>
                  <a:cubicBezTo>
                    <a:pt x="2708" y="2087"/>
                    <a:pt x="2708" y="2086"/>
                    <a:pt x="2708" y="2085"/>
                  </a:cubicBezTo>
                  <a:cubicBezTo>
                    <a:pt x="2711" y="2047"/>
                    <a:pt x="2714" y="2008"/>
                    <a:pt x="2714" y="1969"/>
                  </a:cubicBezTo>
                  <a:lnTo>
                    <a:pt x="2735" y="1963"/>
                  </a:lnTo>
                  <a:lnTo>
                    <a:pt x="2741" y="1961"/>
                  </a:lnTo>
                  <a:cubicBezTo>
                    <a:pt x="2741" y="1963"/>
                    <a:pt x="2741" y="1965"/>
                    <a:pt x="2741" y="1968"/>
                  </a:cubicBezTo>
                  <a:cubicBezTo>
                    <a:pt x="2741" y="1987"/>
                    <a:pt x="2742" y="2007"/>
                    <a:pt x="2743" y="2026"/>
                  </a:cubicBezTo>
                  <a:cubicBezTo>
                    <a:pt x="2743" y="2038"/>
                    <a:pt x="2763" y="2040"/>
                    <a:pt x="2763" y="2027"/>
                  </a:cubicBezTo>
                  <a:cubicBezTo>
                    <a:pt x="2763" y="2009"/>
                    <a:pt x="2765" y="1990"/>
                    <a:pt x="2765" y="1972"/>
                  </a:cubicBezTo>
                  <a:cubicBezTo>
                    <a:pt x="2765" y="1966"/>
                    <a:pt x="2765" y="1960"/>
                    <a:pt x="2765" y="1955"/>
                  </a:cubicBezTo>
                  <a:lnTo>
                    <a:pt x="2783" y="1951"/>
                  </a:lnTo>
                  <a:cubicBezTo>
                    <a:pt x="2783" y="1956"/>
                    <a:pt x="2783" y="1962"/>
                    <a:pt x="2784" y="1967"/>
                  </a:cubicBezTo>
                  <a:cubicBezTo>
                    <a:pt x="2786" y="1979"/>
                    <a:pt x="2791" y="1990"/>
                    <a:pt x="2792" y="2002"/>
                  </a:cubicBezTo>
                  <a:cubicBezTo>
                    <a:pt x="2792" y="2005"/>
                    <a:pt x="2797" y="2006"/>
                    <a:pt x="2797" y="2002"/>
                  </a:cubicBezTo>
                  <a:cubicBezTo>
                    <a:pt x="2797" y="1992"/>
                    <a:pt x="2803" y="1983"/>
                    <a:pt x="2804" y="1973"/>
                  </a:cubicBezTo>
                  <a:cubicBezTo>
                    <a:pt x="2805" y="1963"/>
                    <a:pt x="2806" y="1955"/>
                    <a:pt x="2806" y="1945"/>
                  </a:cubicBezTo>
                  <a:lnTo>
                    <a:pt x="2815" y="1943"/>
                  </a:lnTo>
                  <a:cubicBezTo>
                    <a:pt x="2815" y="1944"/>
                    <a:pt x="2815" y="1946"/>
                    <a:pt x="2815" y="1947"/>
                  </a:cubicBezTo>
                  <a:cubicBezTo>
                    <a:pt x="2815" y="1948"/>
                    <a:pt x="2815" y="1950"/>
                    <a:pt x="2815" y="1951"/>
                  </a:cubicBezTo>
                  <a:cubicBezTo>
                    <a:pt x="2815" y="1953"/>
                    <a:pt x="2815" y="1954"/>
                    <a:pt x="2815" y="1956"/>
                  </a:cubicBezTo>
                  <a:cubicBezTo>
                    <a:pt x="2815" y="1963"/>
                    <a:pt x="2816" y="1970"/>
                    <a:pt x="2819" y="1976"/>
                  </a:cubicBezTo>
                  <a:lnTo>
                    <a:pt x="2819" y="1977"/>
                  </a:lnTo>
                  <a:cubicBezTo>
                    <a:pt x="2819" y="1977"/>
                    <a:pt x="2820" y="1977"/>
                    <a:pt x="2821" y="1978"/>
                  </a:cubicBezTo>
                  <a:cubicBezTo>
                    <a:pt x="2822" y="1979"/>
                    <a:pt x="2822" y="1979"/>
                    <a:pt x="2823" y="1979"/>
                  </a:cubicBezTo>
                  <a:cubicBezTo>
                    <a:pt x="2824" y="1979"/>
                    <a:pt x="2824" y="1978"/>
                    <a:pt x="2825" y="1978"/>
                  </a:cubicBezTo>
                  <a:cubicBezTo>
                    <a:pt x="2826" y="1977"/>
                    <a:pt x="2826" y="1977"/>
                    <a:pt x="2826" y="1977"/>
                  </a:cubicBezTo>
                  <a:cubicBezTo>
                    <a:pt x="2827" y="1976"/>
                    <a:pt x="2827" y="1976"/>
                    <a:pt x="2827" y="1976"/>
                  </a:cubicBezTo>
                  <a:cubicBezTo>
                    <a:pt x="2829" y="1968"/>
                    <a:pt x="2832" y="1960"/>
                    <a:pt x="2835" y="1952"/>
                  </a:cubicBezTo>
                  <a:cubicBezTo>
                    <a:pt x="2837" y="1948"/>
                    <a:pt x="2838" y="1944"/>
                    <a:pt x="2838" y="1941"/>
                  </a:cubicBezTo>
                  <a:cubicBezTo>
                    <a:pt x="2838" y="1940"/>
                    <a:pt x="2838" y="1939"/>
                    <a:pt x="2838" y="1939"/>
                  </a:cubicBezTo>
                  <a:cubicBezTo>
                    <a:pt x="2838" y="1938"/>
                    <a:pt x="2838" y="1938"/>
                    <a:pt x="2838" y="1937"/>
                  </a:cubicBezTo>
                  <a:lnTo>
                    <a:pt x="2853" y="1933"/>
                  </a:lnTo>
                  <a:cubicBezTo>
                    <a:pt x="2854" y="1958"/>
                    <a:pt x="2858" y="1984"/>
                    <a:pt x="2859" y="2009"/>
                  </a:cubicBezTo>
                  <a:cubicBezTo>
                    <a:pt x="2859" y="2014"/>
                    <a:pt x="2867" y="2014"/>
                    <a:pt x="2867" y="2009"/>
                  </a:cubicBezTo>
                  <a:cubicBezTo>
                    <a:pt x="2869" y="1982"/>
                    <a:pt x="2873" y="1954"/>
                    <a:pt x="2873" y="1927"/>
                  </a:cubicBezTo>
                  <a:lnTo>
                    <a:pt x="2877" y="1926"/>
                  </a:lnTo>
                  <a:lnTo>
                    <a:pt x="2891" y="1920"/>
                  </a:lnTo>
                  <a:cubicBezTo>
                    <a:pt x="2893" y="1934"/>
                    <a:pt x="2896" y="1947"/>
                    <a:pt x="2901" y="1960"/>
                  </a:cubicBezTo>
                  <a:cubicBezTo>
                    <a:pt x="2902" y="1964"/>
                    <a:pt x="2908" y="1962"/>
                    <a:pt x="2909" y="1960"/>
                  </a:cubicBezTo>
                  <a:cubicBezTo>
                    <a:pt x="2915" y="1943"/>
                    <a:pt x="2918" y="1926"/>
                    <a:pt x="2918" y="1909"/>
                  </a:cubicBezTo>
                  <a:lnTo>
                    <a:pt x="2921" y="1907"/>
                  </a:lnTo>
                  <a:cubicBezTo>
                    <a:pt x="2924" y="1936"/>
                    <a:pt x="2936" y="1963"/>
                    <a:pt x="2938" y="1993"/>
                  </a:cubicBezTo>
                  <a:cubicBezTo>
                    <a:pt x="2938" y="1998"/>
                    <a:pt x="2946" y="1998"/>
                    <a:pt x="2947" y="1993"/>
                  </a:cubicBezTo>
                  <a:cubicBezTo>
                    <a:pt x="2949" y="1968"/>
                    <a:pt x="2953" y="1943"/>
                    <a:pt x="2955" y="1918"/>
                  </a:cubicBezTo>
                  <a:cubicBezTo>
                    <a:pt x="2958" y="1925"/>
                    <a:pt x="2961" y="1931"/>
                    <a:pt x="2963" y="1936"/>
                  </a:cubicBezTo>
                  <a:cubicBezTo>
                    <a:pt x="2963" y="1937"/>
                    <a:pt x="2964" y="1937"/>
                    <a:pt x="2965" y="1938"/>
                  </a:cubicBezTo>
                  <a:cubicBezTo>
                    <a:pt x="2966" y="1939"/>
                    <a:pt x="2966" y="1939"/>
                    <a:pt x="2967" y="1939"/>
                  </a:cubicBezTo>
                  <a:cubicBezTo>
                    <a:pt x="2968" y="1939"/>
                    <a:pt x="2968" y="1938"/>
                    <a:pt x="2969" y="1938"/>
                  </a:cubicBezTo>
                  <a:cubicBezTo>
                    <a:pt x="2970" y="1937"/>
                    <a:pt x="2970" y="1937"/>
                    <a:pt x="2971" y="1936"/>
                  </a:cubicBezTo>
                  <a:cubicBezTo>
                    <a:pt x="2973" y="1930"/>
                    <a:pt x="2976" y="1925"/>
                    <a:pt x="2978" y="1919"/>
                  </a:cubicBezTo>
                  <a:cubicBezTo>
                    <a:pt x="2980" y="1973"/>
                    <a:pt x="2988" y="2027"/>
                    <a:pt x="2988" y="2081"/>
                  </a:cubicBezTo>
                  <a:cubicBezTo>
                    <a:pt x="2986" y="2162"/>
                    <a:pt x="3004" y="2245"/>
                    <a:pt x="3004" y="2328"/>
                  </a:cubicBezTo>
                  <a:lnTo>
                    <a:pt x="3004" y="2326"/>
                  </a:lnTo>
                  <a:moveTo>
                    <a:pt x="3002" y="2023"/>
                  </a:moveTo>
                  <a:cubicBezTo>
                    <a:pt x="3002" y="2005"/>
                    <a:pt x="3002" y="1987"/>
                    <a:pt x="3000" y="1970"/>
                  </a:cubicBezTo>
                  <a:cubicBezTo>
                    <a:pt x="2999" y="1949"/>
                    <a:pt x="2998" y="1928"/>
                    <a:pt x="2997" y="1907"/>
                  </a:cubicBezTo>
                  <a:cubicBezTo>
                    <a:pt x="3007" y="1910"/>
                    <a:pt x="3016" y="1914"/>
                    <a:pt x="3025" y="1918"/>
                  </a:cubicBezTo>
                  <a:cubicBezTo>
                    <a:pt x="3025" y="1920"/>
                    <a:pt x="3025" y="1921"/>
                    <a:pt x="3025" y="1923"/>
                  </a:cubicBezTo>
                  <a:cubicBezTo>
                    <a:pt x="3025" y="1946"/>
                    <a:pt x="3028" y="1969"/>
                    <a:pt x="3035" y="1992"/>
                  </a:cubicBezTo>
                  <a:cubicBezTo>
                    <a:pt x="3035" y="1992"/>
                    <a:pt x="3034" y="1992"/>
                    <a:pt x="3033" y="1993"/>
                  </a:cubicBezTo>
                  <a:cubicBezTo>
                    <a:pt x="3029" y="1995"/>
                    <a:pt x="3025" y="1998"/>
                    <a:pt x="3022" y="2002"/>
                  </a:cubicBezTo>
                  <a:cubicBezTo>
                    <a:pt x="3016" y="2011"/>
                    <a:pt x="3007" y="2017"/>
                    <a:pt x="3002" y="2025"/>
                  </a:cubicBezTo>
                  <a:lnTo>
                    <a:pt x="3002" y="2023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2"/>
            <p:cNvSpPr/>
            <p:nvPr/>
          </p:nvSpPr>
          <p:spPr>
            <a:xfrm>
              <a:off x="19746675" y="2650320"/>
              <a:ext cx="10440" cy="55080"/>
            </a:xfrm>
            <a:custGeom>
              <a:avLst/>
              <a:gdLst/>
              <a:ahLst/>
              <a:cxnLst/>
              <a:rect l="l" t="t" r="r" b="b"/>
              <a:pathLst>
                <a:path w="29" h="153" extrusionOk="0">
                  <a:moveTo>
                    <a:pt x="20" y="147"/>
                  </a:moveTo>
                  <a:cubicBezTo>
                    <a:pt x="25" y="125"/>
                    <a:pt x="28" y="102"/>
                    <a:pt x="28" y="79"/>
                  </a:cubicBezTo>
                  <a:cubicBezTo>
                    <a:pt x="28" y="53"/>
                    <a:pt x="24" y="28"/>
                    <a:pt x="18" y="3"/>
                  </a:cubicBezTo>
                  <a:cubicBezTo>
                    <a:pt x="18" y="2"/>
                    <a:pt x="18" y="3"/>
                    <a:pt x="17" y="2"/>
                  </a:cubicBezTo>
                  <a:cubicBezTo>
                    <a:pt x="16" y="2"/>
                    <a:pt x="17" y="1"/>
                    <a:pt x="16" y="0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3" y="0"/>
                    <a:pt x="12" y="0"/>
                    <a:pt x="12" y="0"/>
                  </a:cubicBezTo>
                  <a:cubicBezTo>
                    <a:pt x="11" y="1"/>
                    <a:pt x="10" y="1"/>
                    <a:pt x="10" y="2"/>
                  </a:cubicBezTo>
                  <a:lnTo>
                    <a:pt x="10" y="3"/>
                  </a:lnTo>
                  <a:cubicBezTo>
                    <a:pt x="3" y="28"/>
                    <a:pt x="0" y="53"/>
                    <a:pt x="0" y="79"/>
                  </a:cubicBezTo>
                  <a:cubicBezTo>
                    <a:pt x="0" y="102"/>
                    <a:pt x="2" y="125"/>
                    <a:pt x="8" y="147"/>
                  </a:cubicBezTo>
                  <a:cubicBezTo>
                    <a:pt x="8" y="148"/>
                    <a:pt x="8" y="148"/>
                    <a:pt x="8" y="149"/>
                  </a:cubicBezTo>
                  <a:cubicBezTo>
                    <a:pt x="9" y="151"/>
                    <a:pt x="10" y="151"/>
                    <a:pt x="11" y="151"/>
                  </a:cubicBezTo>
                  <a:cubicBezTo>
                    <a:pt x="12" y="152"/>
                    <a:pt x="13" y="152"/>
                    <a:pt x="14" y="152"/>
                  </a:cubicBezTo>
                  <a:cubicBezTo>
                    <a:pt x="15" y="152"/>
                    <a:pt x="16" y="152"/>
                    <a:pt x="17" y="151"/>
                  </a:cubicBezTo>
                  <a:cubicBezTo>
                    <a:pt x="18" y="151"/>
                    <a:pt x="19" y="150"/>
                    <a:pt x="19" y="149"/>
                  </a:cubicBezTo>
                  <a:cubicBezTo>
                    <a:pt x="20" y="148"/>
                    <a:pt x="20" y="148"/>
                    <a:pt x="20" y="147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2"/>
            <p:cNvSpPr/>
            <p:nvPr/>
          </p:nvSpPr>
          <p:spPr>
            <a:xfrm>
              <a:off x="19799595" y="2667600"/>
              <a:ext cx="11520" cy="37440"/>
            </a:xfrm>
            <a:custGeom>
              <a:avLst/>
              <a:gdLst/>
              <a:ahLst/>
              <a:cxnLst/>
              <a:rect l="l" t="t" r="r" b="b"/>
              <a:pathLst>
                <a:path w="32" h="104" extrusionOk="0">
                  <a:moveTo>
                    <a:pt x="19" y="93"/>
                  </a:moveTo>
                  <a:cubicBezTo>
                    <a:pt x="22" y="77"/>
                    <a:pt x="22" y="61"/>
                    <a:pt x="24" y="45"/>
                  </a:cubicBezTo>
                  <a:cubicBezTo>
                    <a:pt x="26" y="32"/>
                    <a:pt x="31" y="14"/>
                    <a:pt x="23" y="2"/>
                  </a:cubicBezTo>
                  <a:cubicBezTo>
                    <a:pt x="22" y="2"/>
                    <a:pt x="22" y="1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7" y="0"/>
                    <a:pt x="16" y="1"/>
                  </a:cubicBezTo>
                  <a:cubicBezTo>
                    <a:pt x="15" y="2"/>
                    <a:pt x="14" y="2"/>
                    <a:pt x="14" y="3"/>
                  </a:cubicBezTo>
                  <a:lnTo>
                    <a:pt x="13" y="3"/>
                  </a:lnTo>
                  <a:cubicBezTo>
                    <a:pt x="4" y="21"/>
                    <a:pt x="0" y="41"/>
                    <a:pt x="0" y="61"/>
                  </a:cubicBezTo>
                  <a:cubicBezTo>
                    <a:pt x="0" y="72"/>
                    <a:pt x="1" y="82"/>
                    <a:pt x="4" y="93"/>
                  </a:cubicBezTo>
                  <a:cubicBezTo>
                    <a:pt x="5" y="101"/>
                    <a:pt x="18" y="103"/>
                    <a:pt x="19" y="9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2"/>
            <p:cNvSpPr/>
            <p:nvPr/>
          </p:nvSpPr>
          <p:spPr>
            <a:xfrm>
              <a:off x="19951155" y="2702160"/>
              <a:ext cx="13320" cy="32040"/>
            </a:xfrm>
            <a:custGeom>
              <a:avLst/>
              <a:gdLst/>
              <a:ahLst/>
              <a:cxnLst/>
              <a:rect l="l" t="t" r="r" b="b"/>
              <a:pathLst>
                <a:path w="37" h="89" extrusionOk="0">
                  <a:moveTo>
                    <a:pt x="13" y="3"/>
                  </a:moveTo>
                  <a:cubicBezTo>
                    <a:pt x="0" y="23"/>
                    <a:pt x="7" y="55"/>
                    <a:pt x="10" y="77"/>
                  </a:cubicBezTo>
                  <a:cubicBezTo>
                    <a:pt x="11" y="88"/>
                    <a:pt x="26" y="84"/>
                    <a:pt x="27" y="75"/>
                  </a:cubicBezTo>
                  <a:cubicBezTo>
                    <a:pt x="30" y="54"/>
                    <a:pt x="36" y="22"/>
                    <a:pt x="24" y="3"/>
                  </a:cubicBezTo>
                  <a:cubicBezTo>
                    <a:pt x="23" y="2"/>
                    <a:pt x="22" y="2"/>
                    <a:pt x="21" y="1"/>
                  </a:cubicBezTo>
                  <a:cubicBezTo>
                    <a:pt x="20" y="0"/>
                    <a:pt x="19" y="0"/>
                    <a:pt x="18" y="0"/>
                  </a:cubicBezTo>
                  <a:cubicBezTo>
                    <a:pt x="17" y="0"/>
                    <a:pt x="16" y="0"/>
                    <a:pt x="15" y="1"/>
                  </a:cubicBezTo>
                  <a:cubicBezTo>
                    <a:pt x="14" y="2"/>
                    <a:pt x="13" y="2"/>
                    <a:pt x="13" y="3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2"/>
            <p:cNvSpPr/>
            <p:nvPr/>
          </p:nvSpPr>
          <p:spPr>
            <a:xfrm>
              <a:off x="19954755" y="2648520"/>
              <a:ext cx="9360" cy="29520"/>
            </a:xfrm>
            <a:custGeom>
              <a:avLst/>
              <a:gdLst/>
              <a:ahLst/>
              <a:cxnLst/>
              <a:rect l="l" t="t" r="r" b="b"/>
              <a:pathLst>
                <a:path w="26" h="82" extrusionOk="0">
                  <a:moveTo>
                    <a:pt x="7" y="2"/>
                  </a:moveTo>
                  <a:cubicBezTo>
                    <a:pt x="6" y="3"/>
                    <a:pt x="6" y="4"/>
                    <a:pt x="5" y="6"/>
                  </a:cubicBezTo>
                  <a:cubicBezTo>
                    <a:pt x="3" y="12"/>
                    <a:pt x="0" y="17"/>
                    <a:pt x="0" y="23"/>
                  </a:cubicBezTo>
                  <a:cubicBezTo>
                    <a:pt x="0" y="25"/>
                    <a:pt x="0" y="28"/>
                    <a:pt x="1" y="31"/>
                  </a:cubicBezTo>
                  <a:cubicBezTo>
                    <a:pt x="2" y="45"/>
                    <a:pt x="5" y="59"/>
                    <a:pt x="9" y="72"/>
                  </a:cubicBezTo>
                  <a:cubicBezTo>
                    <a:pt x="10" y="79"/>
                    <a:pt x="21" y="81"/>
                    <a:pt x="22" y="72"/>
                  </a:cubicBezTo>
                  <a:cubicBezTo>
                    <a:pt x="24" y="61"/>
                    <a:pt x="25" y="49"/>
                    <a:pt x="25" y="38"/>
                  </a:cubicBezTo>
                  <a:cubicBezTo>
                    <a:pt x="25" y="36"/>
                    <a:pt x="25" y="34"/>
                    <a:pt x="25" y="33"/>
                  </a:cubicBezTo>
                  <a:cubicBezTo>
                    <a:pt x="25" y="31"/>
                    <a:pt x="25" y="29"/>
                    <a:pt x="25" y="28"/>
                  </a:cubicBezTo>
                  <a:cubicBezTo>
                    <a:pt x="25" y="20"/>
                    <a:pt x="23" y="12"/>
                    <a:pt x="19" y="6"/>
                  </a:cubicBezTo>
                  <a:cubicBezTo>
                    <a:pt x="18" y="4"/>
                    <a:pt x="17" y="2"/>
                    <a:pt x="16" y="1"/>
                  </a:cubicBezTo>
                  <a:lnTo>
                    <a:pt x="15" y="0"/>
                  </a:lnTo>
                  <a:cubicBezTo>
                    <a:pt x="14" y="0"/>
                    <a:pt x="13" y="0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8" y="1"/>
                    <a:pt x="8" y="1"/>
                    <a:pt x="7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2"/>
            <p:cNvSpPr/>
            <p:nvPr/>
          </p:nvSpPr>
          <p:spPr>
            <a:xfrm>
              <a:off x="19455435" y="2692800"/>
              <a:ext cx="6480" cy="24480"/>
            </a:xfrm>
            <a:custGeom>
              <a:avLst/>
              <a:gdLst/>
              <a:ahLst/>
              <a:cxnLst/>
              <a:rect l="l" t="t" r="r" b="b"/>
              <a:pathLst>
                <a:path w="18" h="68" extrusionOk="0">
                  <a:moveTo>
                    <a:pt x="3" y="62"/>
                  </a:moveTo>
                  <a:cubicBezTo>
                    <a:pt x="3" y="62"/>
                    <a:pt x="3" y="63"/>
                    <a:pt x="3" y="64"/>
                  </a:cubicBezTo>
                  <a:lnTo>
                    <a:pt x="4" y="65"/>
                  </a:lnTo>
                  <a:cubicBezTo>
                    <a:pt x="4" y="65"/>
                    <a:pt x="4" y="66"/>
                    <a:pt x="5" y="66"/>
                  </a:cubicBezTo>
                  <a:cubicBezTo>
                    <a:pt x="6" y="67"/>
                    <a:pt x="7" y="67"/>
                    <a:pt x="7" y="67"/>
                  </a:cubicBezTo>
                  <a:cubicBezTo>
                    <a:pt x="8" y="67"/>
                    <a:pt x="8" y="67"/>
                    <a:pt x="9" y="67"/>
                  </a:cubicBezTo>
                  <a:cubicBezTo>
                    <a:pt x="10" y="67"/>
                    <a:pt x="11" y="67"/>
                    <a:pt x="12" y="66"/>
                  </a:cubicBezTo>
                  <a:cubicBezTo>
                    <a:pt x="12" y="66"/>
                    <a:pt x="12" y="65"/>
                    <a:pt x="13" y="64"/>
                  </a:cubicBezTo>
                  <a:cubicBezTo>
                    <a:pt x="14" y="64"/>
                    <a:pt x="14" y="64"/>
                    <a:pt x="14" y="63"/>
                  </a:cubicBezTo>
                  <a:cubicBezTo>
                    <a:pt x="16" y="54"/>
                    <a:pt x="17" y="45"/>
                    <a:pt x="17" y="36"/>
                  </a:cubicBezTo>
                  <a:cubicBezTo>
                    <a:pt x="17" y="33"/>
                    <a:pt x="17" y="29"/>
                    <a:pt x="17" y="26"/>
                  </a:cubicBezTo>
                  <a:lnTo>
                    <a:pt x="17" y="25"/>
                  </a:lnTo>
                  <a:cubicBezTo>
                    <a:pt x="17" y="17"/>
                    <a:pt x="15" y="9"/>
                    <a:pt x="12" y="2"/>
                  </a:cubicBezTo>
                  <a:cubicBezTo>
                    <a:pt x="12" y="1"/>
                    <a:pt x="12" y="1"/>
                    <a:pt x="11" y="0"/>
                  </a:cubicBezTo>
                  <a:cubicBezTo>
                    <a:pt x="10" y="0"/>
                    <a:pt x="9" y="0"/>
                    <a:pt x="8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5" y="1"/>
                    <a:pt x="5" y="2"/>
                  </a:cubicBezTo>
                  <a:cubicBezTo>
                    <a:pt x="1" y="11"/>
                    <a:pt x="0" y="20"/>
                    <a:pt x="0" y="29"/>
                  </a:cubicBezTo>
                  <a:cubicBezTo>
                    <a:pt x="0" y="31"/>
                    <a:pt x="0" y="33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7"/>
                    <a:pt x="1" y="54"/>
                    <a:pt x="2" y="62"/>
                  </a:cubicBezTo>
                  <a:lnTo>
                    <a:pt x="3" y="62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2"/>
            <p:cNvSpPr/>
            <p:nvPr/>
          </p:nvSpPr>
          <p:spPr>
            <a:xfrm>
              <a:off x="19598355" y="2757960"/>
              <a:ext cx="8640" cy="37800"/>
            </a:xfrm>
            <a:custGeom>
              <a:avLst/>
              <a:gdLst/>
              <a:ahLst/>
              <a:cxnLst/>
              <a:rect l="l" t="t" r="r" b="b"/>
              <a:pathLst>
                <a:path w="24" h="105" extrusionOk="0">
                  <a:moveTo>
                    <a:pt x="17" y="101"/>
                  </a:moveTo>
                  <a:cubicBezTo>
                    <a:pt x="21" y="86"/>
                    <a:pt x="23" y="70"/>
                    <a:pt x="23" y="54"/>
                  </a:cubicBezTo>
                  <a:cubicBezTo>
                    <a:pt x="23" y="37"/>
                    <a:pt x="20" y="19"/>
                    <a:pt x="15" y="2"/>
                  </a:cubicBezTo>
                  <a:cubicBezTo>
                    <a:pt x="14" y="1"/>
                    <a:pt x="14" y="1"/>
                    <a:pt x="13" y="0"/>
                  </a:cubicBezTo>
                  <a:cubicBezTo>
                    <a:pt x="13" y="0"/>
                    <a:pt x="12" y="0"/>
                    <a:pt x="11" y="0"/>
                  </a:cubicBezTo>
                  <a:lnTo>
                    <a:pt x="10" y="0"/>
                  </a:lnTo>
                  <a:cubicBezTo>
                    <a:pt x="9" y="1"/>
                    <a:pt x="9" y="1"/>
                    <a:pt x="8" y="2"/>
                  </a:cubicBezTo>
                  <a:cubicBezTo>
                    <a:pt x="3" y="19"/>
                    <a:pt x="0" y="36"/>
                    <a:pt x="0" y="54"/>
                  </a:cubicBezTo>
                  <a:cubicBezTo>
                    <a:pt x="0" y="70"/>
                    <a:pt x="2" y="85"/>
                    <a:pt x="7" y="101"/>
                  </a:cubicBezTo>
                  <a:lnTo>
                    <a:pt x="7" y="102"/>
                  </a:lnTo>
                  <a:cubicBezTo>
                    <a:pt x="7" y="102"/>
                    <a:pt x="8" y="102"/>
                    <a:pt x="9" y="103"/>
                  </a:cubicBezTo>
                  <a:cubicBezTo>
                    <a:pt x="10" y="104"/>
                    <a:pt x="11" y="104"/>
                    <a:pt x="12" y="104"/>
                  </a:cubicBezTo>
                  <a:cubicBezTo>
                    <a:pt x="13" y="104"/>
                    <a:pt x="13" y="104"/>
                    <a:pt x="14" y="103"/>
                  </a:cubicBezTo>
                  <a:cubicBezTo>
                    <a:pt x="15" y="102"/>
                    <a:pt x="16" y="102"/>
                    <a:pt x="16" y="102"/>
                  </a:cubicBezTo>
                  <a:cubicBezTo>
                    <a:pt x="16" y="101"/>
                    <a:pt x="17" y="101"/>
                    <a:pt x="17" y="101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2"/>
            <p:cNvSpPr/>
            <p:nvPr/>
          </p:nvSpPr>
          <p:spPr>
            <a:xfrm>
              <a:off x="19597635" y="2693880"/>
              <a:ext cx="10440" cy="41400"/>
            </a:xfrm>
            <a:custGeom>
              <a:avLst/>
              <a:gdLst/>
              <a:ahLst/>
              <a:cxnLst/>
              <a:rect l="l" t="t" r="r" b="b"/>
              <a:pathLst>
                <a:path w="29" h="115" extrusionOk="0">
                  <a:moveTo>
                    <a:pt x="20" y="112"/>
                  </a:moveTo>
                  <a:cubicBezTo>
                    <a:pt x="24" y="90"/>
                    <a:pt x="26" y="68"/>
                    <a:pt x="26" y="46"/>
                  </a:cubicBezTo>
                  <a:cubicBezTo>
                    <a:pt x="27" y="39"/>
                    <a:pt x="28" y="33"/>
                    <a:pt x="28" y="25"/>
                  </a:cubicBezTo>
                  <a:cubicBezTo>
                    <a:pt x="28" y="18"/>
                    <a:pt x="27" y="10"/>
                    <a:pt x="26" y="3"/>
                  </a:cubicBezTo>
                  <a:cubicBezTo>
                    <a:pt x="26" y="3"/>
                    <a:pt x="25" y="3"/>
                    <a:pt x="25" y="2"/>
                  </a:cubicBezTo>
                  <a:cubicBezTo>
                    <a:pt x="24" y="2"/>
                    <a:pt x="24" y="1"/>
                    <a:pt x="24" y="0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8" y="0"/>
                    <a:pt x="18" y="0"/>
                  </a:cubicBezTo>
                  <a:cubicBezTo>
                    <a:pt x="17" y="1"/>
                    <a:pt x="17" y="2"/>
                    <a:pt x="17" y="2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0" y="38"/>
                    <a:pt x="10" y="76"/>
                    <a:pt x="14" y="112"/>
                  </a:cubicBezTo>
                  <a:cubicBezTo>
                    <a:pt x="15" y="113"/>
                    <a:pt x="15" y="113"/>
                    <a:pt x="15" y="113"/>
                  </a:cubicBezTo>
                  <a:cubicBezTo>
                    <a:pt x="15" y="113"/>
                    <a:pt x="15" y="114"/>
                    <a:pt x="16" y="114"/>
                  </a:cubicBezTo>
                  <a:lnTo>
                    <a:pt x="17" y="114"/>
                  </a:lnTo>
                  <a:cubicBezTo>
                    <a:pt x="18" y="114"/>
                    <a:pt x="18" y="114"/>
                    <a:pt x="19" y="114"/>
                  </a:cubicBezTo>
                  <a:lnTo>
                    <a:pt x="20" y="113"/>
                  </a:lnTo>
                  <a:cubicBezTo>
                    <a:pt x="20" y="112"/>
                    <a:pt x="20" y="112"/>
                    <a:pt x="20" y="11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2"/>
            <p:cNvSpPr/>
            <p:nvPr/>
          </p:nvSpPr>
          <p:spPr>
            <a:xfrm>
              <a:off x="20336355" y="2738880"/>
              <a:ext cx="7560" cy="29880"/>
            </a:xfrm>
            <a:custGeom>
              <a:avLst/>
              <a:gdLst/>
              <a:ahLst/>
              <a:cxnLst/>
              <a:rect l="l" t="t" r="r" b="b"/>
              <a:pathLst>
                <a:path w="21" h="83" extrusionOk="0">
                  <a:moveTo>
                    <a:pt x="10" y="4"/>
                  </a:moveTo>
                  <a:cubicBezTo>
                    <a:pt x="6" y="0"/>
                    <a:pt x="0" y="5"/>
                    <a:pt x="3" y="10"/>
                  </a:cubicBezTo>
                  <a:cubicBezTo>
                    <a:pt x="11" y="18"/>
                    <a:pt x="3" y="33"/>
                    <a:pt x="3" y="43"/>
                  </a:cubicBezTo>
                  <a:cubicBezTo>
                    <a:pt x="4" y="56"/>
                    <a:pt x="7" y="68"/>
                    <a:pt x="10" y="80"/>
                  </a:cubicBezTo>
                  <a:cubicBezTo>
                    <a:pt x="11" y="81"/>
                    <a:pt x="11" y="81"/>
                    <a:pt x="12" y="81"/>
                  </a:cubicBezTo>
                  <a:cubicBezTo>
                    <a:pt x="13" y="82"/>
                    <a:pt x="13" y="82"/>
                    <a:pt x="13" y="82"/>
                  </a:cubicBezTo>
                  <a:cubicBezTo>
                    <a:pt x="14" y="82"/>
                    <a:pt x="14" y="82"/>
                    <a:pt x="15" y="81"/>
                  </a:cubicBezTo>
                  <a:cubicBezTo>
                    <a:pt x="15" y="81"/>
                    <a:pt x="16" y="81"/>
                    <a:pt x="16" y="80"/>
                  </a:cubicBezTo>
                  <a:cubicBezTo>
                    <a:pt x="19" y="73"/>
                    <a:pt x="20" y="65"/>
                    <a:pt x="20" y="57"/>
                  </a:cubicBezTo>
                  <a:cubicBezTo>
                    <a:pt x="20" y="50"/>
                    <a:pt x="19" y="44"/>
                    <a:pt x="17" y="37"/>
                  </a:cubicBezTo>
                  <a:cubicBezTo>
                    <a:pt x="15" y="26"/>
                    <a:pt x="19" y="13"/>
                    <a:pt x="10" y="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2"/>
            <p:cNvSpPr/>
            <p:nvPr/>
          </p:nvSpPr>
          <p:spPr>
            <a:xfrm>
              <a:off x="19587195" y="2335680"/>
              <a:ext cx="7560" cy="16560"/>
            </a:xfrm>
            <a:custGeom>
              <a:avLst/>
              <a:gdLst/>
              <a:ahLst/>
              <a:cxnLst/>
              <a:rect l="l" t="t" r="r" b="b"/>
              <a:pathLst>
                <a:path w="21" h="46" extrusionOk="0">
                  <a:moveTo>
                    <a:pt x="11" y="2"/>
                  </a:moveTo>
                  <a:cubicBezTo>
                    <a:pt x="5" y="3"/>
                    <a:pt x="3" y="11"/>
                    <a:pt x="2" y="15"/>
                  </a:cubicBezTo>
                  <a:cubicBezTo>
                    <a:pt x="1" y="19"/>
                    <a:pt x="0" y="23"/>
                    <a:pt x="0" y="26"/>
                  </a:cubicBezTo>
                  <a:cubicBezTo>
                    <a:pt x="0" y="30"/>
                    <a:pt x="1" y="33"/>
                    <a:pt x="2" y="36"/>
                  </a:cubicBezTo>
                  <a:cubicBezTo>
                    <a:pt x="4" y="45"/>
                    <a:pt x="15" y="42"/>
                    <a:pt x="17" y="35"/>
                  </a:cubicBezTo>
                  <a:cubicBezTo>
                    <a:pt x="19" y="29"/>
                    <a:pt x="20" y="22"/>
                    <a:pt x="20" y="15"/>
                  </a:cubicBezTo>
                  <a:cubicBezTo>
                    <a:pt x="20" y="14"/>
                    <a:pt x="20" y="13"/>
                    <a:pt x="20" y="12"/>
                  </a:cubicBezTo>
                  <a:cubicBezTo>
                    <a:pt x="19" y="8"/>
                    <a:pt x="16" y="0"/>
                    <a:pt x="11" y="2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2"/>
            <p:cNvSpPr/>
            <p:nvPr/>
          </p:nvSpPr>
          <p:spPr>
            <a:xfrm>
              <a:off x="19543635" y="2779200"/>
              <a:ext cx="9000" cy="22680"/>
            </a:xfrm>
            <a:custGeom>
              <a:avLst/>
              <a:gdLst/>
              <a:ahLst/>
              <a:cxnLst/>
              <a:rect l="l" t="t" r="r" b="b"/>
              <a:pathLst>
                <a:path w="25" h="63" extrusionOk="0">
                  <a:moveTo>
                    <a:pt x="16" y="60"/>
                  </a:moveTo>
                  <a:cubicBezTo>
                    <a:pt x="16" y="59"/>
                    <a:pt x="17" y="58"/>
                    <a:pt x="18" y="57"/>
                  </a:cubicBezTo>
                  <a:cubicBezTo>
                    <a:pt x="20" y="53"/>
                    <a:pt x="21" y="49"/>
                    <a:pt x="23" y="46"/>
                  </a:cubicBezTo>
                  <a:cubicBezTo>
                    <a:pt x="23" y="41"/>
                    <a:pt x="24" y="36"/>
                    <a:pt x="24" y="32"/>
                  </a:cubicBezTo>
                  <a:cubicBezTo>
                    <a:pt x="24" y="31"/>
                    <a:pt x="24" y="30"/>
                    <a:pt x="24" y="29"/>
                  </a:cubicBezTo>
                  <a:cubicBezTo>
                    <a:pt x="24" y="20"/>
                    <a:pt x="21" y="11"/>
                    <a:pt x="17" y="4"/>
                  </a:cubicBezTo>
                  <a:cubicBezTo>
                    <a:pt x="17" y="4"/>
                    <a:pt x="17" y="3"/>
                    <a:pt x="16" y="3"/>
                  </a:cubicBezTo>
                  <a:cubicBezTo>
                    <a:pt x="16" y="2"/>
                    <a:pt x="15" y="2"/>
                    <a:pt x="14" y="1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1" y="0"/>
                    <a:pt x="10" y="0"/>
                    <a:pt x="9" y="1"/>
                  </a:cubicBezTo>
                  <a:cubicBezTo>
                    <a:pt x="8" y="2"/>
                    <a:pt x="8" y="2"/>
                    <a:pt x="7" y="3"/>
                  </a:cubicBezTo>
                  <a:cubicBezTo>
                    <a:pt x="3" y="11"/>
                    <a:pt x="0" y="20"/>
                    <a:pt x="0" y="29"/>
                  </a:cubicBezTo>
                  <a:lnTo>
                    <a:pt x="1" y="30"/>
                  </a:lnTo>
                  <a:cubicBezTo>
                    <a:pt x="0" y="30"/>
                    <a:pt x="0" y="30"/>
                    <a:pt x="0" y="31"/>
                  </a:cubicBezTo>
                  <a:cubicBezTo>
                    <a:pt x="0" y="40"/>
                    <a:pt x="3" y="50"/>
                    <a:pt x="8" y="58"/>
                  </a:cubicBezTo>
                  <a:lnTo>
                    <a:pt x="8" y="59"/>
                  </a:lnTo>
                  <a:lnTo>
                    <a:pt x="9" y="60"/>
                  </a:lnTo>
                  <a:lnTo>
                    <a:pt x="10" y="61"/>
                  </a:lnTo>
                  <a:cubicBezTo>
                    <a:pt x="11" y="62"/>
                    <a:pt x="11" y="62"/>
                    <a:pt x="12" y="62"/>
                  </a:cubicBezTo>
                  <a:cubicBezTo>
                    <a:pt x="13" y="62"/>
                    <a:pt x="13" y="62"/>
                    <a:pt x="14" y="61"/>
                  </a:cubicBezTo>
                  <a:cubicBezTo>
                    <a:pt x="15" y="60"/>
                    <a:pt x="15" y="60"/>
                    <a:pt x="16" y="6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187964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800" dirty="0"/>
              <a:t>Recommandations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1337260-DB23-BB3B-D963-4150C7B69FDE}"/>
              </a:ext>
            </a:extLst>
          </p:cNvPr>
          <p:cNvSpPr txBox="1"/>
          <p:nvPr/>
        </p:nvSpPr>
        <p:spPr>
          <a:xfrm>
            <a:off x="366125" y="2847187"/>
            <a:ext cx="82777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Nous recommandons à la direction de cibler en priorité le Cluster 2, qui représente notre marché "Premium" à forte marge grâce à son PIB/</a:t>
            </a:r>
            <a:r>
              <a:rPr lang="fr-FR" sz="1200" dirty="0" err="1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hab</a:t>
            </a: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 élevé. Consommateurs les plus susceptibles d’être sensible à nos poulets BIO.</a:t>
            </a:r>
          </a:p>
          <a:p>
            <a:pPr algn="ctr">
              <a:buClr>
                <a:schemeClr val="dk1"/>
              </a:buClr>
              <a:buSzPts val="3600"/>
            </a:pPr>
            <a:endParaRPr lang="fr-FR" sz="1200" dirty="0">
              <a:solidFill>
                <a:schemeClr val="dk1"/>
              </a:solidFill>
              <a:latin typeface="Zen Antique"/>
              <a:ea typeface="Zen Antique"/>
              <a:sym typeface="Zen Antique"/>
            </a:endParaRPr>
          </a:p>
          <a:p>
            <a:pPr algn="ctr">
              <a:buClr>
                <a:schemeClr val="dk1"/>
              </a:buClr>
              <a:buSzPts val="3600"/>
            </a:pPr>
            <a:endParaRPr lang="fr-FR" sz="1200" dirty="0">
              <a:solidFill>
                <a:schemeClr val="dk1"/>
              </a:solidFill>
              <a:latin typeface="Zen Antique"/>
              <a:ea typeface="Zen Antique"/>
              <a:sym typeface="Zen Antique"/>
            </a:endParaRPr>
          </a:p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Le Cluster 5 importe massivement et il est fort possible que certains pays de cet ensemble soient propice au développement de notre business.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45EBA3-3BB5-EA6A-816F-AE2248A6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3" y="1675602"/>
            <a:ext cx="8143426" cy="1095060"/>
          </a:xfrm>
          <a:prstGeom prst="rect">
            <a:avLst/>
          </a:prstGeom>
        </p:spPr>
      </p:pic>
      <p:sp>
        <p:nvSpPr>
          <p:cNvPr id="6" name="Rectangle : avec coins arrondis en diagonale 5">
            <a:extLst>
              <a:ext uri="{FF2B5EF4-FFF2-40B4-BE49-F238E27FC236}">
                <a16:creationId xmlns:a16="http://schemas.microsoft.com/office/drawing/2014/main" id="{17D332FB-EE2F-4DED-5C3D-BE1303F351FD}"/>
              </a:ext>
            </a:extLst>
          </p:cNvPr>
          <p:cNvSpPr/>
          <p:nvPr/>
        </p:nvSpPr>
        <p:spPr>
          <a:xfrm>
            <a:off x="652976" y="2134564"/>
            <a:ext cx="7251078" cy="177135"/>
          </a:xfrm>
          <a:prstGeom prst="round2Diag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avec coins arrondis en diagonale 7">
            <a:extLst>
              <a:ext uri="{FF2B5EF4-FFF2-40B4-BE49-F238E27FC236}">
                <a16:creationId xmlns:a16="http://schemas.microsoft.com/office/drawing/2014/main" id="{62D52DCC-4942-759E-FC4D-8EBC874BE397}"/>
              </a:ext>
            </a:extLst>
          </p:cNvPr>
          <p:cNvSpPr/>
          <p:nvPr/>
        </p:nvSpPr>
        <p:spPr>
          <a:xfrm>
            <a:off x="652976" y="2571750"/>
            <a:ext cx="7251078" cy="177135"/>
          </a:xfrm>
          <a:prstGeom prst="round2Diag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885B69-8B62-1565-43DD-A8A075C6E606}"/>
              </a:ext>
            </a:extLst>
          </p:cNvPr>
          <p:cNvSpPr txBox="1"/>
          <p:nvPr/>
        </p:nvSpPr>
        <p:spPr>
          <a:xfrm>
            <a:off x="366125" y="935587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Nous allons nous concentrer sur la </a:t>
            </a:r>
            <a:r>
              <a:rPr lang="fr-FR" sz="1200" dirty="0" err="1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clusterisation</a:t>
            </a: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 par CAH qui a donné les meilleurs résultats.</a:t>
            </a:r>
          </a:p>
        </p:txBody>
      </p:sp>
    </p:spTree>
    <p:extLst>
      <p:ext uri="{BB962C8B-B14F-4D97-AF65-F5344CB8AC3E}">
        <p14:creationId xmlns:p14="http://schemas.microsoft.com/office/powerpoint/2010/main" val="5310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50;p30">
            <a:extLst>
              <a:ext uri="{FF2B5EF4-FFF2-40B4-BE49-F238E27FC236}">
                <a16:creationId xmlns:a16="http://schemas.microsoft.com/office/drawing/2014/main" id="{E96E53DB-DF93-A92F-E6E5-D47AE813CCAF}"/>
              </a:ext>
            </a:extLst>
          </p:cNvPr>
          <p:cNvSpPr txBox="1">
            <a:spLocks/>
          </p:cNvSpPr>
          <p:nvPr/>
        </p:nvSpPr>
        <p:spPr>
          <a:xfrm>
            <a:off x="652976" y="14353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40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Zen Antique"/>
              <a:buNone/>
              <a:defRPr sz="3600" b="0" i="0" u="none" strike="noStrike" cap="none">
                <a:solidFill>
                  <a:schemeClr val="dk1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pPr algn="l"/>
            <a:r>
              <a:rPr lang="fr-FR" sz="2800" dirty="0"/>
              <a:t>Vigilances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18D55AA-3840-0AB3-2C07-B4679CD5AB08}"/>
              </a:ext>
            </a:extLst>
          </p:cNvPr>
          <p:cNvSpPr txBox="1"/>
          <p:nvPr/>
        </p:nvSpPr>
        <p:spPr>
          <a:xfrm>
            <a:off x="303888" y="817315"/>
            <a:ext cx="8277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L’ACP est très sensibles aux valeurs éloignés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FD94995-636D-22F5-90B7-7EE53CFF9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88" y="1094314"/>
            <a:ext cx="2188409" cy="208764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8B7B05E-28B3-B28B-C771-E5AB88A2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754" y="1094314"/>
            <a:ext cx="2127677" cy="208764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7DCF774-3040-2D09-28C1-45F251AC5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788" y="1094315"/>
            <a:ext cx="2273426" cy="2087648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1726B96-2AE7-FBF5-227F-D6973DB6DAFD}"/>
              </a:ext>
            </a:extLst>
          </p:cNvPr>
          <p:cNvSpPr txBox="1"/>
          <p:nvPr/>
        </p:nvSpPr>
        <p:spPr>
          <a:xfrm>
            <a:off x="433149" y="3722491"/>
            <a:ext cx="8277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L’ACP est efficace uniquement pour mesurer des relations linéaires.</a:t>
            </a:r>
            <a:b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</a:b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Une autre méthode d’analyse multidimensionnelle pourrait apporter de meilleurs résultats.</a:t>
            </a:r>
          </a:p>
          <a:p>
            <a:pPr algn="ctr">
              <a:buClr>
                <a:schemeClr val="dk1"/>
              </a:buClr>
              <a:buSzPts val="3600"/>
            </a:pPr>
            <a:r>
              <a:rPr lang="fr-FR" sz="1200" dirty="0">
                <a:solidFill>
                  <a:schemeClr val="dk1"/>
                </a:solidFill>
                <a:latin typeface="Zen Antique"/>
                <a:ea typeface="Zen Antique"/>
                <a:sym typeface="Zen Antique"/>
              </a:rPr>
              <a:t>T-SNE par exemple.</a:t>
            </a:r>
          </a:p>
        </p:txBody>
      </p:sp>
    </p:spTree>
    <p:extLst>
      <p:ext uri="{BB962C8B-B14F-4D97-AF65-F5344CB8AC3E}">
        <p14:creationId xmlns:p14="http://schemas.microsoft.com/office/powerpoint/2010/main" val="2816648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7" name="Google Shape;5087;p4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987600" cy="9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Merci!</a:t>
            </a:r>
            <a:endParaRPr dirty="0"/>
          </a:p>
        </p:txBody>
      </p:sp>
      <p:sp>
        <p:nvSpPr>
          <p:cNvPr id="5088" name="Google Shape;5088;p47"/>
          <p:cNvSpPr txBox="1">
            <a:spLocks noGrp="1"/>
          </p:cNvSpPr>
          <p:nvPr>
            <p:ph type="subTitle" idx="1"/>
          </p:nvPr>
        </p:nvSpPr>
        <p:spPr>
          <a:xfrm>
            <a:off x="713225" y="1525011"/>
            <a:ext cx="3987600" cy="1058700"/>
          </a:xfrm>
          <a:prstGeom prst="rect">
            <a:avLst/>
          </a:prstGeom>
          <a:solidFill>
            <a:srgbClr val="F9F2EC"/>
          </a:solidFill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Des questions?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ziedbelhocine@xxxx.com</a:t>
            </a:r>
            <a:endParaRPr dirty="0"/>
          </a:p>
        </p:txBody>
      </p:sp>
      <p:grpSp>
        <p:nvGrpSpPr>
          <p:cNvPr id="5102" name="Google Shape;5102;p47"/>
          <p:cNvGrpSpPr/>
          <p:nvPr/>
        </p:nvGrpSpPr>
        <p:grpSpPr>
          <a:xfrm>
            <a:off x="4572000" y="624218"/>
            <a:ext cx="5241830" cy="4666694"/>
            <a:chOff x="6414942" y="857682"/>
            <a:chExt cx="5241830" cy="4666694"/>
          </a:xfrm>
        </p:grpSpPr>
        <p:grpSp>
          <p:nvGrpSpPr>
            <p:cNvPr id="5103" name="Google Shape;5103;p47"/>
            <p:cNvGrpSpPr/>
            <p:nvPr/>
          </p:nvGrpSpPr>
          <p:grpSpPr>
            <a:xfrm>
              <a:off x="6974410" y="857682"/>
              <a:ext cx="4682362" cy="4666694"/>
              <a:chOff x="6974410" y="857682"/>
              <a:chExt cx="4682362" cy="4666694"/>
            </a:xfrm>
          </p:grpSpPr>
          <p:sp>
            <p:nvSpPr>
              <p:cNvPr id="5104" name="Google Shape;5104;p47"/>
              <p:cNvSpPr/>
              <p:nvPr/>
            </p:nvSpPr>
            <p:spPr>
              <a:xfrm rot="-755217">
                <a:off x="7352664" y="1238533"/>
                <a:ext cx="3925854" cy="3904992"/>
              </a:xfrm>
              <a:custGeom>
                <a:avLst/>
                <a:gdLst/>
                <a:ahLst/>
                <a:cxnLst/>
                <a:rect l="l" t="t" r="r" b="b"/>
                <a:pathLst>
                  <a:path w="4752" h="4727" extrusionOk="0">
                    <a:moveTo>
                      <a:pt x="926" y="106"/>
                    </a:moveTo>
                    <a:cubicBezTo>
                      <a:pt x="927" y="97"/>
                      <a:pt x="931" y="88"/>
                      <a:pt x="935" y="80"/>
                    </a:cubicBezTo>
                    <a:cubicBezTo>
                      <a:pt x="940" y="72"/>
                      <a:pt x="945" y="65"/>
                      <a:pt x="952" y="60"/>
                    </a:cubicBezTo>
                    <a:cubicBezTo>
                      <a:pt x="974" y="36"/>
                      <a:pt x="995" y="41"/>
                      <a:pt x="1003" y="74"/>
                    </a:cubicBezTo>
                    <a:cubicBezTo>
                      <a:pt x="1005" y="85"/>
                      <a:pt x="1007" y="97"/>
                      <a:pt x="1007" y="109"/>
                    </a:cubicBezTo>
                    <a:cubicBezTo>
                      <a:pt x="1007" y="114"/>
                      <a:pt x="1006" y="118"/>
                      <a:pt x="1006" y="123"/>
                    </a:cubicBezTo>
                    <a:cubicBezTo>
                      <a:pt x="1006" y="141"/>
                      <a:pt x="1003" y="160"/>
                      <a:pt x="1001" y="178"/>
                    </a:cubicBezTo>
                    <a:cubicBezTo>
                      <a:pt x="999" y="197"/>
                      <a:pt x="1008" y="204"/>
                      <a:pt x="1028" y="204"/>
                    </a:cubicBezTo>
                    <a:cubicBezTo>
                      <a:pt x="1052" y="203"/>
                      <a:pt x="1075" y="197"/>
                      <a:pt x="1096" y="186"/>
                    </a:cubicBezTo>
                    <a:cubicBezTo>
                      <a:pt x="1130" y="170"/>
                      <a:pt x="1142" y="177"/>
                      <a:pt x="1149" y="212"/>
                    </a:cubicBezTo>
                    <a:cubicBezTo>
                      <a:pt x="1151" y="225"/>
                      <a:pt x="1152" y="238"/>
                      <a:pt x="1152" y="250"/>
                    </a:cubicBezTo>
                    <a:cubicBezTo>
                      <a:pt x="1152" y="267"/>
                      <a:pt x="1151" y="283"/>
                      <a:pt x="1147" y="300"/>
                    </a:cubicBezTo>
                    <a:cubicBezTo>
                      <a:pt x="1143" y="323"/>
                      <a:pt x="1149" y="335"/>
                      <a:pt x="1174" y="336"/>
                    </a:cubicBezTo>
                    <a:cubicBezTo>
                      <a:pt x="1215" y="338"/>
                      <a:pt x="1257" y="347"/>
                      <a:pt x="1299" y="331"/>
                    </a:cubicBezTo>
                    <a:cubicBezTo>
                      <a:pt x="1328" y="320"/>
                      <a:pt x="1338" y="327"/>
                      <a:pt x="1347" y="358"/>
                    </a:cubicBezTo>
                    <a:cubicBezTo>
                      <a:pt x="1353" y="379"/>
                      <a:pt x="1357" y="401"/>
                      <a:pt x="1357" y="423"/>
                    </a:cubicBezTo>
                    <a:cubicBezTo>
                      <a:pt x="1356" y="436"/>
                      <a:pt x="1356" y="450"/>
                      <a:pt x="1356" y="463"/>
                    </a:cubicBezTo>
                    <a:cubicBezTo>
                      <a:pt x="1356" y="503"/>
                      <a:pt x="1359" y="542"/>
                      <a:pt x="1367" y="581"/>
                    </a:cubicBezTo>
                    <a:cubicBezTo>
                      <a:pt x="1377" y="622"/>
                      <a:pt x="1354" y="652"/>
                      <a:pt x="1319" y="672"/>
                    </a:cubicBezTo>
                    <a:cubicBezTo>
                      <a:pt x="1301" y="681"/>
                      <a:pt x="1282" y="689"/>
                      <a:pt x="1263" y="696"/>
                    </a:cubicBezTo>
                    <a:cubicBezTo>
                      <a:pt x="1406" y="770"/>
                      <a:pt x="1513" y="884"/>
                      <a:pt x="1643" y="966"/>
                    </a:cubicBezTo>
                    <a:cubicBezTo>
                      <a:pt x="1717" y="1018"/>
                      <a:pt x="1786" y="1076"/>
                      <a:pt x="1850" y="1139"/>
                    </a:cubicBezTo>
                    <a:cubicBezTo>
                      <a:pt x="1896" y="1181"/>
                      <a:pt x="1944" y="1220"/>
                      <a:pt x="1996" y="1255"/>
                    </a:cubicBezTo>
                    <a:cubicBezTo>
                      <a:pt x="2106" y="1328"/>
                      <a:pt x="2211" y="1409"/>
                      <a:pt x="2317" y="1487"/>
                    </a:cubicBezTo>
                    <a:cubicBezTo>
                      <a:pt x="2372" y="1528"/>
                      <a:pt x="2422" y="1574"/>
                      <a:pt x="2467" y="1625"/>
                    </a:cubicBezTo>
                    <a:cubicBezTo>
                      <a:pt x="2539" y="1704"/>
                      <a:pt x="2612" y="1781"/>
                      <a:pt x="2685" y="1859"/>
                    </a:cubicBezTo>
                    <a:cubicBezTo>
                      <a:pt x="2727" y="1904"/>
                      <a:pt x="2776" y="1943"/>
                      <a:pt x="2829" y="1974"/>
                    </a:cubicBezTo>
                    <a:cubicBezTo>
                      <a:pt x="2838" y="1979"/>
                      <a:pt x="2846" y="1983"/>
                      <a:pt x="2855" y="1988"/>
                    </a:cubicBezTo>
                    <a:cubicBezTo>
                      <a:pt x="2869" y="1995"/>
                      <a:pt x="2883" y="2003"/>
                      <a:pt x="2897" y="2011"/>
                    </a:cubicBezTo>
                    <a:cubicBezTo>
                      <a:pt x="2921" y="2025"/>
                      <a:pt x="2945" y="2040"/>
                      <a:pt x="2968" y="2055"/>
                    </a:cubicBezTo>
                    <a:cubicBezTo>
                      <a:pt x="2974" y="2060"/>
                      <a:pt x="2978" y="2063"/>
                      <a:pt x="2985" y="2067"/>
                    </a:cubicBezTo>
                    <a:cubicBezTo>
                      <a:pt x="3010" y="2081"/>
                      <a:pt x="3039" y="2089"/>
                      <a:pt x="3068" y="2089"/>
                    </a:cubicBezTo>
                    <a:cubicBezTo>
                      <a:pt x="3086" y="2089"/>
                      <a:pt x="3104" y="2086"/>
                      <a:pt x="3121" y="2080"/>
                    </a:cubicBezTo>
                    <a:cubicBezTo>
                      <a:pt x="3172" y="2069"/>
                      <a:pt x="3222" y="2061"/>
                      <a:pt x="3274" y="2058"/>
                    </a:cubicBezTo>
                    <a:cubicBezTo>
                      <a:pt x="3395" y="2040"/>
                      <a:pt x="3516" y="2016"/>
                      <a:pt x="3639" y="2009"/>
                    </a:cubicBezTo>
                    <a:cubicBezTo>
                      <a:pt x="3669" y="2007"/>
                      <a:pt x="3700" y="2006"/>
                      <a:pt x="3730" y="2006"/>
                    </a:cubicBezTo>
                    <a:cubicBezTo>
                      <a:pt x="3889" y="2006"/>
                      <a:pt x="4047" y="2030"/>
                      <a:pt x="4198" y="2077"/>
                    </a:cubicBezTo>
                    <a:cubicBezTo>
                      <a:pt x="4314" y="2112"/>
                      <a:pt x="4429" y="2151"/>
                      <a:pt x="4542" y="2189"/>
                    </a:cubicBezTo>
                    <a:cubicBezTo>
                      <a:pt x="4547" y="2190"/>
                      <a:pt x="4551" y="2191"/>
                      <a:pt x="4555" y="2193"/>
                    </a:cubicBezTo>
                    <a:cubicBezTo>
                      <a:pt x="4562" y="2197"/>
                      <a:pt x="4566" y="2202"/>
                      <a:pt x="4570" y="2208"/>
                    </a:cubicBezTo>
                    <a:cubicBezTo>
                      <a:pt x="4571" y="2211"/>
                      <a:pt x="4573" y="2214"/>
                      <a:pt x="4574" y="2218"/>
                    </a:cubicBezTo>
                    <a:cubicBezTo>
                      <a:pt x="4488" y="2228"/>
                      <a:pt x="4406" y="2218"/>
                      <a:pt x="4323" y="2214"/>
                    </a:cubicBezTo>
                    <a:cubicBezTo>
                      <a:pt x="4326" y="2217"/>
                      <a:pt x="4329" y="2222"/>
                      <a:pt x="4331" y="2223"/>
                    </a:cubicBezTo>
                    <a:cubicBezTo>
                      <a:pt x="4401" y="2241"/>
                      <a:pt x="4452" y="2293"/>
                      <a:pt x="4516" y="2320"/>
                    </a:cubicBezTo>
                    <a:cubicBezTo>
                      <a:pt x="4580" y="2347"/>
                      <a:pt x="4641" y="2383"/>
                      <a:pt x="4702" y="2416"/>
                    </a:cubicBezTo>
                    <a:cubicBezTo>
                      <a:pt x="4705" y="2418"/>
                      <a:pt x="4708" y="2419"/>
                      <a:pt x="4711" y="2421"/>
                    </a:cubicBezTo>
                    <a:cubicBezTo>
                      <a:pt x="4717" y="2425"/>
                      <a:pt x="4724" y="2429"/>
                      <a:pt x="4730" y="2433"/>
                    </a:cubicBezTo>
                    <a:cubicBezTo>
                      <a:pt x="4732" y="2435"/>
                      <a:pt x="4733" y="2437"/>
                      <a:pt x="4735" y="2439"/>
                    </a:cubicBezTo>
                    <a:cubicBezTo>
                      <a:pt x="4736" y="2441"/>
                      <a:pt x="4737" y="2444"/>
                      <a:pt x="4737" y="2447"/>
                    </a:cubicBezTo>
                    <a:cubicBezTo>
                      <a:pt x="4737" y="2449"/>
                      <a:pt x="4737" y="2451"/>
                      <a:pt x="4736" y="2452"/>
                    </a:cubicBezTo>
                    <a:cubicBezTo>
                      <a:pt x="4734" y="2462"/>
                      <a:pt x="4726" y="2462"/>
                      <a:pt x="4719" y="2462"/>
                    </a:cubicBezTo>
                    <a:cubicBezTo>
                      <a:pt x="4682" y="2462"/>
                      <a:pt x="4646" y="2456"/>
                      <a:pt x="4610" y="2446"/>
                    </a:cubicBezTo>
                    <a:cubicBezTo>
                      <a:pt x="4597" y="2442"/>
                      <a:pt x="4584" y="2439"/>
                      <a:pt x="4570" y="2439"/>
                    </a:cubicBezTo>
                    <a:cubicBezTo>
                      <a:pt x="4564" y="2439"/>
                      <a:pt x="4558" y="2440"/>
                      <a:pt x="4552" y="2441"/>
                    </a:cubicBezTo>
                    <a:cubicBezTo>
                      <a:pt x="4588" y="2472"/>
                      <a:pt x="4622" y="2499"/>
                      <a:pt x="4654" y="2529"/>
                    </a:cubicBezTo>
                    <a:cubicBezTo>
                      <a:pt x="4685" y="2558"/>
                      <a:pt x="4725" y="2572"/>
                      <a:pt x="4751" y="2613"/>
                    </a:cubicBezTo>
                    <a:cubicBezTo>
                      <a:pt x="4696" y="2612"/>
                      <a:pt x="4652" y="2582"/>
                      <a:pt x="4596" y="2581"/>
                    </a:cubicBezTo>
                    <a:cubicBezTo>
                      <a:pt x="4638" y="2638"/>
                      <a:pt x="4698" y="2673"/>
                      <a:pt x="4732" y="2731"/>
                    </a:cubicBezTo>
                    <a:cubicBezTo>
                      <a:pt x="4668" y="2728"/>
                      <a:pt x="4624" y="2685"/>
                      <a:pt x="4560" y="2652"/>
                    </a:cubicBezTo>
                    <a:cubicBezTo>
                      <a:pt x="4587" y="2699"/>
                      <a:pt x="4609" y="2734"/>
                      <a:pt x="4629" y="2770"/>
                    </a:cubicBezTo>
                    <a:cubicBezTo>
                      <a:pt x="4657" y="2820"/>
                      <a:pt x="4685" y="2870"/>
                      <a:pt x="4711" y="2920"/>
                    </a:cubicBezTo>
                    <a:cubicBezTo>
                      <a:pt x="4717" y="2932"/>
                      <a:pt x="4733" y="2946"/>
                      <a:pt x="4716" y="2959"/>
                    </a:cubicBezTo>
                    <a:cubicBezTo>
                      <a:pt x="4698" y="2971"/>
                      <a:pt x="4689" y="2953"/>
                      <a:pt x="4678" y="2945"/>
                    </a:cubicBezTo>
                    <a:cubicBezTo>
                      <a:pt x="4642" y="2916"/>
                      <a:pt x="4610" y="2883"/>
                      <a:pt x="4581" y="2848"/>
                    </a:cubicBezTo>
                    <a:cubicBezTo>
                      <a:pt x="4574" y="2836"/>
                      <a:pt x="4564" y="2826"/>
                      <a:pt x="4552" y="2819"/>
                    </a:cubicBezTo>
                    <a:cubicBezTo>
                      <a:pt x="4551" y="2819"/>
                      <a:pt x="4551" y="2818"/>
                      <a:pt x="4550" y="2818"/>
                    </a:cubicBezTo>
                    <a:cubicBezTo>
                      <a:pt x="4574" y="2910"/>
                      <a:pt x="4624" y="2989"/>
                      <a:pt x="4651" y="3082"/>
                    </a:cubicBezTo>
                    <a:cubicBezTo>
                      <a:pt x="4603" y="3072"/>
                      <a:pt x="4588" y="3035"/>
                      <a:pt x="4563" y="3011"/>
                    </a:cubicBezTo>
                    <a:cubicBezTo>
                      <a:pt x="4538" y="2987"/>
                      <a:pt x="4514" y="2958"/>
                      <a:pt x="4489" y="2929"/>
                    </a:cubicBezTo>
                    <a:cubicBezTo>
                      <a:pt x="4477" y="2944"/>
                      <a:pt x="4486" y="2956"/>
                      <a:pt x="4489" y="2966"/>
                    </a:cubicBezTo>
                    <a:cubicBezTo>
                      <a:pt x="4527" y="3094"/>
                      <a:pt x="4557" y="3224"/>
                      <a:pt x="4578" y="3356"/>
                    </a:cubicBezTo>
                    <a:cubicBezTo>
                      <a:pt x="4581" y="3371"/>
                      <a:pt x="4590" y="3393"/>
                      <a:pt x="4569" y="3400"/>
                    </a:cubicBezTo>
                    <a:cubicBezTo>
                      <a:pt x="4548" y="3406"/>
                      <a:pt x="4543" y="3384"/>
                      <a:pt x="4534" y="3371"/>
                    </a:cubicBezTo>
                    <a:cubicBezTo>
                      <a:pt x="4501" y="3309"/>
                      <a:pt x="4472" y="3246"/>
                      <a:pt x="4448" y="3180"/>
                    </a:cubicBezTo>
                    <a:cubicBezTo>
                      <a:pt x="4444" y="3166"/>
                      <a:pt x="4439" y="3152"/>
                      <a:pt x="4432" y="3140"/>
                    </a:cubicBezTo>
                    <a:cubicBezTo>
                      <a:pt x="4427" y="3132"/>
                      <a:pt x="4423" y="3126"/>
                      <a:pt x="4417" y="3119"/>
                    </a:cubicBezTo>
                    <a:cubicBezTo>
                      <a:pt x="4424" y="3209"/>
                      <a:pt x="4457" y="3291"/>
                      <a:pt x="4464" y="3385"/>
                    </a:cubicBezTo>
                    <a:cubicBezTo>
                      <a:pt x="4417" y="3362"/>
                      <a:pt x="4417" y="3315"/>
                      <a:pt x="4382" y="3285"/>
                    </a:cubicBezTo>
                    <a:cubicBezTo>
                      <a:pt x="4393" y="3338"/>
                      <a:pt x="4404" y="3385"/>
                      <a:pt x="4412" y="3431"/>
                    </a:cubicBezTo>
                    <a:cubicBezTo>
                      <a:pt x="4416" y="3457"/>
                      <a:pt x="4418" y="3482"/>
                      <a:pt x="4419" y="3508"/>
                    </a:cubicBezTo>
                    <a:cubicBezTo>
                      <a:pt x="4419" y="3520"/>
                      <a:pt x="4423" y="3536"/>
                      <a:pt x="4408" y="3541"/>
                    </a:cubicBezTo>
                    <a:cubicBezTo>
                      <a:pt x="4392" y="3546"/>
                      <a:pt x="4386" y="3531"/>
                      <a:pt x="4381" y="3520"/>
                    </a:cubicBezTo>
                    <a:cubicBezTo>
                      <a:pt x="4371" y="3499"/>
                      <a:pt x="4361" y="3477"/>
                      <a:pt x="4351" y="3455"/>
                    </a:cubicBezTo>
                    <a:cubicBezTo>
                      <a:pt x="4346" y="3444"/>
                      <a:pt x="4346" y="3431"/>
                      <a:pt x="4331" y="3422"/>
                    </a:cubicBezTo>
                    <a:cubicBezTo>
                      <a:pt x="4324" y="3469"/>
                      <a:pt x="4341" y="3513"/>
                      <a:pt x="4339" y="3558"/>
                    </a:cubicBezTo>
                    <a:cubicBezTo>
                      <a:pt x="4336" y="3603"/>
                      <a:pt x="4363" y="3647"/>
                      <a:pt x="4330" y="3699"/>
                    </a:cubicBezTo>
                    <a:cubicBezTo>
                      <a:pt x="4265" y="3579"/>
                      <a:pt x="4256" y="3452"/>
                      <a:pt x="4222" y="3332"/>
                    </a:cubicBezTo>
                    <a:cubicBezTo>
                      <a:pt x="4233" y="3478"/>
                      <a:pt x="4198" y="3618"/>
                      <a:pt x="4176" y="3768"/>
                    </a:cubicBezTo>
                    <a:cubicBezTo>
                      <a:pt x="4129" y="3727"/>
                      <a:pt x="4123" y="3673"/>
                      <a:pt x="4094" y="3618"/>
                    </a:cubicBezTo>
                    <a:cubicBezTo>
                      <a:pt x="4084" y="3729"/>
                      <a:pt x="4094" y="3830"/>
                      <a:pt x="4061" y="3925"/>
                    </a:cubicBezTo>
                    <a:cubicBezTo>
                      <a:pt x="4023" y="3802"/>
                      <a:pt x="4001" y="3674"/>
                      <a:pt x="3996" y="3545"/>
                    </a:cubicBezTo>
                    <a:cubicBezTo>
                      <a:pt x="3976" y="3545"/>
                      <a:pt x="3976" y="3561"/>
                      <a:pt x="3971" y="3571"/>
                    </a:cubicBezTo>
                    <a:cubicBezTo>
                      <a:pt x="3955" y="3602"/>
                      <a:pt x="3939" y="3633"/>
                      <a:pt x="3925" y="3665"/>
                    </a:cubicBezTo>
                    <a:cubicBezTo>
                      <a:pt x="3917" y="3683"/>
                      <a:pt x="3908" y="3701"/>
                      <a:pt x="3899" y="3718"/>
                    </a:cubicBezTo>
                    <a:cubicBezTo>
                      <a:pt x="3866" y="3774"/>
                      <a:pt x="3824" y="3824"/>
                      <a:pt x="3774" y="3865"/>
                    </a:cubicBezTo>
                    <a:cubicBezTo>
                      <a:pt x="3725" y="3907"/>
                      <a:pt x="3683" y="3956"/>
                      <a:pt x="3651" y="4013"/>
                    </a:cubicBezTo>
                    <a:cubicBezTo>
                      <a:pt x="3645" y="4022"/>
                      <a:pt x="3641" y="4032"/>
                      <a:pt x="3636" y="4042"/>
                    </a:cubicBezTo>
                    <a:cubicBezTo>
                      <a:pt x="3639" y="4060"/>
                      <a:pt x="3658" y="4058"/>
                      <a:pt x="3669" y="4068"/>
                    </a:cubicBezTo>
                    <a:cubicBezTo>
                      <a:pt x="3692" y="4091"/>
                      <a:pt x="3695" y="4114"/>
                      <a:pt x="3667" y="4131"/>
                    </a:cubicBezTo>
                    <a:cubicBezTo>
                      <a:pt x="3648" y="4144"/>
                      <a:pt x="3658" y="4149"/>
                      <a:pt x="3660" y="4164"/>
                    </a:cubicBezTo>
                    <a:cubicBezTo>
                      <a:pt x="3670" y="4233"/>
                      <a:pt x="3723" y="4280"/>
                      <a:pt x="3743" y="4343"/>
                    </a:cubicBezTo>
                    <a:cubicBezTo>
                      <a:pt x="3744" y="4346"/>
                      <a:pt x="3744" y="4349"/>
                      <a:pt x="3746" y="4352"/>
                    </a:cubicBezTo>
                    <a:cubicBezTo>
                      <a:pt x="3748" y="4356"/>
                      <a:pt x="3752" y="4359"/>
                      <a:pt x="3757" y="4362"/>
                    </a:cubicBezTo>
                    <a:cubicBezTo>
                      <a:pt x="3761" y="4364"/>
                      <a:pt x="3767" y="4366"/>
                      <a:pt x="3772" y="4366"/>
                    </a:cubicBezTo>
                    <a:cubicBezTo>
                      <a:pt x="3773" y="4366"/>
                      <a:pt x="3774" y="4366"/>
                      <a:pt x="3775" y="4366"/>
                    </a:cubicBezTo>
                    <a:lnTo>
                      <a:pt x="3776" y="4366"/>
                    </a:lnTo>
                    <a:cubicBezTo>
                      <a:pt x="3785" y="4366"/>
                      <a:pt x="3794" y="4368"/>
                      <a:pt x="3802" y="4373"/>
                    </a:cubicBezTo>
                    <a:cubicBezTo>
                      <a:pt x="3809" y="4377"/>
                      <a:pt x="3815" y="4384"/>
                      <a:pt x="3820" y="4392"/>
                    </a:cubicBezTo>
                    <a:cubicBezTo>
                      <a:pt x="3822" y="4397"/>
                      <a:pt x="3825" y="4402"/>
                      <a:pt x="3826" y="4408"/>
                    </a:cubicBezTo>
                    <a:cubicBezTo>
                      <a:pt x="3832" y="4432"/>
                      <a:pt x="3835" y="4457"/>
                      <a:pt x="3835" y="4481"/>
                    </a:cubicBezTo>
                    <a:cubicBezTo>
                      <a:pt x="3835" y="4499"/>
                      <a:pt x="3833" y="4516"/>
                      <a:pt x="3830" y="4534"/>
                    </a:cubicBezTo>
                    <a:cubicBezTo>
                      <a:pt x="3830" y="4536"/>
                      <a:pt x="3828" y="4539"/>
                      <a:pt x="3828" y="4541"/>
                    </a:cubicBezTo>
                    <a:cubicBezTo>
                      <a:pt x="3826" y="4544"/>
                      <a:pt x="3824" y="4546"/>
                      <a:pt x="3822" y="4548"/>
                    </a:cubicBezTo>
                    <a:cubicBezTo>
                      <a:pt x="3820" y="4549"/>
                      <a:pt x="3819" y="4549"/>
                      <a:pt x="3817" y="4549"/>
                    </a:cubicBezTo>
                    <a:cubicBezTo>
                      <a:pt x="3809" y="4551"/>
                      <a:pt x="3807" y="4543"/>
                      <a:pt x="3802" y="4538"/>
                    </a:cubicBezTo>
                    <a:cubicBezTo>
                      <a:pt x="3773" y="4511"/>
                      <a:pt x="3761" y="4473"/>
                      <a:pt x="3735" y="4443"/>
                    </a:cubicBezTo>
                    <a:cubicBezTo>
                      <a:pt x="3683" y="4380"/>
                      <a:pt x="3608" y="4344"/>
                      <a:pt x="3540" y="4302"/>
                    </a:cubicBezTo>
                    <a:cubicBezTo>
                      <a:pt x="3524" y="4295"/>
                      <a:pt x="3506" y="4291"/>
                      <a:pt x="3488" y="4291"/>
                    </a:cubicBezTo>
                    <a:cubicBezTo>
                      <a:pt x="3466" y="4291"/>
                      <a:pt x="3443" y="4296"/>
                      <a:pt x="3424" y="4308"/>
                    </a:cubicBezTo>
                    <a:cubicBezTo>
                      <a:pt x="3412" y="4314"/>
                      <a:pt x="3403" y="4323"/>
                      <a:pt x="3394" y="4332"/>
                    </a:cubicBezTo>
                    <a:cubicBezTo>
                      <a:pt x="3329" y="4417"/>
                      <a:pt x="3271" y="4506"/>
                      <a:pt x="3276" y="4620"/>
                    </a:cubicBezTo>
                    <a:cubicBezTo>
                      <a:pt x="3278" y="4657"/>
                      <a:pt x="3249" y="4683"/>
                      <a:pt x="3243" y="4726"/>
                    </a:cubicBezTo>
                    <a:cubicBezTo>
                      <a:pt x="3235" y="4715"/>
                      <a:pt x="3227" y="4702"/>
                      <a:pt x="3220" y="4690"/>
                    </a:cubicBezTo>
                    <a:cubicBezTo>
                      <a:pt x="3198" y="4652"/>
                      <a:pt x="3182" y="4611"/>
                      <a:pt x="3174" y="4567"/>
                    </a:cubicBezTo>
                    <a:cubicBezTo>
                      <a:pt x="3173" y="4564"/>
                      <a:pt x="3173" y="4560"/>
                      <a:pt x="3173" y="4556"/>
                    </a:cubicBezTo>
                    <a:cubicBezTo>
                      <a:pt x="3173" y="4548"/>
                      <a:pt x="3175" y="4540"/>
                      <a:pt x="3179" y="4533"/>
                    </a:cubicBezTo>
                    <a:cubicBezTo>
                      <a:pt x="3180" y="4530"/>
                      <a:pt x="3182" y="4528"/>
                      <a:pt x="3184" y="4526"/>
                    </a:cubicBezTo>
                    <a:cubicBezTo>
                      <a:pt x="3215" y="4495"/>
                      <a:pt x="3208" y="4458"/>
                      <a:pt x="3203" y="4422"/>
                    </a:cubicBezTo>
                    <a:cubicBezTo>
                      <a:pt x="3201" y="4407"/>
                      <a:pt x="3200" y="4392"/>
                      <a:pt x="3200" y="4376"/>
                    </a:cubicBezTo>
                    <a:cubicBezTo>
                      <a:pt x="3200" y="4368"/>
                      <a:pt x="3201" y="4360"/>
                      <a:pt x="3201" y="4351"/>
                    </a:cubicBezTo>
                    <a:cubicBezTo>
                      <a:pt x="3195" y="4349"/>
                      <a:pt x="3188" y="4347"/>
                      <a:pt x="3181" y="4347"/>
                    </a:cubicBezTo>
                    <a:cubicBezTo>
                      <a:pt x="3172" y="4347"/>
                      <a:pt x="3163" y="4350"/>
                      <a:pt x="3155" y="4355"/>
                    </a:cubicBezTo>
                    <a:cubicBezTo>
                      <a:pt x="3150" y="4358"/>
                      <a:pt x="3145" y="4361"/>
                      <a:pt x="3141" y="4366"/>
                    </a:cubicBezTo>
                    <a:cubicBezTo>
                      <a:pt x="3095" y="4405"/>
                      <a:pt x="3054" y="4449"/>
                      <a:pt x="3018" y="4498"/>
                    </a:cubicBezTo>
                    <a:cubicBezTo>
                      <a:pt x="2994" y="4532"/>
                      <a:pt x="2981" y="4574"/>
                      <a:pt x="2949" y="4604"/>
                    </a:cubicBezTo>
                    <a:cubicBezTo>
                      <a:pt x="2947" y="4607"/>
                      <a:pt x="2944" y="4610"/>
                      <a:pt x="2942" y="4614"/>
                    </a:cubicBezTo>
                    <a:cubicBezTo>
                      <a:pt x="2937" y="4623"/>
                      <a:pt x="2934" y="4633"/>
                      <a:pt x="2934" y="4644"/>
                    </a:cubicBezTo>
                    <a:cubicBezTo>
                      <a:pt x="2934" y="4647"/>
                      <a:pt x="2935" y="4650"/>
                      <a:pt x="2935" y="4653"/>
                    </a:cubicBezTo>
                    <a:cubicBezTo>
                      <a:pt x="2915" y="4650"/>
                      <a:pt x="2909" y="4641"/>
                      <a:pt x="2909" y="4627"/>
                    </a:cubicBezTo>
                    <a:cubicBezTo>
                      <a:pt x="2909" y="4579"/>
                      <a:pt x="2906" y="4531"/>
                      <a:pt x="2935" y="4489"/>
                    </a:cubicBezTo>
                    <a:cubicBezTo>
                      <a:pt x="2936" y="4487"/>
                      <a:pt x="2937" y="4486"/>
                      <a:pt x="2938" y="4484"/>
                    </a:cubicBezTo>
                    <a:cubicBezTo>
                      <a:pt x="2945" y="4473"/>
                      <a:pt x="2949" y="4461"/>
                      <a:pt x="2953" y="4449"/>
                    </a:cubicBezTo>
                    <a:cubicBezTo>
                      <a:pt x="2959" y="4424"/>
                      <a:pt x="2969" y="4399"/>
                      <a:pt x="2982" y="4377"/>
                    </a:cubicBezTo>
                    <a:cubicBezTo>
                      <a:pt x="3000" y="4345"/>
                      <a:pt x="3024" y="4317"/>
                      <a:pt x="3053" y="4295"/>
                    </a:cubicBezTo>
                    <a:cubicBezTo>
                      <a:pt x="3061" y="4289"/>
                      <a:pt x="3071" y="4284"/>
                      <a:pt x="3070" y="4274"/>
                    </a:cubicBezTo>
                    <a:cubicBezTo>
                      <a:pt x="3066" y="4193"/>
                      <a:pt x="3119" y="4135"/>
                      <a:pt x="3152" y="4069"/>
                    </a:cubicBezTo>
                    <a:cubicBezTo>
                      <a:pt x="3158" y="4056"/>
                      <a:pt x="3170" y="4046"/>
                      <a:pt x="3170" y="4029"/>
                    </a:cubicBezTo>
                    <a:cubicBezTo>
                      <a:pt x="3137" y="4006"/>
                      <a:pt x="3105" y="4000"/>
                      <a:pt x="3073" y="4032"/>
                    </a:cubicBezTo>
                    <a:cubicBezTo>
                      <a:pt x="3022" y="4084"/>
                      <a:pt x="2955" y="4103"/>
                      <a:pt x="2888" y="4124"/>
                    </a:cubicBezTo>
                    <a:cubicBezTo>
                      <a:pt x="2859" y="4132"/>
                      <a:pt x="2825" y="4126"/>
                      <a:pt x="2803" y="4155"/>
                    </a:cubicBezTo>
                    <a:cubicBezTo>
                      <a:pt x="2798" y="4161"/>
                      <a:pt x="2792" y="4156"/>
                      <a:pt x="2787" y="4149"/>
                    </a:cubicBezTo>
                    <a:cubicBezTo>
                      <a:pt x="2772" y="4132"/>
                      <a:pt x="2754" y="4140"/>
                      <a:pt x="2737" y="4147"/>
                    </a:cubicBezTo>
                    <a:cubicBezTo>
                      <a:pt x="2735" y="4147"/>
                      <a:pt x="2734" y="4148"/>
                      <a:pt x="2733" y="4149"/>
                    </a:cubicBezTo>
                    <a:cubicBezTo>
                      <a:pt x="2730" y="4150"/>
                      <a:pt x="2727" y="4153"/>
                      <a:pt x="2726" y="4156"/>
                    </a:cubicBezTo>
                    <a:cubicBezTo>
                      <a:pt x="2724" y="4159"/>
                      <a:pt x="2723" y="4162"/>
                      <a:pt x="2723" y="4165"/>
                    </a:cubicBezTo>
                    <a:cubicBezTo>
                      <a:pt x="2723" y="4168"/>
                      <a:pt x="2724" y="4171"/>
                      <a:pt x="2725" y="4173"/>
                    </a:cubicBezTo>
                    <a:cubicBezTo>
                      <a:pt x="2729" y="4189"/>
                      <a:pt x="2733" y="4205"/>
                      <a:pt x="2736" y="4221"/>
                    </a:cubicBezTo>
                    <a:cubicBezTo>
                      <a:pt x="2746" y="4272"/>
                      <a:pt x="2724" y="4305"/>
                      <a:pt x="2671" y="4322"/>
                    </a:cubicBezTo>
                    <a:cubicBezTo>
                      <a:pt x="2659" y="4309"/>
                      <a:pt x="2669" y="4295"/>
                      <a:pt x="2669" y="4280"/>
                    </a:cubicBezTo>
                    <a:cubicBezTo>
                      <a:pt x="2669" y="4261"/>
                      <a:pt x="2664" y="4243"/>
                      <a:pt x="2642" y="4237"/>
                    </a:cubicBezTo>
                    <a:cubicBezTo>
                      <a:pt x="2637" y="4235"/>
                      <a:pt x="2633" y="4234"/>
                      <a:pt x="2628" y="4234"/>
                    </a:cubicBezTo>
                    <a:cubicBezTo>
                      <a:pt x="2621" y="4234"/>
                      <a:pt x="2614" y="4236"/>
                      <a:pt x="2608" y="4239"/>
                    </a:cubicBezTo>
                    <a:cubicBezTo>
                      <a:pt x="2602" y="4242"/>
                      <a:pt x="2598" y="4247"/>
                      <a:pt x="2594" y="4253"/>
                    </a:cubicBezTo>
                    <a:cubicBezTo>
                      <a:pt x="2576" y="4280"/>
                      <a:pt x="2556" y="4306"/>
                      <a:pt x="2538" y="4335"/>
                    </a:cubicBezTo>
                    <a:cubicBezTo>
                      <a:pt x="2501" y="4389"/>
                      <a:pt x="2462" y="4443"/>
                      <a:pt x="2421" y="4493"/>
                    </a:cubicBezTo>
                    <a:cubicBezTo>
                      <a:pt x="2387" y="4536"/>
                      <a:pt x="2359" y="4581"/>
                      <a:pt x="2378" y="4639"/>
                    </a:cubicBezTo>
                    <a:cubicBezTo>
                      <a:pt x="2379" y="4645"/>
                      <a:pt x="2380" y="4650"/>
                      <a:pt x="2380" y="4656"/>
                    </a:cubicBezTo>
                    <a:cubicBezTo>
                      <a:pt x="2380" y="4661"/>
                      <a:pt x="2379" y="4667"/>
                      <a:pt x="2378" y="4672"/>
                    </a:cubicBezTo>
                    <a:cubicBezTo>
                      <a:pt x="2376" y="4686"/>
                      <a:pt x="2377" y="4705"/>
                      <a:pt x="2359" y="4708"/>
                    </a:cubicBezTo>
                    <a:cubicBezTo>
                      <a:pt x="2340" y="4711"/>
                      <a:pt x="2333" y="4697"/>
                      <a:pt x="2325" y="4685"/>
                    </a:cubicBezTo>
                    <a:cubicBezTo>
                      <a:pt x="2323" y="4683"/>
                      <a:pt x="2322" y="4680"/>
                      <a:pt x="2321" y="4678"/>
                    </a:cubicBezTo>
                    <a:cubicBezTo>
                      <a:pt x="2303" y="4648"/>
                      <a:pt x="2294" y="4615"/>
                      <a:pt x="2294" y="4580"/>
                    </a:cubicBezTo>
                    <a:cubicBezTo>
                      <a:pt x="2294" y="4562"/>
                      <a:pt x="2297" y="4544"/>
                      <a:pt x="2302" y="4526"/>
                    </a:cubicBezTo>
                    <a:cubicBezTo>
                      <a:pt x="2305" y="4517"/>
                      <a:pt x="2314" y="4509"/>
                      <a:pt x="2313" y="4501"/>
                    </a:cubicBezTo>
                    <a:cubicBezTo>
                      <a:pt x="2305" y="4438"/>
                      <a:pt x="2331" y="4383"/>
                      <a:pt x="2355" y="4323"/>
                    </a:cubicBezTo>
                    <a:cubicBezTo>
                      <a:pt x="2327" y="4337"/>
                      <a:pt x="2298" y="4350"/>
                      <a:pt x="2270" y="4364"/>
                    </a:cubicBezTo>
                    <a:cubicBezTo>
                      <a:pt x="2212" y="4397"/>
                      <a:pt x="2150" y="4421"/>
                      <a:pt x="2085" y="4435"/>
                    </a:cubicBezTo>
                    <a:cubicBezTo>
                      <a:pt x="2068" y="4438"/>
                      <a:pt x="2052" y="4444"/>
                      <a:pt x="2038" y="4453"/>
                    </a:cubicBezTo>
                    <a:cubicBezTo>
                      <a:pt x="2015" y="4466"/>
                      <a:pt x="1996" y="4485"/>
                      <a:pt x="1983" y="4508"/>
                    </a:cubicBezTo>
                    <a:cubicBezTo>
                      <a:pt x="1980" y="4513"/>
                      <a:pt x="1977" y="4519"/>
                      <a:pt x="1974" y="4524"/>
                    </a:cubicBezTo>
                    <a:cubicBezTo>
                      <a:pt x="1951" y="4575"/>
                      <a:pt x="1916" y="4621"/>
                      <a:pt x="1888" y="4674"/>
                    </a:cubicBezTo>
                    <a:cubicBezTo>
                      <a:pt x="1877" y="4643"/>
                      <a:pt x="1862" y="4612"/>
                      <a:pt x="1855" y="4580"/>
                    </a:cubicBezTo>
                    <a:cubicBezTo>
                      <a:pt x="1851" y="4569"/>
                      <a:pt x="1849" y="4558"/>
                      <a:pt x="1849" y="4546"/>
                    </a:cubicBezTo>
                    <a:cubicBezTo>
                      <a:pt x="1849" y="4529"/>
                      <a:pt x="1853" y="4512"/>
                      <a:pt x="1862" y="4497"/>
                    </a:cubicBezTo>
                    <a:cubicBezTo>
                      <a:pt x="1868" y="4486"/>
                      <a:pt x="1876" y="4477"/>
                      <a:pt x="1885" y="4469"/>
                    </a:cubicBezTo>
                    <a:cubicBezTo>
                      <a:pt x="1932" y="4435"/>
                      <a:pt x="1950" y="4382"/>
                      <a:pt x="1991" y="4338"/>
                    </a:cubicBezTo>
                    <a:cubicBezTo>
                      <a:pt x="1910" y="4340"/>
                      <a:pt x="1859" y="4383"/>
                      <a:pt x="1825" y="4449"/>
                    </a:cubicBezTo>
                    <a:cubicBezTo>
                      <a:pt x="1823" y="4446"/>
                      <a:pt x="1821" y="4442"/>
                      <a:pt x="1819" y="4439"/>
                    </a:cubicBezTo>
                    <a:cubicBezTo>
                      <a:pt x="1811" y="4425"/>
                      <a:pt x="1807" y="4410"/>
                      <a:pt x="1806" y="4394"/>
                    </a:cubicBezTo>
                    <a:cubicBezTo>
                      <a:pt x="1805" y="4387"/>
                      <a:pt x="1804" y="4381"/>
                      <a:pt x="1804" y="4374"/>
                    </a:cubicBezTo>
                    <a:cubicBezTo>
                      <a:pt x="1804" y="4359"/>
                      <a:pt x="1808" y="4344"/>
                      <a:pt x="1816" y="4331"/>
                    </a:cubicBezTo>
                    <a:cubicBezTo>
                      <a:pt x="1823" y="4318"/>
                      <a:pt x="1834" y="4306"/>
                      <a:pt x="1847" y="4299"/>
                    </a:cubicBezTo>
                    <a:cubicBezTo>
                      <a:pt x="1858" y="4292"/>
                      <a:pt x="1871" y="4289"/>
                      <a:pt x="1884" y="4288"/>
                    </a:cubicBezTo>
                    <a:cubicBezTo>
                      <a:pt x="1897" y="4288"/>
                      <a:pt x="1909" y="4284"/>
                      <a:pt x="1920" y="4278"/>
                    </a:cubicBezTo>
                    <a:cubicBezTo>
                      <a:pt x="1927" y="4273"/>
                      <a:pt x="1934" y="4268"/>
                      <a:pt x="1939" y="4262"/>
                    </a:cubicBezTo>
                    <a:cubicBezTo>
                      <a:pt x="1951" y="4251"/>
                      <a:pt x="1964" y="4241"/>
                      <a:pt x="1978" y="4233"/>
                    </a:cubicBezTo>
                    <a:cubicBezTo>
                      <a:pt x="2010" y="4214"/>
                      <a:pt x="2047" y="4204"/>
                      <a:pt x="2084" y="4204"/>
                    </a:cubicBezTo>
                    <a:cubicBezTo>
                      <a:pt x="2127" y="4201"/>
                      <a:pt x="2164" y="4197"/>
                      <a:pt x="2189" y="4152"/>
                    </a:cubicBezTo>
                    <a:cubicBezTo>
                      <a:pt x="2214" y="4106"/>
                      <a:pt x="2259" y="4083"/>
                      <a:pt x="2303" y="4059"/>
                    </a:cubicBezTo>
                    <a:cubicBezTo>
                      <a:pt x="2316" y="4051"/>
                      <a:pt x="2334" y="4049"/>
                      <a:pt x="2343" y="4032"/>
                    </a:cubicBezTo>
                    <a:cubicBezTo>
                      <a:pt x="2341" y="4030"/>
                      <a:pt x="2340" y="4027"/>
                      <a:pt x="2340" y="4027"/>
                    </a:cubicBezTo>
                    <a:cubicBezTo>
                      <a:pt x="2228" y="4038"/>
                      <a:pt x="2122" y="4003"/>
                      <a:pt x="2013" y="3989"/>
                    </a:cubicBezTo>
                    <a:cubicBezTo>
                      <a:pt x="1965" y="3983"/>
                      <a:pt x="1918" y="3982"/>
                      <a:pt x="1870" y="3980"/>
                    </a:cubicBezTo>
                    <a:cubicBezTo>
                      <a:pt x="1835" y="3978"/>
                      <a:pt x="1801" y="3980"/>
                      <a:pt x="1778" y="3945"/>
                    </a:cubicBezTo>
                    <a:cubicBezTo>
                      <a:pt x="1771" y="3935"/>
                      <a:pt x="1751" y="3932"/>
                      <a:pt x="1738" y="3927"/>
                    </a:cubicBezTo>
                    <a:cubicBezTo>
                      <a:pt x="1650" y="3896"/>
                      <a:pt x="1562" y="3865"/>
                      <a:pt x="1474" y="3836"/>
                    </a:cubicBezTo>
                    <a:cubicBezTo>
                      <a:pt x="1452" y="3829"/>
                      <a:pt x="1430" y="3820"/>
                      <a:pt x="1410" y="3808"/>
                    </a:cubicBezTo>
                    <a:cubicBezTo>
                      <a:pt x="1375" y="3788"/>
                      <a:pt x="1344" y="3760"/>
                      <a:pt x="1319" y="3727"/>
                    </a:cubicBezTo>
                    <a:cubicBezTo>
                      <a:pt x="1232" y="3611"/>
                      <a:pt x="1152" y="3490"/>
                      <a:pt x="1079" y="3364"/>
                    </a:cubicBezTo>
                    <a:cubicBezTo>
                      <a:pt x="1032" y="3283"/>
                      <a:pt x="989" y="3201"/>
                      <a:pt x="949" y="3117"/>
                    </a:cubicBezTo>
                    <a:cubicBezTo>
                      <a:pt x="903" y="3020"/>
                      <a:pt x="876" y="2916"/>
                      <a:pt x="868" y="2810"/>
                    </a:cubicBezTo>
                    <a:cubicBezTo>
                      <a:pt x="858" y="2672"/>
                      <a:pt x="824" y="2538"/>
                      <a:pt x="802" y="2402"/>
                    </a:cubicBezTo>
                    <a:cubicBezTo>
                      <a:pt x="795" y="2359"/>
                      <a:pt x="788" y="2315"/>
                      <a:pt x="783" y="2272"/>
                    </a:cubicBezTo>
                    <a:cubicBezTo>
                      <a:pt x="773" y="2192"/>
                      <a:pt x="751" y="2114"/>
                      <a:pt x="717" y="2040"/>
                    </a:cubicBezTo>
                    <a:cubicBezTo>
                      <a:pt x="675" y="1946"/>
                      <a:pt x="653" y="1844"/>
                      <a:pt x="653" y="1742"/>
                    </a:cubicBezTo>
                    <a:cubicBezTo>
                      <a:pt x="653" y="1716"/>
                      <a:pt x="654" y="1690"/>
                      <a:pt x="657" y="1664"/>
                    </a:cubicBezTo>
                    <a:cubicBezTo>
                      <a:pt x="662" y="1567"/>
                      <a:pt x="674" y="1471"/>
                      <a:pt x="692" y="1375"/>
                    </a:cubicBezTo>
                    <a:cubicBezTo>
                      <a:pt x="696" y="1359"/>
                      <a:pt x="698" y="1342"/>
                      <a:pt x="698" y="1326"/>
                    </a:cubicBezTo>
                    <a:cubicBezTo>
                      <a:pt x="698" y="1310"/>
                      <a:pt x="696" y="1294"/>
                      <a:pt x="692" y="1278"/>
                    </a:cubicBezTo>
                    <a:cubicBezTo>
                      <a:pt x="655" y="1302"/>
                      <a:pt x="622" y="1331"/>
                      <a:pt x="593" y="1364"/>
                    </a:cubicBezTo>
                    <a:cubicBezTo>
                      <a:pt x="586" y="1372"/>
                      <a:pt x="578" y="1380"/>
                      <a:pt x="568" y="1386"/>
                    </a:cubicBezTo>
                    <a:cubicBezTo>
                      <a:pt x="554" y="1393"/>
                      <a:pt x="539" y="1398"/>
                      <a:pt x="523" y="1398"/>
                    </a:cubicBezTo>
                    <a:cubicBezTo>
                      <a:pt x="514" y="1398"/>
                      <a:pt x="504" y="1396"/>
                      <a:pt x="496" y="1393"/>
                    </a:cubicBezTo>
                    <a:cubicBezTo>
                      <a:pt x="451" y="1381"/>
                      <a:pt x="408" y="1367"/>
                      <a:pt x="363" y="1352"/>
                    </a:cubicBezTo>
                    <a:cubicBezTo>
                      <a:pt x="351" y="1348"/>
                      <a:pt x="339" y="1343"/>
                      <a:pt x="327" y="1336"/>
                    </a:cubicBezTo>
                    <a:cubicBezTo>
                      <a:pt x="295" y="1318"/>
                      <a:pt x="268" y="1290"/>
                      <a:pt x="249" y="1257"/>
                    </a:cubicBezTo>
                    <a:cubicBezTo>
                      <a:pt x="248" y="1255"/>
                      <a:pt x="246" y="1253"/>
                      <a:pt x="245" y="1250"/>
                    </a:cubicBezTo>
                    <a:cubicBezTo>
                      <a:pt x="244" y="1248"/>
                      <a:pt x="243" y="1246"/>
                      <a:pt x="241" y="1244"/>
                    </a:cubicBezTo>
                    <a:cubicBezTo>
                      <a:pt x="219" y="1205"/>
                      <a:pt x="207" y="1162"/>
                      <a:pt x="207" y="1117"/>
                    </a:cubicBezTo>
                    <a:cubicBezTo>
                      <a:pt x="207" y="1073"/>
                      <a:pt x="219" y="1029"/>
                      <a:pt x="241" y="990"/>
                    </a:cubicBezTo>
                    <a:cubicBezTo>
                      <a:pt x="249" y="977"/>
                      <a:pt x="257" y="965"/>
                      <a:pt x="267" y="953"/>
                    </a:cubicBezTo>
                    <a:cubicBezTo>
                      <a:pt x="284" y="932"/>
                      <a:pt x="303" y="912"/>
                      <a:pt x="325" y="887"/>
                    </a:cubicBezTo>
                    <a:cubicBezTo>
                      <a:pt x="237" y="858"/>
                      <a:pt x="155" y="828"/>
                      <a:pt x="70" y="808"/>
                    </a:cubicBezTo>
                    <a:cubicBezTo>
                      <a:pt x="54" y="804"/>
                      <a:pt x="38" y="801"/>
                      <a:pt x="21" y="798"/>
                    </a:cubicBezTo>
                    <a:cubicBezTo>
                      <a:pt x="12" y="797"/>
                      <a:pt x="2" y="794"/>
                      <a:pt x="0" y="784"/>
                    </a:cubicBezTo>
                    <a:lnTo>
                      <a:pt x="0" y="775"/>
                    </a:lnTo>
                    <a:cubicBezTo>
                      <a:pt x="0" y="774"/>
                      <a:pt x="1" y="773"/>
                      <a:pt x="2" y="771"/>
                    </a:cubicBezTo>
                    <a:cubicBezTo>
                      <a:pt x="4" y="768"/>
                      <a:pt x="6" y="765"/>
                      <a:pt x="9" y="763"/>
                    </a:cubicBezTo>
                    <a:cubicBezTo>
                      <a:pt x="10" y="763"/>
                      <a:pt x="11" y="762"/>
                      <a:pt x="12" y="762"/>
                    </a:cubicBezTo>
                    <a:cubicBezTo>
                      <a:pt x="57" y="735"/>
                      <a:pt x="100" y="709"/>
                      <a:pt x="146" y="686"/>
                    </a:cubicBezTo>
                    <a:cubicBezTo>
                      <a:pt x="183" y="668"/>
                      <a:pt x="225" y="682"/>
                      <a:pt x="269" y="672"/>
                    </a:cubicBezTo>
                    <a:cubicBezTo>
                      <a:pt x="221" y="590"/>
                      <a:pt x="225" y="502"/>
                      <a:pt x="244" y="413"/>
                    </a:cubicBezTo>
                    <a:cubicBezTo>
                      <a:pt x="250" y="384"/>
                      <a:pt x="249" y="348"/>
                      <a:pt x="291" y="342"/>
                    </a:cubicBezTo>
                    <a:cubicBezTo>
                      <a:pt x="301" y="340"/>
                      <a:pt x="301" y="327"/>
                      <a:pt x="304" y="319"/>
                    </a:cubicBezTo>
                    <a:cubicBezTo>
                      <a:pt x="311" y="303"/>
                      <a:pt x="316" y="288"/>
                      <a:pt x="322" y="273"/>
                    </a:cubicBezTo>
                    <a:cubicBezTo>
                      <a:pt x="340" y="234"/>
                      <a:pt x="342" y="234"/>
                      <a:pt x="386" y="258"/>
                    </a:cubicBezTo>
                    <a:cubicBezTo>
                      <a:pt x="394" y="242"/>
                      <a:pt x="402" y="226"/>
                      <a:pt x="411" y="211"/>
                    </a:cubicBezTo>
                    <a:cubicBezTo>
                      <a:pt x="432" y="174"/>
                      <a:pt x="456" y="139"/>
                      <a:pt x="481" y="105"/>
                    </a:cubicBezTo>
                    <a:cubicBezTo>
                      <a:pt x="499" y="82"/>
                      <a:pt x="518" y="60"/>
                      <a:pt x="539" y="39"/>
                    </a:cubicBezTo>
                    <a:cubicBezTo>
                      <a:pt x="565" y="13"/>
                      <a:pt x="584" y="20"/>
                      <a:pt x="592" y="56"/>
                    </a:cubicBezTo>
                    <a:cubicBezTo>
                      <a:pt x="595" y="73"/>
                      <a:pt x="597" y="89"/>
                      <a:pt x="598" y="105"/>
                    </a:cubicBezTo>
                    <a:cubicBezTo>
                      <a:pt x="598" y="140"/>
                      <a:pt x="607" y="175"/>
                      <a:pt x="622" y="206"/>
                    </a:cubicBezTo>
                    <a:cubicBezTo>
                      <a:pt x="644" y="204"/>
                      <a:pt x="646" y="185"/>
                      <a:pt x="654" y="172"/>
                    </a:cubicBezTo>
                    <a:cubicBezTo>
                      <a:pt x="655" y="171"/>
                      <a:pt x="655" y="170"/>
                      <a:pt x="656" y="169"/>
                    </a:cubicBezTo>
                    <a:cubicBezTo>
                      <a:pt x="679" y="128"/>
                      <a:pt x="708" y="91"/>
                      <a:pt x="741" y="57"/>
                    </a:cubicBezTo>
                    <a:cubicBezTo>
                      <a:pt x="754" y="45"/>
                      <a:pt x="768" y="34"/>
                      <a:pt x="783" y="25"/>
                    </a:cubicBezTo>
                    <a:cubicBezTo>
                      <a:pt x="792" y="20"/>
                      <a:pt x="800" y="16"/>
                      <a:pt x="810" y="12"/>
                    </a:cubicBezTo>
                    <a:cubicBezTo>
                      <a:pt x="821" y="8"/>
                      <a:pt x="834" y="0"/>
                      <a:pt x="846" y="9"/>
                    </a:cubicBezTo>
                    <a:cubicBezTo>
                      <a:pt x="857" y="18"/>
                      <a:pt x="853" y="33"/>
                      <a:pt x="849" y="45"/>
                    </a:cubicBezTo>
                    <a:cubicBezTo>
                      <a:pt x="838" y="79"/>
                      <a:pt x="832" y="114"/>
                      <a:pt x="832" y="150"/>
                    </a:cubicBezTo>
                    <a:cubicBezTo>
                      <a:pt x="832" y="154"/>
                      <a:pt x="832" y="159"/>
                      <a:pt x="833" y="163"/>
                    </a:cubicBezTo>
                    <a:cubicBezTo>
                      <a:pt x="834" y="169"/>
                      <a:pt x="836" y="175"/>
                      <a:pt x="838" y="180"/>
                    </a:cubicBezTo>
                    <a:cubicBezTo>
                      <a:pt x="880" y="166"/>
                      <a:pt x="896" y="124"/>
                      <a:pt x="930" y="104"/>
                    </a:cubicBezTo>
                    <a:cubicBezTo>
                      <a:pt x="927" y="112"/>
                      <a:pt x="923" y="120"/>
                      <a:pt x="918" y="128"/>
                    </a:cubicBezTo>
                    <a:cubicBezTo>
                      <a:pt x="906" y="150"/>
                      <a:pt x="888" y="169"/>
                      <a:pt x="868" y="183"/>
                    </a:cubicBezTo>
                    <a:cubicBezTo>
                      <a:pt x="851" y="198"/>
                      <a:pt x="833" y="209"/>
                      <a:pt x="848" y="236"/>
                    </a:cubicBezTo>
                    <a:cubicBezTo>
                      <a:pt x="851" y="241"/>
                      <a:pt x="841" y="247"/>
                      <a:pt x="833" y="245"/>
                    </a:cubicBezTo>
                    <a:cubicBezTo>
                      <a:pt x="827" y="240"/>
                      <a:pt x="829" y="221"/>
                      <a:pt x="812" y="234"/>
                    </a:cubicBezTo>
                    <a:cubicBezTo>
                      <a:pt x="805" y="240"/>
                      <a:pt x="798" y="251"/>
                      <a:pt x="786" y="247"/>
                    </a:cubicBezTo>
                    <a:cubicBezTo>
                      <a:pt x="789" y="229"/>
                      <a:pt x="810" y="225"/>
                      <a:pt x="818" y="209"/>
                    </a:cubicBezTo>
                    <a:cubicBezTo>
                      <a:pt x="778" y="180"/>
                      <a:pt x="797" y="142"/>
                      <a:pt x="803" y="105"/>
                    </a:cubicBezTo>
                    <a:cubicBezTo>
                      <a:pt x="806" y="84"/>
                      <a:pt x="822" y="64"/>
                      <a:pt x="814" y="36"/>
                    </a:cubicBezTo>
                    <a:cubicBezTo>
                      <a:pt x="812" y="38"/>
                      <a:pt x="809" y="39"/>
                      <a:pt x="807" y="40"/>
                    </a:cubicBezTo>
                    <a:cubicBezTo>
                      <a:pt x="766" y="64"/>
                      <a:pt x="732" y="97"/>
                      <a:pt x="709" y="138"/>
                    </a:cubicBezTo>
                    <a:cubicBezTo>
                      <a:pt x="703" y="149"/>
                      <a:pt x="697" y="161"/>
                      <a:pt x="692" y="173"/>
                    </a:cubicBezTo>
                    <a:cubicBezTo>
                      <a:pt x="708" y="162"/>
                      <a:pt x="722" y="150"/>
                      <a:pt x="736" y="137"/>
                    </a:cubicBezTo>
                    <a:cubicBezTo>
                      <a:pt x="737" y="136"/>
                      <a:pt x="738" y="135"/>
                      <a:pt x="740" y="134"/>
                    </a:cubicBezTo>
                    <a:cubicBezTo>
                      <a:pt x="742" y="133"/>
                      <a:pt x="744" y="132"/>
                      <a:pt x="746" y="132"/>
                    </a:cubicBezTo>
                    <a:cubicBezTo>
                      <a:pt x="748" y="132"/>
                      <a:pt x="750" y="133"/>
                      <a:pt x="752" y="134"/>
                    </a:cubicBezTo>
                    <a:cubicBezTo>
                      <a:pt x="753" y="135"/>
                      <a:pt x="754" y="136"/>
                      <a:pt x="755" y="137"/>
                    </a:cubicBezTo>
                    <a:cubicBezTo>
                      <a:pt x="761" y="144"/>
                      <a:pt x="755" y="150"/>
                      <a:pt x="750" y="155"/>
                    </a:cubicBezTo>
                    <a:cubicBezTo>
                      <a:pt x="692" y="210"/>
                      <a:pt x="633" y="264"/>
                      <a:pt x="599" y="339"/>
                    </a:cubicBezTo>
                    <a:cubicBezTo>
                      <a:pt x="598" y="342"/>
                      <a:pt x="595" y="345"/>
                      <a:pt x="593" y="348"/>
                    </a:cubicBezTo>
                    <a:cubicBezTo>
                      <a:pt x="593" y="326"/>
                      <a:pt x="611" y="307"/>
                      <a:pt x="608" y="282"/>
                    </a:cubicBezTo>
                    <a:cubicBezTo>
                      <a:pt x="597" y="285"/>
                      <a:pt x="586" y="289"/>
                      <a:pt x="576" y="295"/>
                    </a:cubicBezTo>
                    <a:cubicBezTo>
                      <a:pt x="559" y="305"/>
                      <a:pt x="544" y="318"/>
                      <a:pt x="534" y="335"/>
                    </a:cubicBezTo>
                    <a:cubicBezTo>
                      <a:pt x="524" y="326"/>
                      <a:pt x="510" y="315"/>
                      <a:pt x="504" y="335"/>
                    </a:cubicBezTo>
                    <a:cubicBezTo>
                      <a:pt x="487" y="376"/>
                      <a:pt x="477" y="419"/>
                      <a:pt x="472" y="463"/>
                    </a:cubicBezTo>
                    <a:cubicBezTo>
                      <a:pt x="480" y="451"/>
                      <a:pt x="484" y="437"/>
                      <a:pt x="491" y="424"/>
                    </a:cubicBezTo>
                    <a:cubicBezTo>
                      <a:pt x="498" y="411"/>
                      <a:pt x="497" y="395"/>
                      <a:pt x="513" y="389"/>
                    </a:cubicBezTo>
                    <a:cubicBezTo>
                      <a:pt x="516" y="411"/>
                      <a:pt x="502" y="430"/>
                      <a:pt x="497" y="451"/>
                    </a:cubicBezTo>
                    <a:cubicBezTo>
                      <a:pt x="494" y="464"/>
                      <a:pt x="479" y="482"/>
                      <a:pt x="497" y="489"/>
                    </a:cubicBezTo>
                    <a:cubicBezTo>
                      <a:pt x="514" y="497"/>
                      <a:pt x="524" y="475"/>
                      <a:pt x="530" y="462"/>
                    </a:cubicBezTo>
                    <a:cubicBezTo>
                      <a:pt x="536" y="453"/>
                      <a:pt x="539" y="442"/>
                      <a:pt x="544" y="433"/>
                    </a:cubicBezTo>
                    <a:cubicBezTo>
                      <a:pt x="551" y="416"/>
                      <a:pt x="558" y="400"/>
                      <a:pt x="567" y="385"/>
                    </a:cubicBezTo>
                    <a:cubicBezTo>
                      <a:pt x="576" y="371"/>
                      <a:pt x="585" y="357"/>
                      <a:pt x="595" y="344"/>
                    </a:cubicBezTo>
                    <a:lnTo>
                      <a:pt x="579" y="405"/>
                    </a:lnTo>
                    <a:cubicBezTo>
                      <a:pt x="618" y="369"/>
                      <a:pt x="634" y="317"/>
                      <a:pt x="672" y="280"/>
                    </a:cubicBezTo>
                    <a:cubicBezTo>
                      <a:pt x="651" y="336"/>
                      <a:pt x="613" y="386"/>
                      <a:pt x="592" y="446"/>
                    </a:cubicBezTo>
                    <a:cubicBezTo>
                      <a:pt x="626" y="440"/>
                      <a:pt x="637" y="418"/>
                      <a:pt x="652" y="400"/>
                    </a:cubicBezTo>
                    <a:cubicBezTo>
                      <a:pt x="695" y="347"/>
                      <a:pt x="730" y="285"/>
                      <a:pt x="787" y="244"/>
                    </a:cubicBezTo>
                    <a:cubicBezTo>
                      <a:pt x="776" y="284"/>
                      <a:pt x="739" y="306"/>
                      <a:pt x="719" y="340"/>
                    </a:cubicBezTo>
                    <a:cubicBezTo>
                      <a:pt x="704" y="358"/>
                      <a:pt x="691" y="377"/>
                      <a:pt x="679" y="398"/>
                    </a:cubicBezTo>
                    <a:cubicBezTo>
                      <a:pt x="676" y="402"/>
                      <a:pt x="673" y="407"/>
                      <a:pt x="671" y="412"/>
                    </a:cubicBezTo>
                    <a:cubicBezTo>
                      <a:pt x="702" y="408"/>
                      <a:pt x="707" y="386"/>
                      <a:pt x="720" y="372"/>
                    </a:cubicBezTo>
                    <a:cubicBezTo>
                      <a:pt x="758" y="329"/>
                      <a:pt x="783" y="275"/>
                      <a:pt x="834" y="243"/>
                    </a:cubicBezTo>
                    <a:cubicBezTo>
                      <a:pt x="815" y="285"/>
                      <a:pt x="779" y="314"/>
                      <a:pt x="755" y="352"/>
                    </a:cubicBezTo>
                    <a:cubicBezTo>
                      <a:pt x="746" y="366"/>
                      <a:pt x="731" y="378"/>
                      <a:pt x="730" y="396"/>
                    </a:cubicBezTo>
                    <a:cubicBezTo>
                      <a:pt x="767" y="402"/>
                      <a:pt x="770" y="359"/>
                      <a:pt x="798" y="356"/>
                    </a:cubicBezTo>
                    <a:cubicBezTo>
                      <a:pt x="802" y="377"/>
                      <a:pt x="773" y="384"/>
                      <a:pt x="775" y="406"/>
                    </a:cubicBezTo>
                    <a:cubicBezTo>
                      <a:pt x="791" y="409"/>
                      <a:pt x="794" y="384"/>
                      <a:pt x="810" y="389"/>
                    </a:cubicBezTo>
                    <a:cubicBezTo>
                      <a:pt x="807" y="409"/>
                      <a:pt x="810" y="420"/>
                      <a:pt x="831" y="404"/>
                    </a:cubicBezTo>
                    <a:cubicBezTo>
                      <a:pt x="834" y="402"/>
                      <a:pt x="838" y="401"/>
                      <a:pt x="841" y="401"/>
                    </a:cubicBezTo>
                    <a:cubicBezTo>
                      <a:pt x="851" y="403"/>
                      <a:pt x="860" y="407"/>
                      <a:pt x="869" y="397"/>
                    </a:cubicBezTo>
                    <a:cubicBezTo>
                      <a:pt x="890" y="376"/>
                      <a:pt x="913" y="356"/>
                      <a:pt x="935" y="336"/>
                    </a:cubicBezTo>
                    <a:cubicBezTo>
                      <a:pt x="945" y="339"/>
                      <a:pt x="951" y="319"/>
                      <a:pt x="965" y="332"/>
                    </a:cubicBezTo>
                    <a:lnTo>
                      <a:pt x="876" y="413"/>
                    </a:lnTo>
                    <a:cubicBezTo>
                      <a:pt x="872" y="416"/>
                      <a:pt x="868" y="419"/>
                      <a:pt x="864" y="422"/>
                    </a:cubicBezTo>
                    <a:cubicBezTo>
                      <a:pt x="855" y="427"/>
                      <a:pt x="845" y="431"/>
                      <a:pt x="835" y="434"/>
                    </a:cubicBezTo>
                    <a:cubicBezTo>
                      <a:pt x="790" y="452"/>
                      <a:pt x="739" y="446"/>
                      <a:pt x="696" y="471"/>
                    </a:cubicBezTo>
                    <a:cubicBezTo>
                      <a:pt x="675" y="484"/>
                      <a:pt x="682" y="457"/>
                      <a:pt x="673" y="452"/>
                    </a:cubicBezTo>
                    <a:cubicBezTo>
                      <a:pt x="697" y="462"/>
                      <a:pt x="707" y="445"/>
                      <a:pt x="726" y="426"/>
                    </a:cubicBezTo>
                    <a:cubicBezTo>
                      <a:pt x="715" y="427"/>
                      <a:pt x="704" y="431"/>
                      <a:pt x="695" y="436"/>
                    </a:cubicBezTo>
                    <a:cubicBezTo>
                      <a:pt x="688" y="440"/>
                      <a:pt x="681" y="446"/>
                      <a:pt x="675" y="452"/>
                    </a:cubicBezTo>
                    <a:lnTo>
                      <a:pt x="608" y="507"/>
                    </a:lnTo>
                    <a:cubicBezTo>
                      <a:pt x="595" y="488"/>
                      <a:pt x="623" y="483"/>
                      <a:pt x="615" y="462"/>
                    </a:cubicBezTo>
                    <a:cubicBezTo>
                      <a:pt x="545" y="496"/>
                      <a:pt x="503" y="557"/>
                      <a:pt x="458" y="616"/>
                    </a:cubicBezTo>
                    <a:cubicBezTo>
                      <a:pt x="460" y="582"/>
                      <a:pt x="489" y="559"/>
                      <a:pt x="496" y="516"/>
                    </a:cubicBezTo>
                    <a:cubicBezTo>
                      <a:pt x="420" y="607"/>
                      <a:pt x="398" y="682"/>
                      <a:pt x="419" y="763"/>
                    </a:cubicBezTo>
                    <a:cubicBezTo>
                      <a:pt x="433" y="758"/>
                      <a:pt x="435" y="744"/>
                      <a:pt x="442" y="734"/>
                    </a:cubicBezTo>
                    <a:cubicBezTo>
                      <a:pt x="454" y="716"/>
                      <a:pt x="469" y="700"/>
                      <a:pt x="487" y="686"/>
                    </a:cubicBezTo>
                    <a:cubicBezTo>
                      <a:pt x="559" y="624"/>
                      <a:pt x="720" y="653"/>
                      <a:pt x="743" y="752"/>
                    </a:cubicBezTo>
                    <a:cubicBezTo>
                      <a:pt x="746" y="767"/>
                      <a:pt x="760" y="769"/>
                      <a:pt x="771" y="774"/>
                    </a:cubicBezTo>
                    <a:cubicBezTo>
                      <a:pt x="813" y="793"/>
                      <a:pt x="855" y="812"/>
                      <a:pt x="897" y="830"/>
                    </a:cubicBezTo>
                    <a:cubicBezTo>
                      <a:pt x="901" y="832"/>
                      <a:pt x="906" y="835"/>
                      <a:pt x="910" y="837"/>
                    </a:cubicBezTo>
                    <a:cubicBezTo>
                      <a:pt x="923" y="845"/>
                      <a:pt x="933" y="855"/>
                      <a:pt x="941" y="868"/>
                    </a:cubicBezTo>
                    <a:cubicBezTo>
                      <a:pt x="948" y="881"/>
                      <a:pt x="953" y="896"/>
                      <a:pt x="953" y="910"/>
                    </a:cubicBezTo>
                    <a:cubicBezTo>
                      <a:pt x="953" y="914"/>
                      <a:pt x="953" y="918"/>
                      <a:pt x="952" y="922"/>
                    </a:cubicBezTo>
                    <a:cubicBezTo>
                      <a:pt x="946" y="1000"/>
                      <a:pt x="923" y="1075"/>
                      <a:pt x="884" y="1143"/>
                    </a:cubicBezTo>
                    <a:cubicBezTo>
                      <a:pt x="876" y="1158"/>
                      <a:pt x="866" y="1172"/>
                      <a:pt x="856" y="1187"/>
                    </a:cubicBezTo>
                    <a:cubicBezTo>
                      <a:pt x="847" y="1199"/>
                      <a:pt x="836" y="1210"/>
                      <a:pt x="823" y="1217"/>
                    </a:cubicBezTo>
                    <a:cubicBezTo>
                      <a:pt x="809" y="1225"/>
                      <a:pt x="793" y="1230"/>
                      <a:pt x="776" y="1231"/>
                    </a:cubicBezTo>
                    <a:cubicBezTo>
                      <a:pt x="724" y="1235"/>
                      <a:pt x="712" y="1247"/>
                      <a:pt x="728" y="1297"/>
                    </a:cubicBezTo>
                    <a:cubicBezTo>
                      <a:pt x="731" y="1315"/>
                      <a:pt x="733" y="1332"/>
                      <a:pt x="733" y="1350"/>
                    </a:cubicBezTo>
                    <a:cubicBezTo>
                      <a:pt x="733" y="1352"/>
                      <a:pt x="733" y="1355"/>
                      <a:pt x="733" y="1357"/>
                    </a:cubicBezTo>
                    <a:cubicBezTo>
                      <a:pt x="750" y="1335"/>
                      <a:pt x="748" y="1310"/>
                      <a:pt x="775" y="1292"/>
                    </a:cubicBezTo>
                    <a:cubicBezTo>
                      <a:pt x="751" y="1360"/>
                      <a:pt x="737" y="1430"/>
                      <a:pt x="733" y="1502"/>
                    </a:cubicBezTo>
                    <a:cubicBezTo>
                      <a:pt x="731" y="1529"/>
                      <a:pt x="730" y="1556"/>
                      <a:pt x="730" y="1584"/>
                    </a:cubicBezTo>
                    <a:cubicBezTo>
                      <a:pt x="730" y="1699"/>
                      <a:pt x="746" y="1814"/>
                      <a:pt x="777" y="1925"/>
                    </a:cubicBezTo>
                    <a:cubicBezTo>
                      <a:pt x="782" y="1945"/>
                      <a:pt x="783" y="1969"/>
                      <a:pt x="806" y="1981"/>
                    </a:cubicBezTo>
                    <a:lnTo>
                      <a:pt x="815" y="2018"/>
                    </a:lnTo>
                    <a:cubicBezTo>
                      <a:pt x="815" y="2019"/>
                      <a:pt x="815" y="2020"/>
                      <a:pt x="815" y="2021"/>
                    </a:cubicBezTo>
                    <a:cubicBezTo>
                      <a:pt x="815" y="2026"/>
                      <a:pt x="814" y="2031"/>
                      <a:pt x="811" y="2036"/>
                    </a:cubicBezTo>
                    <a:cubicBezTo>
                      <a:pt x="810" y="2038"/>
                      <a:pt x="809" y="2039"/>
                      <a:pt x="808" y="2041"/>
                    </a:cubicBezTo>
                    <a:cubicBezTo>
                      <a:pt x="798" y="2037"/>
                      <a:pt x="797" y="2027"/>
                      <a:pt x="794" y="2018"/>
                    </a:cubicBezTo>
                    <a:cubicBezTo>
                      <a:pt x="750" y="1896"/>
                      <a:pt x="725" y="1768"/>
                      <a:pt x="719" y="1639"/>
                    </a:cubicBezTo>
                    <a:cubicBezTo>
                      <a:pt x="719" y="1586"/>
                      <a:pt x="719" y="1533"/>
                      <a:pt x="719" y="1480"/>
                    </a:cubicBezTo>
                    <a:cubicBezTo>
                      <a:pt x="694" y="1534"/>
                      <a:pt x="699" y="1592"/>
                      <a:pt x="695" y="1648"/>
                    </a:cubicBezTo>
                    <a:cubicBezTo>
                      <a:pt x="689" y="1738"/>
                      <a:pt x="679" y="1825"/>
                      <a:pt x="722" y="1915"/>
                    </a:cubicBezTo>
                    <a:cubicBezTo>
                      <a:pt x="768" y="2013"/>
                      <a:pt x="805" y="2114"/>
                      <a:pt x="858" y="2209"/>
                    </a:cubicBezTo>
                    <a:cubicBezTo>
                      <a:pt x="875" y="2240"/>
                      <a:pt x="901" y="2268"/>
                      <a:pt x="911" y="2304"/>
                    </a:cubicBezTo>
                    <a:lnTo>
                      <a:pt x="908" y="2307"/>
                    </a:lnTo>
                    <a:cubicBezTo>
                      <a:pt x="850" y="2240"/>
                      <a:pt x="819" y="2157"/>
                      <a:pt x="769" y="2084"/>
                    </a:cubicBezTo>
                    <a:cubicBezTo>
                      <a:pt x="803" y="2180"/>
                      <a:pt x="808" y="2281"/>
                      <a:pt x="827" y="2379"/>
                    </a:cubicBezTo>
                    <a:cubicBezTo>
                      <a:pt x="853" y="2520"/>
                      <a:pt x="891" y="2658"/>
                      <a:pt x="905" y="2801"/>
                    </a:cubicBezTo>
                    <a:cubicBezTo>
                      <a:pt x="917" y="2918"/>
                      <a:pt x="951" y="3031"/>
                      <a:pt x="1003" y="3136"/>
                    </a:cubicBezTo>
                    <a:cubicBezTo>
                      <a:pt x="1069" y="3276"/>
                      <a:pt x="1148" y="3408"/>
                      <a:pt x="1225" y="3541"/>
                    </a:cubicBezTo>
                    <a:cubicBezTo>
                      <a:pt x="1226" y="3543"/>
                      <a:pt x="1228" y="3546"/>
                      <a:pt x="1229" y="3548"/>
                    </a:cubicBezTo>
                    <a:cubicBezTo>
                      <a:pt x="1234" y="3557"/>
                      <a:pt x="1241" y="3564"/>
                      <a:pt x="1250" y="3570"/>
                    </a:cubicBezTo>
                    <a:lnTo>
                      <a:pt x="1250" y="3568"/>
                    </a:lnTo>
                    <a:cubicBezTo>
                      <a:pt x="1313" y="3683"/>
                      <a:pt x="1385" y="3782"/>
                      <a:pt x="1525" y="3818"/>
                    </a:cubicBezTo>
                    <a:cubicBezTo>
                      <a:pt x="1627" y="3845"/>
                      <a:pt x="1724" y="3891"/>
                      <a:pt x="1824" y="3929"/>
                    </a:cubicBezTo>
                    <a:cubicBezTo>
                      <a:pt x="1847" y="3938"/>
                      <a:pt x="1865" y="3956"/>
                      <a:pt x="1894" y="3956"/>
                    </a:cubicBezTo>
                    <a:cubicBezTo>
                      <a:pt x="1901" y="3955"/>
                      <a:pt x="1908" y="3955"/>
                      <a:pt x="1915" y="3955"/>
                    </a:cubicBezTo>
                    <a:cubicBezTo>
                      <a:pt x="2015" y="3955"/>
                      <a:pt x="2114" y="3965"/>
                      <a:pt x="2211" y="3985"/>
                    </a:cubicBezTo>
                    <a:cubicBezTo>
                      <a:pt x="2234" y="3989"/>
                      <a:pt x="2257" y="3991"/>
                      <a:pt x="2280" y="3991"/>
                    </a:cubicBezTo>
                    <a:cubicBezTo>
                      <a:pt x="2283" y="3991"/>
                      <a:pt x="2285" y="3991"/>
                      <a:pt x="2288" y="3991"/>
                    </a:cubicBezTo>
                    <a:cubicBezTo>
                      <a:pt x="2299" y="3990"/>
                      <a:pt x="2311" y="3990"/>
                      <a:pt x="2323" y="3990"/>
                    </a:cubicBezTo>
                    <a:cubicBezTo>
                      <a:pt x="2355" y="3990"/>
                      <a:pt x="2388" y="3994"/>
                      <a:pt x="2420" y="4001"/>
                    </a:cubicBezTo>
                    <a:cubicBezTo>
                      <a:pt x="2429" y="4003"/>
                      <a:pt x="2439" y="4005"/>
                      <a:pt x="2449" y="4005"/>
                    </a:cubicBezTo>
                    <a:cubicBezTo>
                      <a:pt x="2463" y="4005"/>
                      <a:pt x="2477" y="4002"/>
                      <a:pt x="2490" y="3996"/>
                    </a:cubicBezTo>
                    <a:cubicBezTo>
                      <a:pt x="2347" y="3953"/>
                      <a:pt x="2199" y="3958"/>
                      <a:pt x="2075" y="3886"/>
                    </a:cubicBezTo>
                    <a:cubicBezTo>
                      <a:pt x="2151" y="3903"/>
                      <a:pt x="2225" y="3935"/>
                      <a:pt x="2305" y="3939"/>
                    </a:cubicBezTo>
                    <a:cubicBezTo>
                      <a:pt x="2305" y="3924"/>
                      <a:pt x="2295" y="3925"/>
                      <a:pt x="2289" y="3923"/>
                    </a:cubicBezTo>
                    <a:lnTo>
                      <a:pt x="2081" y="3853"/>
                    </a:lnTo>
                    <a:cubicBezTo>
                      <a:pt x="2072" y="3850"/>
                      <a:pt x="2062" y="3845"/>
                      <a:pt x="2054" y="3850"/>
                    </a:cubicBezTo>
                    <a:cubicBezTo>
                      <a:pt x="2021" y="3871"/>
                      <a:pt x="1986" y="3853"/>
                      <a:pt x="1956" y="3845"/>
                    </a:cubicBezTo>
                    <a:cubicBezTo>
                      <a:pt x="1890" y="3828"/>
                      <a:pt x="1827" y="3801"/>
                      <a:pt x="1768" y="3768"/>
                    </a:cubicBezTo>
                    <a:cubicBezTo>
                      <a:pt x="1760" y="3763"/>
                      <a:pt x="1753" y="3760"/>
                      <a:pt x="1746" y="3755"/>
                    </a:cubicBezTo>
                    <a:cubicBezTo>
                      <a:pt x="1731" y="3746"/>
                      <a:pt x="1714" y="3738"/>
                      <a:pt x="1712" y="3710"/>
                    </a:cubicBezTo>
                    <a:cubicBezTo>
                      <a:pt x="1734" y="3720"/>
                      <a:pt x="1752" y="3737"/>
                      <a:pt x="1773" y="3718"/>
                    </a:cubicBezTo>
                    <a:cubicBezTo>
                      <a:pt x="1778" y="3714"/>
                      <a:pt x="1795" y="3721"/>
                      <a:pt x="1789" y="3732"/>
                    </a:cubicBezTo>
                    <a:cubicBezTo>
                      <a:pt x="1772" y="3759"/>
                      <a:pt x="1796" y="3763"/>
                      <a:pt x="1810" y="3771"/>
                    </a:cubicBezTo>
                    <a:cubicBezTo>
                      <a:pt x="1824" y="3779"/>
                      <a:pt x="1847" y="3799"/>
                      <a:pt x="1859" y="3790"/>
                    </a:cubicBezTo>
                    <a:cubicBezTo>
                      <a:pt x="1883" y="3771"/>
                      <a:pt x="1895" y="3790"/>
                      <a:pt x="1912" y="3798"/>
                    </a:cubicBezTo>
                    <a:cubicBezTo>
                      <a:pt x="1938" y="3809"/>
                      <a:pt x="1961" y="3830"/>
                      <a:pt x="1995" y="3830"/>
                    </a:cubicBezTo>
                    <a:cubicBezTo>
                      <a:pt x="1985" y="3809"/>
                      <a:pt x="1957" y="3815"/>
                      <a:pt x="1955" y="3785"/>
                    </a:cubicBezTo>
                    <a:cubicBezTo>
                      <a:pt x="2016" y="3811"/>
                      <a:pt x="2072" y="3844"/>
                      <a:pt x="2133" y="3857"/>
                    </a:cubicBezTo>
                    <a:cubicBezTo>
                      <a:pt x="2194" y="3869"/>
                      <a:pt x="2253" y="3902"/>
                      <a:pt x="2318" y="3912"/>
                    </a:cubicBezTo>
                    <a:cubicBezTo>
                      <a:pt x="2298" y="3899"/>
                      <a:pt x="2277" y="3888"/>
                      <a:pt x="2257" y="3876"/>
                    </a:cubicBezTo>
                    <a:cubicBezTo>
                      <a:pt x="2236" y="3864"/>
                      <a:pt x="2212" y="3856"/>
                      <a:pt x="2202" y="3831"/>
                    </a:cubicBezTo>
                    <a:cubicBezTo>
                      <a:pt x="2241" y="3845"/>
                      <a:pt x="2272" y="3875"/>
                      <a:pt x="2312" y="3884"/>
                    </a:cubicBezTo>
                    <a:cubicBezTo>
                      <a:pt x="2323" y="3867"/>
                      <a:pt x="2296" y="3863"/>
                      <a:pt x="2304" y="3849"/>
                    </a:cubicBezTo>
                    <a:cubicBezTo>
                      <a:pt x="2348" y="3863"/>
                      <a:pt x="2396" y="3867"/>
                      <a:pt x="2438" y="3888"/>
                    </a:cubicBezTo>
                    <a:cubicBezTo>
                      <a:pt x="2477" y="3904"/>
                      <a:pt x="2518" y="3914"/>
                      <a:pt x="2560" y="3917"/>
                    </a:cubicBezTo>
                    <a:lnTo>
                      <a:pt x="2680" y="3929"/>
                    </a:lnTo>
                    <a:cubicBezTo>
                      <a:pt x="2695" y="3930"/>
                      <a:pt x="2712" y="3929"/>
                      <a:pt x="2719" y="3945"/>
                    </a:cubicBezTo>
                    <a:cubicBezTo>
                      <a:pt x="2727" y="3966"/>
                      <a:pt x="2737" y="3962"/>
                      <a:pt x="2751" y="3950"/>
                    </a:cubicBezTo>
                    <a:cubicBezTo>
                      <a:pt x="2764" y="3937"/>
                      <a:pt x="2775" y="3933"/>
                      <a:pt x="2781" y="3957"/>
                    </a:cubicBezTo>
                    <a:cubicBezTo>
                      <a:pt x="2784" y="3967"/>
                      <a:pt x="2794" y="3968"/>
                      <a:pt x="2804" y="3969"/>
                    </a:cubicBezTo>
                    <a:lnTo>
                      <a:pt x="2912" y="3982"/>
                    </a:lnTo>
                    <a:cubicBezTo>
                      <a:pt x="2852" y="3951"/>
                      <a:pt x="2788" y="3929"/>
                      <a:pt x="2722" y="3916"/>
                    </a:cubicBezTo>
                    <a:cubicBezTo>
                      <a:pt x="2634" y="3899"/>
                      <a:pt x="2544" y="3886"/>
                      <a:pt x="2457" y="3862"/>
                    </a:cubicBezTo>
                    <a:cubicBezTo>
                      <a:pt x="2428" y="3855"/>
                      <a:pt x="2400" y="3845"/>
                      <a:pt x="2374" y="3830"/>
                    </a:cubicBezTo>
                    <a:cubicBezTo>
                      <a:pt x="2355" y="3819"/>
                      <a:pt x="2338" y="3806"/>
                      <a:pt x="2322" y="3791"/>
                    </a:cubicBezTo>
                    <a:cubicBezTo>
                      <a:pt x="2306" y="3774"/>
                      <a:pt x="2283" y="3779"/>
                      <a:pt x="2269" y="3768"/>
                    </a:cubicBezTo>
                    <a:cubicBezTo>
                      <a:pt x="2254" y="3756"/>
                      <a:pt x="2274" y="3734"/>
                      <a:pt x="2261" y="3713"/>
                    </a:cubicBezTo>
                    <a:cubicBezTo>
                      <a:pt x="2169" y="3565"/>
                      <a:pt x="2082" y="3414"/>
                      <a:pt x="1976" y="3275"/>
                    </a:cubicBezTo>
                    <a:cubicBezTo>
                      <a:pt x="1970" y="3268"/>
                      <a:pt x="1964" y="3259"/>
                      <a:pt x="1959" y="3251"/>
                    </a:cubicBezTo>
                    <a:cubicBezTo>
                      <a:pt x="1957" y="3248"/>
                      <a:pt x="1956" y="3246"/>
                      <a:pt x="1955" y="3243"/>
                    </a:cubicBezTo>
                    <a:cubicBezTo>
                      <a:pt x="1949" y="3231"/>
                      <a:pt x="1949" y="3218"/>
                      <a:pt x="1966" y="3212"/>
                    </a:cubicBezTo>
                    <a:cubicBezTo>
                      <a:pt x="1983" y="3206"/>
                      <a:pt x="1994" y="3190"/>
                      <a:pt x="2010" y="3207"/>
                    </a:cubicBezTo>
                    <a:cubicBezTo>
                      <a:pt x="2022" y="3220"/>
                      <a:pt x="2015" y="3232"/>
                      <a:pt x="2004" y="3240"/>
                    </a:cubicBezTo>
                    <a:cubicBezTo>
                      <a:pt x="1986" y="3253"/>
                      <a:pt x="1999" y="3262"/>
                      <a:pt x="2007" y="3271"/>
                    </a:cubicBezTo>
                    <a:cubicBezTo>
                      <a:pt x="2100" y="3385"/>
                      <a:pt x="2183" y="3506"/>
                      <a:pt x="2257" y="3633"/>
                    </a:cubicBezTo>
                    <a:cubicBezTo>
                      <a:pt x="2258" y="3636"/>
                      <a:pt x="2260" y="3639"/>
                      <a:pt x="2262" y="3643"/>
                    </a:cubicBezTo>
                    <a:cubicBezTo>
                      <a:pt x="2264" y="3647"/>
                      <a:pt x="2267" y="3651"/>
                      <a:pt x="2269" y="3655"/>
                    </a:cubicBezTo>
                    <a:cubicBezTo>
                      <a:pt x="2304" y="3716"/>
                      <a:pt x="2355" y="3765"/>
                      <a:pt x="2416" y="3801"/>
                    </a:cubicBezTo>
                    <a:cubicBezTo>
                      <a:pt x="2454" y="3823"/>
                      <a:pt x="2496" y="3839"/>
                      <a:pt x="2540" y="3848"/>
                    </a:cubicBezTo>
                    <a:cubicBezTo>
                      <a:pt x="2554" y="3851"/>
                      <a:pt x="2568" y="3856"/>
                      <a:pt x="2582" y="3859"/>
                    </a:cubicBezTo>
                    <a:cubicBezTo>
                      <a:pt x="2696" y="3879"/>
                      <a:pt x="2808" y="3908"/>
                      <a:pt x="2918" y="3944"/>
                    </a:cubicBezTo>
                    <a:cubicBezTo>
                      <a:pt x="2923" y="3948"/>
                      <a:pt x="2930" y="3949"/>
                      <a:pt x="2937" y="3949"/>
                    </a:cubicBezTo>
                    <a:cubicBezTo>
                      <a:pt x="2943" y="3949"/>
                      <a:pt x="2950" y="3948"/>
                      <a:pt x="2955" y="3944"/>
                    </a:cubicBezTo>
                    <a:cubicBezTo>
                      <a:pt x="2918" y="3920"/>
                      <a:pt x="2866" y="3918"/>
                      <a:pt x="2844" y="3872"/>
                    </a:cubicBezTo>
                    <a:cubicBezTo>
                      <a:pt x="2842" y="3867"/>
                      <a:pt x="2831" y="3866"/>
                      <a:pt x="2825" y="3865"/>
                    </a:cubicBezTo>
                    <a:cubicBezTo>
                      <a:pt x="2755" y="3857"/>
                      <a:pt x="2687" y="3836"/>
                      <a:pt x="2624" y="3805"/>
                    </a:cubicBezTo>
                    <a:cubicBezTo>
                      <a:pt x="2615" y="3800"/>
                      <a:pt x="2604" y="3789"/>
                      <a:pt x="2595" y="3799"/>
                    </a:cubicBezTo>
                    <a:cubicBezTo>
                      <a:pt x="2577" y="3818"/>
                      <a:pt x="2565" y="3801"/>
                      <a:pt x="2552" y="3794"/>
                    </a:cubicBezTo>
                    <a:cubicBezTo>
                      <a:pt x="2526" y="3777"/>
                      <a:pt x="2499" y="3758"/>
                      <a:pt x="2471" y="3739"/>
                    </a:cubicBezTo>
                    <a:cubicBezTo>
                      <a:pt x="2467" y="3767"/>
                      <a:pt x="2498" y="3774"/>
                      <a:pt x="2500" y="3801"/>
                    </a:cubicBezTo>
                    <a:lnTo>
                      <a:pt x="2430" y="3738"/>
                    </a:lnTo>
                    <a:cubicBezTo>
                      <a:pt x="2428" y="3734"/>
                      <a:pt x="2426" y="3730"/>
                      <a:pt x="2424" y="3726"/>
                    </a:cubicBezTo>
                    <a:cubicBezTo>
                      <a:pt x="2414" y="3710"/>
                      <a:pt x="2401" y="3696"/>
                      <a:pt x="2384" y="3687"/>
                    </a:cubicBezTo>
                    <a:cubicBezTo>
                      <a:pt x="2381" y="3685"/>
                      <a:pt x="2378" y="3683"/>
                      <a:pt x="2375" y="3682"/>
                    </a:cubicBezTo>
                    <a:cubicBezTo>
                      <a:pt x="2377" y="3688"/>
                      <a:pt x="2379" y="3694"/>
                      <a:pt x="2383" y="3700"/>
                    </a:cubicBezTo>
                    <a:cubicBezTo>
                      <a:pt x="2392" y="3717"/>
                      <a:pt x="2408" y="3732"/>
                      <a:pt x="2425" y="3742"/>
                    </a:cubicBezTo>
                    <a:cubicBezTo>
                      <a:pt x="2413" y="3756"/>
                      <a:pt x="2404" y="3746"/>
                      <a:pt x="2394" y="3738"/>
                    </a:cubicBezTo>
                    <a:cubicBezTo>
                      <a:pt x="2364" y="3714"/>
                      <a:pt x="2349" y="3676"/>
                      <a:pt x="2317" y="3653"/>
                    </a:cubicBezTo>
                    <a:lnTo>
                      <a:pt x="2319" y="3654"/>
                    </a:lnTo>
                    <a:cubicBezTo>
                      <a:pt x="2320" y="3636"/>
                      <a:pt x="2305" y="3624"/>
                      <a:pt x="2301" y="3609"/>
                    </a:cubicBezTo>
                    <a:cubicBezTo>
                      <a:pt x="2296" y="3593"/>
                      <a:pt x="2273" y="3581"/>
                      <a:pt x="2312" y="3571"/>
                    </a:cubicBezTo>
                    <a:cubicBezTo>
                      <a:pt x="2336" y="3565"/>
                      <a:pt x="2331" y="3482"/>
                      <a:pt x="2310" y="3450"/>
                    </a:cubicBezTo>
                    <a:lnTo>
                      <a:pt x="2289" y="3538"/>
                    </a:lnTo>
                    <a:cubicBezTo>
                      <a:pt x="2289" y="3536"/>
                      <a:pt x="2289" y="3534"/>
                      <a:pt x="2289" y="3531"/>
                    </a:cubicBezTo>
                    <a:cubicBezTo>
                      <a:pt x="2289" y="3495"/>
                      <a:pt x="2293" y="3460"/>
                      <a:pt x="2302" y="3425"/>
                    </a:cubicBezTo>
                    <a:cubicBezTo>
                      <a:pt x="2308" y="3393"/>
                      <a:pt x="2307" y="3359"/>
                      <a:pt x="2328" y="3332"/>
                    </a:cubicBezTo>
                    <a:cubicBezTo>
                      <a:pt x="2328" y="3334"/>
                      <a:pt x="2328" y="3336"/>
                      <a:pt x="2328" y="3338"/>
                    </a:cubicBezTo>
                    <a:cubicBezTo>
                      <a:pt x="2328" y="3356"/>
                      <a:pt x="2325" y="3374"/>
                      <a:pt x="2320" y="3391"/>
                    </a:cubicBezTo>
                    <a:cubicBezTo>
                      <a:pt x="2313" y="3412"/>
                      <a:pt x="2326" y="3419"/>
                      <a:pt x="2344" y="3422"/>
                    </a:cubicBezTo>
                    <a:cubicBezTo>
                      <a:pt x="2356" y="3375"/>
                      <a:pt x="2366" y="3332"/>
                      <a:pt x="2377" y="3289"/>
                    </a:cubicBezTo>
                    <a:cubicBezTo>
                      <a:pt x="2383" y="3263"/>
                      <a:pt x="2370" y="3257"/>
                      <a:pt x="2348" y="3258"/>
                    </a:cubicBezTo>
                    <a:cubicBezTo>
                      <a:pt x="2289" y="3231"/>
                      <a:pt x="2232" y="3194"/>
                      <a:pt x="2170" y="3178"/>
                    </a:cubicBezTo>
                    <a:cubicBezTo>
                      <a:pt x="2131" y="3168"/>
                      <a:pt x="2093" y="3153"/>
                      <a:pt x="2058" y="3133"/>
                    </a:cubicBezTo>
                    <a:cubicBezTo>
                      <a:pt x="2040" y="3122"/>
                      <a:pt x="2023" y="3110"/>
                      <a:pt x="2006" y="3097"/>
                    </a:cubicBezTo>
                    <a:cubicBezTo>
                      <a:pt x="2006" y="3088"/>
                      <a:pt x="2003" y="3079"/>
                      <a:pt x="1999" y="3072"/>
                    </a:cubicBezTo>
                    <a:cubicBezTo>
                      <a:pt x="1996" y="3068"/>
                      <a:pt x="1994" y="3064"/>
                      <a:pt x="1990" y="3060"/>
                    </a:cubicBezTo>
                    <a:cubicBezTo>
                      <a:pt x="1976" y="3045"/>
                      <a:pt x="1959" y="3032"/>
                      <a:pt x="1941" y="3021"/>
                    </a:cubicBezTo>
                    <a:lnTo>
                      <a:pt x="1935" y="3017"/>
                    </a:lnTo>
                    <a:cubicBezTo>
                      <a:pt x="1926" y="3004"/>
                      <a:pt x="1914" y="2992"/>
                      <a:pt x="1901" y="2982"/>
                    </a:cubicBezTo>
                    <a:cubicBezTo>
                      <a:pt x="1858" y="2944"/>
                      <a:pt x="1820" y="2902"/>
                      <a:pt x="1786" y="2856"/>
                    </a:cubicBezTo>
                    <a:cubicBezTo>
                      <a:pt x="1779" y="2847"/>
                      <a:pt x="1767" y="2837"/>
                      <a:pt x="1779" y="2821"/>
                    </a:cubicBezTo>
                    <a:cubicBezTo>
                      <a:pt x="1881" y="2943"/>
                      <a:pt x="2003" y="3045"/>
                      <a:pt x="2140" y="3125"/>
                    </a:cubicBezTo>
                    <a:cubicBezTo>
                      <a:pt x="2144" y="3127"/>
                      <a:pt x="2149" y="3130"/>
                      <a:pt x="2153" y="3132"/>
                    </a:cubicBezTo>
                    <a:cubicBezTo>
                      <a:pt x="2158" y="3136"/>
                      <a:pt x="2164" y="3140"/>
                      <a:pt x="2169" y="3143"/>
                    </a:cubicBezTo>
                    <a:cubicBezTo>
                      <a:pt x="2190" y="3155"/>
                      <a:pt x="2214" y="3162"/>
                      <a:pt x="2238" y="3162"/>
                    </a:cubicBezTo>
                    <a:cubicBezTo>
                      <a:pt x="2239" y="3162"/>
                      <a:pt x="2239" y="3162"/>
                      <a:pt x="2240" y="3162"/>
                    </a:cubicBezTo>
                    <a:cubicBezTo>
                      <a:pt x="2242" y="3161"/>
                      <a:pt x="2243" y="3161"/>
                      <a:pt x="2245" y="3161"/>
                    </a:cubicBezTo>
                    <a:cubicBezTo>
                      <a:pt x="2254" y="3161"/>
                      <a:pt x="2263" y="3163"/>
                      <a:pt x="2271" y="3168"/>
                    </a:cubicBezTo>
                    <a:cubicBezTo>
                      <a:pt x="2279" y="3172"/>
                      <a:pt x="2285" y="3179"/>
                      <a:pt x="2290" y="3186"/>
                    </a:cubicBezTo>
                    <a:cubicBezTo>
                      <a:pt x="2294" y="3194"/>
                      <a:pt x="2298" y="3202"/>
                      <a:pt x="2306" y="3205"/>
                    </a:cubicBezTo>
                    <a:cubicBezTo>
                      <a:pt x="2358" y="3229"/>
                      <a:pt x="2411" y="3248"/>
                      <a:pt x="2465" y="3264"/>
                    </a:cubicBezTo>
                    <a:cubicBezTo>
                      <a:pt x="2465" y="3263"/>
                      <a:pt x="2465" y="3263"/>
                      <a:pt x="2465" y="3262"/>
                    </a:cubicBezTo>
                    <a:cubicBezTo>
                      <a:pt x="2465" y="3252"/>
                      <a:pt x="2463" y="3242"/>
                      <a:pt x="2458" y="3234"/>
                    </a:cubicBezTo>
                    <a:cubicBezTo>
                      <a:pt x="2453" y="3225"/>
                      <a:pt x="2445" y="3218"/>
                      <a:pt x="2437" y="3213"/>
                    </a:cubicBezTo>
                    <a:cubicBezTo>
                      <a:pt x="2434" y="3211"/>
                      <a:pt x="2432" y="3210"/>
                      <a:pt x="2429" y="3209"/>
                    </a:cubicBezTo>
                    <a:cubicBezTo>
                      <a:pt x="2387" y="3183"/>
                      <a:pt x="2344" y="3159"/>
                      <a:pt x="2303" y="3132"/>
                    </a:cubicBezTo>
                    <a:cubicBezTo>
                      <a:pt x="2241" y="3095"/>
                      <a:pt x="2184" y="3052"/>
                      <a:pt x="2132" y="3003"/>
                    </a:cubicBezTo>
                    <a:cubicBezTo>
                      <a:pt x="2123" y="2991"/>
                      <a:pt x="2114" y="2980"/>
                      <a:pt x="2107" y="2967"/>
                    </a:cubicBezTo>
                    <a:cubicBezTo>
                      <a:pt x="2100" y="2955"/>
                      <a:pt x="2095" y="2943"/>
                      <a:pt x="2090" y="2931"/>
                    </a:cubicBezTo>
                    <a:cubicBezTo>
                      <a:pt x="2132" y="2968"/>
                      <a:pt x="2169" y="3007"/>
                      <a:pt x="2211" y="3044"/>
                    </a:cubicBezTo>
                    <a:cubicBezTo>
                      <a:pt x="2231" y="3066"/>
                      <a:pt x="2255" y="3084"/>
                      <a:pt x="2281" y="3099"/>
                    </a:cubicBezTo>
                    <a:cubicBezTo>
                      <a:pt x="2296" y="3108"/>
                      <a:pt x="2312" y="3116"/>
                      <a:pt x="2328" y="3122"/>
                    </a:cubicBezTo>
                    <a:cubicBezTo>
                      <a:pt x="2341" y="3126"/>
                      <a:pt x="2354" y="3131"/>
                      <a:pt x="2367" y="3138"/>
                    </a:cubicBezTo>
                    <a:cubicBezTo>
                      <a:pt x="2377" y="3144"/>
                      <a:pt x="2387" y="3152"/>
                      <a:pt x="2397" y="3160"/>
                    </a:cubicBezTo>
                    <a:cubicBezTo>
                      <a:pt x="2427" y="3183"/>
                      <a:pt x="2458" y="3204"/>
                      <a:pt x="2491" y="3223"/>
                    </a:cubicBezTo>
                    <a:cubicBezTo>
                      <a:pt x="2524" y="3242"/>
                      <a:pt x="2558" y="3259"/>
                      <a:pt x="2593" y="3273"/>
                    </a:cubicBezTo>
                    <a:cubicBezTo>
                      <a:pt x="2569" y="3252"/>
                      <a:pt x="2544" y="3232"/>
                      <a:pt x="2518" y="3213"/>
                    </a:cubicBezTo>
                    <a:cubicBezTo>
                      <a:pt x="2497" y="3200"/>
                      <a:pt x="2479" y="3183"/>
                      <a:pt x="2467" y="3161"/>
                    </a:cubicBezTo>
                    <a:cubicBezTo>
                      <a:pt x="2462" y="3152"/>
                      <a:pt x="2457" y="3142"/>
                      <a:pt x="2454" y="3132"/>
                    </a:cubicBezTo>
                    <a:cubicBezTo>
                      <a:pt x="2532" y="3200"/>
                      <a:pt x="2617" y="3260"/>
                      <a:pt x="2706" y="3311"/>
                    </a:cubicBezTo>
                    <a:cubicBezTo>
                      <a:pt x="2732" y="3326"/>
                      <a:pt x="2759" y="3341"/>
                      <a:pt x="2785" y="3354"/>
                    </a:cubicBezTo>
                    <a:cubicBezTo>
                      <a:pt x="2779" y="3333"/>
                      <a:pt x="2755" y="3319"/>
                      <a:pt x="2773" y="3294"/>
                    </a:cubicBezTo>
                    <a:cubicBezTo>
                      <a:pt x="2797" y="3301"/>
                      <a:pt x="2811" y="3320"/>
                      <a:pt x="2829" y="3336"/>
                    </a:cubicBezTo>
                    <a:cubicBezTo>
                      <a:pt x="2816" y="3375"/>
                      <a:pt x="2854" y="3383"/>
                      <a:pt x="2872" y="3400"/>
                    </a:cubicBezTo>
                    <a:cubicBezTo>
                      <a:pt x="2904" y="3425"/>
                      <a:pt x="2937" y="3448"/>
                      <a:pt x="2972" y="3468"/>
                    </a:cubicBezTo>
                    <a:cubicBezTo>
                      <a:pt x="2983" y="3474"/>
                      <a:pt x="2993" y="3480"/>
                      <a:pt x="3004" y="3486"/>
                    </a:cubicBezTo>
                    <a:cubicBezTo>
                      <a:pt x="3052" y="3486"/>
                      <a:pt x="3071" y="3528"/>
                      <a:pt x="3101" y="3555"/>
                    </a:cubicBezTo>
                    <a:cubicBezTo>
                      <a:pt x="3087" y="3582"/>
                      <a:pt x="3112" y="3584"/>
                      <a:pt x="3123" y="3594"/>
                    </a:cubicBezTo>
                    <a:cubicBezTo>
                      <a:pt x="3178" y="3644"/>
                      <a:pt x="3253" y="3665"/>
                      <a:pt x="3300" y="3725"/>
                    </a:cubicBezTo>
                    <a:cubicBezTo>
                      <a:pt x="3310" y="3737"/>
                      <a:pt x="3327" y="3742"/>
                      <a:pt x="3341" y="3751"/>
                    </a:cubicBezTo>
                    <a:cubicBezTo>
                      <a:pt x="3342" y="3752"/>
                      <a:pt x="3342" y="3753"/>
                      <a:pt x="3344" y="3755"/>
                    </a:cubicBezTo>
                    <a:cubicBezTo>
                      <a:pt x="3344" y="3756"/>
                      <a:pt x="3345" y="3758"/>
                      <a:pt x="3345" y="3760"/>
                    </a:cubicBezTo>
                    <a:cubicBezTo>
                      <a:pt x="3345" y="3762"/>
                      <a:pt x="3344" y="3764"/>
                      <a:pt x="3344" y="3765"/>
                    </a:cubicBezTo>
                    <a:cubicBezTo>
                      <a:pt x="3343" y="3766"/>
                      <a:pt x="3344" y="3766"/>
                      <a:pt x="3344" y="3766"/>
                    </a:cubicBezTo>
                    <a:cubicBezTo>
                      <a:pt x="3340" y="3772"/>
                      <a:pt x="3335" y="3770"/>
                      <a:pt x="3330" y="3767"/>
                    </a:cubicBezTo>
                    <a:cubicBezTo>
                      <a:pt x="3329" y="3767"/>
                      <a:pt x="3328" y="3766"/>
                      <a:pt x="3328" y="3766"/>
                    </a:cubicBezTo>
                    <a:cubicBezTo>
                      <a:pt x="3324" y="3764"/>
                      <a:pt x="3319" y="3763"/>
                      <a:pt x="3315" y="3763"/>
                    </a:cubicBezTo>
                    <a:cubicBezTo>
                      <a:pt x="3313" y="3763"/>
                      <a:pt x="3311" y="3763"/>
                      <a:pt x="3309" y="3763"/>
                    </a:cubicBezTo>
                    <a:cubicBezTo>
                      <a:pt x="3307" y="3746"/>
                      <a:pt x="3291" y="3742"/>
                      <a:pt x="3280" y="3734"/>
                    </a:cubicBezTo>
                    <a:cubicBezTo>
                      <a:pt x="3160" y="3641"/>
                      <a:pt x="3035" y="3553"/>
                      <a:pt x="2914" y="3462"/>
                    </a:cubicBezTo>
                    <a:cubicBezTo>
                      <a:pt x="2893" y="3446"/>
                      <a:pt x="2870" y="3431"/>
                      <a:pt x="2847" y="3418"/>
                    </a:cubicBezTo>
                    <a:cubicBezTo>
                      <a:pt x="2774" y="3375"/>
                      <a:pt x="2694" y="3348"/>
                      <a:pt x="2611" y="3335"/>
                    </a:cubicBezTo>
                    <a:lnTo>
                      <a:pt x="2611" y="3336"/>
                    </a:lnTo>
                    <a:cubicBezTo>
                      <a:pt x="2618" y="3348"/>
                      <a:pt x="2629" y="3359"/>
                      <a:pt x="2642" y="3367"/>
                    </a:cubicBezTo>
                    <a:cubicBezTo>
                      <a:pt x="2644" y="3368"/>
                      <a:pt x="2646" y="3369"/>
                      <a:pt x="2649" y="3370"/>
                    </a:cubicBezTo>
                    <a:cubicBezTo>
                      <a:pt x="2776" y="3455"/>
                      <a:pt x="2904" y="3541"/>
                      <a:pt x="3032" y="3626"/>
                    </a:cubicBezTo>
                    <a:cubicBezTo>
                      <a:pt x="3062" y="3645"/>
                      <a:pt x="3091" y="3664"/>
                      <a:pt x="3122" y="3682"/>
                    </a:cubicBezTo>
                    <a:cubicBezTo>
                      <a:pt x="3158" y="3702"/>
                      <a:pt x="3195" y="3722"/>
                      <a:pt x="3233" y="3740"/>
                    </a:cubicBezTo>
                    <a:cubicBezTo>
                      <a:pt x="3235" y="3742"/>
                      <a:pt x="3238" y="3743"/>
                      <a:pt x="3241" y="3745"/>
                    </a:cubicBezTo>
                    <a:cubicBezTo>
                      <a:pt x="3261" y="3757"/>
                      <a:pt x="3284" y="3763"/>
                      <a:pt x="3307" y="3763"/>
                    </a:cubicBezTo>
                    <a:cubicBezTo>
                      <a:pt x="3308" y="3763"/>
                      <a:pt x="3309" y="3763"/>
                      <a:pt x="3310" y="3763"/>
                    </a:cubicBezTo>
                    <a:cubicBezTo>
                      <a:pt x="3310" y="3776"/>
                      <a:pt x="3308" y="3789"/>
                      <a:pt x="3289" y="3783"/>
                    </a:cubicBezTo>
                    <a:cubicBezTo>
                      <a:pt x="3258" y="3773"/>
                      <a:pt x="3228" y="3762"/>
                      <a:pt x="3198" y="3750"/>
                    </a:cubicBezTo>
                    <a:cubicBezTo>
                      <a:pt x="3180" y="3744"/>
                      <a:pt x="3166" y="3726"/>
                      <a:pt x="3145" y="3732"/>
                    </a:cubicBezTo>
                    <a:cubicBezTo>
                      <a:pt x="3137" y="3721"/>
                      <a:pt x="3127" y="3711"/>
                      <a:pt x="3116" y="3705"/>
                    </a:cubicBezTo>
                    <a:cubicBezTo>
                      <a:pt x="3108" y="3700"/>
                      <a:pt x="3100" y="3698"/>
                      <a:pt x="3092" y="3695"/>
                    </a:cubicBezTo>
                    <a:cubicBezTo>
                      <a:pt x="3077" y="3684"/>
                      <a:pt x="3060" y="3673"/>
                      <a:pt x="3044" y="3664"/>
                    </a:cubicBezTo>
                    <a:cubicBezTo>
                      <a:pt x="3024" y="3652"/>
                      <a:pt x="3005" y="3643"/>
                      <a:pt x="2984" y="3634"/>
                    </a:cubicBezTo>
                    <a:cubicBezTo>
                      <a:pt x="2971" y="3672"/>
                      <a:pt x="2962" y="3710"/>
                      <a:pt x="2958" y="3750"/>
                    </a:cubicBezTo>
                    <a:cubicBezTo>
                      <a:pt x="2955" y="3773"/>
                      <a:pt x="2973" y="3778"/>
                      <a:pt x="2988" y="3782"/>
                    </a:cubicBezTo>
                    <a:cubicBezTo>
                      <a:pt x="3007" y="3787"/>
                      <a:pt x="3007" y="3767"/>
                      <a:pt x="3009" y="3757"/>
                    </a:cubicBezTo>
                    <a:cubicBezTo>
                      <a:pt x="3015" y="3732"/>
                      <a:pt x="3011" y="3705"/>
                      <a:pt x="3032" y="3685"/>
                    </a:cubicBezTo>
                    <a:cubicBezTo>
                      <a:pt x="3032" y="3712"/>
                      <a:pt x="3026" y="3736"/>
                      <a:pt x="3023" y="3761"/>
                    </a:cubicBezTo>
                    <a:cubicBezTo>
                      <a:pt x="3021" y="3775"/>
                      <a:pt x="3011" y="3798"/>
                      <a:pt x="3036" y="3800"/>
                    </a:cubicBezTo>
                    <a:cubicBezTo>
                      <a:pt x="3058" y="3803"/>
                      <a:pt x="3053" y="3781"/>
                      <a:pt x="3056" y="3768"/>
                    </a:cubicBezTo>
                    <a:cubicBezTo>
                      <a:pt x="3059" y="3750"/>
                      <a:pt x="3063" y="3732"/>
                      <a:pt x="3066" y="3715"/>
                    </a:cubicBezTo>
                    <a:cubicBezTo>
                      <a:pt x="3069" y="3698"/>
                      <a:pt x="3080" y="3696"/>
                      <a:pt x="3092" y="3695"/>
                    </a:cubicBezTo>
                    <a:cubicBezTo>
                      <a:pt x="3076" y="3728"/>
                      <a:pt x="3067" y="3764"/>
                      <a:pt x="3066" y="3801"/>
                    </a:cubicBezTo>
                    <a:cubicBezTo>
                      <a:pt x="3066" y="3814"/>
                      <a:pt x="3072" y="3822"/>
                      <a:pt x="3087" y="3812"/>
                    </a:cubicBezTo>
                    <a:cubicBezTo>
                      <a:pt x="3095" y="3806"/>
                      <a:pt x="3101" y="3799"/>
                      <a:pt x="3107" y="3790"/>
                    </a:cubicBezTo>
                    <a:cubicBezTo>
                      <a:pt x="3110" y="3784"/>
                      <a:pt x="3113" y="3776"/>
                      <a:pt x="3115" y="3769"/>
                    </a:cubicBezTo>
                    <a:cubicBezTo>
                      <a:pt x="3118" y="3755"/>
                      <a:pt x="3115" y="3728"/>
                      <a:pt x="3144" y="3732"/>
                    </a:cubicBezTo>
                    <a:cubicBezTo>
                      <a:pt x="3139" y="3747"/>
                      <a:pt x="3134" y="3763"/>
                      <a:pt x="3129" y="3779"/>
                    </a:cubicBezTo>
                    <a:cubicBezTo>
                      <a:pt x="3119" y="3818"/>
                      <a:pt x="3119" y="3818"/>
                      <a:pt x="3161" y="3837"/>
                    </a:cubicBezTo>
                    <a:cubicBezTo>
                      <a:pt x="3180" y="3818"/>
                      <a:pt x="3170" y="3784"/>
                      <a:pt x="3201" y="3762"/>
                    </a:cubicBezTo>
                    <a:lnTo>
                      <a:pt x="3182" y="3832"/>
                    </a:lnTo>
                    <a:cubicBezTo>
                      <a:pt x="3177" y="3852"/>
                      <a:pt x="3191" y="3853"/>
                      <a:pt x="3204" y="3855"/>
                    </a:cubicBezTo>
                    <a:cubicBezTo>
                      <a:pt x="3225" y="3857"/>
                      <a:pt x="3219" y="3847"/>
                      <a:pt x="3211" y="3837"/>
                    </a:cubicBezTo>
                    <a:cubicBezTo>
                      <a:pt x="3203" y="3826"/>
                      <a:pt x="3207" y="3821"/>
                      <a:pt x="3217" y="3825"/>
                    </a:cubicBezTo>
                    <a:cubicBezTo>
                      <a:pt x="3226" y="3828"/>
                      <a:pt x="3236" y="3811"/>
                      <a:pt x="3239" y="3821"/>
                    </a:cubicBezTo>
                    <a:cubicBezTo>
                      <a:pt x="3240" y="3825"/>
                      <a:pt x="3241" y="3828"/>
                      <a:pt x="3243" y="3831"/>
                    </a:cubicBezTo>
                    <a:cubicBezTo>
                      <a:pt x="3246" y="3837"/>
                      <a:pt x="3252" y="3842"/>
                      <a:pt x="3259" y="3846"/>
                    </a:cubicBezTo>
                    <a:cubicBezTo>
                      <a:pt x="3265" y="3850"/>
                      <a:pt x="3272" y="3852"/>
                      <a:pt x="3280" y="3852"/>
                    </a:cubicBezTo>
                    <a:lnTo>
                      <a:pt x="3281" y="3852"/>
                    </a:lnTo>
                    <a:cubicBezTo>
                      <a:pt x="3310" y="3853"/>
                      <a:pt x="3287" y="3816"/>
                      <a:pt x="3319" y="3804"/>
                    </a:cubicBezTo>
                    <a:cubicBezTo>
                      <a:pt x="3291" y="3853"/>
                      <a:pt x="3316" y="3875"/>
                      <a:pt x="3355" y="3888"/>
                    </a:cubicBezTo>
                    <a:cubicBezTo>
                      <a:pt x="3338" y="3906"/>
                      <a:pt x="3319" y="3870"/>
                      <a:pt x="3306" y="3895"/>
                    </a:cubicBezTo>
                    <a:cubicBezTo>
                      <a:pt x="3314" y="3916"/>
                      <a:pt x="3346" y="3900"/>
                      <a:pt x="3350" y="3921"/>
                    </a:cubicBezTo>
                    <a:cubicBezTo>
                      <a:pt x="3355" y="3948"/>
                      <a:pt x="3368" y="3941"/>
                      <a:pt x="3385" y="3937"/>
                    </a:cubicBezTo>
                    <a:cubicBezTo>
                      <a:pt x="3402" y="3933"/>
                      <a:pt x="3426" y="3914"/>
                      <a:pt x="3449" y="3931"/>
                    </a:cubicBezTo>
                    <a:cubicBezTo>
                      <a:pt x="3444" y="3954"/>
                      <a:pt x="3419" y="3960"/>
                      <a:pt x="3416" y="3982"/>
                    </a:cubicBezTo>
                    <a:cubicBezTo>
                      <a:pt x="3421" y="3983"/>
                      <a:pt x="3426" y="3984"/>
                      <a:pt x="3430" y="3984"/>
                    </a:cubicBezTo>
                    <a:cubicBezTo>
                      <a:pt x="3439" y="3984"/>
                      <a:pt x="3448" y="3982"/>
                      <a:pt x="3455" y="3977"/>
                    </a:cubicBezTo>
                    <a:cubicBezTo>
                      <a:pt x="3458" y="3975"/>
                      <a:pt x="3461" y="3973"/>
                      <a:pt x="3464" y="3971"/>
                    </a:cubicBezTo>
                    <a:cubicBezTo>
                      <a:pt x="3510" y="3928"/>
                      <a:pt x="3566" y="3899"/>
                      <a:pt x="3611" y="3857"/>
                    </a:cubicBezTo>
                    <a:cubicBezTo>
                      <a:pt x="3615" y="3854"/>
                      <a:pt x="3618" y="3851"/>
                      <a:pt x="3620" y="3848"/>
                    </a:cubicBezTo>
                    <a:cubicBezTo>
                      <a:pt x="3622" y="3843"/>
                      <a:pt x="3624" y="3838"/>
                      <a:pt x="3624" y="3833"/>
                    </a:cubicBezTo>
                    <a:cubicBezTo>
                      <a:pt x="3624" y="3832"/>
                      <a:pt x="3623" y="3830"/>
                      <a:pt x="3623" y="3828"/>
                    </a:cubicBezTo>
                    <a:cubicBezTo>
                      <a:pt x="3594" y="3837"/>
                      <a:pt x="3594" y="3837"/>
                      <a:pt x="3589" y="3802"/>
                    </a:cubicBezTo>
                    <a:lnTo>
                      <a:pt x="3574" y="3803"/>
                    </a:lnTo>
                    <a:lnTo>
                      <a:pt x="3572" y="3783"/>
                    </a:lnTo>
                    <a:cubicBezTo>
                      <a:pt x="3593" y="3767"/>
                      <a:pt x="3610" y="3747"/>
                      <a:pt x="3624" y="3724"/>
                    </a:cubicBezTo>
                    <a:cubicBezTo>
                      <a:pt x="3628" y="3716"/>
                      <a:pt x="3632" y="3707"/>
                      <a:pt x="3636" y="3699"/>
                    </a:cubicBezTo>
                    <a:cubicBezTo>
                      <a:pt x="3647" y="3675"/>
                      <a:pt x="3650" y="3646"/>
                      <a:pt x="3675" y="3631"/>
                    </a:cubicBezTo>
                    <a:cubicBezTo>
                      <a:pt x="3666" y="3685"/>
                      <a:pt x="3633" y="3731"/>
                      <a:pt x="3613" y="3791"/>
                    </a:cubicBezTo>
                    <a:cubicBezTo>
                      <a:pt x="3616" y="3790"/>
                      <a:pt x="3620" y="3788"/>
                      <a:pt x="3623" y="3786"/>
                    </a:cubicBezTo>
                    <a:cubicBezTo>
                      <a:pt x="3641" y="3776"/>
                      <a:pt x="3655" y="3761"/>
                      <a:pt x="3666" y="3744"/>
                    </a:cubicBezTo>
                    <a:cubicBezTo>
                      <a:pt x="3669" y="3736"/>
                      <a:pt x="3673" y="3728"/>
                      <a:pt x="3678" y="3720"/>
                    </a:cubicBezTo>
                    <a:cubicBezTo>
                      <a:pt x="3684" y="3709"/>
                      <a:pt x="3691" y="3699"/>
                      <a:pt x="3699" y="3689"/>
                    </a:cubicBezTo>
                    <a:cubicBezTo>
                      <a:pt x="3695" y="3699"/>
                      <a:pt x="3690" y="3712"/>
                      <a:pt x="3708" y="3707"/>
                    </a:cubicBezTo>
                    <a:cubicBezTo>
                      <a:pt x="3709" y="3706"/>
                      <a:pt x="3710" y="3706"/>
                      <a:pt x="3710" y="3706"/>
                    </a:cubicBezTo>
                    <a:cubicBezTo>
                      <a:pt x="3714" y="3703"/>
                      <a:pt x="3718" y="3700"/>
                      <a:pt x="3720" y="3696"/>
                    </a:cubicBezTo>
                    <a:cubicBezTo>
                      <a:pt x="3722" y="3692"/>
                      <a:pt x="3724" y="3687"/>
                      <a:pt x="3724" y="3683"/>
                    </a:cubicBezTo>
                    <a:cubicBezTo>
                      <a:pt x="3724" y="3679"/>
                      <a:pt x="3723" y="3676"/>
                      <a:pt x="3722" y="3673"/>
                    </a:cubicBezTo>
                    <a:cubicBezTo>
                      <a:pt x="3718" y="3673"/>
                      <a:pt x="3714" y="3674"/>
                      <a:pt x="3711" y="3676"/>
                    </a:cubicBezTo>
                    <a:cubicBezTo>
                      <a:pt x="3706" y="3679"/>
                      <a:pt x="3702" y="3683"/>
                      <a:pt x="3700" y="3687"/>
                    </a:cubicBezTo>
                    <a:cubicBezTo>
                      <a:pt x="3698" y="3689"/>
                      <a:pt x="3698" y="3690"/>
                      <a:pt x="3698" y="3692"/>
                    </a:cubicBezTo>
                    <a:cubicBezTo>
                      <a:pt x="3704" y="3669"/>
                      <a:pt x="3712" y="3647"/>
                      <a:pt x="3722" y="3625"/>
                    </a:cubicBezTo>
                    <a:cubicBezTo>
                      <a:pt x="3757" y="3546"/>
                      <a:pt x="3799" y="3469"/>
                      <a:pt x="3842" y="3392"/>
                    </a:cubicBezTo>
                    <a:cubicBezTo>
                      <a:pt x="3858" y="3364"/>
                      <a:pt x="3867" y="3331"/>
                      <a:pt x="3867" y="3299"/>
                    </a:cubicBezTo>
                    <a:cubicBezTo>
                      <a:pt x="3867" y="3291"/>
                      <a:pt x="3866" y="3283"/>
                      <a:pt x="3865" y="3275"/>
                    </a:cubicBezTo>
                    <a:cubicBezTo>
                      <a:pt x="3855" y="3283"/>
                      <a:pt x="3846" y="3293"/>
                      <a:pt x="3840" y="3304"/>
                    </a:cubicBezTo>
                    <a:cubicBezTo>
                      <a:pt x="3836" y="3310"/>
                      <a:pt x="3834" y="3316"/>
                      <a:pt x="3832" y="3323"/>
                    </a:cubicBezTo>
                    <a:cubicBezTo>
                      <a:pt x="3788" y="3409"/>
                      <a:pt x="3747" y="3497"/>
                      <a:pt x="3703" y="3583"/>
                    </a:cubicBezTo>
                    <a:cubicBezTo>
                      <a:pt x="3694" y="3600"/>
                      <a:pt x="3691" y="3622"/>
                      <a:pt x="3673" y="3633"/>
                    </a:cubicBezTo>
                    <a:cubicBezTo>
                      <a:pt x="3668" y="3613"/>
                      <a:pt x="3682" y="3598"/>
                      <a:pt x="3689" y="3582"/>
                    </a:cubicBezTo>
                    <a:cubicBezTo>
                      <a:pt x="3731" y="3494"/>
                      <a:pt x="3774" y="3406"/>
                      <a:pt x="3816" y="3318"/>
                    </a:cubicBezTo>
                    <a:cubicBezTo>
                      <a:pt x="3818" y="3316"/>
                      <a:pt x="3819" y="3314"/>
                      <a:pt x="3820" y="3312"/>
                    </a:cubicBezTo>
                    <a:cubicBezTo>
                      <a:pt x="3826" y="3301"/>
                      <a:pt x="3830" y="3289"/>
                      <a:pt x="3832" y="3277"/>
                    </a:cubicBezTo>
                    <a:cubicBezTo>
                      <a:pt x="3803" y="3301"/>
                      <a:pt x="3802" y="3342"/>
                      <a:pt x="3770" y="3360"/>
                    </a:cubicBezTo>
                    <a:cubicBezTo>
                      <a:pt x="3770" y="3356"/>
                      <a:pt x="3770" y="3352"/>
                      <a:pt x="3770" y="3349"/>
                    </a:cubicBezTo>
                    <a:cubicBezTo>
                      <a:pt x="3801" y="3292"/>
                      <a:pt x="3831" y="3235"/>
                      <a:pt x="3862" y="3178"/>
                    </a:cubicBezTo>
                    <a:cubicBezTo>
                      <a:pt x="3864" y="3175"/>
                      <a:pt x="3867" y="3173"/>
                      <a:pt x="3869" y="3171"/>
                    </a:cubicBezTo>
                    <a:cubicBezTo>
                      <a:pt x="3896" y="3197"/>
                      <a:pt x="3903" y="3148"/>
                      <a:pt x="3925" y="3155"/>
                    </a:cubicBezTo>
                    <a:cubicBezTo>
                      <a:pt x="3895" y="3199"/>
                      <a:pt x="3864" y="3244"/>
                      <a:pt x="3884" y="3303"/>
                    </a:cubicBezTo>
                    <a:cubicBezTo>
                      <a:pt x="3901" y="3298"/>
                      <a:pt x="3899" y="3275"/>
                      <a:pt x="3917" y="3277"/>
                    </a:cubicBezTo>
                    <a:cubicBezTo>
                      <a:pt x="3924" y="3318"/>
                      <a:pt x="3885" y="3362"/>
                      <a:pt x="3926" y="3404"/>
                    </a:cubicBezTo>
                    <a:cubicBezTo>
                      <a:pt x="3952" y="3353"/>
                      <a:pt x="3979" y="3305"/>
                      <a:pt x="3954" y="3245"/>
                    </a:cubicBezTo>
                    <a:cubicBezTo>
                      <a:pt x="3942" y="3216"/>
                      <a:pt x="3951" y="3180"/>
                      <a:pt x="3923" y="3156"/>
                    </a:cubicBezTo>
                    <a:cubicBezTo>
                      <a:pt x="3933" y="3098"/>
                      <a:pt x="3890" y="3062"/>
                      <a:pt x="3864" y="3013"/>
                    </a:cubicBezTo>
                    <a:cubicBezTo>
                      <a:pt x="3852" y="3028"/>
                      <a:pt x="3841" y="3043"/>
                      <a:pt x="3832" y="3060"/>
                    </a:cubicBezTo>
                    <a:cubicBezTo>
                      <a:pt x="3817" y="3085"/>
                      <a:pt x="3806" y="3113"/>
                      <a:pt x="3797" y="3141"/>
                    </a:cubicBezTo>
                    <a:lnTo>
                      <a:pt x="3754" y="3228"/>
                    </a:lnTo>
                    <a:cubicBezTo>
                      <a:pt x="3748" y="3238"/>
                      <a:pt x="3743" y="3247"/>
                      <a:pt x="3737" y="3257"/>
                    </a:cubicBezTo>
                    <a:cubicBezTo>
                      <a:pt x="3699" y="3322"/>
                      <a:pt x="3666" y="3390"/>
                      <a:pt x="3636" y="3460"/>
                    </a:cubicBezTo>
                    <a:cubicBezTo>
                      <a:pt x="3627" y="3479"/>
                      <a:pt x="3625" y="3502"/>
                      <a:pt x="3605" y="3515"/>
                    </a:cubicBezTo>
                    <a:cubicBezTo>
                      <a:pt x="3605" y="3514"/>
                      <a:pt x="3604" y="3514"/>
                      <a:pt x="3604" y="3513"/>
                    </a:cubicBezTo>
                    <a:cubicBezTo>
                      <a:pt x="3604" y="3499"/>
                      <a:pt x="3608" y="3485"/>
                      <a:pt x="3615" y="3472"/>
                    </a:cubicBezTo>
                    <a:cubicBezTo>
                      <a:pt x="3616" y="3471"/>
                      <a:pt x="3617" y="3470"/>
                      <a:pt x="3618" y="3468"/>
                    </a:cubicBezTo>
                    <a:cubicBezTo>
                      <a:pt x="3681" y="3324"/>
                      <a:pt x="3748" y="3182"/>
                      <a:pt x="3823" y="3044"/>
                    </a:cubicBezTo>
                    <a:cubicBezTo>
                      <a:pt x="3850" y="2997"/>
                      <a:pt x="3848" y="2991"/>
                      <a:pt x="3817" y="2943"/>
                    </a:cubicBezTo>
                    <a:cubicBezTo>
                      <a:pt x="3807" y="2954"/>
                      <a:pt x="3819" y="2977"/>
                      <a:pt x="3811" y="2978"/>
                    </a:cubicBezTo>
                    <a:cubicBezTo>
                      <a:pt x="3773" y="2981"/>
                      <a:pt x="3775" y="3016"/>
                      <a:pt x="3765" y="3036"/>
                    </a:cubicBezTo>
                    <a:cubicBezTo>
                      <a:pt x="3687" y="3187"/>
                      <a:pt x="3622" y="3345"/>
                      <a:pt x="3553" y="3501"/>
                    </a:cubicBezTo>
                    <a:cubicBezTo>
                      <a:pt x="3546" y="3517"/>
                      <a:pt x="3546" y="3537"/>
                      <a:pt x="3526" y="3545"/>
                    </a:cubicBezTo>
                    <a:cubicBezTo>
                      <a:pt x="3539" y="3498"/>
                      <a:pt x="3553" y="3451"/>
                      <a:pt x="3562" y="3403"/>
                    </a:cubicBezTo>
                    <a:cubicBezTo>
                      <a:pt x="3568" y="3379"/>
                      <a:pt x="3576" y="3356"/>
                      <a:pt x="3589" y="3335"/>
                    </a:cubicBezTo>
                    <a:cubicBezTo>
                      <a:pt x="3595" y="3324"/>
                      <a:pt x="3603" y="3313"/>
                      <a:pt x="3611" y="3303"/>
                    </a:cubicBezTo>
                    <a:lnTo>
                      <a:pt x="3625" y="3288"/>
                    </a:lnTo>
                    <a:cubicBezTo>
                      <a:pt x="3629" y="3284"/>
                      <a:pt x="3632" y="3279"/>
                      <a:pt x="3635" y="3274"/>
                    </a:cubicBezTo>
                    <a:cubicBezTo>
                      <a:pt x="3643" y="3259"/>
                      <a:pt x="3648" y="3242"/>
                      <a:pt x="3648" y="3225"/>
                    </a:cubicBezTo>
                    <a:lnTo>
                      <a:pt x="3647" y="3227"/>
                    </a:lnTo>
                    <a:cubicBezTo>
                      <a:pt x="3650" y="3226"/>
                      <a:pt x="3654" y="3225"/>
                      <a:pt x="3656" y="3223"/>
                    </a:cubicBezTo>
                    <a:cubicBezTo>
                      <a:pt x="3695" y="3141"/>
                      <a:pt x="3733" y="3059"/>
                      <a:pt x="3774" y="2978"/>
                    </a:cubicBezTo>
                    <a:cubicBezTo>
                      <a:pt x="3786" y="2953"/>
                      <a:pt x="3774" y="2941"/>
                      <a:pt x="3757" y="2929"/>
                    </a:cubicBezTo>
                    <a:cubicBezTo>
                      <a:pt x="3753" y="2919"/>
                      <a:pt x="3762" y="2907"/>
                      <a:pt x="3748" y="2897"/>
                    </a:cubicBezTo>
                    <a:cubicBezTo>
                      <a:pt x="3709" y="2950"/>
                      <a:pt x="3689" y="3013"/>
                      <a:pt x="3653" y="3069"/>
                    </a:cubicBezTo>
                    <a:cubicBezTo>
                      <a:pt x="3643" y="3055"/>
                      <a:pt x="3653" y="3046"/>
                      <a:pt x="3657" y="3037"/>
                    </a:cubicBezTo>
                    <a:cubicBezTo>
                      <a:pt x="3678" y="2995"/>
                      <a:pt x="3696" y="2953"/>
                      <a:pt x="3719" y="2914"/>
                    </a:cubicBezTo>
                    <a:cubicBezTo>
                      <a:pt x="3722" y="2911"/>
                      <a:pt x="3724" y="2908"/>
                      <a:pt x="3726" y="2905"/>
                    </a:cubicBezTo>
                    <a:cubicBezTo>
                      <a:pt x="3732" y="2893"/>
                      <a:pt x="3736" y="2881"/>
                      <a:pt x="3736" y="2868"/>
                    </a:cubicBezTo>
                    <a:cubicBezTo>
                      <a:pt x="3736" y="2855"/>
                      <a:pt x="3731" y="2842"/>
                      <a:pt x="3726" y="2831"/>
                    </a:cubicBezTo>
                    <a:cubicBezTo>
                      <a:pt x="3721" y="2823"/>
                      <a:pt x="3716" y="2816"/>
                      <a:pt x="3709" y="2811"/>
                    </a:cubicBezTo>
                    <a:cubicBezTo>
                      <a:pt x="3692" y="2823"/>
                      <a:pt x="3688" y="2845"/>
                      <a:pt x="3679" y="2862"/>
                    </a:cubicBezTo>
                    <a:cubicBezTo>
                      <a:pt x="3650" y="2913"/>
                      <a:pt x="3638" y="2971"/>
                      <a:pt x="3603" y="3019"/>
                    </a:cubicBezTo>
                    <a:cubicBezTo>
                      <a:pt x="3598" y="2997"/>
                      <a:pt x="3611" y="2980"/>
                      <a:pt x="3619" y="2962"/>
                    </a:cubicBezTo>
                    <a:cubicBezTo>
                      <a:pt x="3642" y="2909"/>
                      <a:pt x="3667" y="2856"/>
                      <a:pt x="3690" y="2803"/>
                    </a:cubicBezTo>
                    <a:cubicBezTo>
                      <a:pt x="3696" y="2791"/>
                      <a:pt x="3704" y="2777"/>
                      <a:pt x="3683" y="2768"/>
                    </a:cubicBezTo>
                    <a:cubicBezTo>
                      <a:pt x="3682" y="2770"/>
                      <a:pt x="3681" y="2772"/>
                      <a:pt x="3680" y="2774"/>
                    </a:cubicBezTo>
                    <a:cubicBezTo>
                      <a:pt x="3667" y="2796"/>
                      <a:pt x="3657" y="2819"/>
                      <a:pt x="3648" y="2843"/>
                    </a:cubicBezTo>
                    <a:cubicBezTo>
                      <a:pt x="3628" y="2889"/>
                      <a:pt x="3617" y="2939"/>
                      <a:pt x="3591" y="2983"/>
                    </a:cubicBezTo>
                    <a:cubicBezTo>
                      <a:pt x="3591" y="2983"/>
                      <a:pt x="3591" y="2982"/>
                      <a:pt x="3591" y="2981"/>
                    </a:cubicBezTo>
                    <a:cubicBezTo>
                      <a:pt x="3591" y="2960"/>
                      <a:pt x="3596" y="2939"/>
                      <a:pt x="3605" y="2920"/>
                    </a:cubicBezTo>
                    <a:cubicBezTo>
                      <a:pt x="3625" y="2869"/>
                      <a:pt x="3645" y="2818"/>
                      <a:pt x="3666" y="2767"/>
                    </a:cubicBezTo>
                    <a:cubicBezTo>
                      <a:pt x="3673" y="2748"/>
                      <a:pt x="3678" y="2730"/>
                      <a:pt x="3655" y="2716"/>
                    </a:cubicBezTo>
                    <a:cubicBezTo>
                      <a:pt x="3629" y="2757"/>
                      <a:pt x="3623" y="2804"/>
                      <a:pt x="3596" y="2841"/>
                    </a:cubicBezTo>
                    <a:cubicBezTo>
                      <a:pt x="3602" y="2810"/>
                      <a:pt x="3615" y="2782"/>
                      <a:pt x="3622" y="2753"/>
                    </a:cubicBezTo>
                    <a:cubicBezTo>
                      <a:pt x="3629" y="2723"/>
                      <a:pt x="3660" y="2700"/>
                      <a:pt x="3631" y="2671"/>
                    </a:cubicBezTo>
                    <a:cubicBezTo>
                      <a:pt x="3607" y="2681"/>
                      <a:pt x="3617" y="2712"/>
                      <a:pt x="3591" y="2722"/>
                    </a:cubicBezTo>
                    <a:cubicBezTo>
                      <a:pt x="3599" y="2689"/>
                      <a:pt x="3611" y="2658"/>
                      <a:pt x="3628" y="2629"/>
                    </a:cubicBezTo>
                    <a:cubicBezTo>
                      <a:pt x="3629" y="2627"/>
                      <a:pt x="3630" y="2626"/>
                      <a:pt x="3630" y="2625"/>
                    </a:cubicBezTo>
                    <a:cubicBezTo>
                      <a:pt x="3638" y="2641"/>
                      <a:pt x="3632" y="2662"/>
                      <a:pt x="3654" y="2665"/>
                    </a:cubicBezTo>
                    <a:cubicBezTo>
                      <a:pt x="3671" y="2659"/>
                      <a:pt x="3667" y="2633"/>
                      <a:pt x="3688" y="2629"/>
                    </a:cubicBezTo>
                    <a:cubicBezTo>
                      <a:pt x="3688" y="2658"/>
                      <a:pt x="3647" y="2682"/>
                      <a:pt x="3683" y="2714"/>
                    </a:cubicBezTo>
                    <a:cubicBezTo>
                      <a:pt x="3702" y="2698"/>
                      <a:pt x="3702" y="2672"/>
                      <a:pt x="3721" y="2658"/>
                    </a:cubicBezTo>
                    <a:cubicBezTo>
                      <a:pt x="3729" y="2679"/>
                      <a:pt x="3712" y="2691"/>
                      <a:pt x="3707" y="2708"/>
                    </a:cubicBezTo>
                    <a:cubicBezTo>
                      <a:pt x="3702" y="2724"/>
                      <a:pt x="3684" y="2740"/>
                      <a:pt x="3709" y="2758"/>
                    </a:cubicBezTo>
                    <a:cubicBezTo>
                      <a:pt x="3727" y="2728"/>
                      <a:pt x="3757" y="2698"/>
                      <a:pt x="3758" y="2667"/>
                    </a:cubicBezTo>
                    <a:cubicBezTo>
                      <a:pt x="3758" y="2644"/>
                      <a:pt x="3725" y="2618"/>
                      <a:pt x="3706" y="2594"/>
                    </a:cubicBezTo>
                    <a:cubicBezTo>
                      <a:pt x="3692" y="2577"/>
                      <a:pt x="3677" y="2561"/>
                      <a:pt x="3661" y="2545"/>
                    </a:cubicBezTo>
                    <a:cubicBezTo>
                      <a:pt x="3644" y="2523"/>
                      <a:pt x="3623" y="2504"/>
                      <a:pt x="3599" y="2489"/>
                    </a:cubicBezTo>
                    <a:cubicBezTo>
                      <a:pt x="3578" y="2508"/>
                      <a:pt x="3583" y="2540"/>
                      <a:pt x="3556" y="2551"/>
                    </a:cubicBezTo>
                    <a:cubicBezTo>
                      <a:pt x="3559" y="2521"/>
                      <a:pt x="3585" y="2498"/>
                      <a:pt x="3581" y="2457"/>
                    </a:cubicBezTo>
                    <a:lnTo>
                      <a:pt x="3549" y="2490"/>
                    </a:lnTo>
                    <a:cubicBezTo>
                      <a:pt x="3566" y="2433"/>
                      <a:pt x="3564" y="2427"/>
                      <a:pt x="3503" y="2388"/>
                    </a:cubicBezTo>
                    <a:cubicBezTo>
                      <a:pt x="3496" y="2372"/>
                      <a:pt x="3487" y="2362"/>
                      <a:pt x="3475" y="2383"/>
                    </a:cubicBezTo>
                    <a:cubicBezTo>
                      <a:pt x="3467" y="2407"/>
                      <a:pt x="3458" y="2430"/>
                      <a:pt x="3447" y="2452"/>
                    </a:cubicBezTo>
                    <a:cubicBezTo>
                      <a:pt x="3447" y="2427"/>
                      <a:pt x="3452" y="2402"/>
                      <a:pt x="3461" y="2378"/>
                    </a:cubicBezTo>
                    <a:cubicBezTo>
                      <a:pt x="3464" y="2365"/>
                      <a:pt x="3467" y="2355"/>
                      <a:pt x="3455" y="2343"/>
                    </a:cubicBezTo>
                    <a:cubicBezTo>
                      <a:pt x="3437" y="2327"/>
                      <a:pt x="3417" y="2313"/>
                      <a:pt x="3396" y="2301"/>
                    </a:cubicBezTo>
                    <a:cubicBezTo>
                      <a:pt x="3353" y="2276"/>
                      <a:pt x="3304" y="2260"/>
                      <a:pt x="3254" y="2255"/>
                    </a:cubicBezTo>
                    <a:lnTo>
                      <a:pt x="3338" y="2354"/>
                    </a:lnTo>
                    <a:lnTo>
                      <a:pt x="3358" y="2290"/>
                    </a:lnTo>
                    <a:cubicBezTo>
                      <a:pt x="3361" y="2298"/>
                      <a:pt x="3363" y="2305"/>
                      <a:pt x="3363" y="2313"/>
                    </a:cubicBezTo>
                    <a:cubicBezTo>
                      <a:pt x="3363" y="2321"/>
                      <a:pt x="3361" y="2329"/>
                      <a:pt x="3358" y="2336"/>
                    </a:cubicBezTo>
                    <a:cubicBezTo>
                      <a:pt x="3348" y="2382"/>
                      <a:pt x="3350" y="2386"/>
                      <a:pt x="3392" y="2415"/>
                    </a:cubicBezTo>
                    <a:cubicBezTo>
                      <a:pt x="3391" y="2417"/>
                      <a:pt x="3391" y="2419"/>
                      <a:pt x="3391" y="2421"/>
                    </a:cubicBezTo>
                    <a:cubicBezTo>
                      <a:pt x="3391" y="2423"/>
                      <a:pt x="3390" y="2425"/>
                      <a:pt x="3392" y="2427"/>
                    </a:cubicBezTo>
                    <a:cubicBezTo>
                      <a:pt x="3392" y="2428"/>
                      <a:pt x="3394" y="2429"/>
                      <a:pt x="3395" y="2430"/>
                    </a:cubicBezTo>
                    <a:cubicBezTo>
                      <a:pt x="3403" y="2437"/>
                      <a:pt x="3408" y="2433"/>
                      <a:pt x="3410" y="2425"/>
                    </a:cubicBezTo>
                    <a:cubicBezTo>
                      <a:pt x="3416" y="2398"/>
                      <a:pt x="3422" y="2373"/>
                      <a:pt x="3428" y="2348"/>
                    </a:cubicBezTo>
                    <a:cubicBezTo>
                      <a:pt x="3430" y="2356"/>
                      <a:pt x="3431" y="2365"/>
                      <a:pt x="3431" y="2374"/>
                    </a:cubicBezTo>
                    <a:cubicBezTo>
                      <a:pt x="3431" y="2384"/>
                      <a:pt x="3429" y="2395"/>
                      <a:pt x="3426" y="2406"/>
                    </a:cubicBezTo>
                    <a:cubicBezTo>
                      <a:pt x="3422" y="2422"/>
                      <a:pt x="3419" y="2438"/>
                      <a:pt x="3418" y="2454"/>
                    </a:cubicBezTo>
                    <a:cubicBezTo>
                      <a:pt x="3418" y="2471"/>
                      <a:pt x="3428" y="2481"/>
                      <a:pt x="3448" y="2474"/>
                    </a:cubicBezTo>
                    <a:cubicBezTo>
                      <a:pt x="3448" y="2487"/>
                      <a:pt x="3440" y="2506"/>
                      <a:pt x="3467" y="2503"/>
                    </a:cubicBezTo>
                    <a:cubicBezTo>
                      <a:pt x="3465" y="2512"/>
                      <a:pt x="3464" y="2521"/>
                      <a:pt x="3464" y="2530"/>
                    </a:cubicBezTo>
                    <a:cubicBezTo>
                      <a:pt x="3464" y="2548"/>
                      <a:pt x="3468" y="2565"/>
                      <a:pt x="3475" y="2581"/>
                    </a:cubicBezTo>
                    <a:cubicBezTo>
                      <a:pt x="3479" y="2594"/>
                      <a:pt x="3491" y="2613"/>
                      <a:pt x="3464" y="2619"/>
                    </a:cubicBezTo>
                    <a:lnTo>
                      <a:pt x="3457" y="2597"/>
                    </a:lnTo>
                    <a:cubicBezTo>
                      <a:pt x="3450" y="2575"/>
                      <a:pt x="3441" y="2553"/>
                      <a:pt x="3431" y="2532"/>
                    </a:cubicBezTo>
                    <a:cubicBezTo>
                      <a:pt x="3374" y="2436"/>
                      <a:pt x="3295" y="2355"/>
                      <a:pt x="3201" y="2295"/>
                    </a:cubicBezTo>
                    <a:cubicBezTo>
                      <a:pt x="3180" y="2251"/>
                      <a:pt x="3138" y="2289"/>
                      <a:pt x="3111" y="2269"/>
                    </a:cubicBezTo>
                    <a:cubicBezTo>
                      <a:pt x="3108" y="2283"/>
                      <a:pt x="3125" y="2287"/>
                      <a:pt x="3123" y="2299"/>
                    </a:cubicBezTo>
                    <a:lnTo>
                      <a:pt x="3124" y="2299"/>
                    </a:lnTo>
                    <a:cubicBezTo>
                      <a:pt x="3097" y="2298"/>
                      <a:pt x="3086" y="2273"/>
                      <a:pt x="3069" y="2259"/>
                    </a:cubicBezTo>
                    <a:cubicBezTo>
                      <a:pt x="3056" y="2248"/>
                      <a:pt x="3048" y="2229"/>
                      <a:pt x="3020" y="2232"/>
                    </a:cubicBezTo>
                    <a:lnTo>
                      <a:pt x="3082" y="2302"/>
                    </a:lnTo>
                    <a:cubicBezTo>
                      <a:pt x="3018" y="2266"/>
                      <a:pt x="2983" y="2197"/>
                      <a:pt x="2907" y="2169"/>
                    </a:cubicBezTo>
                    <a:cubicBezTo>
                      <a:pt x="2915" y="2202"/>
                      <a:pt x="2951" y="2210"/>
                      <a:pt x="2950" y="2243"/>
                    </a:cubicBezTo>
                    <a:cubicBezTo>
                      <a:pt x="2890" y="2156"/>
                      <a:pt x="2799" y="2104"/>
                      <a:pt x="2724" y="2034"/>
                    </a:cubicBezTo>
                    <a:cubicBezTo>
                      <a:pt x="2714" y="2022"/>
                      <a:pt x="2702" y="2012"/>
                      <a:pt x="2688" y="2004"/>
                    </a:cubicBezTo>
                    <a:cubicBezTo>
                      <a:pt x="2683" y="2001"/>
                      <a:pt x="2678" y="1998"/>
                      <a:pt x="2672" y="1996"/>
                    </a:cubicBezTo>
                    <a:cubicBezTo>
                      <a:pt x="2684" y="2031"/>
                      <a:pt x="2718" y="2045"/>
                      <a:pt x="2723" y="2077"/>
                    </a:cubicBezTo>
                    <a:cubicBezTo>
                      <a:pt x="2673" y="2047"/>
                      <a:pt x="2644" y="1998"/>
                      <a:pt x="2611" y="1952"/>
                    </a:cubicBezTo>
                    <a:cubicBezTo>
                      <a:pt x="2593" y="1925"/>
                      <a:pt x="2572" y="1900"/>
                      <a:pt x="2549" y="1878"/>
                    </a:cubicBezTo>
                    <a:cubicBezTo>
                      <a:pt x="2521" y="1851"/>
                      <a:pt x="2487" y="1830"/>
                      <a:pt x="2458" y="1806"/>
                    </a:cubicBezTo>
                    <a:cubicBezTo>
                      <a:pt x="2408" y="1765"/>
                      <a:pt x="2365" y="1716"/>
                      <a:pt x="2330" y="1662"/>
                    </a:cubicBezTo>
                    <a:cubicBezTo>
                      <a:pt x="2345" y="1657"/>
                      <a:pt x="2352" y="1668"/>
                      <a:pt x="2360" y="1674"/>
                    </a:cubicBezTo>
                    <a:cubicBezTo>
                      <a:pt x="2424" y="1723"/>
                      <a:pt x="2484" y="1777"/>
                      <a:pt x="2540" y="1835"/>
                    </a:cubicBezTo>
                    <a:cubicBezTo>
                      <a:pt x="2623" y="1921"/>
                      <a:pt x="2711" y="1999"/>
                      <a:pt x="2848" y="2017"/>
                    </a:cubicBezTo>
                    <a:cubicBezTo>
                      <a:pt x="2835" y="2010"/>
                      <a:pt x="2822" y="2003"/>
                      <a:pt x="2810" y="1996"/>
                    </a:cubicBezTo>
                    <a:cubicBezTo>
                      <a:pt x="2766" y="1970"/>
                      <a:pt x="2726" y="1940"/>
                      <a:pt x="2689" y="1905"/>
                    </a:cubicBezTo>
                    <a:cubicBezTo>
                      <a:pt x="2612" y="1824"/>
                      <a:pt x="2533" y="1745"/>
                      <a:pt x="2457" y="1662"/>
                    </a:cubicBezTo>
                    <a:cubicBezTo>
                      <a:pt x="2401" y="1602"/>
                      <a:pt x="2340" y="1545"/>
                      <a:pt x="2275" y="1494"/>
                    </a:cubicBezTo>
                    <a:cubicBezTo>
                      <a:pt x="2137" y="1385"/>
                      <a:pt x="1988" y="1290"/>
                      <a:pt x="1855" y="1174"/>
                    </a:cubicBezTo>
                    <a:cubicBezTo>
                      <a:pt x="1759" y="1086"/>
                      <a:pt x="1656" y="1006"/>
                      <a:pt x="1546" y="936"/>
                    </a:cubicBezTo>
                    <a:cubicBezTo>
                      <a:pt x="1521" y="921"/>
                      <a:pt x="1499" y="901"/>
                      <a:pt x="1476" y="883"/>
                    </a:cubicBezTo>
                    <a:cubicBezTo>
                      <a:pt x="1399" y="827"/>
                      <a:pt x="1335" y="751"/>
                      <a:pt x="1233" y="734"/>
                    </a:cubicBezTo>
                    <a:cubicBezTo>
                      <a:pt x="1197" y="728"/>
                      <a:pt x="1166" y="705"/>
                      <a:pt x="1129" y="695"/>
                    </a:cubicBezTo>
                    <a:cubicBezTo>
                      <a:pt x="1092" y="685"/>
                      <a:pt x="1069" y="648"/>
                      <a:pt x="1041" y="622"/>
                    </a:cubicBezTo>
                    <a:cubicBezTo>
                      <a:pt x="1034" y="616"/>
                      <a:pt x="1020" y="611"/>
                      <a:pt x="1030" y="596"/>
                    </a:cubicBezTo>
                    <a:cubicBezTo>
                      <a:pt x="1066" y="601"/>
                      <a:pt x="1092" y="625"/>
                      <a:pt x="1124" y="641"/>
                    </a:cubicBezTo>
                    <a:cubicBezTo>
                      <a:pt x="1121" y="635"/>
                      <a:pt x="1118" y="629"/>
                      <a:pt x="1115" y="623"/>
                    </a:cubicBezTo>
                    <a:cubicBezTo>
                      <a:pt x="1105" y="606"/>
                      <a:pt x="1090" y="591"/>
                      <a:pt x="1073" y="581"/>
                    </a:cubicBezTo>
                    <a:cubicBezTo>
                      <a:pt x="1024" y="550"/>
                      <a:pt x="981" y="508"/>
                      <a:pt x="924" y="492"/>
                    </a:cubicBezTo>
                    <a:cubicBezTo>
                      <a:pt x="899" y="485"/>
                      <a:pt x="900" y="465"/>
                      <a:pt x="913" y="454"/>
                    </a:cubicBezTo>
                    <a:cubicBezTo>
                      <a:pt x="937" y="432"/>
                      <a:pt x="963" y="413"/>
                      <a:pt x="991" y="396"/>
                    </a:cubicBezTo>
                    <a:cubicBezTo>
                      <a:pt x="1009" y="386"/>
                      <a:pt x="1027" y="378"/>
                      <a:pt x="1046" y="370"/>
                    </a:cubicBezTo>
                    <a:cubicBezTo>
                      <a:pt x="1027" y="387"/>
                      <a:pt x="1007" y="403"/>
                      <a:pt x="986" y="417"/>
                    </a:cubicBezTo>
                    <a:cubicBezTo>
                      <a:pt x="962" y="433"/>
                      <a:pt x="941" y="453"/>
                      <a:pt x="926" y="477"/>
                    </a:cubicBezTo>
                    <a:cubicBezTo>
                      <a:pt x="967" y="479"/>
                      <a:pt x="982" y="446"/>
                      <a:pt x="1007" y="431"/>
                    </a:cubicBezTo>
                    <a:cubicBezTo>
                      <a:pt x="1032" y="416"/>
                      <a:pt x="1052" y="391"/>
                      <a:pt x="1088" y="378"/>
                    </a:cubicBezTo>
                    <a:cubicBezTo>
                      <a:pt x="1065" y="415"/>
                      <a:pt x="1025" y="425"/>
                      <a:pt x="1009" y="467"/>
                    </a:cubicBezTo>
                    <a:cubicBezTo>
                      <a:pt x="1051" y="451"/>
                      <a:pt x="1073" y="420"/>
                      <a:pt x="1110" y="412"/>
                    </a:cubicBezTo>
                    <a:cubicBezTo>
                      <a:pt x="1087" y="436"/>
                      <a:pt x="1061" y="454"/>
                      <a:pt x="1037" y="475"/>
                    </a:cubicBezTo>
                    <a:cubicBezTo>
                      <a:pt x="1027" y="484"/>
                      <a:pt x="996" y="489"/>
                      <a:pt x="1013" y="509"/>
                    </a:cubicBezTo>
                    <a:cubicBezTo>
                      <a:pt x="1030" y="529"/>
                      <a:pt x="1038" y="499"/>
                      <a:pt x="1051" y="492"/>
                    </a:cubicBezTo>
                    <a:cubicBezTo>
                      <a:pt x="1072" y="480"/>
                      <a:pt x="1084" y="452"/>
                      <a:pt x="1121" y="445"/>
                    </a:cubicBezTo>
                    <a:lnTo>
                      <a:pt x="1036" y="534"/>
                    </a:lnTo>
                    <a:cubicBezTo>
                      <a:pt x="1101" y="520"/>
                      <a:pt x="1124" y="466"/>
                      <a:pt x="1172" y="445"/>
                    </a:cubicBezTo>
                    <a:cubicBezTo>
                      <a:pt x="1174" y="463"/>
                      <a:pt x="1158" y="467"/>
                      <a:pt x="1153" y="477"/>
                    </a:cubicBezTo>
                    <a:cubicBezTo>
                      <a:pt x="1139" y="510"/>
                      <a:pt x="1172" y="477"/>
                      <a:pt x="1172" y="497"/>
                    </a:cubicBezTo>
                    <a:cubicBezTo>
                      <a:pt x="1161" y="508"/>
                      <a:pt x="1148" y="522"/>
                      <a:pt x="1134" y="535"/>
                    </a:cubicBezTo>
                    <a:cubicBezTo>
                      <a:pt x="1128" y="542"/>
                      <a:pt x="1119" y="548"/>
                      <a:pt x="1110" y="541"/>
                    </a:cubicBezTo>
                    <a:cubicBezTo>
                      <a:pt x="1095" y="528"/>
                      <a:pt x="1086" y="538"/>
                      <a:pt x="1081" y="549"/>
                    </a:cubicBezTo>
                    <a:cubicBezTo>
                      <a:pt x="1076" y="561"/>
                      <a:pt x="1090" y="567"/>
                      <a:pt x="1098" y="573"/>
                    </a:cubicBezTo>
                    <a:cubicBezTo>
                      <a:pt x="1116" y="585"/>
                      <a:pt x="1129" y="576"/>
                      <a:pt x="1142" y="564"/>
                    </a:cubicBezTo>
                    <a:cubicBezTo>
                      <a:pt x="1167" y="541"/>
                      <a:pt x="1192" y="518"/>
                      <a:pt x="1217" y="495"/>
                    </a:cubicBezTo>
                    <a:cubicBezTo>
                      <a:pt x="1209" y="533"/>
                      <a:pt x="1175" y="551"/>
                      <a:pt x="1157" y="581"/>
                    </a:cubicBezTo>
                    <a:cubicBezTo>
                      <a:pt x="1177" y="590"/>
                      <a:pt x="1183" y="561"/>
                      <a:pt x="1202" y="569"/>
                    </a:cubicBezTo>
                    <a:cubicBezTo>
                      <a:pt x="1202" y="590"/>
                      <a:pt x="1171" y="593"/>
                      <a:pt x="1171" y="622"/>
                    </a:cubicBezTo>
                    <a:cubicBezTo>
                      <a:pt x="1209" y="607"/>
                      <a:pt x="1231" y="574"/>
                      <a:pt x="1267" y="558"/>
                    </a:cubicBezTo>
                    <a:cubicBezTo>
                      <a:pt x="1263" y="577"/>
                      <a:pt x="1256" y="596"/>
                      <a:pt x="1246" y="613"/>
                    </a:cubicBezTo>
                    <a:cubicBezTo>
                      <a:pt x="1240" y="623"/>
                      <a:pt x="1234" y="632"/>
                      <a:pt x="1226" y="641"/>
                    </a:cubicBezTo>
                    <a:cubicBezTo>
                      <a:pt x="1244" y="654"/>
                      <a:pt x="1258" y="655"/>
                      <a:pt x="1268" y="641"/>
                    </a:cubicBezTo>
                    <a:cubicBezTo>
                      <a:pt x="1274" y="634"/>
                      <a:pt x="1280" y="626"/>
                      <a:pt x="1284" y="618"/>
                    </a:cubicBezTo>
                    <a:cubicBezTo>
                      <a:pt x="1295" y="599"/>
                      <a:pt x="1302" y="578"/>
                      <a:pt x="1303" y="556"/>
                    </a:cubicBezTo>
                    <a:cubicBezTo>
                      <a:pt x="1303" y="523"/>
                      <a:pt x="1303" y="490"/>
                      <a:pt x="1303" y="457"/>
                    </a:cubicBezTo>
                    <a:cubicBezTo>
                      <a:pt x="1315" y="454"/>
                      <a:pt x="1330" y="457"/>
                      <a:pt x="1331" y="439"/>
                    </a:cubicBezTo>
                    <a:cubicBezTo>
                      <a:pt x="1332" y="436"/>
                      <a:pt x="1332" y="433"/>
                      <a:pt x="1332" y="430"/>
                    </a:cubicBezTo>
                    <a:cubicBezTo>
                      <a:pt x="1332" y="407"/>
                      <a:pt x="1329" y="385"/>
                      <a:pt x="1322" y="363"/>
                    </a:cubicBezTo>
                    <a:cubicBezTo>
                      <a:pt x="1320" y="353"/>
                      <a:pt x="1311" y="350"/>
                      <a:pt x="1301" y="354"/>
                    </a:cubicBezTo>
                    <a:cubicBezTo>
                      <a:pt x="1291" y="358"/>
                      <a:pt x="1280" y="361"/>
                      <a:pt x="1269" y="363"/>
                    </a:cubicBezTo>
                    <a:cubicBezTo>
                      <a:pt x="1201" y="369"/>
                      <a:pt x="1131" y="383"/>
                      <a:pt x="1077" y="322"/>
                    </a:cubicBezTo>
                    <a:cubicBezTo>
                      <a:pt x="1087" y="322"/>
                      <a:pt x="1100" y="329"/>
                      <a:pt x="1105" y="315"/>
                    </a:cubicBezTo>
                    <a:cubicBezTo>
                      <a:pt x="1116" y="291"/>
                      <a:pt x="1121" y="266"/>
                      <a:pt x="1121" y="239"/>
                    </a:cubicBezTo>
                    <a:cubicBezTo>
                      <a:pt x="1121" y="225"/>
                      <a:pt x="1120" y="211"/>
                      <a:pt x="1116" y="197"/>
                    </a:cubicBezTo>
                    <a:lnTo>
                      <a:pt x="1037" y="233"/>
                    </a:lnTo>
                    <a:cubicBezTo>
                      <a:pt x="1052" y="261"/>
                      <a:pt x="1064" y="290"/>
                      <a:pt x="1072" y="320"/>
                    </a:cubicBezTo>
                    <a:cubicBezTo>
                      <a:pt x="1063" y="314"/>
                      <a:pt x="1055" y="306"/>
                      <a:pt x="1050" y="297"/>
                    </a:cubicBezTo>
                    <a:cubicBezTo>
                      <a:pt x="1045" y="289"/>
                      <a:pt x="1042" y="280"/>
                      <a:pt x="1042" y="271"/>
                    </a:cubicBezTo>
                    <a:cubicBezTo>
                      <a:pt x="1039" y="258"/>
                      <a:pt x="987" y="280"/>
                      <a:pt x="1023" y="244"/>
                    </a:cubicBezTo>
                    <a:cubicBezTo>
                      <a:pt x="1025" y="243"/>
                      <a:pt x="1017" y="238"/>
                      <a:pt x="1012" y="236"/>
                    </a:cubicBezTo>
                    <a:cubicBezTo>
                      <a:pt x="955" y="218"/>
                      <a:pt x="954" y="216"/>
                      <a:pt x="966" y="157"/>
                    </a:cubicBezTo>
                    <a:cubicBezTo>
                      <a:pt x="971" y="139"/>
                      <a:pt x="973" y="121"/>
                      <a:pt x="973" y="102"/>
                    </a:cubicBezTo>
                    <a:cubicBezTo>
                      <a:pt x="973" y="93"/>
                      <a:pt x="972" y="84"/>
                      <a:pt x="971" y="75"/>
                    </a:cubicBezTo>
                    <a:cubicBezTo>
                      <a:pt x="949" y="79"/>
                      <a:pt x="946" y="105"/>
                      <a:pt x="926" y="106"/>
                    </a:cubicBezTo>
                    <a:moveTo>
                      <a:pt x="3286" y="4335"/>
                    </a:moveTo>
                    <a:cubicBezTo>
                      <a:pt x="3293" y="4334"/>
                      <a:pt x="3300" y="4331"/>
                      <a:pt x="3306" y="4328"/>
                    </a:cubicBezTo>
                    <a:cubicBezTo>
                      <a:pt x="3315" y="4322"/>
                      <a:pt x="3323" y="4315"/>
                      <a:pt x="3328" y="4307"/>
                    </a:cubicBezTo>
                    <a:cubicBezTo>
                      <a:pt x="3329" y="4305"/>
                      <a:pt x="3329" y="4304"/>
                      <a:pt x="3330" y="4302"/>
                    </a:cubicBezTo>
                    <a:cubicBezTo>
                      <a:pt x="3346" y="4296"/>
                      <a:pt x="3362" y="4289"/>
                      <a:pt x="3377" y="4280"/>
                    </a:cubicBezTo>
                    <a:cubicBezTo>
                      <a:pt x="3405" y="4264"/>
                      <a:pt x="3430" y="4244"/>
                      <a:pt x="3451" y="4219"/>
                    </a:cubicBezTo>
                    <a:cubicBezTo>
                      <a:pt x="3414" y="4237"/>
                      <a:pt x="3386" y="4254"/>
                      <a:pt x="3356" y="4265"/>
                    </a:cubicBezTo>
                    <a:cubicBezTo>
                      <a:pt x="3353" y="4266"/>
                      <a:pt x="3351" y="4266"/>
                      <a:pt x="3348" y="4268"/>
                    </a:cubicBezTo>
                    <a:cubicBezTo>
                      <a:pt x="3342" y="4270"/>
                      <a:pt x="3338" y="4275"/>
                      <a:pt x="3335" y="4281"/>
                    </a:cubicBezTo>
                    <a:cubicBezTo>
                      <a:pt x="3332" y="4286"/>
                      <a:pt x="3330" y="4293"/>
                      <a:pt x="3330" y="4299"/>
                    </a:cubicBezTo>
                    <a:cubicBezTo>
                      <a:pt x="3330" y="4301"/>
                      <a:pt x="3331" y="4302"/>
                      <a:pt x="3331" y="4303"/>
                    </a:cubicBezTo>
                    <a:cubicBezTo>
                      <a:pt x="3323" y="4304"/>
                      <a:pt x="3316" y="4306"/>
                      <a:pt x="3310" y="4310"/>
                    </a:cubicBezTo>
                    <a:cubicBezTo>
                      <a:pt x="3302" y="4315"/>
                      <a:pt x="3295" y="4321"/>
                      <a:pt x="3291" y="4329"/>
                    </a:cubicBezTo>
                    <a:cubicBezTo>
                      <a:pt x="3289" y="4332"/>
                      <a:pt x="3288" y="4334"/>
                      <a:pt x="3287" y="4337"/>
                    </a:cubicBezTo>
                    <a:cubicBezTo>
                      <a:pt x="3266" y="4334"/>
                      <a:pt x="3256" y="4347"/>
                      <a:pt x="3248" y="4363"/>
                    </a:cubicBezTo>
                    <a:cubicBezTo>
                      <a:pt x="3264" y="4359"/>
                      <a:pt x="3280" y="4354"/>
                      <a:pt x="3286" y="4335"/>
                    </a:cubicBezTo>
                    <a:moveTo>
                      <a:pt x="2719" y="3830"/>
                    </a:moveTo>
                    <a:cubicBezTo>
                      <a:pt x="2729" y="3820"/>
                      <a:pt x="2743" y="3835"/>
                      <a:pt x="2754" y="3825"/>
                    </a:cubicBezTo>
                    <a:cubicBezTo>
                      <a:pt x="2761" y="3820"/>
                      <a:pt x="2769" y="3814"/>
                      <a:pt x="2766" y="3804"/>
                    </a:cubicBezTo>
                    <a:lnTo>
                      <a:pt x="2766" y="3803"/>
                    </a:lnTo>
                    <a:cubicBezTo>
                      <a:pt x="2764" y="3800"/>
                      <a:pt x="2761" y="3796"/>
                      <a:pt x="2758" y="3795"/>
                    </a:cubicBezTo>
                    <a:cubicBezTo>
                      <a:pt x="2757" y="3794"/>
                      <a:pt x="2756" y="3794"/>
                      <a:pt x="2755" y="3794"/>
                    </a:cubicBezTo>
                    <a:cubicBezTo>
                      <a:pt x="2752" y="3792"/>
                      <a:pt x="2749" y="3792"/>
                      <a:pt x="2747" y="3792"/>
                    </a:cubicBezTo>
                    <a:cubicBezTo>
                      <a:pt x="2744" y="3792"/>
                      <a:pt x="2742" y="3792"/>
                      <a:pt x="2740" y="3794"/>
                    </a:cubicBezTo>
                    <a:cubicBezTo>
                      <a:pt x="2737" y="3795"/>
                      <a:pt x="2736" y="3796"/>
                      <a:pt x="2735" y="3799"/>
                    </a:cubicBezTo>
                    <a:cubicBezTo>
                      <a:pt x="2734" y="3800"/>
                      <a:pt x="2734" y="3801"/>
                      <a:pt x="2734" y="3802"/>
                    </a:cubicBezTo>
                    <a:cubicBezTo>
                      <a:pt x="2730" y="3812"/>
                      <a:pt x="2724" y="3821"/>
                      <a:pt x="2719" y="3831"/>
                    </a:cubicBezTo>
                    <a:cubicBezTo>
                      <a:pt x="2719" y="3810"/>
                      <a:pt x="2738" y="3785"/>
                      <a:pt x="2707" y="3770"/>
                    </a:cubicBezTo>
                    <a:cubicBezTo>
                      <a:pt x="2698" y="3766"/>
                      <a:pt x="2688" y="3758"/>
                      <a:pt x="2681" y="3772"/>
                    </a:cubicBezTo>
                    <a:cubicBezTo>
                      <a:pt x="2674" y="3786"/>
                      <a:pt x="2670" y="3794"/>
                      <a:pt x="2685" y="3804"/>
                    </a:cubicBezTo>
                    <a:cubicBezTo>
                      <a:pt x="2699" y="3813"/>
                      <a:pt x="2717" y="3809"/>
                      <a:pt x="2719" y="3830"/>
                    </a:cubicBezTo>
                    <a:moveTo>
                      <a:pt x="2409" y="4398"/>
                    </a:moveTo>
                    <a:cubicBezTo>
                      <a:pt x="2398" y="4406"/>
                      <a:pt x="2409" y="4367"/>
                      <a:pt x="2392" y="4389"/>
                    </a:cubicBezTo>
                    <a:cubicBezTo>
                      <a:pt x="2389" y="4393"/>
                      <a:pt x="2386" y="4397"/>
                      <a:pt x="2384" y="4401"/>
                    </a:cubicBezTo>
                    <a:cubicBezTo>
                      <a:pt x="2379" y="4410"/>
                      <a:pt x="2376" y="4420"/>
                      <a:pt x="2376" y="4430"/>
                    </a:cubicBezTo>
                    <a:lnTo>
                      <a:pt x="2376" y="4431"/>
                    </a:lnTo>
                    <a:cubicBezTo>
                      <a:pt x="2394" y="4424"/>
                      <a:pt x="2391" y="4399"/>
                      <a:pt x="2411" y="4396"/>
                    </a:cubicBezTo>
                    <a:cubicBezTo>
                      <a:pt x="2409" y="4415"/>
                      <a:pt x="2393" y="4431"/>
                      <a:pt x="2396" y="4453"/>
                    </a:cubicBezTo>
                    <a:cubicBezTo>
                      <a:pt x="2398" y="4452"/>
                      <a:pt x="2400" y="4450"/>
                      <a:pt x="2401" y="4450"/>
                    </a:cubicBezTo>
                    <a:cubicBezTo>
                      <a:pt x="2409" y="4445"/>
                      <a:pt x="2415" y="4439"/>
                      <a:pt x="2420" y="4431"/>
                    </a:cubicBezTo>
                    <a:lnTo>
                      <a:pt x="2421" y="4430"/>
                    </a:lnTo>
                    <a:cubicBezTo>
                      <a:pt x="2445" y="4401"/>
                      <a:pt x="2465" y="4369"/>
                      <a:pt x="2485" y="4337"/>
                    </a:cubicBezTo>
                    <a:cubicBezTo>
                      <a:pt x="2487" y="4332"/>
                      <a:pt x="2490" y="4329"/>
                      <a:pt x="2492" y="4324"/>
                    </a:cubicBezTo>
                    <a:cubicBezTo>
                      <a:pt x="2493" y="4324"/>
                      <a:pt x="2494" y="4323"/>
                      <a:pt x="2496" y="4323"/>
                    </a:cubicBezTo>
                    <a:cubicBezTo>
                      <a:pt x="2515" y="4311"/>
                      <a:pt x="2531" y="4295"/>
                      <a:pt x="2542" y="4276"/>
                    </a:cubicBezTo>
                    <a:cubicBezTo>
                      <a:pt x="2547" y="4268"/>
                      <a:pt x="2550" y="4260"/>
                      <a:pt x="2553" y="4251"/>
                    </a:cubicBezTo>
                    <a:cubicBezTo>
                      <a:pt x="2571" y="4209"/>
                      <a:pt x="2588" y="4165"/>
                      <a:pt x="2603" y="4122"/>
                    </a:cubicBezTo>
                    <a:cubicBezTo>
                      <a:pt x="2606" y="4113"/>
                      <a:pt x="2618" y="4102"/>
                      <a:pt x="2603" y="4089"/>
                    </a:cubicBezTo>
                    <a:cubicBezTo>
                      <a:pt x="2561" y="4165"/>
                      <a:pt x="2524" y="4243"/>
                      <a:pt x="2493" y="4324"/>
                    </a:cubicBezTo>
                    <a:cubicBezTo>
                      <a:pt x="2492" y="4324"/>
                      <a:pt x="2490" y="4324"/>
                      <a:pt x="2488" y="4324"/>
                    </a:cubicBezTo>
                    <a:cubicBezTo>
                      <a:pt x="2477" y="4324"/>
                      <a:pt x="2465" y="4327"/>
                      <a:pt x="2455" y="4333"/>
                    </a:cubicBezTo>
                    <a:cubicBezTo>
                      <a:pt x="2445" y="4338"/>
                      <a:pt x="2437" y="4347"/>
                      <a:pt x="2431" y="4357"/>
                    </a:cubicBezTo>
                    <a:cubicBezTo>
                      <a:pt x="2428" y="4362"/>
                      <a:pt x="2426" y="4367"/>
                      <a:pt x="2425" y="4373"/>
                    </a:cubicBezTo>
                    <a:cubicBezTo>
                      <a:pt x="2423" y="4376"/>
                      <a:pt x="2422" y="4379"/>
                      <a:pt x="2420" y="4382"/>
                    </a:cubicBezTo>
                    <a:cubicBezTo>
                      <a:pt x="2417" y="4388"/>
                      <a:pt x="2413" y="4393"/>
                      <a:pt x="2409" y="4398"/>
                    </a:cubicBezTo>
                    <a:moveTo>
                      <a:pt x="3069" y="3908"/>
                    </a:moveTo>
                    <a:cubicBezTo>
                      <a:pt x="3058" y="3925"/>
                      <a:pt x="3054" y="3954"/>
                      <a:pt x="3024" y="3928"/>
                    </a:cubicBezTo>
                    <a:cubicBezTo>
                      <a:pt x="3023" y="3927"/>
                      <a:pt x="3021" y="3926"/>
                      <a:pt x="3020" y="3925"/>
                    </a:cubicBezTo>
                    <a:cubicBezTo>
                      <a:pt x="3012" y="3920"/>
                      <a:pt x="3003" y="3917"/>
                      <a:pt x="2994" y="3915"/>
                    </a:cubicBezTo>
                    <a:cubicBezTo>
                      <a:pt x="2958" y="3900"/>
                      <a:pt x="2921" y="3890"/>
                      <a:pt x="2882" y="3886"/>
                    </a:cubicBezTo>
                    <a:cubicBezTo>
                      <a:pt x="2948" y="3926"/>
                      <a:pt x="3044" y="3958"/>
                      <a:pt x="3092" y="3956"/>
                    </a:cubicBezTo>
                    <a:cubicBezTo>
                      <a:pt x="3092" y="3945"/>
                      <a:pt x="3089" y="3935"/>
                      <a:pt x="3083" y="3925"/>
                    </a:cubicBezTo>
                    <a:cubicBezTo>
                      <a:pt x="3079" y="3918"/>
                      <a:pt x="3073" y="3912"/>
                      <a:pt x="3067" y="3907"/>
                    </a:cubicBezTo>
                    <a:cubicBezTo>
                      <a:pt x="3075" y="3902"/>
                      <a:pt x="3089" y="3911"/>
                      <a:pt x="3093" y="3897"/>
                    </a:cubicBezTo>
                    <a:cubicBezTo>
                      <a:pt x="3085" y="3884"/>
                      <a:pt x="3071" y="3873"/>
                      <a:pt x="3059" y="3882"/>
                    </a:cubicBezTo>
                    <a:cubicBezTo>
                      <a:pt x="3047" y="3890"/>
                      <a:pt x="3069" y="3898"/>
                      <a:pt x="3069" y="3908"/>
                    </a:cubicBezTo>
                    <a:moveTo>
                      <a:pt x="2234" y="4286"/>
                    </a:moveTo>
                    <a:lnTo>
                      <a:pt x="2109" y="4322"/>
                    </a:lnTo>
                    <a:cubicBezTo>
                      <a:pt x="2093" y="4327"/>
                      <a:pt x="2078" y="4332"/>
                      <a:pt x="2063" y="4341"/>
                    </a:cubicBezTo>
                    <a:cubicBezTo>
                      <a:pt x="2044" y="4351"/>
                      <a:pt x="2028" y="4366"/>
                      <a:pt x="2014" y="4383"/>
                    </a:cubicBezTo>
                    <a:cubicBezTo>
                      <a:pt x="2020" y="4383"/>
                      <a:pt x="2024" y="4385"/>
                      <a:pt x="2027" y="4384"/>
                    </a:cubicBezTo>
                    <a:cubicBezTo>
                      <a:pt x="2091" y="4360"/>
                      <a:pt x="2152" y="4325"/>
                      <a:pt x="2218" y="4305"/>
                    </a:cubicBezTo>
                    <a:cubicBezTo>
                      <a:pt x="2229" y="4302"/>
                      <a:pt x="2229" y="4292"/>
                      <a:pt x="2234" y="4284"/>
                    </a:cubicBezTo>
                    <a:cubicBezTo>
                      <a:pt x="2275" y="4298"/>
                      <a:pt x="2302" y="4268"/>
                      <a:pt x="2336" y="4255"/>
                    </a:cubicBezTo>
                    <a:cubicBezTo>
                      <a:pt x="2327" y="4238"/>
                      <a:pt x="2317" y="4236"/>
                      <a:pt x="2304" y="4245"/>
                    </a:cubicBezTo>
                    <a:cubicBezTo>
                      <a:pt x="2281" y="4260"/>
                      <a:pt x="2257" y="4271"/>
                      <a:pt x="2234" y="4286"/>
                    </a:cubicBezTo>
                    <a:moveTo>
                      <a:pt x="3794" y="3585"/>
                    </a:moveTo>
                    <a:cubicBezTo>
                      <a:pt x="3790" y="3567"/>
                      <a:pt x="3805" y="3554"/>
                      <a:pt x="3808" y="3539"/>
                    </a:cubicBezTo>
                    <a:cubicBezTo>
                      <a:pt x="3811" y="3523"/>
                      <a:pt x="3820" y="3510"/>
                      <a:pt x="3806" y="3496"/>
                    </a:cubicBezTo>
                    <a:cubicBezTo>
                      <a:pt x="3800" y="3503"/>
                      <a:pt x="3795" y="3510"/>
                      <a:pt x="3791" y="3518"/>
                    </a:cubicBezTo>
                    <a:cubicBezTo>
                      <a:pt x="3768" y="3556"/>
                      <a:pt x="3757" y="3600"/>
                      <a:pt x="3756" y="3645"/>
                    </a:cubicBezTo>
                    <a:cubicBezTo>
                      <a:pt x="3776" y="3629"/>
                      <a:pt x="3772" y="3596"/>
                      <a:pt x="3796" y="3583"/>
                    </a:cubicBezTo>
                    <a:cubicBezTo>
                      <a:pt x="3769" y="3646"/>
                      <a:pt x="3759" y="3717"/>
                      <a:pt x="3721" y="3777"/>
                    </a:cubicBezTo>
                    <a:cubicBezTo>
                      <a:pt x="3734" y="3761"/>
                      <a:pt x="3760" y="3763"/>
                      <a:pt x="3769" y="3739"/>
                    </a:cubicBezTo>
                    <a:cubicBezTo>
                      <a:pt x="3779" y="3711"/>
                      <a:pt x="3797" y="3684"/>
                      <a:pt x="3806" y="3655"/>
                    </a:cubicBezTo>
                    <a:cubicBezTo>
                      <a:pt x="3810" y="3646"/>
                      <a:pt x="3812" y="3637"/>
                      <a:pt x="3812" y="3628"/>
                    </a:cubicBezTo>
                    <a:cubicBezTo>
                      <a:pt x="3812" y="3617"/>
                      <a:pt x="3808" y="3605"/>
                      <a:pt x="3803" y="3596"/>
                    </a:cubicBezTo>
                    <a:cubicBezTo>
                      <a:pt x="3800" y="3591"/>
                      <a:pt x="3798" y="3587"/>
                      <a:pt x="3794" y="3583"/>
                    </a:cubicBezTo>
                    <a:lnTo>
                      <a:pt x="3794" y="3585"/>
                    </a:lnTo>
                    <a:moveTo>
                      <a:pt x="2439" y="4061"/>
                    </a:moveTo>
                    <a:cubicBezTo>
                      <a:pt x="2450" y="4065"/>
                      <a:pt x="2470" y="4068"/>
                      <a:pt x="2449" y="4084"/>
                    </a:cubicBezTo>
                    <a:cubicBezTo>
                      <a:pt x="2424" y="4103"/>
                      <a:pt x="2404" y="4127"/>
                      <a:pt x="2388" y="4154"/>
                    </a:cubicBezTo>
                    <a:cubicBezTo>
                      <a:pt x="2403" y="4162"/>
                      <a:pt x="2414" y="4165"/>
                      <a:pt x="2424" y="4158"/>
                    </a:cubicBezTo>
                    <a:cubicBezTo>
                      <a:pt x="2462" y="4133"/>
                      <a:pt x="2475" y="4088"/>
                      <a:pt x="2503" y="4055"/>
                    </a:cubicBezTo>
                    <a:cubicBezTo>
                      <a:pt x="2504" y="4053"/>
                      <a:pt x="2505" y="4051"/>
                      <a:pt x="2505" y="4049"/>
                    </a:cubicBezTo>
                    <a:cubicBezTo>
                      <a:pt x="2505" y="4046"/>
                      <a:pt x="2504" y="4044"/>
                      <a:pt x="2503" y="4042"/>
                    </a:cubicBezTo>
                    <a:cubicBezTo>
                      <a:pt x="2502" y="4040"/>
                      <a:pt x="2500" y="4038"/>
                      <a:pt x="2498" y="4037"/>
                    </a:cubicBezTo>
                    <a:cubicBezTo>
                      <a:pt x="2496" y="4036"/>
                      <a:pt x="2494" y="4035"/>
                      <a:pt x="2492" y="4035"/>
                    </a:cubicBezTo>
                    <a:cubicBezTo>
                      <a:pt x="2471" y="4037"/>
                      <a:pt x="2447" y="4030"/>
                      <a:pt x="2436" y="4057"/>
                    </a:cubicBezTo>
                    <a:cubicBezTo>
                      <a:pt x="2372" y="4084"/>
                      <a:pt x="2341" y="4121"/>
                      <a:pt x="2341" y="4177"/>
                    </a:cubicBezTo>
                    <a:lnTo>
                      <a:pt x="2439" y="4061"/>
                    </a:lnTo>
                    <a:moveTo>
                      <a:pt x="3153" y="3972"/>
                    </a:moveTo>
                    <a:cubicBezTo>
                      <a:pt x="3151" y="3911"/>
                      <a:pt x="3151" y="3911"/>
                      <a:pt x="3114" y="3902"/>
                    </a:cubicBezTo>
                    <a:cubicBezTo>
                      <a:pt x="3102" y="3966"/>
                      <a:pt x="3104" y="3969"/>
                      <a:pt x="3155" y="3971"/>
                    </a:cubicBezTo>
                    <a:lnTo>
                      <a:pt x="3181" y="4001"/>
                    </a:lnTo>
                    <a:cubicBezTo>
                      <a:pt x="3201" y="3998"/>
                      <a:pt x="3194" y="3967"/>
                      <a:pt x="3221" y="3972"/>
                    </a:cubicBezTo>
                    <a:cubicBezTo>
                      <a:pt x="3231" y="3986"/>
                      <a:pt x="3219" y="4008"/>
                      <a:pt x="3229" y="4023"/>
                    </a:cubicBezTo>
                    <a:cubicBezTo>
                      <a:pt x="3284" y="4014"/>
                      <a:pt x="3294" y="3963"/>
                      <a:pt x="3325" y="3930"/>
                    </a:cubicBezTo>
                    <a:cubicBezTo>
                      <a:pt x="3303" y="3937"/>
                      <a:pt x="3281" y="3942"/>
                      <a:pt x="3258" y="3944"/>
                    </a:cubicBezTo>
                    <a:cubicBezTo>
                      <a:pt x="3223" y="3954"/>
                      <a:pt x="3185" y="3952"/>
                      <a:pt x="3153" y="3972"/>
                    </a:cubicBezTo>
                    <a:moveTo>
                      <a:pt x="2566" y="3977"/>
                    </a:moveTo>
                    <a:cubicBezTo>
                      <a:pt x="2579" y="3979"/>
                      <a:pt x="2591" y="3980"/>
                      <a:pt x="2604" y="3982"/>
                    </a:cubicBezTo>
                    <a:cubicBezTo>
                      <a:pt x="2616" y="3983"/>
                      <a:pt x="2623" y="3983"/>
                      <a:pt x="2624" y="3971"/>
                    </a:cubicBezTo>
                    <a:cubicBezTo>
                      <a:pt x="2625" y="3958"/>
                      <a:pt x="2624" y="3950"/>
                      <a:pt x="2609" y="3948"/>
                    </a:cubicBezTo>
                    <a:cubicBezTo>
                      <a:pt x="2536" y="3938"/>
                      <a:pt x="2464" y="3927"/>
                      <a:pt x="2390" y="3916"/>
                    </a:cubicBezTo>
                    <a:cubicBezTo>
                      <a:pt x="2390" y="3932"/>
                      <a:pt x="2396" y="3939"/>
                      <a:pt x="2410" y="3938"/>
                    </a:cubicBezTo>
                    <a:cubicBezTo>
                      <a:pt x="2412" y="3938"/>
                      <a:pt x="2415" y="3938"/>
                      <a:pt x="2417" y="3938"/>
                    </a:cubicBezTo>
                    <a:cubicBezTo>
                      <a:pt x="2429" y="3938"/>
                      <a:pt x="2440" y="3941"/>
                      <a:pt x="2450" y="3946"/>
                    </a:cubicBezTo>
                    <a:cubicBezTo>
                      <a:pt x="2454" y="3948"/>
                      <a:pt x="2457" y="3951"/>
                      <a:pt x="2460" y="3954"/>
                    </a:cubicBezTo>
                    <a:cubicBezTo>
                      <a:pt x="2455" y="3954"/>
                      <a:pt x="2448" y="3954"/>
                      <a:pt x="2445" y="3957"/>
                    </a:cubicBezTo>
                    <a:cubicBezTo>
                      <a:pt x="2441" y="3960"/>
                      <a:pt x="2441" y="3970"/>
                      <a:pt x="2449" y="3972"/>
                    </a:cubicBezTo>
                    <a:cubicBezTo>
                      <a:pt x="2482" y="3981"/>
                      <a:pt x="2515" y="3989"/>
                      <a:pt x="2553" y="3998"/>
                    </a:cubicBezTo>
                    <a:cubicBezTo>
                      <a:pt x="2542" y="4000"/>
                      <a:pt x="2532" y="4002"/>
                      <a:pt x="2522" y="4006"/>
                    </a:cubicBezTo>
                    <a:cubicBezTo>
                      <a:pt x="2516" y="4009"/>
                      <a:pt x="2512" y="4019"/>
                      <a:pt x="2522" y="4022"/>
                    </a:cubicBezTo>
                    <a:cubicBezTo>
                      <a:pt x="2526" y="4023"/>
                      <a:pt x="2530" y="4024"/>
                      <a:pt x="2535" y="4024"/>
                    </a:cubicBezTo>
                    <a:cubicBezTo>
                      <a:pt x="2546" y="4024"/>
                      <a:pt x="2556" y="4021"/>
                      <a:pt x="2566" y="4015"/>
                    </a:cubicBezTo>
                    <a:cubicBezTo>
                      <a:pt x="2570" y="4013"/>
                      <a:pt x="2573" y="4010"/>
                      <a:pt x="2576" y="4007"/>
                    </a:cubicBezTo>
                    <a:cubicBezTo>
                      <a:pt x="2589" y="3999"/>
                      <a:pt x="2566" y="3989"/>
                      <a:pt x="2566" y="3977"/>
                    </a:cubicBezTo>
                    <a:moveTo>
                      <a:pt x="4119" y="3260"/>
                    </a:moveTo>
                    <a:cubicBezTo>
                      <a:pt x="4121" y="3253"/>
                      <a:pt x="4123" y="3245"/>
                      <a:pt x="4123" y="3237"/>
                    </a:cubicBezTo>
                    <a:cubicBezTo>
                      <a:pt x="4123" y="3226"/>
                      <a:pt x="4120" y="3215"/>
                      <a:pt x="4115" y="3205"/>
                    </a:cubicBezTo>
                    <a:cubicBezTo>
                      <a:pt x="4113" y="3212"/>
                      <a:pt x="4112" y="3219"/>
                      <a:pt x="4112" y="3226"/>
                    </a:cubicBezTo>
                    <a:cubicBezTo>
                      <a:pt x="4112" y="3237"/>
                      <a:pt x="4115" y="3249"/>
                      <a:pt x="4119" y="3260"/>
                    </a:cubicBezTo>
                    <a:lnTo>
                      <a:pt x="4172" y="3583"/>
                    </a:lnTo>
                    <a:cubicBezTo>
                      <a:pt x="4186" y="3533"/>
                      <a:pt x="4193" y="3482"/>
                      <a:pt x="4193" y="3430"/>
                    </a:cubicBezTo>
                    <a:cubicBezTo>
                      <a:pt x="4193" y="3383"/>
                      <a:pt x="4187" y="3336"/>
                      <a:pt x="4176" y="3290"/>
                    </a:cubicBezTo>
                    <a:cubicBezTo>
                      <a:pt x="4153" y="3346"/>
                      <a:pt x="4193" y="3401"/>
                      <a:pt x="4178" y="3457"/>
                    </a:cubicBezTo>
                    <a:cubicBezTo>
                      <a:pt x="4159" y="3451"/>
                      <a:pt x="4160" y="3435"/>
                      <a:pt x="4157" y="3422"/>
                    </a:cubicBezTo>
                    <a:cubicBezTo>
                      <a:pt x="4149" y="3375"/>
                      <a:pt x="4142" y="3328"/>
                      <a:pt x="4134" y="3281"/>
                    </a:cubicBezTo>
                    <a:cubicBezTo>
                      <a:pt x="4132" y="3271"/>
                      <a:pt x="4130" y="3263"/>
                      <a:pt x="4119" y="3260"/>
                    </a:cubicBezTo>
                    <a:moveTo>
                      <a:pt x="2446" y="3280"/>
                    </a:moveTo>
                    <a:cubicBezTo>
                      <a:pt x="2429" y="3287"/>
                      <a:pt x="2415" y="3268"/>
                      <a:pt x="2397" y="3276"/>
                    </a:cubicBezTo>
                    <a:cubicBezTo>
                      <a:pt x="2378" y="3335"/>
                      <a:pt x="2363" y="3395"/>
                      <a:pt x="2351" y="3455"/>
                    </a:cubicBezTo>
                    <a:cubicBezTo>
                      <a:pt x="2348" y="3469"/>
                      <a:pt x="2345" y="3485"/>
                      <a:pt x="2366" y="3492"/>
                    </a:cubicBezTo>
                    <a:cubicBezTo>
                      <a:pt x="2378" y="3438"/>
                      <a:pt x="2393" y="3385"/>
                      <a:pt x="2411" y="3333"/>
                    </a:cubicBezTo>
                    <a:cubicBezTo>
                      <a:pt x="2420" y="3313"/>
                      <a:pt x="2424" y="3290"/>
                      <a:pt x="2446" y="3278"/>
                    </a:cubicBezTo>
                    <a:cubicBezTo>
                      <a:pt x="2439" y="3298"/>
                      <a:pt x="2433" y="3317"/>
                      <a:pt x="2426" y="3336"/>
                    </a:cubicBezTo>
                    <a:cubicBezTo>
                      <a:pt x="2407" y="3389"/>
                      <a:pt x="2392" y="3444"/>
                      <a:pt x="2381" y="3500"/>
                    </a:cubicBezTo>
                    <a:cubicBezTo>
                      <a:pt x="2378" y="3518"/>
                      <a:pt x="2371" y="3536"/>
                      <a:pt x="2393" y="3546"/>
                    </a:cubicBezTo>
                    <a:cubicBezTo>
                      <a:pt x="2405" y="3542"/>
                      <a:pt x="2404" y="3531"/>
                      <a:pt x="2407" y="3523"/>
                    </a:cubicBezTo>
                    <a:cubicBezTo>
                      <a:pt x="2428" y="3461"/>
                      <a:pt x="2446" y="3397"/>
                      <a:pt x="2471" y="3336"/>
                    </a:cubicBezTo>
                    <a:cubicBezTo>
                      <a:pt x="2485" y="3303"/>
                      <a:pt x="2469" y="3292"/>
                      <a:pt x="2446" y="3280"/>
                    </a:cubicBezTo>
                    <a:moveTo>
                      <a:pt x="2652" y="4056"/>
                    </a:moveTo>
                    <a:cubicBezTo>
                      <a:pt x="2697" y="4052"/>
                      <a:pt x="2733" y="4027"/>
                      <a:pt x="2786" y="4008"/>
                    </a:cubicBezTo>
                    <a:cubicBezTo>
                      <a:pt x="2692" y="3994"/>
                      <a:pt x="2619" y="4022"/>
                      <a:pt x="2548" y="4048"/>
                    </a:cubicBezTo>
                    <a:cubicBezTo>
                      <a:pt x="2542" y="4048"/>
                      <a:pt x="2537" y="4049"/>
                      <a:pt x="2532" y="4051"/>
                    </a:cubicBezTo>
                    <a:cubicBezTo>
                      <a:pt x="2525" y="4054"/>
                      <a:pt x="2513" y="4057"/>
                      <a:pt x="2523" y="4068"/>
                    </a:cubicBezTo>
                    <a:cubicBezTo>
                      <a:pt x="2528" y="4075"/>
                      <a:pt x="2534" y="4069"/>
                      <a:pt x="2540" y="4064"/>
                    </a:cubicBezTo>
                    <a:cubicBezTo>
                      <a:pt x="2545" y="4058"/>
                      <a:pt x="2550" y="4054"/>
                      <a:pt x="2546" y="4047"/>
                    </a:cubicBezTo>
                    <a:cubicBezTo>
                      <a:pt x="2558" y="4057"/>
                      <a:pt x="2582" y="4059"/>
                      <a:pt x="2560" y="4086"/>
                    </a:cubicBezTo>
                    <a:cubicBezTo>
                      <a:pt x="2519" y="4136"/>
                      <a:pt x="2503" y="4199"/>
                      <a:pt x="2476" y="4257"/>
                    </a:cubicBezTo>
                    <a:cubicBezTo>
                      <a:pt x="2472" y="4268"/>
                      <a:pt x="2471" y="4280"/>
                      <a:pt x="2471" y="4291"/>
                    </a:cubicBezTo>
                    <a:cubicBezTo>
                      <a:pt x="2471" y="4297"/>
                      <a:pt x="2471" y="4304"/>
                      <a:pt x="2472" y="4310"/>
                    </a:cubicBezTo>
                    <a:cubicBezTo>
                      <a:pt x="2479" y="4303"/>
                      <a:pt x="2484" y="4295"/>
                      <a:pt x="2489" y="4287"/>
                    </a:cubicBezTo>
                    <a:cubicBezTo>
                      <a:pt x="2496" y="4275"/>
                      <a:pt x="2501" y="4261"/>
                      <a:pt x="2504" y="4247"/>
                    </a:cubicBezTo>
                    <a:cubicBezTo>
                      <a:pt x="2519" y="4202"/>
                      <a:pt x="2538" y="4160"/>
                      <a:pt x="2561" y="4120"/>
                    </a:cubicBezTo>
                    <a:cubicBezTo>
                      <a:pt x="2569" y="4106"/>
                      <a:pt x="2577" y="4093"/>
                      <a:pt x="2586" y="4080"/>
                    </a:cubicBezTo>
                    <a:cubicBezTo>
                      <a:pt x="2587" y="4079"/>
                      <a:pt x="2587" y="4077"/>
                      <a:pt x="2588" y="4076"/>
                    </a:cubicBezTo>
                    <a:cubicBezTo>
                      <a:pt x="2596" y="4063"/>
                      <a:pt x="2607" y="4051"/>
                      <a:pt x="2620" y="4044"/>
                    </a:cubicBezTo>
                    <a:cubicBezTo>
                      <a:pt x="2623" y="4042"/>
                      <a:pt x="2626" y="4041"/>
                      <a:pt x="2628" y="4040"/>
                    </a:cubicBezTo>
                    <a:cubicBezTo>
                      <a:pt x="2643" y="4034"/>
                      <a:pt x="2653" y="4038"/>
                      <a:pt x="2655" y="4056"/>
                    </a:cubicBezTo>
                    <a:lnTo>
                      <a:pt x="2614" y="4177"/>
                    </a:lnTo>
                    <a:cubicBezTo>
                      <a:pt x="2662" y="4148"/>
                      <a:pt x="2680" y="4108"/>
                      <a:pt x="2709" y="4074"/>
                    </a:cubicBezTo>
                    <a:cubicBezTo>
                      <a:pt x="2672" y="4076"/>
                      <a:pt x="2672" y="4076"/>
                      <a:pt x="2652" y="4056"/>
                    </a:cubicBezTo>
                    <a:moveTo>
                      <a:pt x="2737" y="3755"/>
                    </a:moveTo>
                    <a:cubicBezTo>
                      <a:pt x="2742" y="3768"/>
                      <a:pt x="2749" y="3778"/>
                      <a:pt x="2764" y="3776"/>
                    </a:cubicBezTo>
                    <a:cubicBezTo>
                      <a:pt x="2765" y="3776"/>
                      <a:pt x="2767" y="3775"/>
                      <a:pt x="2768" y="3775"/>
                    </a:cubicBezTo>
                    <a:cubicBezTo>
                      <a:pt x="2771" y="3773"/>
                      <a:pt x="2773" y="3771"/>
                      <a:pt x="2774" y="3769"/>
                    </a:cubicBezTo>
                    <a:cubicBezTo>
                      <a:pt x="2775" y="3767"/>
                      <a:pt x="2776" y="3764"/>
                      <a:pt x="2776" y="3761"/>
                    </a:cubicBezTo>
                    <a:cubicBezTo>
                      <a:pt x="2776" y="3703"/>
                      <a:pt x="2803" y="3651"/>
                      <a:pt x="2812" y="3595"/>
                    </a:cubicBezTo>
                    <a:cubicBezTo>
                      <a:pt x="2813" y="3586"/>
                      <a:pt x="2816" y="3577"/>
                      <a:pt x="2821" y="3568"/>
                    </a:cubicBezTo>
                    <a:cubicBezTo>
                      <a:pt x="2826" y="3557"/>
                      <a:pt x="2836" y="3549"/>
                      <a:pt x="2847" y="3543"/>
                    </a:cubicBezTo>
                    <a:cubicBezTo>
                      <a:pt x="2833" y="3586"/>
                      <a:pt x="2820" y="3629"/>
                      <a:pt x="2806" y="3672"/>
                    </a:cubicBezTo>
                    <a:cubicBezTo>
                      <a:pt x="2802" y="3688"/>
                      <a:pt x="2799" y="3704"/>
                      <a:pt x="2797" y="3720"/>
                    </a:cubicBezTo>
                    <a:cubicBezTo>
                      <a:pt x="2797" y="3721"/>
                      <a:pt x="2797" y="3722"/>
                      <a:pt x="2797" y="3723"/>
                    </a:cubicBezTo>
                    <a:cubicBezTo>
                      <a:pt x="2797" y="3728"/>
                      <a:pt x="2797" y="3732"/>
                      <a:pt x="2800" y="3736"/>
                    </a:cubicBezTo>
                    <a:cubicBezTo>
                      <a:pt x="2802" y="3740"/>
                      <a:pt x="2806" y="3744"/>
                      <a:pt x="2810" y="3746"/>
                    </a:cubicBezTo>
                    <a:cubicBezTo>
                      <a:pt x="2814" y="3748"/>
                      <a:pt x="2819" y="3750"/>
                      <a:pt x="2823" y="3750"/>
                    </a:cubicBezTo>
                    <a:lnTo>
                      <a:pt x="2824" y="3750"/>
                    </a:lnTo>
                    <a:cubicBezTo>
                      <a:pt x="2839" y="3750"/>
                      <a:pt x="2835" y="3735"/>
                      <a:pt x="2838" y="3725"/>
                    </a:cubicBezTo>
                    <a:cubicBezTo>
                      <a:pt x="2849" y="3680"/>
                      <a:pt x="2856" y="3632"/>
                      <a:pt x="2871" y="3588"/>
                    </a:cubicBezTo>
                    <a:cubicBezTo>
                      <a:pt x="2880" y="3559"/>
                      <a:pt x="2874" y="3548"/>
                      <a:pt x="2846" y="3544"/>
                    </a:cubicBezTo>
                    <a:cubicBezTo>
                      <a:pt x="2831" y="3514"/>
                      <a:pt x="2793" y="3511"/>
                      <a:pt x="2777" y="3482"/>
                    </a:cubicBezTo>
                    <a:cubicBezTo>
                      <a:pt x="2763" y="3487"/>
                      <a:pt x="2755" y="3470"/>
                      <a:pt x="2741" y="3472"/>
                    </a:cubicBezTo>
                    <a:cubicBezTo>
                      <a:pt x="2700" y="3550"/>
                      <a:pt x="2662" y="3686"/>
                      <a:pt x="2671" y="3723"/>
                    </a:cubicBezTo>
                    <a:cubicBezTo>
                      <a:pt x="2680" y="3716"/>
                      <a:pt x="2680" y="3707"/>
                      <a:pt x="2682" y="3699"/>
                    </a:cubicBezTo>
                    <a:cubicBezTo>
                      <a:pt x="2695" y="3640"/>
                      <a:pt x="2713" y="3582"/>
                      <a:pt x="2735" y="3526"/>
                    </a:cubicBezTo>
                    <a:cubicBezTo>
                      <a:pt x="2743" y="3505"/>
                      <a:pt x="2751" y="3485"/>
                      <a:pt x="2777" y="3482"/>
                    </a:cubicBezTo>
                    <a:cubicBezTo>
                      <a:pt x="2732" y="3547"/>
                      <a:pt x="2718" y="3625"/>
                      <a:pt x="2696" y="3699"/>
                    </a:cubicBezTo>
                    <a:cubicBezTo>
                      <a:pt x="2682" y="3740"/>
                      <a:pt x="2689" y="3747"/>
                      <a:pt x="2738" y="3754"/>
                    </a:cubicBezTo>
                    <a:lnTo>
                      <a:pt x="2737" y="3755"/>
                    </a:lnTo>
                    <a:moveTo>
                      <a:pt x="3812" y="3717"/>
                    </a:moveTo>
                    <a:lnTo>
                      <a:pt x="3815" y="3720"/>
                    </a:lnTo>
                    <a:cubicBezTo>
                      <a:pt x="3812" y="3729"/>
                      <a:pt x="3808" y="3738"/>
                      <a:pt x="3804" y="3746"/>
                    </a:cubicBezTo>
                    <a:cubicBezTo>
                      <a:pt x="3795" y="3760"/>
                      <a:pt x="3785" y="3772"/>
                      <a:pt x="3772" y="3781"/>
                    </a:cubicBezTo>
                    <a:cubicBezTo>
                      <a:pt x="3732" y="3811"/>
                      <a:pt x="3695" y="3845"/>
                      <a:pt x="3662" y="3883"/>
                    </a:cubicBezTo>
                    <a:cubicBezTo>
                      <a:pt x="3645" y="3905"/>
                      <a:pt x="3628" y="3925"/>
                      <a:pt x="3611" y="3945"/>
                    </a:cubicBezTo>
                    <a:cubicBezTo>
                      <a:pt x="3598" y="3945"/>
                      <a:pt x="3594" y="3935"/>
                      <a:pt x="3585" y="3931"/>
                    </a:cubicBezTo>
                    <a:cubicBezTo>
                      <a:pt x="3579" y="3928"/>
                      <a:pt x="3573" y="3926"/>
                      <a:pt x="3567" y="3926"/>
                    </a:cubicBezTo>
                    <a:cubicBezTo>
                      <a:pt x="3560" y="3926"/>
                      <a:pt x="3553" y="3928"/>
                      <a:pt x="3547" y="3932"/>
                    </a:cubicBezTo>
                    <a:cubicBezTo>
                      <a:pt x="3541" y="3935"/>
                      <a:pt x="3535" y="3940"/>
                      <a:pt x="3532" y="3946"/>
                    </a:cubicBezTo>
                    <a:cubicBezTo>
                      <a:pt x="3530" y="3948"/>
                      <a:pt x="3530" y="3950"/>
                      <a:pt x="3530" y="3951"/>
                    </a:cubicBezTo>
                    <a:cubicBezTo>
                      <a:pt x="3528" y="3960"/>
                      <a:pt x="3527" y="3970"/>
                      <a:pt x="3527" y="3979"/>
                    </a:cubicBezTo>
                    <a:cubicBezTo>
                      <a:pt x="3527" y="4008"/>
                      <a:pt x="3534" y="4036"/>
                      <a:pt x="3549" y="4062"/>
                    </a:cubicBezTo>
                    <a:cubicBezTo>
                      <a:pt x="3551" y="4066"/>
                      <a:pt x="3555" y="4070"/>
                      <a:pt x="3558" y="4074"/>
                    </a:cubicBezTo>
                    <a:cubicBezTo>
                      <a:pt x="3561" y="4024"/>
                      <a:pt x="3561" y="4024"/>
                      <a:pt x="3600" y="4043"/>
                    </a:cubicBezTo>
                    <a:cubicBezTo>
                      <a:pt x="3609" y="4021"/>
                      <a:pt x="3619" y="3999"/>
                      <a:pt x="3631" y="3979"/>
                    </a:cubicBezTo>
                    <a:cubicBezTo>
                      <a:pt x="3663" y="3923"/>
                      <a:pt x="3707" y="3875"/>
                      <a:pt x="3759" y="3836"/>
                    </a:cubicBezTo>
                    <a:cubicBezTo>
                      <a:pt x="3807" y="3805"/>
                      <a:pt x="3847" y="3763"/>
                      <a:pt x="3876" y="3713"/>
                    </a:cubicBezTo>
                    <a:cubicBezTo>
                      <a:pt x="3877" y="3712"/>
                      <a:pt x="3878" y="3711"/>
                      <a:pt x="3878" y="3709"/>
                    </a:cubicBezTo>
                    <a:cubicBezTo>
                      <a:pt x="3908" y="3647"/>
                      <a:pt x="3936" y="3583"/>
                      <a:pt x="3964" y="3519"/>
                    </a:cubicBezTo>
                    <a:cubicBezTo>
                      <a:pt x="3976" y="3490"/>
                      <a:pt x="3981" y="3459"/>
                      <a:pt x="3981" y="3428"/>
                    </a:cubicBezTo>
                    <a:cubicBezTo>
                      <a:pt x="3981" y="3407"/>
                      <a:pt x="3979" y="3386"/>
                      <a:pt x="3973" y="3366"/>
                    </a:cubicBezTo>
                    <a:cubicBezTo>
                      <a:pt x="3956" y="3392"/>
                      <a:pt x="3926" y="3412"/>
                      <a:pt x="3943" y="3450"/>
                    </a:cubicBezTo>
                    <a:cubicBezTo>
                      <a:pt x="3946" y="3455"/>
                      <a:pt x="3941" y="3464"/>
                      <a:pt x="3938" y="3471"/>
                    </a:cubicBezTo>
                    <a:cubicBezTo>
                      <a:pt x="3917" y="3515"/>
                      <a:pt x="3899" y="3561"/>
                      <a:pt x="3884" y="3609"/>
                    </a:cubicBezTo>
                    <a:cubicBezTo>
                      <a:pt x="3881" y="3617"/>
                      <a:pt x="3880" y="3631"/>
                      <a:pt x="3870" y="3631"/>
                    </a:cubicBezTo>
                    <a:cubicBezTo>
                      <a:pt x="3817" y="3625"/>
                      <a:pt x="3822" y="3674"/>
                      <a:pt x="3804" y="3701"/>
                    </a:cubicBezTo>
                    <a:cubicBezTo>
                      <a:pt x="3798" y="3709"/>
                      <a:pt x="3806" y="3714"/>
                      <a:pt x="3813" y="3717"/>
                    </a:cubicBezTo>
                    <a:lnTo>
                      <a:pt x="3812" y="3717"/>
                    </a:lnTo>
                    <a:moveTo>
                      <a:pt x="2540" y="3610"/>
                    </a:moveTo>
                    <a:cubicBezTo>
                      <a:pt x="2538" y="3660"/>
                      <a:pt x="2538" y="3660"/>
                      <a:pt x="2569" y="3677"/>
                    </a:cubicBezTo>
                    <a:cubicBezTo>
                      <a:pt x="2593" y="3595"/>
                      <a:pt x="2610" y="3510"/>
                      <a:pt x="2651" y="3432"/>
                    </a:cubicBezTo>
                    <a:cubicBezTo>
                      <a:pt x="2651" y="3434"/>
                      <a:pt x="2651" y="3436"/>
                      <a:pt x="2651" y="3438"/>
                    </a:cubicBezTo>
                    <a:cubicBezTo>
                      <a:pt x="2651" y="3450"/>
                      <a:pt x="2649" y="3462"/>
                      <a:pt x="2644" y="3473"/>
                    </a:cubicBezTo>
                    <a:cubicBezTo>
                      <a:pt x="2625" y="3536"/>
                      <a:pt x="2606" y="3599"/>
                      <a:pt x="2587" y="3662"/>
                    </a:cubicBezTo>
                    <a:cubicBezTo>
                      <a:pt x="2584" y="3670"/>
                      <a:pt x="2582" y="3678"/>
                      <a:pt x="2582" y="3686"/>
                    </a:cubicBezTo>
                    <a:cubicBezTo>
                      <a:pt x="2582" y="3693"/>
                      <a:pt x="2583" y="3699"/>
                      <a:pt x="2585" y="3705"/>
                    </a:cubicBezTo>
                    <a:cubicBezTo>
                      <a:pt x="2586" y="3706"/>
                      <a:pt x="2586" y="3708"/>
                      <a:pt x="2587" y="3709"/>
                    </a:cubicBezTo>
                    <a:cubicBezTo>
                      <a:pt x="2589" y="3711"/>
                      <a:pt x="2591" y="3713"/>
                      <a:pt x="2594" y="3715"/>
                    </a:cubicBezTo>
                    <a:cubicBezTo>
                      <a:pt x="2596" y="3716"/>
                      <a:pt x="2599" y="3718"/>
                      <a:pt x="2602" y="3718"/>
                    </a:cubicBezTo>
                    <a:cubicBezTo>
                      <a:pt x="2614" y="3718"/>
                      <a:pt x="2607" y="3708"/>
                      <a:pt x="2609" y="3702"/>
                    </a:cubicBezTo>
                    <a:cubicBezTo>
                      <a:pt x="2626" y="3637"/>
                      <a:pt x="2643" y="3572"/>
                      <a:pt x="2662" y="3508"/>
                    </a:cubicBezTo>
                    <a:cubicBezTo>
                      <a:pt x="2663" y="3499"/>
                      <a:pt x="2665" y="3491"/>
                      <a:pt x="2670" y="3484"/>
                    </a:cubicBezTo>
                    <a:cubicBezTo>
                      <a:pt x="2675" y="3474"/>
                      <a:pt x="2683" y="3467"/>
                      <a:pt x="2692" y="3461"/>
                    </a:cubicBezTo>
                    <a:lnTo>
                      <a:pt x="2693" y="3461"/>
                    </a:lnTo>
                    <a:cubicBezTo>
                      <a:pt x="2679" y="3507"/>
                      <a:pt x="2663" y="3545"/>
                      <a:pt x="2655" y="3586"/>
                    </a:cubicBezTo>
                    <a:cubicBezTo>
                      <a:pt x="2646" y="3626"/>
                      <a:pt x="2621" y="3663"/>
                      <a:pt x="2640" y="3716"/>
                    </a:cubicBezTo>
                    <a:cubicBezTo>
                      <a:pt x="2671" y="3626"/>
                      <a:pt x="2687" y="3545"/>
                      <a:pt x="2719" y="3471"/>
                    </a:cubicBezTo>
                    <a:cubicBezTo>
                      <a:pt x="2721" y="3468"/>
                      <a:pt x="2721" y="3465"/>
                      <a:pt x="2721" y="3461"/>
                    </a:cubicBezTo>
                    <a:cubicBezTo>
                      <a:pt x="2721" y="3458"/>
                      <a:pt x="2720" y="3454"/>
                      <a:pt x="2719" y="3451"/>
                    </a:cubicBezTo>
                    <a:cubicBezTo>
                      <a:pt x="2717" y="3448"/>
                      <a:pt x="2713" y="3446"/>
                      <a:pt x="2711" y="3444"/>
                    </a:cubicBezTo>
                    <a:cubicBezTo>
                      <a:pt x="2710" y="3443"/>
                      <a:pt x="2710" y="3443"/>
                      <a:pt x="2710" y="3443"/>
                    </a:cubicBezTo>
                    <a:lnTo>
                      <a:pt x="2582" y="3354"/>
                    </a:lnTo>
                    <a:cubicBezTo>
                      <a:pt x="2543" y="3442"/>
                      <a:pt x="2514" y="3535"/>
                      <a:pt x="2495" y="3629"/>
                    </a:cubicBezTo>
                    <a:cubicBezTo>
                      <a:pt x="2495" y="3631"/>
                      <a:pt x="2495" y="3633"/>
                      <a:pt x="2495" y="3634"/>
                    </a:cubicBezTo>
                    <a:cubicBezTo>
                      <a:pt x="2495" y="3639"/>
                      <a:pt x="2496" y="3642"/>
                      <a:pt x="2498" y="3646"/>
                    </a:cubicBezTo>
                    <a:cubicBezTo>
                      <a:pt x="2500" y="3649"/>
                      <a:pt x="2503" y="3653"/>
                      <a:pt x="2507" y="3655"/>
                    </a:cubicBezTo>
                    <a:cubicBezTo>
                      <a:pt x="2507" y="3655"/>
                      <a:pt x="2507" y="3656"/>
                      <a:pt x="2508" y="3656"/>
                    </a:cubicBezTo>
                    <a:cubicBezTo>
                      <a:pt x="2535" y="3652"/>
                      <a:pt x="2515" y="3618"/>
                      <a:pt x="2540" y="3610"/>
                    </a:cubicBezTo>
                    <a:moveTo>
                      <a:pt x="3630" y="2187"/>
                    </a:moveTo>
                    <a:cubicBezTo>
                      <a:pt x="3592" y="2167"/>
                      <a:pt x="3550" y="2156"/>
                      <a:pt x="3507" y="2153"/>
                    </a:cubicBezTo>
                    <a:cubicBezTo>
                      <a:pt x="3553" y="2197"/>
                      <a:pt x="3676" y="2278"/>
                      <a:pt x="3712" y="2287"/>
                    </a:cubicBezTo>
                    <a:lnTo>
                      <a:pt x="3665" y="2245"/>
                    </a:lnTo>
                    <a:cubicBezTo>
                      <a:pt x="3650" y="2232"/>
                      <a:pt x="3635" y="2218"/>
                      <a:pt x="3620" y="2204"/>
                    </a:cubicBezTo>
                    <a:cubicBezTo>
                      <a:pt x="3609" y="2191"/>
                      <a:pt x="3617" y="2185"/>
                      <a:pt x="3631" y="2185"/>
                    </a:cubicBezTo>
                    <a:cubicBezTo>
                      <a:pt x="3649" y="2214"/>
                      <a:pt x="3680" y="2229"/>
                      <a:pt x="3703" y="2252"/>
                    </a:cubicBezTo>
                    <a:cubicBezTo>
                      <a:pt x="3726" y="2275"/>
                      <a:pt x="3751" y="2296"/>
                      <a:pt x="3779" y="2322"/>
                    </a:cubicBezTo>
                    <a:cubicBezTo>
                      <a:pt x="3780" y="2320"/>
                      <a:pt x="3780" y="2317"/>
                      <a:pt x="3780" y="2315"/>
                    </a:cubicBezTo>
                    <a:cubicBezTo>
                      <a:pt x="3780" y="2309"/>
                      <a:pt x="3779" y="2303"/>
                      <a:pt x="3776" y="2298"/>
                    </a:cubicBezTo>
                    <a:cubicBezTo>
                      <a:pt x="3774" y="2295"/>
                      <a:pt x="3771" y="2292"/>
                      <a:pt x="3769" y="2290"/>
                    </a:cubicBezTo>
                    <a:cubicBezTo>
                      <a:pt x="3763" y="2282"/>
                      <a:pt x="3758" y="2274"/>
                      <a:pt x="3769" y="2266"/>
                    </a:cubicBezTo>
                    <a:cubicBezTo>
                      <a:pt x="3828" y="2305"/>
                      <a:pt x="4005" y="2559"/>
                      <a:pt x="4028" y="2646"/>
                    </a:cubicBezTo>
                    <a:cubicBezTo>
                      <a:pt x="3988" y="2586"/>
                      <a:pt x="3956" y="2533"/>
                      <a:pt x="3920" y="2484"/>
                    </a:cubicBezTo>
                    <a:cubicBezTo>
                      <a:pt x="3881" y="2436"/>
                      <a:pt x="3834" y="2393"/>
                      <a:pt x="3782" y="2359"/>
                    </a:cubicBezTo>
                    <a:cubicBezTo>
                      <a:pt x="3863" y="2444"/>
                      <a:pt x="3934" y="2539"/>
                      <a:pt x="3993" y="2641"/>
                    </a:cubicBezTo>
                    <a:cubicBezTo>
                      <a:pt x="4046" y="2733"/>
                      <a:pt x="4089" y="2831"/>
                      <a:pt x="4122" y="2933"/>
                    </a:cubicBezTo>
                    <a:cubicBezTo>
                      <a:pt x="4116" y="2890"/>
                      <a:pt x="4106" y="2850"/>
                      <a:pt x="4097" y="2809"/>
                    </a:cubicBezTo>
                    <a:cubicBezTo>
                      <a:pt x="4092" y="2795"/>
                      <a:pt x="4090" y="2780"/>
                      <a:pt x="4090" y="2766"/>
                    </a:cubicBezTo>
                    <a:cubicBezTo>
                      <a:pt x="4090" y="2757"/>
                      <a:pt x="4091" y="2749"/>
                      <a:pt x="4092" y="2740"/>
                    </a:cubicBezTo>
                    <a:cubicBezTo>
                      <a:pt x="4095" y="2728"/>
                      <a:pt x="4097" y="2715"/>
                      <a:pt x="4097" y="2702"/>
                    </a:cubicBezTo>
                    <a:cubicBezTo>
                      <a:pt x="4097" y="2676"/>
                      <a:pt x="4090" y="2649"/>
                      <a:pt x="4078" y="2626"/>
                    </a:cubicBezTo>
                    <a:cubicBezTo>
                      <a:pt x="4036" y="2541"/>
                      <a:pt x="3975" y="2469"/>
                      <a:pt x="3928" y="2388"/>
                    </a:cubicBezTo>
                    <a:cubicBezTo>
                      <a:pt x="3890" y="2327"/>
                      <a:pt x="3838" y="2277"/>
                      <a:pt x="3776" y="2242"/>
                    </a:cubicBezTo>
                    <a:cubicBezTo>
                      <a:pt x="3762" y="2234"/>
                      <a:pt x="3749" y="2227"/>
                      <a:pt x="3734" y="2220"/>
                    </a:cubicBezTo>
                    <a:cubicBezTo>
                      <a:pt x="3732" y="2219"/>
                      <a:pt x="3729" y="2217"/>
                      <a:pt x="3726" y="2216"/>
                    </a:cubicBezTo>
                    <a:cubicBezTo>
                      <a:pt x="3697" y="2198"/>
                      <a:pt x="3663" y="2189"/>
                      <a:pt x="3629" y="2187"/>
                    </a:cubicBezTo>
                    <a:lnTo>
                      <a:pt x="3630" y="2187"/>
                    </a:lnTo>
                    <a:moveTo>
                      <a:pt x="4166" y="2564"/>
                    </a:moveTo>
                    <a:cubicBezTo>
                      <a:pt x="4171" y="2546"/>
                      <a:pt x="4163" y="2533"/>
                      <a:pt x="4147" y="2514"/>
                    </a:cubicBezTo>
                    <a:cubicBezTo>
                      <a:pt x="4149" y="2527"/>
                      <a:pt x="4153" y="2539"/>
                      <a:pt x="4160" y="2551"/>
                    </a:cubicBezTo>
                    <a:cubicBezTo>
                      <a:pt x="4162" y="2555"/>
                      <a:pt x="4165" y="2559"/>
                      <a:pt x="4167" y="2563"/>
                    </a:cubicBezTo>
                    <a:cubicBezTo>
                      <a:pt x="4170" y="2584"/>
                      <a:pt x="4175" y="2606"/>
                      <a:pt x="4185" y="2626"/>
                    </a:cubicBezTo>
                    <a:cubicBezTo>
                      <a:pt x="4234" y="2760"/>
                      <a:pt x="4276" y="2897"/>
                      <a:pt x="4311" y="3035"/>
                    </a:cubicBezTo>
                    <a:cubicBezTo>
                      <a:pt x="4329" y="3121"/>
                      <a:pt x="4383" y="3186"/>
                      <a:pt x="4417" y="3263"/>
                    </a:cubicBezTo>
                    <a:cubicBezTo>
                      <a:pt x="4406" y="3188"/>
                      <a:pt x="4390" y="3115"/>
                      <a:pt x="4377" y="3041"/>
                    </a:cubicBezTo>
                    <a:cubicBezTo>
                      <a:pt x="4353" y="2900"/>
                      <a:pt x="4317" y="2761"/>
                      <a:pt x="4269" y="2627"/>
                    </a:cubicBezTo>
                    <a:cubicBezTo>
                      <a:pt x="4255" y="2592"/>
                      <a:pt x="4238" y="2558"/>
                      <a:pt x="4220" y="2526"/>
                    </a:cubicBezTo>
                    <a:cubicBezTo>
                      <a:pt x="4166" y="2434"/>
                      <a:pt x="4095" y="2354"/>
                      <a:pt x="4008" y="2293"/>
                    </a:cubicBezTo>
                    <a:cubicBezTo>
                      <a:pt x="4002" y="2288"/>
                      <a:pt x="3996" y="2280"/>
                      <a:pt x="3984" y="2284"/>
                    </a:cubicBezTo>
                    <a:lnTo>
                      <a:pt x="4152" y="2618"/>
                    </a:lnTo>
                    <a:cubicBezTo>
                      <a:pt x="4143" y="2581"/>
                      <a:pt x="4132" y="2545"/>
                      <a:pt x="4118" y="2510"/>
                    </a:cubicBezTo>
                    <a:cubicBezTo>
                      <a:pt x="4106" y="2474"/>
                      <a:pt x="4079" y="2443"/>
                      <a:pt x="4078" y="2400"/>
                    </a:cubicBezTo>
                    <a:cubicBezTo>
                      <a:pt x="4079" y="2400"/>
                      <a:pt x="4080" y="2401"/>
                      <a:pt x="4082" y="2402"/>
                    </a:cubicBezTo>
                    <a:cubicBezTo>
                      <a:pt x="4089" y="2407"/>
                      <a:pt x="4097" y="2413"/>
                      <a:pt x="4102" y="2421"/>
                    </a:cubicBezTo>
                    <a:cubicBezTo>
                      <a:pt x="4104" y="2426"/>
                      <a:pt x="4106" y="2431"/>
                      <a:pt x="4107" y="2436"/>
                    </a:cubicBezTo>
                    <a:cubicBezTo>
                      <a:pt x="4116" y="2455"/>
                      <a:pt x="4136" y="2438"/>
                      <a:pt x="4145" y="2452"/>
                    </a:cubicBezTo>
                    <a:cubicBezTo>
                      <a:pt x="4151" y="2461"/>
                      <a:pt x="4159" y="2469"/>
                      <a:pt x="4164" y="2478"/>
                    </a:cubicBezTo>
                    <a:cubicBezTo>
                      <a:pt x="4174" y="2496"/>
                      <a:pt x="4183" y="2514"/>
                      <a:pt x="4190" y="2533"/>
                    </a:cubicBezTo>
                    <a:cubicBezTo>
                      <a:pt x="4247" y="2678"/>
                      <a:pt x="4294" y="2827"/>
                      <a:pt x="4331" y="2978"/>
                    </a:cubicBezTo>
                    <a:cubicBezTo>
                      <a:pt x="4335" y="2995"/>
                      <a:pt x="4346" y="3012"/>
                      <a:pt x="4335" y="3034"/>
                    </a:cubicBezTo>
                    <a:cubicBezTo>
                      <a:pt x="4332" y="3030"/>
                      <a:pt x="4329" y="3026"/>
                      <a:pt x="4327" y="3021"/>
                    </a:cubicBezTo>
                    <a:cubicBezTo>
                      <a:pt x="4319" y="3008"/>
                      <a:pt x="4315" y="2994"/>
                      <a:pt x="4313" y="2979"/>
                    </a:cubicBezTo>
                    <a:cubicBezTo>
                      <a:pt x="4280" y="2853"/>
                      <a:pt x="4239" y="2729"/>
                      <a:pt x="4192" y="2608"/>
                    </a:cubicBezTo>
                    <a:cubicBezTo>
                      <a:pt x="4185" y="2593"/>
                      <a:pt x="4186" y="2572"/>
                      <a:pt x="4165" y="2564"/>
                    </a:cubicBezTo>
                    <a:lnTo>
                      <a:pt x="4166" y="2564"/>
                    </a:lnTo>
                    <a:moveTo>
                      <a:pt x="630" y="686"/>
                    </a:moveTo>
                    <a:cubicBezTo>
                      <a:pt x="647" y="707"/>
                      <a:pt x="662" y="728"/>
                      <a:pt x="677" y="750"/>
                    </a:cubicBezTo>
                    <a:cubicBezTo>
                      <a:pt x="678" y="752"/>
                      <a:pt x="679" y="754"/>
                      <a:pt x="680" y="755"/>
                    </a:cubicBezTo>
                    <a:cubicBezTo>
                      <a:pt x="686" y="766"/>
                      <a:pt x="689" y="777"/>
                      <a:pt x="689" y="789"/>
                    </a:cubicBezTo>
                    <a:cubicBezTo>
                      <a:pt x="689" y="801"/>
                      <a:pt x="685" y="813"/>
                      <a:pt x="680" y="823"/>
                    </a:cubicBezTo>
                    <a:cubicBezTo>
                      <a:pt x="674" y="834"/>
                      <a:pt x="666" y="841"/>
                      <a:pt x="656" y="847"/>
                    </a:cubicBezTo>
                    <a:cubicBezTo>
                      <a:pt x="646" y="853"/>
                      <a:pt x="635" y="856"/>
                      <a:pt x="624" y="856"/>
                    </a:cubicBezTo>
                    <a:cubicBezTo>
                      <a:pt x="561" y="863"/>
                      <a:pt x="519" y="806"/>
                      <a:pt x="535" y="739"/>
                    </a:cubicBezTo>
                    <a:cubicBezTo>
                      <a:pt x="539" y="728"/>
                      <a:pt x="542" y="719"/>
                      <a:pt x="548" y="709"/>
                    </a:cubicBezTo>
                    <a:cubicBezTo>
                      <a:pt x="554" y="698"/>
                      <a:pt x="563" y="687"/>
                      <a:pt x="572" y="678"/>
                    </a:cubicBezTo>
                    <a:cubicBezTo>
                      <a:pt x="499" y="688"/>
                      <a:pt x="476" y="710"/>
                      <a:pt x="460" y="767"/>
                    </a:cubicBezTo>
                    <a:cubicBezTo>
                      <a:pt x="459" y="774"/>
                      <a:pt x="457" y="780"/>
                      <a:pt x="453" y="787"/>
                    </a:cubicBezTo>
                    <a:cubicBezTo>
                      <a:pt x="448" y="796"/>
                      <a:pt x="440" y="803"/>
                      <a:pt x="431" y="808"/>
                    </a:cubicBezTo>
                    <a:cubicBezTo>
                      <a:pt x="429" y="809"/>
                      <a:pt x="427" y="810"/>
                      <a:pt x="425" y="811"/>
                    </a:cubicBezTo>
                    <a:cubicBezTo>
                      <a:pt x="407" y="816"/>
                      <a:pt x="396" y="799"/>
                      <a:pt x="385" y="787"/>
                    </a:cubicBezTo>
                    <a:cubicBezTo>
                      <a:pt x="374" y="775"/>
                      <a:pt x="366" y="761"/>
                      <a:pt x="355" y="748"/>
                    </a:cubicBezTo>
                    <a:cubicBezTo>
                      <a:pt x="346" y="736"/>
                      <a:pt x="334" y="725"/>
                      <a:pt x="321" y="718"/>
                    </a:cubicBezTo>
                    <a:cubicBezTo>
                      <a:pt x="304" y="708"/>
                      <a:pt x="285" y="703"/>
                      <a:pt x="265" y="703"/>
                    </a:cubicBezTo>
                    <a:cubicBezTo>
                      <a:pt x="266" y="707"/>
                      <a:pt x="267" y="710"/>
                      <a:pt x="269" y="714"/>
                    </a:cubicBezTo>
                    <a:cubicBezTo>
                      <a:pt x="271" y="717"/>
                      <a:pt x="273" y="720"/>
                      <a:pt x="276" y="722"/>
                    </a:cubicBezTo>
                    <a:cubicBezTo>
                      <a:pt x="309" y="752"/>
                      <a:pt x="343" y="781"/>
                      <a:pt x="375" y="811"/>
                    </a:cubicBezTo>
                    <a:cubicBezTo>
                      <a:pt x="407" y="842"/>
                      <a:pt x="409" y="863"/>
                      <a:pt x="375" y="897"/>
                    </a:cubicBezTo>
                    <a:cubicBezTo>
                      <a:pt x="348" y="922"/>
                      <a:pt x="322" y="948"/>
                      <a:pt x="298" y="976"/>
                    </a:cubicBezTo>
                    <a:cubicBezTo>
                      <a:pt x="289" y="987"/>
                      <a:pt x="280" y="999"/>
                      <a:pt x="273" y="1011"/>
                    </a:cubicBezTo>
                    <a:cubicBezTo>
                      <a:pt x="253" y="1044"/>
                      <a:pt x="244" y="1081"/>
                      <a:pt x="244" y="1119"/>
                    </a:cubicBezTo>
                    <a:cubicBezTo>
                      <a:pt x="244" y="1136"/>
                      <a:pt x="246" y="1152"/>
                      <a:pt x="250" y="1168"/>
                    </a:cubicBezTo>
                    <a:cubicBezTo>
                      <a:pt x="257" y="1150"/>
                      <a:pt x="262" y="1131"/>
                      <a:pt x="265" y="1111"/>
                    </a:cubicBezTo>
                    <a:cubicBezTo>
                      <a:pt x="269" y="1082"/>
                      <a:pt x="276" y="1054"/>
                      <a:pt x="285" y="1026"/>
                    </a:cubicBezTo>
                    <a:cubicBezTo>
                      <a:pt x="291" y="1011"/>
                      <a:pt x="298" y="988"/>
                      <a:pt x="312" y="988"/>
                    </a:cubicBezTo>
                    <a:cubicBezTo>
                      <a:pt x="344" y="987"/>
                      <a:pt x="353" y="961"/>
                      <a:pt x="371" y="944"/>
                    </a:cubicBezTo>
                    <a:cubicBezTo>
                      <a:pt x="380" y="936"/>
                      <a:pt x="387" y="921"/>
                      <a:pt x="407" y="926"/>
                    </a:cubicBezTo>
                    <a:cubicBezTo>
                      <a:pt x="395" y="938"/>
                      <a:pt x="387" y="947"/>
                      <a:pt x="377" y="956"/>
                    </a:cubicBezTo>
                    <a:cubicBezTo>
                      <a:pt x="357" y="974"/>
                      <a:pt x="388" y="977"/>
                      <a:pt x="387" y="989"/>
                    </a:cubicBezTo>
                    <a:cubicBezTo>
                      <a:pt x="386" y="996"/>
                      <a:pt x="385" y="1003"/>
                      <a:pt x="382" y="1010"/>
                    </a:cubicBezTo>
                    <a:cubicBezTo>
                      <a:pt x="363" y="1075"/>
                      <a:pt x="353" y="1142"/>
                      <a:pt x="351" y="1210"/>
                    </a:cubicBezTo>
                    <a:cubicBezTo>
                      <a:pt x="351" y="1212"/>
                      <a:pt x="351" y="1213"/>
                      <a:pt x="351" y="1215"/>
                    </a:cubicBezTo>
                    <a:cubicBezTo>
                      <a:pt x="351" y="1224"/>
                      <a:pt x="349" y="1233"/>
                      <a:pt x="344" y="1241"/>
                    </a:cubicBezTo>
                    <a:cubicBezTo>
                      <a:pt x="342" y="1245"/>
                      <a:pt x="339" y="1249"/>
                      <a:pt x="336" y="1252"/>
                    </a:cubicBezTo>
                    <a:lnTo>
                      <a:pt x="351" y="1067"/>
                    </a:lnTo>
                    <a:cubicBezTo>
                      <a:pt x="346" y="1069"/>
                      <a:pt x="342" y="1073"/>
                      <a:pt x="340" y="1078"/>
                    </a:cubicBezTo>
                    <a:cubicBezTo>
                      <a:pt x="338" y="1081"/>
                      <a:pt x="337" y="1083"/>
                      <a:pt x="337" y="1086"/>
                    </a:cubicBezTo>
                    <a:cubicBezTo>
                      <a:pt x="324" y="1136"/>
                      <a:pt x="313" y="1185"/>
                      <a:pt x="301" y="1235"/>
                    </a:cubicBezTo>
                    <a:cubicBezTo>
                      <a:pt x="290" y="1279"/>
                      <a:pt x="294" y="1291"/>
                      <a:pt x="335" y="1316"/>
                    </a:cubicBezTo>
                    <a:cubicBezTo>
                      <a:pt x="386" y="1345"/>
                      <a:pt x="441" y="1367"/>
                      <a:pt x="498" y="1380"/>
                    </a:cubicBezTo>
                    <a:cubicBezTo>
                      <a:pt x="503" y="1382"/>
                      <a:pt x="509" y="1383"/>
                      <a:pt x="514" y="1383"/>
                    </a:cubicBezTo>
                    <a:cubicBezTo>
                      <a:pt x="524" y="1383"/>
                      <a:pt x="534" y="1380"/>
                      <a:pt x="542" y="1375"/>
                    </a:cubicBezTo>
                    <a:cubicBezTo>
                      <a:pt x="549" y="1371"/>
                      <a:pt x="556" y="1365"/>
                      <a:pt x="560" y="1358"/>
                    </a:cubicBezTo>
                    <a:cubicBezTo>
                      <a:pt x="594" y="1319"/>
                      <a:pt x="631" y="1284"/>
                      <a:pt x="666" y="1247"/>
                    </a:cubicBezTo>
                    <a:cubicBezTo>
                      <a:pt x="677" y="1236"/>
                      <a:pt x="690" y="1227"/>
                      <a:pt x="703" y="1219"/>
                    </a:cubicBezTo>
                    <a:cubicBezTo>
                      <a:pt x="720" y="1209"/>
                      <a:pt x="738" y="1202"/>
                      <a:pt x="757" y="1198"/>
                    </a:cubicBezTo>
                    <a:cubicBezTo>
                      <a:pt x="823" y="1184"/>
                      <a:pt x="849" y="1152"/>
                      <a:pt x="849" y="1085"/>
                    </a:cubicBezTo>
                    <a:cubicBezTo>
                      <a:pt x="849" y="1052"/>
                      <a:pt x="849" y="1019"/>
                      <a:pt x="849" y="986"/>
                    </a:cubicBezTo>
                    <a:cubicBezTo>
                      <a:pt x="849" y="977"/>
                      <a:pt x="849" y="966"/>
                      <a:pt x="862" y="966"/>
                    </a:cubicBezTo>
                    <a:cubicBezTo>
                      <a:pt x="875" y="967"/>
                      <a:pt x="878" y="979"/>
                      <a:pt x="877" y="990"/>
                    </a:cubicBezTo>
                    <a:cubicBezTo>
                      <a:pt x="874" y="1001"/>
                      <a:pt x="873" y="1011"/>
                      <a:pt x="873" y="1022"/>
                    </a:cubicBezTo>
                    <a:cubicBezTo>
                      <a:pt x="873" y="1033"/>
                      <a:pt x="874" y="1044"/>
                      <a:pt x="877" y="1055"/>
                    </a:cubicBezTo>
                    <a:cubicBezTo>
                      <a:pt x="880" y="1051"/>
                      <a:pt x="883" y="1047"/>
                      <a:pt x="885" y="1043"/>
                    </a:cubicBezTo>
                    <a:cubicBezTo>
                      <a:pt x="886" y="1041"/>
                      <a:pt x="887" y="1040"/>
                      <a:pt x="887" y="1039"/>
                    </a:cubicBezTo>
                    <a:cubicBezTo>
                      <a:pt x="895" y="1016"/>
                      <a:pt x="903" y="993"/>
                      <a:pt x="908" y="970"/>
                    </a:cubicBezTo>
                    <a:cubicBezTo>
                      <a:pt x="926" y="897"/>
                      <a:pt x="917" y="883"/>
                      <a:pt x="851" y="849"/>
                    </a:cubicBezTo>
                    <a:cubicBezTo>
                      <a:pt x="850" y="848"/>
                      <a:pt x="848" y="848"/>
                      <a:pt x="847" y="847"/>
                    </a:cubicBezTo>
                    <a:cubicBezTo>
                      <a:pt x="841" y="843"/>
                      <a:pt x="834" y="842"/>
                      <a:pt x="828" y="842"/>
                    </a:cubicBezTo>
                    <a:cubicBezTo>
                      <a:pt x="821" y="842"/>
                      <a:pt x="815" y="844"/>
                      <a:pt x="810" y="847"/>
                    </a:cubicBezTo>
                    <a:cubicBezTo>
                      <a:pt x="804" y="851"/>
                      <a:pt x="799" y="855"/>
                      <a:pt x="796" y="860"/>
                    </a:cubicBezTo>
                    <a:cubicBezTo>
                      <a:pt x="795" y="861"/>
                      <a:pt x="795" y="862"/>
                      <a:pt x="795" y="862"/>
                    </a:cubicBezTo>
                    <a:cubicBezTo>
                      <a:pt x="805" y="836"/>
                      <a:pt x="803" y="821"/>
                      <a:pt x="778" y="812"/>
                    </a:cubicBezTo>
                    <a:cubicBezTo>
                      <a:pt x="769" y="809"/>
                      <a:pt x="761" y="805"/>
                      <a:pt x="753" y="800"/>
                    </a:cubicBezTo>
                    <a:cubicBezTo>
                      <a:pt x="747" y="796"/>
                      <a:pt x="741" y="792"/>
                      <a:pt x="735" y="788"/>
                    </a:cubicBezTo>
                    <a:cubicBezTo>
                      <a:pt x="733" y="787"/>
                      <a:pt x="731" y="786"/>
                      <a:pt x="729" y="785"/>
                    </a:cubicBezTo>
                    <a:cubicBezTo>
                      <a:pt x="721" y="780"/>
                      <a:pt x="714" y="773"/>
                      <a:pt x="709" y="765"/>
                    </a:cubicBezTo>
                    <a:cubicBezTo>
                      <a:pt x="705" y="758"/>
                      <a:pt x="703" y="751"/>
                      <a:pt x="702" y="744"/>
                    </a:cubicBezTo>
                    <a:cubicBezTo>
                      <a:pt x="701" y="715"/>
                      <a:pt x="674" y="693"/>
                      <a:pt x="630" y="686"/>
                    </a:cubicBezTo>
                    <a:moveTo>
                      <a:pt x="370" y="415"/>
                    </a:moveTo>
                    <a:cubicBezTo>
                      <a:pt x="370" y="424"/>
                      <a:pt x="370" y="432"/>
                      <a:pt x="370" y="441"/>
                    </a:cubicBezTo>
                    <a:cubicBezTo>
                      <a:pt x="370" y="492"/>
                      <a:pt x="375" y="543"/>
                      <a:pt x="386" y="594"/>
                    </a:cubicBezTo>
                    <a:cubicBezTo>
                      <a:pt x="388" y="553"/>
                      <a:pt x="387" y="514"/>
                      <a:pt x="388" y="473"/>
                    </a:cubicBezTo>
                    <a:cubicBezTo>
                      <a:pt x="390" y="391"/>
                      <a:pt x="391" y="391"/>
                      <a:pt x="411" y="365"/>
                    </a:cubicBezTo>
                    <a:cubicBezTo>
                      <a:pt x="419" y="370"/>
                      <a:pt x="415" y="378"/>
                      <a:pt x="418" y="391"/>
                    </a:cubicBezTo>
                    <a:cubicBezTo>
                      <a:pt x="438" y="340"/>
                      <a:pt x="446" y="290"/>
                      <a:pt x="474" y="247"/>
                    </a:cubicBezTo>
                    <a:cubicBezTo>
                      <a:pt x="478" y="238"/>
                      <a:pt x="483" y="229"/>
                      <a:pt x="488" y="221"/>
                    </a:cubicBezTo>
                    <a:cubicBezTo>
                      <a:pt x="491" y="215"/>
                      <a:pt x="495" y="210"/>
                      <a:pt x="498" y="204"/>
                    </a:cubicBezTo>
                    <a:cubicBezTo>
                      <a:pt x="513" y="187"/>
                      <a:pt x="520" y="222"/>
                      <a:pt x="535" y="209"/>
                    </a:cubicBezTo>
                    <a:cubicBezTo>
                      <a:pt x="539" y="206"/>
                      <a:pt x="544" y="202"/>
                      <a:pt x="547" y="209"/>
                    </a:cubicBezTo>
                    <a:cubicBezTo>
                      <a:pt x="533" y="238"/>
                      <a:pt x="523" y="269"/>
                      <a:pt x="518" y="300"/>
                    </a:cubicBezTo>
                    <a:cubicBezTo>
                      <a:pt x="521" y="302"/>
                      <a:pt x="524" y="303"/>
                      <a:pt x="528" y="303"/>
                    </a:cubicBezTo>
                    <a:cubicBezTo>
                      <a:pt x="531" y="303"/>
                      <a:pt x="534" y="302"/>
                      <a:pt x="537" y="300"/>
                    </a:cubicBezTo>
                    <a:cubicBezTo>
                      <a:pt x="540" y="298"/>
                      <a:pt x="542" y="296"/>
                      <a:pt x="544" y="293"/>
                    </a:cubicBezTo>
                    <a:cubicBezTo>
                      <a:pt x="544" y="293"/>
                      <a:pt x="544" y="292"/>
                      <a:pt x="545" y="292"/>
                    </a:cubicBezTo>
                    <a:cubicBezTo>
                      <a:pt x="556" y="276"/>
                      <a:pt x="558" y="253"/>
                      <a:pt x="592" y="265"/>
                    </a:cubicBezTo>
                    <a:cubicBezTo>
                      <a:pt x="611" y="273"/>
                      <a:pt x="625" y="239"/>
                      <a:pt x="610" y="216"/>
                    </a:cubicBezTo>
                    <a:cubicBezTo>
                      <a:pt x="609" y="214"/>
                      <a:pt x="608" y="213"/>
                      <a:pt x="607" y="211"/>
                    </a:cubicBezTo>
                    <a:cubicBezTo>
                      <a:pt x="591" y="184"/>
                      <a:pt x="581" y="155"/>
                      <a:pt x="577" y="124"/>
                    </a:cubicBezTo>
                    <a:cubicBezTo>
                      <a:pt x="573" y="104"/>
                      <a:pt x="569" y="83"/>
                      <a:pt x="564" y="59"/>
                    </a:cubicBezTo>
                    <a:cubicBezTo>
                      <a:pt x="546" y="72"/>
                      <a:pt x="530" y="88"/>
                      <a:pt x="518" y="107"/>
                    </a:cubicBezTo>
                    <a:cubicBezTo>
                      <a:pt x="496" y="136"/>
                      <a:pt x="475" y="167"/>
                      <a:pt x="457" y="199"/>
                    </a:cubicBezTo>
                    <a:cubicBezTo>
                      <a:pt x="440" y="228"/>
                      <a:pt x="425" y="257"/>
                      <a:pt x="412" y="287"/>
                    </a:cubicBezTo>
                    <a:cubicBezTo>
                      <a:pt x="404" y="305"/>
                      <a:pt x="399" y="329"/>
                      <a:pt x="375" y="330"/>
                    </a:cubicBezTo>
                    <a:cubicBezTo>
                      <a:pt x="351" y="331"/>
                      <a:pt x="356" y="304"/>
                      <a:pt x="345" y="289"/>
                    </a:cubicBezTo>
                    <a:cubicBezTo>
                      <a:pt x="342" y="285"/>
                      <a:pt x="339" y="285"/>
                      <a:pt x="335" y="289"/>
                    </a:cubicBezTo>
                    <a:cubicBezTo>
                      <a:pt x="324" y="311"/>
                      <a:pt x="317" y="334"/>
                      <a:pt x="315" y="359"/>
                    </a:cubicBezTo>
                    <a:cubicBezTo>
                      <a:pt x="328" y="354"/>
                      <a:pt x="329" y="339"/>
                      <a:pt x="343" y="337"/>
                    </a:cubicBezTo>
                    <a:cubicBezTo>
                      <a:pt x="345" y="358"/>
                      <a:pt x="330" y="374"/>
                      <a:pt x="323" y="391"/>
                    </a:cubicBezTo>
                    <a:cubicBezTo>
                      <a:pt x="318" y="403"/>
                      <a:pt x="308" y="418"/>
                      <a:pt x="320" y="427"/>
                    </a:cubicBezTo>
                    <a:cubicBezTo>
                      <a:pt x="342" y="444"/>
                      <a:pt x="334" y="467"/>
                      <a:pt x="336" y="488"/>
                    </a:cubicBezTo>
                    <a:cubicBezTo>
                      <a:pt x="344" y="562"/>
                      <a:pt x="351" y="636"/>
                      <a:pt x="385" y="705"/>
                    </a:cubicBezTo>
                    <a:cubicBezTo>
                      <a:pt x="373" y="610"/>
                      <a:pt x="342" y="514"/>
                      <a:pt x="370" y="415"/>
                    </a:cubicBezTo>
                    <a:moveTo>
                      <a:pt x="3966" y="3182"/>
                    </a:moveTo>
                    <a:cubicBezTo>
                      <a:pt x="3973" y="3023"/>
                      <a:pt x="3891" y="2810"/>
                      <a:pt x="3773" y="2681"/>
                    </a:cubicBezTo>
                    <a:cubicBezTo>
                      <a:pt x="3766" y="2691"/>
                      <a:pt x="3758" y="2701"/>
                      <a:pt x="3753" y="2711"/>
                    </a:cubicBezTo>
                    <a:cubicBezTo>
                      <a:pt x="3742" y="2729"/>
                      <a:pt x="3734" y="2748"/>
                      <a:pt x="3726" y="2767"/>
                    </a:cubicBezTo>
                    <a:cubicBezTo>
                      <a:pt x="3725" y="2772"/>
                      <a:pt x="3724" y="2777"/>
                      <a:pt x="3724" y="2782"/>
                    </a:cubicBezTo>
                    <a:cubicBezTo>
                      <a:pt x="3724" y="2792"/>
                      <a:pt x="3726" y="2801"/>
                      <a:pt x="3731" y="2809"/>
                    </a:cubicBezTo>
                    <a:cubicBezTo>
                      <a:pt x="3735" y="2817"/>
                      <a:pt x="3743" y="2823"/>
                      <a:pt x="3751" y="2828"/>
                    </a:cubicBezTo>
                    <a:cubicBezTo>
                      <a:pt x="3754" y="2830"/>
                      <a:pt x="3758" y="2832"/>
                      <a:pt x="3761" y="2833"/>
                    </a:cubicBezTo>
                    <a:cubicBezTo>
                      <a:pt x="3771" y="2836"/>
                      <a:pt x="3770" y="2839"/>
                      <a:pt x="3771" y="2845"/>
                    </a:cubicBezTo>
                    <a:cubicBezTo>
                      <a:pt x="3771" y="2851"/>
                      <a:pt x="3756" y="2863"/>
                      <a:pt x="3774" y="2874"/>
                    </a:cubicBezTo>
                    <a:cubicBezTo>
                      <a:pt x="3792" y="2855"/>
                      <a:pt x="3796" y="2824"/>
                      <a:pt x="3824" y="2804"/>
                    </a:cubicBezTo>
                    <a:cubicBezTo>
                      <a:pt x="3818" y="2830"/>
                      <a:pt x="3808" y="2850"/>
                      <a:pt x="3821" y="2869"/>
                    </a:cubicBezTo>
                    <a:cubicBezTo>
                      <a:pt x="3823" y="2873"/>
                      <a:pt x="3826" y="2877"/>
                      <a:pt x="3828" y="2881"/>
                    </a:cubicBezTo>
                    <a:cubicBezTo>
                      <a:pt x="3853" y="2924"/>
                      <a:pt x="3873" y="2969"/>
                      <a:pt x="3890" y="3016"/>
                    </a:cubicBezTo>
                    <a:cubicBezTo>
                      <a:pt x="3892" y="3021"/>
                      <a:pt x="3890" y="3028"/>
                      <a:pt x="3900" y="3031"/>
                    </a:cubicBezTo>
                    <a:cubicBezTo>
                      <a:pt x="3924" y="3039"/>
                      <a:pt x="3924" y="3039"/>
                      <a:pt x="3926" y="3048"/>
                    </a:cubicBezTo>
                    <a:cubicBezTo>
                      <a:pt x="3930" y="3094"/>
                      <a:pt x="3943" y="3140"/>
                      <a:pt x="3965" y="3182"/>
                    </a:cubicBezTo>
                    <a:lnTo>
                      <a:pt x="3966" y="3182"/>
                    </a:lnTo>
                    <a:moveTo>
                      <a:pt x="4142" y="3197"/>
                    </a:moveTo>
                    <a:cubicBezTo>
                      <a:pt x="4149" y="2985"/>
                      <a:pt x="3932" y="2518"/>
                      <a:pt x="3773" y="2403"/>
                    </a:cubicBezTo>
                    <a:cubicBezTo>
                      <a:pt x="3767" y="2426"/>
                      <a:pt x="3784" y="2438"/>
                      <a:pt x="3795" y="2451"/>
                    </a:cubicBezTo>
                    <a:cubicBezTo>
                      <a:pt x="3934" y="2629"/>
                      <a:pt x="4006" y="2842"/>
                      <a:pt x="4099" y="3044"/>
                    </a:cubicBezTo>
                    <a:cubicBezTo>
                      <a:pt x="4117" y="3094"/>
                      <a:pt x="4131" y="3145"/>
                      <a:pt x="4141" y="3197"/>
                    </a:cubicBezTo>
                    <a:lnTo>
                      <a:pt x="4142" y="3197"/>
                    </a:lnTo>
                    <a:moveTo>
                      <a:pt x="4266" y="2412"/>
                    </a:moveTo>
                    <a:cubicBezTo>
                      <a:pt x="4473" y="2767"/>
                      <a:pt x="4493" y="2809"/>
                      <a:pt x="4494" y="2862"/>
                    </a:cubicBezTo>
                    <a:cubicBezTo>
                      <a:pt x="4478" y="2851"/>
                      <a:pt x="4473" y="2832"/>
                      <a:pt x="4462" y="2818"/>
                    </a:cubicBezTo>
                    <a:cubicBezTo>
                      <a:pt x="4451" y="2804"/>
                      <a:pt x="4443" y="2786"/>
                      <a:pt x="4426" y="2778"/>
                    </a:cubicBezTo>
                    <a:cubicBezTo>
                      <a:pt x="4455" y="2873"/>
                      <a:pt x="4530" y="2932"/>
                      <a:pt x="4592" y="3002"/>
                    </a:cubicBezTo>
                    <a:cubicBezTo>
                      <a:pt x="4556" y="2820"/>
                      <a:pt x="4392" y="2522"/>
                      <a:pt x="4265" y="2412"/>
                    </a:cubicBezTo>
                    <a:lnTo>
                      <a:pt x="4266" y="2412"/>
                    </a:lnTo>
                    <a:moveTo>
                      <a:pt x="2480" y="3668"/>
                    </a:moveTo>
                    <a:cubicBezTo>
                      <a:pt x="2461" y="3626"/>
                      <a:pt x="2490" y="3606"/>
                      <a:pt x="2497" y="3577"/>
                    </a:cubicBezTo>
                    <a:cubicBezTo>
                      <a:pt x="2510" y="3511"/>
                      <a:pt x="2529" y="3446"/>
                      <a:pt x="2554" y="3384"/>
                    </a:cubicBezTo>
                    <a:cubicBezTo>
                      <a:pt x="2572" y="3343"/>
                      <a:pt x="2566" y="3331"/>
                      <a:pt x="2528" y="3312"/>
                    </a:cubicBezTo>
                    <a:cubicBezTo>
                      <a:pt x="2510" y="3303"/>
                      <a:pt x="2499" y="3304"/>
                      <a:pt x="2490" y="3326"/>
                    </a:cubicBezTo>
                    <a:cubicBezTo>
                      <a:pt x="2460" y="3401"/>
                      <a:pt x="2434" y="3477"/>
                      <a:pt x="2412" y="3554"/>
                    </a:cubicBezTo>
                    <a:cubicBezTo>
                      <a:pt x="2407" y="3572"/>
                      <a:pt x="2404" y="3591"/>
                      <a:pt x="2423" y="3596"/>
                    </a:cubicBezTo>
                    <a:cubicBezTo>
                      <a:pt x="2441" y="3601"/>
                      <a:pt x="2432" y="3572"/>
                      <a:pt x="2444" y="3565"/>
                    </a:cubicBezTo>
                    <a:cubicBezTo>
                      <a:pt x="2446" y="3635"/>
                      <a:pt x="2446" y="3635"/>
                      <a:pt x="2480" y="3668"/>
                    </a:cubicBezTo>
                    <a:moveTo>
                      <a:pt x="3509" y="2264"/>
                    </a:moveTo>
                    <a:cubicBezTo>
                      <a:pt x="3515" y="2286"/>
                      <a:pt x="3538" y="2281"/>
                      <a:pt x="3538" y="2296"/>
                    </a:cubicBezTo>
                    <a:cubicBezTo>
                      <a:pt x="3536" y="2322"/>
                      <a:pt x="3557" y="2329"/>
                      <a:pt x="3572" y="2341"/>
                    </a:cubicBezTo>
                    <a:cubicBezTo>
                      <a:pt x="3692" y="2431"/>
                      <a:pt x="3797" y="2541"/>
                      <a:pt x="3882" y="2665"/>
                    </a:cubicBezTo>
                    <a:cubicBezTo>
                      <a:pt x="3893" y="2680"/>
                      <a:pt x="3905" y="2695"/>
                      <a:pt x="3917" y="2711"/>
                    </a:cubicBezTo>
                    <a:cubicBezTo>
                      <a:pt x="3917" y="2711"/>
                      <a:pt x="3917" y="2710"/>
                      <a:pt x="3918" y="2709"/>
                    </a:cubicBezTo>
                    <a:cubicBezTo>
                      <a:pt x="3918" y="2707"/>
                      <a:pt x="3920" y="2704"/>
                      <a:pt x="3920" y="2702"/>
                    </a:cubicBezTo>
                    <a:cubicBezTo>
                      <a:pt x="3920" y="2699"/>
                      <a:pt x="3918" y="2698"/>
                      <a:pt x="3918" y="2696"/>
                    </a:cubicBezTo>
                    <a:cubicBezTo>
                      <a:pt x="3917" y="2695"/>
                      <a:pt x="3917" y="2694"/>
                      <a:pt x="3917" y="2694"/>
                    </a:cubicBezTo>
                    <a:cubicBezTo>
                      <a:pt x="3903" y="2667"/>
                      <a:pt x="3889" y="2641"/>
                      <a:pt x="3874" y="2615"/>
                    </a:cubicBezTo>
                    <a:cubicBezTo>
                      <a:pt x="3828" y="2536"/>
                      <a:pt x="3777" y="2461"/>
                      <a:pt x="3720" y="2390"/>
                    </a:cubicBezTo>
                    <a:cubicBezTo>
                      <a:pt x="3712" y="2380"/>
                      <a:pt x="3702" y="2371"/>
                      <a:pt x="3692" y="2364"/>
                    </a:cubicBezTo>
                    <a:cubicBezTo>
                      <a:pt x="3673" y="2352"/>
                      <a:pt x="3654" y="2341"/>
                      <a:pt x="3636" y="2330"/>
                    </a:cubicBezTo>
                    <a:cubicBezTo>
                      <a:pt x="3594" y="2306"/>
                      <a:pt x="3552" y="2284"/>
                      <a:pt x="3509" y="2264"/>
                    </a:cubicBezTo>
                    <a:moveTo>
                      <a:pt x="2748" y="2007"/>
                    </a:moveTo>
                    <a:cubicBezTo>
                      <a:pt x="2754" y="2019"/>
                      <a:pt x="2755" y="2023"/>
                      <a:pt x="2757" y="2024"/>
                    </a:cubicBezTo>
                    <a:cubicBezTo>
                      <a:pt x="2836" y="2095"/>
                      <a:pt x="2927" y="2144"/>
                      <a:pt x="3019" y="2195"/>
                    </a:cubicBezTo>
                    <a:cubicBezTo>
                      <a:pt x="3026" y="2199"/>
                      <a:pt x="3035" y="2201"/>
                      <a:pt x="3044" y="2201"/>
                    </a:cubicBezTo>
                    <a:cubicBezTo>
                      <a:pt x="3046" y="2201"/>
                      <a:pt x="3048" y="2201"/>
                      <a:pt x="3050" y="2201"/>
                    </a:cubicBezTo>
                    <a:cubicBezTo>
                      <a:pt x="3088" y="2193"/>
                      <a:pt x="3116" y="2214"/>
                      <a:pt x="3147" y="2229"/>
                    </a:cubicBezTo>
                    <a:cubicBezTo>
                      <a:pt x="3151" y="2233"/>
                      <a:pt x="3155" y="2236"/>
                      <a:pt x="3160" y="2239"/>
                    </a:cubicBezTo>
                    <a:cubicBezTo>
                      <a:pt x="3174" y="2247"/>
                      <a:pt x="3189" y="2251"/>
                      <a:pt x="3205" y="2251"/>
                    </a:cubicBezTo>
                    <a:cubicBezTo>
                      <a:pt x="3061" y="2144"/>
                      <a:pt x="2908" y="2079"/>
                      <a:pt x="2748" y="2007"/>
                    </a:cubicBezTo>
                    <a:moveTo>
                      <a:pt x="2728" y="4093"/>
                    </a:moveTo>
                    <a:cubicBezTo>
                      <a:pt x="2751" y="4090"/>
                      <a:pt x="2776" y="4062"/>
                      <a:pt x="2785" y="4073"/>
                    </a:cubicBezTo>
                    <a:cubicBezTo>
                      <a:pt x="2813" y="4111"/>
                      <a:pt x="2834" y="4075"/>
                      <a:pt x="2858" y="4073"/>
                    </a:cubicBezTo>
                    <a:cubicBezTo>
                      <a:pt x="2881" y="4071"/>
                      <a:pt x="2908" y="4051"/>
                      <a:pt x="2940" y="4049"/>
                    </a:cubicBezTo>
                    <a:cubicBezTo>
                      <a:pt x="2929" y="4075"/>
                      <a:pt x="2902" y="4072"/>
                      <a:pt x="2889" y="4095"/>
                    </a:cubicBezTo>
                    <a:cubicBezTo>
                      <a:pt x="2952" y="4077"/>
                      <a:pt x="3018" y="4075"/>
                      <a:pt x="3054" y="4006"/>
                    </a:cubicBezTo>
                    <a:cubicBezTo>
                      <a:pt x="3008" y="3993"/>
                      <a:pt x="2965" y="3985"/>
                      <a:pt x="2921" y="4015"/>
                    </a:cubicBezTo>
                    <a:cubicBezTo>
                      <a:pt x="2918" y="4017"/>
                      <a:pt x="2914" y="4020"/>
                      <a:pt x="2910" y="4022"/>
                    </a:cubicBezTo>
                    <a:cubicBezTo>
                      <a:pt x="2903" y="4026"/>
                      <a:pt x="2895" y="4029"/>
                      <a:pt x="2887" y="4031"/>
                    </a:cubicBezTo>
                    <a:cubicBezTo>
                      <a:pt x="2869" y="4033"/>
                      <a:pt x="2844" y="4077"/>
                      <a:pt x="2830" y="4025"/>
                    </a:cubicBezTo>
                    <a:cubicBezTo>
                      <a:pt x="2828" y="4020"/>
                      <a:pt x="2821" y="4024"/>
                      <a:pt x="2816" y="4025"/>
                    </a:cubicBezTo>
                    <a:cubicBezTo>
                      <a:pt x="2789" y="4035"/>
                      <a:pt x="2763" y="4044"/>
                      <a:pt x="2739" y="4053"/>
                    </a:cubicBezTo>
                    <a:cubicBezTo>
                      <a:pt x="2722" y="4059"/>
                      <a:pt x="2725" y="4075"/>
                      <a:pt x="2728" y="4093"/>
                    </a:cubicBezTo>
                    <a:moveTo>
                      <a:pt x="363" y="834"/>
                    </a:moveTo>
                    <a:lnTo>
                      <a:pt x="236" y="707"/>
                    </a:lnTo>
                    <a:cubicBezTo>
                      <a:pt x="234" y="706"/>
                      <a:pt x="232" y="705"/>
                      <a:pt x="230" y="703"/>
                    </a:cubicBezTo>
                    <a:cubicBezTo>
                      <a:pt x="226" y="701"/>
                      <a:pt x="220" y="699"/>
                      <a:pt x="215" y="699"/>
                    </a:cubicBezTo>
                    <a:cubicBezTo>
                      <a:pt x="214" y="699"/>
                      <a:pt x="213" y="699"/>
                      <a:pt x="212" y="699"/>
                    </a:cubicBezTo>
                    <a:cubicBezTo>
                      <a:pt x="211" y="699"/>
                      <a:pt x="210" y="699"/>
                      <a:pt x="210" y="699"/>
                    </a:cubicBezTo>
                    <a:cubicBezTo>
                      <a:pt x="184" y="699"/>
                      <a:pt x="158" y="705"/>
                      <a:pt x="135" y="719"/>
                    </a:cubicBezTo>
                    <a:cubicBezTo>
                      <a:pt x="123" y="726"/>
                      <a:pt x="111" y="736"/>
                      <a:pt x="101" y="746"/>
                    </a:cubicBezTo>
                    <a:cubicBezTo>
                      <a:pt x="183" y="777"/>
                      <a:pt x="253" y="818"/>
                      <a:pt x="334" y="835"/>
                    </a:cubicBezTo>
                    <a:cubicBezTo>
                      <a:pt x="341" y="838"/>
                      <a:pt x="349" y="844"/>
                      <a:pt x="363" y="834"/>
                    </a:cubicBezTo>
                    <a:moveTo>
                      <a:pt x="2932" y="3801"/>
                    </a:moveTo>
                    <a:cubicBezTo>
                      <a:pt x="2940" y="3757"/>
                      <a:pt x="2947" y="3717"/>
                      <a:pt x="2954" y="3678"/>
                    </a:cubicBezTo>
                    <a:cubicBezTo>
                      <a:pt x="2966" y="3614"/>
                      <a:pt x="2967" y="3614"/>
                      <a:pt x="2911" y="3581"/>
                    </a:cubicBezTo>
                    <a:cubicBezTo>
                      <a:pt x="2905" y="3578"/>
                      <a:pt x="2900" y="3576"/>
                      <a:pt x="2894" y="3575"/>
                    </a:cubicBezTo>
                    <a:cubicBezTo>
                      <a:pt x="2872" y="3630"/>
                      <a:pt x="2856" y="3688"/>
                      <a:pt x="2847" y="3748"/>
                    </a:cubicBezTo>
                    <a:cubicBezTo>
                      <a:pt x="2847" y="3749"/>
                      <a:pt x="2847" y="3751"/>
                      <a:pt x="2847" y="3753"/>
                    </a:cubicBezTo>
                    <a:cubicBezTo>
                      <a:pt x="2847" y="3756"/>
                      <a:pt x="2847" y="3760"/>
                      <a:pt x="2849" y="3763"/>
                    </a:cubicBezTo>
                    <a:cubicBezTo>
                      <a:pt x="2849" y="3764"/>
                      <a:pt x="2849" y="3764"/>
                      <a:pt x="2849" y="3764"/>
                    </a:cubicBezTo>
                    <a:cubicBezTo>
                      <a:pt x="2851" y="3767"/>
                      <a:pt x="2853" y="3769"/>
                      <a:pt x="2856" y="3771"/>
                    </a:cubicBezTo>
                    <a:cubicBezTo>
                      <a:pt x="2859" y="3772"/>
                      <a:pt x="2862" y="3773"/>
                      <a:pt x="2865" y="3773"/>
                    </a:cubicBezTo>
                    <a:cubicBezTo>
                      <a:pt x="2866" y="3773"/>
                      <a:pt x="2866" y="3773"/>
                      <a:pt x="2867" y="3773"/>
                    </a:cubicBezTo>
                    <a:cubicBezTo>
                      <a:pt x="2875" y="3773"/>
                      <a:pt x="2876" y="3768"/>
                      <a:pt x="2878" y="3763"/>
                    </a:cubicBezTo>
                    <a:cubicBezTo>
                      <a:pt x="2880" y="3754"/>
                      <a:pt x="2880" y="3745"/>
                      <a:pt x="2883" y="3736"/>
                    </a:cubicBezTo>
                    <a:cubicBezTo>
                      <a:pt x="2894" y="3699"/>
                      <a:pt x="2893" y="3657"/>
                      <a:pt x="2916" y="3621"/>
                    </a:cubicBezTo>
                    <a:cubicBezTo>
                      <a:pt x="2926" y="3633"/>
                      <a:pt x="2921" y="3643"/>
                      <a:pt x="2918" y="3653"/>
                    </a:cubicBezTo>
                    <a:cubicBezTo>
                      <a:pt x="2910" y="3685"/>
                      <a:pt x="2901" y="3717"/>
                      <a:pt x="2894" y="3749"/>
                    </a:cubicBezTo>
                    <a:cubicBezTo>
                      <a:pt x="2887" y="3786"/>
                      <a:pt x="2887" y="3786"/>
                      <a:pt x="2932" y="3801"/>
                    </a:cubicBezTo>
                    <a:moveTo>
                      <a:pt x="4043" y="3094"/>
                    </a:moveTo>
                    <a:cubicBezTo>
                      <a:pt x="4037" y="3189"/>
                      <a:pt x="4094" y="3538"/>
                      <a:pt x="4125" y="3575"/>
                    </a:cubicBezTo>
                    <a:cubicBezTo>
                      <a:pt x="4101" y="3406"/>
                      <a:pt x="4092" y="3247"/>
                      <a:pt x="4043" y="3094"/>
                    </a:cubicBezTo>
                    <a:moveTo>
                      <a:pt x="4160" y="2390"/>
                    </a:moveTo>
                    <a:cubicBezTo>
                      <a:pt x="4161" y="2385"/>
                      <a:pt x="4161" y="2380"/>
                      <a:pt x="4161" y="2375"/>
                    </a:cubicBezTo>
                    <a:cubicBezTo>
                      <a:pt x="4161" y="2354"/>
                      <a:pt x="4155" y="2333"/>
                      <a:pt x="4145" y="2314"/>
                    </a:cubicBezTo>
                    <a:cubicBezTo>
                      <a:pt x="4136" y="2299"/>
                      <a:pt x="4123" y="2285"/>
                      <a:pt x="4108" y="2275"/>
                    </a:cubicBezTo>
                    <a:cubicBezTo>
                      <a:pt x="4093" y="2263"/>
                      <a:pt x="4076" y="2252"/>
                      <a:pt x="4059" y="2242"/>
                    </a:cubicBezTo>
                    <a:cubicBezTo>
                      <a:pt x="4041" y="2232"/>
                      <a:pt x="4023" y="2223"/>
                      <a:pt x="4004" y="2215"/>
                    </a:cubicBezTo>
                    <a:cubicBezTo>
                      <a:pt x="3959" y="2192"/>
                      <a:pt x="3910" y="2176"/>
                      <a:pt x="3860" y="2169"/>
                    </a:cubicBezTo>
                    <a:cubicBezTo>
                      <a:pt x="3879" y="2179"/>
                      <a:pt x="3897" y="2189"/>
                      <a:pt x="3915" y="2199"/>
                    </a:cubicBezTo>
                    <a:cubicBezTo>
                      <a:pt x="3951" y="2220"/>
                      <a:pt x="3985" y="2241"/>
                      <a:pt x="4019" y="2265"/>
                    </a:cubicBezTo>
                    <a:cubicBezTo>
                      <a:pt x="4069" y="2302"/>
                      <a:pt x="4116" y="2344"/>
                      <a:pt x="4160" y="2390"/>
                    </a:cubicBezTo>
                    <a:moveTo>
                      <a:pt x="3929" y="2279"/>
                    </a:moveTo>
                    <a:cubicBezTo>
                      <a:pt x="4043" y="2464"/>
                      <a:pt x="4116" y="2664"/>
                      <a:pt x="4213" y="2851"/>
                    </a:cubicBezTo>
                    <a:cubicBezTo>
                      <a:pt x="4204" y="2818"/>
                      <a:pt x="4193" y="2785"/>
                      <a:pt x="4180" y="2754"/>
                    </a:cubicBezTo>
                    <a:cubicBezTo>
                      <a:pt x="4123" y="2608"/>
                      <a:pt x="4057" y="2467"/>
                      <a:pt x="3982" y="2330"/>
                    </a:cubicBezTo>
                    <a:cubicBezTo>
                      <a:pt x="3970" y="2312"/>
                      <a:pt x="3962" y="2287"/>
                      <a:pt x="3928" y="2279"/>
                    </a:cubicBezTo>
                    <a:lnTo>
                      <a:pt x="3929" y="2279"/>
                    </a:lnTo>
                    <a:moveTo>
                      <a:pt x="4431" y="2532"/>
                    </a:moveTo>
                    <a:cubicBezTo>
                      <a:pt x="4464" y="2649"/>
                      <a:pt x="4606" y="2857"/>
                      <a:pt x="4675" y="2899"/>
                    </a:cubicBezTo>
                    <a:cubicBezTo>
                      <a:pt x="4673" y="2888"/>
                      <a:pt x="4670" y="2878"/>
                      <a:pt x="4665" y="2869"/>
                    </a:cubicBezTo>
                    <a:cubicBezTo>
                      <a:pt x="4663" y="2866"/>
                      <a:pt x="4662" y="2865"/>
                      <a:pt x="4661" y="2863"/>
                    </a:cubicBezTo>
                    <a:cubicBezTo>
                      <a:pt x="4632" y="2795"/>
                      <a:pt x="4579" y="2744"/>
                      <a:pt x="4537" y="2685"/>
                    </a:cubicBezTo>
                    <a:cubicBezTo>
                      <a:pt x="4499" y="2635"/>
                      <a:pt x="4465" y="2583"/>
                      <a:pt x="4430" y="2532"/>
                    </a:cubicBezTo>
                    <a:lnTo>
                      <a:pt x="4431" y="2532"/>
                    </a:lnTo>
                    <a:moveTo>
                      <a:pt x="4258" y="3127"/>
                    </a:moveTo>
                    <a:lnTo>
                      <a:pt x="4247" y="3130"/>
                    </a:lnTo>
                    <a:cubicBezTo>
                      <a:pt x="4247" y="3142"/>
                      <a:pt x="4249" y="3156"/>
                      <a:pt x="4251" y="3167"/>
                    </a:cubicBezTo>
                    <a:cubicBezTo>
                      <a:pt x="4264" y="3252"/>
                      <a:pt x="4277" y="3337"/>
                      <a:pt x="4299" y="3420"/>
                    </a:cubicBezTo>
                    <a:cubicBezTo>
                      <a:pt x="4303" y="3436"/>
                      <a:pt x="4315" y="3460"/>
                      <a:pt x="4284" y="3468"/>
                    </a:cubicBezTo>
                    <a:cubicBezTo>
                      <a:pt x="4282" y="3468"/>
                      <a:pt x="4280" y="3478"/>
                      <a:pt x="4282" y="3483"/>
                    </a:cubicBezTo>
                    <a:cubicBezTo>
                      <a:pt x="4296" y="3533"/>
                      <a:pt x="4303" y="3586"/>
                      <a:pt x="4330" y="3632"/>
                    </a:cubicBezTo>
                    <a:cubicBezTo>
                      <a:pt x="4308" y="3463"/>
                      <a:pt x="4305" y="3292"/>
                      <a:pt x="4256" y="3127"/>
                    </a:cubicBezTo>
                    <a:lnTo>
                      <a:pt x="4258" y="3127"/>
                    </a:lnTo>
                    <a:moveTo>
                      <a:pt x="3088" y="4267"/>
                    </a:moveTo>
                    <a:cubicBezTo>
                      <a:pt x="3107" y="4261"/>
                      <a:pt x="3125" y="4253"/>
                      <a:pt x="3142" y="4243"/>
                    </a:cubicBezTo>
                    <a:cubicBezTo>
                      <a:pt x="3153" y="4236"/>
                      <a:pt x="3164" y="4229"/>
                      <a:pt x="3175" y="4221"/>
                    </a:cubicBezTo>
                    <a:cubicBezTo>
                      <a:pt x="3185" y="4213"/>
                      <a:pt x="3198" y="4199"/>
                      <a:pt x="3192" y="4189"/>
                    </a:cubicBezTo>
                    <a:cubicBezTo>
                      <a:pt x="3165" y="4151"/>
                      <a:pt x="3196" y="4124"/>
                      <a:pt x="3207" y="4093"/>
                    </a:cubicBezTo>
                    <a:cubicBezTo>
                      <a:pt x="3210" y="4085"/>
                      <a:pt x="3215" y="4077"/>
                      <a:pt x="3219" y="4069"/>
                    </a:cubicBezTo>
                    <a:cubicBezTo>
                      <a:pt x="3222" y="4061"/>
                      <a:pt x="3223" y="4058"/>
                      <a:pt x="3217" y="4054"/>
                    </a:cubicBezTo>
                    <a:lnTo>
                      <a:pt x="3216" y="4054"/>
                    </a:lnTo>
                    <a:cubicBezTo>
                      <a:pt x="3214" y="4053"/>
                      <a:pt x="3211" y="4052"/>
                      <a:pt x="3209" y="4052"/>
                    </a:cubicBezTo>
                    <a:cubicBezTo>
                      <a:pt x="3206" y="4052"/>
                      <a:pt x="3205" y="4053"/>
                      <a:pt x="3203" y="4054"/>
                    </a:cubicBezTo>
                    <a:cubicBezTo>
                      <a:pt x="3201" y="4055"/>
                      <a:pt x="3199" y="4056"/>
                      <a:pt x="3198" y="4058"/>
                    </a:cubicBezTo>
                    <a:cubicBezTo>
                      <a:pt x="3195" y="4062"/>
                      <a:pt x="3191" y="4067"/>
                      <a:pt x="3189" y="4071"/>
                    </a:cubicBezTo>
                    <a:cubicBezTo>
                      <a:pt x="3188" y="4072"/>
                      <a:pt x="3188" y="4073"/>
                      <a:pt x="3187" y="4073"/>
                    </a:cubicBezTo>
                    <a:cubicBezTo>
                      <a:pt x="3167" y="4109"/>
                      <a:pt x="3144" y="4143"/>
                      <a:pt x="3118" y="4175"/>
                    </a:cubicBezTo>
                    <a:cubicBezTo>
                      <a:pt x="3112" y="4181"/>
                      <a:pt x="3107" y="4188"/>
                      <a:pt x="3103" y="4195"/>
                    </a:cubicBezTo>
                    <a:cubicBezTo>
                      <a:pt x="3092" y="4214"/>
                      <a:pt x="3086" y="4236"/>
                      <a:pt x="3086" y="4258"/>
                    </a:cubicBezTo>
                    <a:cubicBezTo>
                      <a:pt x="3086" y="4261"/>
                      <a:pt x="3087" y="4264"/>
                      <a:pt x="3087" y="4267"/>
                    </a:cubicBezTo>
                    <a:lnTo>
                      <a:pt x="3088" y="4267"/>
                    </a:lnTo>
                    <a:moveTo>
                      <a:pt x="3314" y="4208"/>
                    </a:moveTo>
                    <a:cubicBezTo>
                      <a:pt x="3334" y="4232"/>
                      <a:pt x="3354" y="4218"/>
                      <a:pt x="3370" y="4211"/>
                    </a:cubicBezTo>
                    <a:cubicBezTo>
                      <a:pt x="3409" y="4194"/>
                      <a:pt x="3447" y="4175"/>
                      <a:pt x="3483" y="4155"/>
                    </a:cubicBezTo>
                    <a:cubicBezTo>
                      <a:pt x="3505" y="4144"/>
                      <a:pt x="3539" y="4152"/>
                      <a:pt x="3548" y="4123"/>
                    </a:cubicBezTo>
                    <a:cubicBezTo>
                      <a:pt x="3556" y="4094"/>
                      <a:pt x="3522" y="4082"/>
                      <a:pt x="3516" y="4057"/>
                    </a:cubicBezTo>
                    <a:cubicBezTo>
                      <a:pt x="3516" y="4053"/>
                      <a:pt x="3509" y="4050"/>
                      <a:pt x="3502" y="4054"/>
                    </a:cubicBezTo>
                    <a:cubicBezTo>
                      <a:pt x="3501" y="4059"/>
                      <a:pt x="3500" y="4063"/>
                      <a:pt x="3500" y="4068"/>
                    </a:cubicBezTo>
                    <a:cubicBezTo>
                      <a:pt x="3500" y="4079"/>
                      <a:pt x="3502" y="4089"/>
                      <a:pt x="3508" y="4099"/>
                    </a:cubicBezTo>
                    <a:cubicBezTo>
                      <a:pt x="3509" y="4101"/>
                      <a:pt x="3511" y="4103"/>
                      <a:pt x="3512" y="4105"/>
                    </a:cubicBezTo>
                    <a:cubicBezTo>
                      <a:pt x="3518" y="4113"/>
                      <a:pt x="3525" y="4119"/>
                      <a:pt x="3515" y="4126"/>
                    </a:cubicBezTo>
                    <a:cubicBezTo>
                      <a:pt x="3505" y="4132"/>
                      <a:pt x="3495" y="4125"/>
                      <a:pt x="3489" y="4114"/>
                    </a:cubicBezTo>
                    <a:cubicBezTo>
                      <a:pt x="3479" y="4093"/>
                      <a:pt x="3486" y="4066"/>
                      <a:pt x="3467" y="4044"/>
                    </a:cubicBezTo>
                    <a:cubicBezTo>
                      <a:pt x="3461" y="4069"/>
                      <a:pt x="3446" y="4094"/>
                      <a:pt x="3457" y="4114"/>
                    </a:cubicBezTo>
                    <a:cubicBezTo>
                      <a:pt x="3474" y="4144"/>
                      <a:pt x="3465" y="4149"/>
                      <a:pt x="3437" y="4156"/>
                    </a:cubicBezTo>
                    <a:cubicBezTo>
                      <a:pt x="3403" y="4161"/>
                      <a:pt x="3369" y="4172"/>
                      <a:pt x="3340" y="4190"/>
                    </a:cubicBezTo>
                    <a:cubicBezTo>
                      <a:pt x="3330" y="4195"/>
                      <a:pt x="3322" y="4201"/>
                      <a:pt x="3313" y="4208"/>
                    </a:cubicBezTo>
                    <a:lnTo>
                      <a:pt x="3314" y="4208"/>
                    </a:lnTo>
                    <a:moveTo>
                      <a:pt x="4291" y="3101"/>
                    </a:moveTo>
                    <a:cubicBezTo>
                      <a:pt x="4308" y="3236"/>
                      <a:pt x="4342" y="3367"/>
                      <a:pt x="4392" y="3493"/>
                    </a:cubicBezTo>
                    <a:cubicBezTo>
                      <a:pt x="4396" y="3484"/>
                      <a:pt x="4398" y="3474"/>
                      <a:pt x="4398" y="3464"/>
                    </a:cubicBezTo>
                    <a:cubicBezTo>
                      <a:pt x="4398" y="3458"/>
                      <a:pt x="4397" y="3452"/>
                      <a:pt x="4396" y="3446"/>
                    </a:cubicBezTo>
                    <a:cubicBezTo>
                      <a:pt x="4384" y="3390"/>
                      <a:pt x="4369" y="3335"/>
                      <a:pt x="4350" y="3282"/>
                    </a:cubicBezTo>
                    <a:cubicBezTo>
                      <a:pt x="4340" y="3253"/>
                      <a:pt x="4333" y="3223"/>
                      <a:pt x="4330" y="3192"/>
                    </a:cubicBezTo>
                    <a:cubicBezTo>
                      <a:pt x="4330" y="3191"/>
                      <a:pt x="4330" y="3190"/>
                      <a:pt x="4330" y="3189"/>
                    </a:cubicBezTo>
                    <a:cubicBezTo>
                      <a:pt x="4330" y="3169"/>
                      <a:pt x="4325" y="3149"/>
                      <a:pt x="4315" y="3132"/>
                    </a:cubicBezTo>
                    <a:cubicBezTo>
                      <a:pt x="4308" y="3120"/>
                      <a:pt x="4299" y="3110"/>
                      <a:pt x="4289" y="3101"/>
                    </a:cubicBezTo>
                    <a:lnTo>
                      <a:pt x="4291" y="3101"/>
                    </a:lnTo>
                    <a:moveTo>
                      <a:pt x="4441" y="2393"/>
                    </a:moveTo>
                    <a:lnTo>
                      <a:pt x="4433" y="2403"/>
                    </a:lnTo>
                    <a:lnTo>
                      <a:pt x="4471" y="2442"/>
                    </a:lnTo>
                    <a:cubicBezTo>
                      <a:pt x="4484" y="2455"/>
                      <a:pt x="4497" y="2468"/>
                      <a:pt x="4508" y="2482"/>
                    </a:cubicBezTo>
                    <a:cubicBezTo>
                      <a:pt x="4556" y="2547"/>
                      <a:pt x="4583" y="2562"/>
                      <a:pt x="4667" y="2565"/>
                    </a:cubicBezTo>
                    <a:cubicBezTo>
                      <a:pt x="4590" y="2506"/>
                      <a:pt x="4524" y="2439"/>
                      <a:pt x="4441" y="2393"/>
                    </a:cubicBezTo>
                    <a:moveTo>
                      <a:pt x="501" y="238"/>
                    </a:moveTo>
                    <a:cubicBezTo>
                      <a:pt x="449" y="343"/>
                      <a:pt x="410" y="455"/>
                      <a:pt x="413" y="577"/>
                    </a:cubicBezTo>
                    <a:cubicBezTo>
                      <a:pt x="443" y="464"/>
                      <a:pt x="491" y="356"/>
                      <a:pt x="501" y="238"/>
                    </a:cubicBezTo>
                    <a:moveTo>
                      <a:pt x="3392" y="4007"/>
                    </a:moveTo>
                    <a:cubicBezTo>
                      <a:pt x="3399" y="4043"/>
                      <a:pt x="3373" y="4075"/>
                      <a:pt x="3390" y="4106"/>
                    </a:cubicBezTo>
                    <a:cubicBezTo>
                      <a:pt x="3405" y="4118"/>
                      <a:pt x="3410" y="4086"/>
                      <a:pt x="3423" y="4102"/>
                    </a:cubicBezTo>
                    <a:cubicBezTo>
                      <a:pt x="3406" y="4135"/>
                      <a:pt x="3361" y="4129"/>
                      <a:pt x="3338" y="4161"/>
                    </a:cubicBezTo>
                    <a:cubicBezTo>
                      <a:pt x="3374" y="4166"/>
                      <a:pt x="3399" y="4149"/>
                      <a:pt x="3425" y="4141"/>
                    </a:cubicBezTo>
                    <a:cubicBezTo>
                      <a:pt x="3435" y="4138"/>
                      <a:pt x="3437" y="4128"/>
                      <a:pt x="3437" y="4118"/>
                    </a:cubicBezTo>
                    <a:cubicBezTo>
                      <a:pt x="3437" y="4079"/>
                      <a:pt x="3441" y="4039"/>
                      <a:pt x="3449" y="4001"/>
                    </a:cubicBezTo>
                    <a:lnTo>
                      <a:pt x="3392" y="4007"/>
                    </a:lnTo>
                    <a:moveTo>
                      <a:pt x="4229" y="2313"/>
                    </a:moveTo>
                    <a:cubicBezTo>
                      <a:pt x="4228" y="2315"/>
                      <a:pt x="4228" y="2317"/>
                      <a:pt x="4228" y="2318"/>
                    </a:cubicBezTo>
                    <a:cubicBezTo>
                      <a:pt x="4228" y="2321"/>
                      <a:pt x="4228" y="2323"/>
                      <a:pt x="4230" y="2325"/>
                    </a:cubicBezTo>
                    <a:cubicBezTo>
                      <a:pt x="4230" y="2326"/>
                      <a:pt x="4232" y="2328"/>
                      <a:pt x="4233" y="2329"/>
                    </a:cubicBezTo>
                    <a:cubicBezTo>
                      <a:pt x="4302" y="2386"/>
                      <a:pt x="4374" y="2439"/>
                      <a:pt x="4449" y="2487"/>
                    </a:cubicBezTo>
                    <a:cubicBezTo>
                      <a:pt x="4451" y="2489"/>
                      <a:pt x="4452" y="2491"/>
                      <a:pt x="4456" y="2493"/>
                    </a:cubicBezTo>
                    <a:cubicBezTo>
                      <a:pt x="4459" y="2495"/>
                      <a:pt x="4464" y="2496"/>
                      <a:pt x="4468" y="2497"/>
                    </a:cubicBezTo>
                    <a:cubicBezTo>
                      <a:pt x="4469" y="2498"/>
                      <a:pt x="4470" y="2498"/>
                      <a:pt x="4471" y="2498"/>
                    </a:cubicBezTo>
                    <a:cubicBezTo>
                      <a:pt x="4473" y="2498"/>
                      <a:pt x="4475" y="2497"/>
                      <a:pt x="4477" y="2496"/>
                    </a:cubicBezTo>
                    <a:cubicBezTo>
                      <a:pt x="4479" y="2495"/>
                      <a:pt x="4480" y="2494"/>
                      <a:pt x="4481" y="2492"/>
                    </a:cubicBezTo>
                    <a:cubicBezTo>
                      <a:pt x="4482" y="2490"/>
                      <a:pt x="4483" y="2488"/>
                      <a:pt x="4483" y="2486"/>
                    </a:cubicBezTo>
                    <a:cubicBezTo>
                      <a:pt x="4483" y="2484"/>
                      <a:pt x="4483" y="2482"/>
                      <a:pt x="4482" y="2481"/>
                    </a:cubicBezTo>
                    <a:cubicBezTo>
                      <a:pt x="4481" y="2477"/>
                      <a:pt x="4479" y="2474"/>
                      <a:pt x="4478" y="2471"/>
                    </a:cubicBezTo>
                    <a:cubicBezTo>
                      <a:pt x="4474" y="2465"/>
                      <a:pt x="4468" y="2459"/>
                      <a:pt x="4462" y="2456"/>
                    </a:cubicBezTo>
                    <a:cubicBezTo>
                      <a:pt x="4458" y="2454"/>
                      <a:pt x="4455" y="2452"/>
                      <a:pt x="4452" y="2451"/>
                    </a:cubicBezTo>
                    <a:cubicBezTo>
                      <a:pt x="4438" y="2449"/>
                      <a:pt x="4426" y="2444"/>
                      <a:pt x="4414" y="2437"/>
                    </a:cubicBezTo>
                    <a:cubicBezTo>
                      <a:pt x="4405" y="2432"/>
                      <a:pt x="4397" y="2426"/>
                      <a:pt x="4390" y="2419"/>
                    </a:cubicBezTo>
                    <a:cubicBezTo>
                      <a:pt x="4348" y="2390"/>
                      <a:pt x="4307" y="2359"/>
                      <a:pt x="4265" y="2330"/>
                    </a:cubicBezTo>
                    <a:cubicBezTo>
                      <a:pt x="4255" y="2324"/>
                      <a:pt x="4245" y="2310"/>
                      <a:pt x="4229" y="2313"/>
                    </a:cubicBezTo>
                    <a:moveTo>
                      <a:pt x="4192" y="3126"/>
                    </a:moveTo>
                    <a:cubicBezTo>
                      <a:pt x="4192" y="3114"/>
                      <a:pt x="4192" y="3102"/>
                      <a:pt x="4192" y="3090"/>
                    </a:cubicBezTo>
                    <a:cubicBezTo>
                      <a:pt x="4192" y="3021"/>
                      <a:pt x="4183" y="2952"/>
                      <a:pt x="4165" y="2885"/>
                    </a:cubicBezTo>
                    <a:cubicBezTo>
                      <a:pt x="4163" y="2878"/>
                      <a:pt x="4160" y="2871"/>
                      <a:pt x="4157" y="2865"/>
                    </a:cubicBezTo>
                    <a:cubicBezTo>
                      <a:pt x="4150" y="2854"/>
                      <a:pt x="4141" y="2845"/>
                      <a:pt x="4130" y="2838"/>
                    </a:cubicBezTo>
                    <a:cubicBezTo>
                      <a:pt x="4153" y="2934"/>
                      <a:pt x="4161" y="3032"/>
                      <a:pt x="4191" y="3126"/>
                    </a:cubicBezTo>
                    <a:lnTo>
                      <a:pt x="4192" y="3126"/>
                    </a:lnTo>
                    <a:moveTo>
                      <a:pt x="3086" y="2123"/>
                    </a:moveTo>
                    <a:cubicBezTo>
                      <a:pt x="3130" y="2166"/>
                      <a:pt x="3259" y="2225"/>
                      <a:pt x="3316" y="2227"/>
                    </a:cubicBezTo>
                    <a:cubicBezTo>
                      <a:pt x="3265" y="2197"/>
                      <a:pt x="3216" y="2169"/>
                      <a:pt x="3170" y="2138"/>
                    </a:cubicBezTo>
                    <a:cubicBezTo>
                      <a:pt x="3168" y="2137"/>
                      <a:pt x="3167" y="2136"/>
                      <a:pt x="3165" y="2136"/>
                    </a:cubicBezTo>
                    <a:cubicBezTo>
                      <a:pt x="3148" y="2126"/>
                      <a:pt x="3129" y="2121"/>
                      <a:pt x="3109" y="2121"/>
                    </a:cubicBezTo>
                    <a:cubicBezTo>
                      <a:pt x="3102" y="2121"/>
                      <a:pt x="3094" y="2121"/>
                      <a:pt x="3086" y="2123"/>
                    </a:cubicBezTo>
                    <a:moveTo>
                      <a:pt x="4233" y="2446"/>
                    </a:moveTo>
                    <a:lnTo>
                      <a:pt x="4225" y="2451"/>
                    </a:lnTo>
                    <a:cubicBezTo>
                      <a:pt x="4252" y="2510"/>
                      <a:pt x="4281" y="2569"/>
                      <a:pt x="4308" y="2628"/>
                    </a:cubicBezTo>
                    <a:cubicBezTo>
                      <a:pt x="4321" y="2657"/>
                      <a:pt x="4337" y="2684"/>
                      <a:pt x="4378" y="2685"/>
                    </a:cubicBezTo>
                    <a:lnTo>
                      <a:pt x="4233" y="2446"/>
                    </a:lnTo>
                    <a:moveTo>
                      <a:pt x="4449" y="2358"/>
                    </a:moveTo>
                    <a:cubicBezTo>
                      <a:pt x="4510" y="2407"/>
                      <a:pt x="4584" y="2415"/>
                      <a:pt x="4658" y="2427"/>
                    </a:cubicBezTo>
                    <a:cubicBezTo>
                      <a:pt x="4639" y="2412"/>
                      <a:pt x="4618" y="2399"/>
                      <a:pt x="4598" y="2387"/>
                    </a:cubicBezTo>
                    <a:cubicBezTo>
                      <a:pt x="4575" y="2374"/>
                      <a:pt x="4553" y="2363"/>
                      <a:pt x="4529" y="2354"/>
                    </a:cubicBezTo>
                    <a:cubicBezTo>
                      <a:pt x="4520" y="2365"/>
                      <a:pt x="4541" y="2376"/>
                      <a:pt x="4525" y="2383"/>
                    </a:cubicBezTo>
                    <a:cubicBezTo>
                      <a:pt x="4497" y="2379"/>
                      <a:pt x="4477" y="2356"/>
                      <a:pt x="4448" y="2359"/>
                    </a:cubicBezTo>
                    <a:lnTo>
                      <a:pt x="4449" y="2358"/>
                    </a:lnTo>
                    <a:moveTo>
                      <a:pt x="3576" y="2243"/>
                    </a:moveTo>
                    <a:lnTo>
                      <a:pt x="3582" y="2233"/>
                    </a:lnTo>
                    <a:cubicBezTo>
                      <a:pt x="3551" y="2213"/>
                      <a:pt x="3519" y="2195"/>
                      <a:pt x="3490" y="2173"/>
                    </a:cubicBezTo>
                    <a:cubicBezTo>
                      <a:pt x="3443" y="2138"/>
                      <a:pt x="3434" y="2134"/>
                      <a:pt x="3374" y="2141"/>
                    </a:cubicBezTo>
                    <a:lnTo>
                      <a:pt x="3576" y="2243"/>
                    </a:lnTo>
                    <a:moveTo>
                      <a:pt x="2828" y="3834"/>
                    </a:moveTo>
                    <a:cubicBezTo>
                      <a:pt x="2825" y="3825"/>
                      <a:pt x="2824" y="3816"/>
                      <a:pt x="2819" y="3813"/>
                    </a:cubicBezTo>
                    <a:cubicBezTo>
                      <a:pt x="2808" y="3806"/>
                      <a:pt x="2792" y="3801"/>
                      <a:pt x="2784" y="3813"/>
                    </a:cubicBezTo>
                    <a:cubicBezTo>
                      <a:pt x="2776" y="3824"/>
                      <a:pt x="2792" y="3833"/>
                      <a:pt x="2802" y="3839"/>
                    </a:cubicBezTo>
                    <a:cubicBezTo>
                      <a:pt x="2837" y="3859"/>
                      <a:pt x="2880" y="3847"/>
                      <a:pt x="2914" y="3870"/>
                    </a:cubicBezTo>
                    <a:cubicBezTo>
                      <a:pt x="2916" y="3870"/>
                      <a:pt x="2923" y="3866"/>
                      <a:pt x="2926" y="3862"/>
                    </a:cubicBezTo>
                    <a:cubicBezTo>
                      <a:pt x="2927" y="3862"/>
                      <a:pt x="2927" y="3862"/>
                      <a:pt x="2927" y="3862"/>
                    </a:cubicBezTo>
                    <a:cubicBezTo>
                      <a:pt x="2928" y="3860"/>
                      <a:pt x="2928" y="3858"/>
                      <a:pt x="2928" y="3857"/>
                    </a:cubicBezTo>
                    <a:cubicBezTo>
                      <a:pt x="2928" y="3855"/>
                      <a:pt x="2928" y="3853"/>
                      <a:pt x="2927" y="3852"/>
                    </a:cubicBezTo>
                    <a:cubicBezTo>
                      <a:pt x="2925" y="3850"/>
                      <a:pt x="2925" y="3849"/>
                      <a:pt x="2924" y="3848"/>
                    </a:cubicBezTo>
                    <a:cubicBezTo>
                      <a:pt x="2917" y="3843"/>
                      <a:pt x="2908" y="3833"/>
                      <a:pt x="2901" y="3834"/>
                    </a:cubicBezTo>
                    <a:cubicBezTo>
                      <a:pt x="2872" y="3839"/>
                      <a:pt x="2865" y="3816"/>
                      <a:pt x="2852" y="3800"/>
                    </a:cubicBezTo>
                    <a:cubicBezTo>
                      <a:pt x="2851" y="3798"/>
                      <a:pt x="2846" y="3799"/>
                      <a:pt x="2842" y="3798"/>
                    </a:cubicBezTo>
                    <a:cubicBezTo>
                      <a:pt x="2831" y="3805"/>
                      <a:pt x="2838" y="3818"/>
                      <a:pt x="2828" y="3834"/>
                    </a:cubicBezTo>
                    <a:moveTo>
                      <a:pt x="3265" y="4198"/>
                    </a:moveTo>
                    <a:cubicBezTo>
                      <a:pt x="3256" y="4196"/>
                      <a:pt x="3247" y="4190"/>
                      <a:pt x="3243" y="4193"/>
                    </a:cubicBezTo>
                    <a:cubicBezTo>
                      <a:pt x="3213" y="4214"/>
                      <a:pt x="3187" y="4238"/>
                      <a:pt x="3163" y="4265"/>
                    </a:cubicBezTo>
                    <a:cubicBezTo>
                      <a:pt x="3160" y="4268"/>
                      <a:pt x="3163" y="4279"/>
                      <a:pt x="3167" y="4285"/>
                    </a:cubicBezTo>
                    <a:cubicBezTo>
                      <a:pt x="3170" y="4290"/>
                      <a:pt x="3179" y="4290"/>
                      <a:pt x="3185" y="4285"/>
                    </a:cubicBezTo>
                    <a:cubicBezTo>
                      <a:pt x="3203" y="4276"/>
                      <a:pt x="3220" y="4266"/>
                      <a:pt x="3238" y="4256"/>
                    </a:cubicBezTo>
                    <a:cubicBezTo>
                      <a:pt x="3255" y="4246"/>
                      <a:pt x="3252" y="4248"/>
                      <a:pt x="3238" y="4230"/>
                    </a:cubicBezTo>
                    <a:cubicBezTo>
                      <a:pt x="3234" y="4225"/>
                      <a:pt x="3234" y="4220"/>
                      <a:pt x="3240" y="4217"/>
                    </a:cubicBezTo>
                    <a:cubicBezTo>
                      <a:pt x="3243" y="4216"/>
                      <a:pt x="3246" y="4214"/>
                      <a:pt x="3249" y="4213"/>
                    </a:cubicBezTo>
                    <a:cubicBezTo>
                      <a:pt x="3256" y="4209"/>
                      <a:pt x="3261" y="4204"/>
                      <a:pt x="3265" y="4198"/>
                    </a:cubicBezTo>
                    <a:moveTo>
                      <a:pt x="349" y="703"/>
                    </a:moveTo>
                    <a:cubicBezTo>
                      <a:pt x="339" y="642"/>
                      <a:pt x="326" y="582"/>
                      <a:pt x="310" y="522"/>
                    </a:cubicBezTo>
                    <a:cubicBezTo>
                      <a:pt x="304" y="587"/>
                      <a:pt x="303" y="650"/>
                      <a:pt x="349" y="703"/>
                    </a:cubicBezTo>
                    <a:moveTo>
                      <a:pt x="3282" y="4449"/>
                    </a:moveTo>
                    <a:cubicBezTo>
                      <a:pt x="3284" y="4446"/>
                      <a:pt x="3286" y="4442"/>
                      <a:pt x="3288" y="4438"/>
                    </a:cubicBezTo>
                    <a:cubicBezTo>
                      <a:pt x="3314" y="4393"/>
                      <a:pt x="3345" y="4350"/>
                      <a:pt x="3379" y="4311"/>
                    </a:cubicBezTo>
                    <a:cubicBezTo>
                      <a:pt x="3299" y="4333"/>
                      <a:pt x="3286" y="4388"/>
                      <a:pt x="3282" y="4449"/>
                    </a:cubicBezTo>
                    <a:moveTo>
                      <a:pt x="3325" y="4010"/>
                    </a:moveTo>
                    <a:lnTo>
                      <a:pt x="3315" y="4003"/>
                    </a:lnTo>
                    <a:cubicBezTo>
                      <a:pt x="3297" y="4019"/>
                      <a:pt x="3278" y="4034"/>
                      <a:pt x="3260" y="4051"/>
                    </a:cubicBezTo>
                    <a:cubicBezTo>
                      <a:pt x="3259" y="4052"/>
                      <a:pt x="3258" y="4053"/>
                      <a:pt x="3257" y="4055"/>
                    </a:cubicBezTo>
                    <a:cubicBezTo>
                      <a:pt x="3256" y="4058"/>
                      <a:pt x="3255" y="4061"/>
                      <a:pt x="3254" y="4064"/>
                    </a:cubicBezTo>
                    <a:cubicBezTo>
                      <a:pt x="3290" y="4087"/>
                      <a:pt x="3245" y="4111"/>
                      <a:pt x="3254" y="4138"/>
                    </a:cubicBezTo>
                    <a:cubicBezTo>
                      <a:pt x="3302" y="4105"/>
                      <a:pt x="3291" y="4045"/>
                      <a:pt x="3325" y="4010"/>
                    </a:cubicBezTo>
                    <a:moveTo>
                      <a:pt x="3298" y="2177"/>
                    </a:moveTo>
                    <a:cubicBezTo>
                      <a:pt x="3301" y="2178"/>
                      <a:pt x="3303" y="2180"/>
                      <a:pt x="3305" y="2181"/>
                    </a:cubicBezTo>
                    <a:cubicBezTo>
                      <a:pt x="3358" y="2212"/>
                      <a:pt x="3414" y="2238"/>
                      <a:pt x="3472" y="2258"/>
                    </a:cubicBezTo>
                    <a:cubicBezTo>
                      <a:pt x="3449" y="2226"/>
                      <a:pt x="3383" y="2194"/>
                      <a:pt x="3297" y="2177"/>
                    </a:cubicBezTo>
                    <a:lnTo>
                      <a:pt x="3298" y="2177"/>
                    </a:lnTo>
                    <a:moveTo>
                      <a:pt x="4471" y="2538"/>
                    </a:moveTo>
                    <a:cubicBezTo>
                      <a:pt x="4513" y="2580"/>
                      <a:pt x="4560" y="2616"/>
                      <a:pt x="4611" y="2646"/>
                    </a:cubicBezTo>
                    <a:cubicBezTo>
                      <a:pt x="4613" y="2647"/>
                      <a:pt x="4614" y="2648"/>
                      <a:pt x="4615" y="2648"/>
                    </a:cubicBezTo>
                    <a:cubicBezTo>
                      <a:pt x="4557" y="2569"/>
                      <a:pt x="4534" y="2551"/>
                      <a:pt x="4471" y="2538"/>
                    </a:cubicBezTo>
                    <a:moveTo>
                      <a:pt x="3935" y="2842"/>
                    </a:moveTo>
                    <a:lnTo>
                      <a:pt x="3949" y="2837"/>
                    </a:lnTo>
                    <a:cubicBezTo>
                      <a:pt x="3934" y="2777"/>
                      <a:pt x="3894" y="2731"/>
                      <a:pt x="3850" y="2687"/>
                    </a:cubicBezTo>
                    <a:lnTo>
                      <a:pt x="3935" y="2842"/>
                    </a:lnTo>
                    <a:moveTo>
                      <a:pt x="4374" y="2184"/>
                    </a:moveTo>
                    <a:cubicBezTo>
                      <a:pt x="4302" y="2160"/>
                      <a:pt x="4228" y="2146"/>
                      <a:pt x="4152" y="2141"/>
                    </a:cubicBezTo>
                    <a:cubicBezTo>
                      <a:pt x="4224" y="2166"/>
                      <a:pt x="4299" y="2180"/>
                      <a:pt x="4374" y="2184"/>
                    </a:cubicBezTo>
                    <a:moveTo>
                      <a:pt x="570" y="770"/>
                    </a:moveTo>
                    <a:cubicBezTo>
                      <a:pt x="569" y="774"/>
                      <a:pt x="569" y="777"/>
                      <a:pt x="569" y="781"/>
                    </a:cubicBezTo>
                    <a:cubicBezTo>
                      <a:pt x="569" y="790"/>
                      <a:pt x="570" y="799"/>
                      <a:pt x="575" y="806"/>
                    </a:cubicBezTo>
                    <a:cubicBezTo>
                      <a:pt x="579" y="814"/>
                      <a:pt x="586" y="819"/>
                      <a:pt x="593" y="823"/>
                    </a:cubicBezTo>
                    <a:cubicBezTo>
                      <a:pt x="597" y="826"/>
                      <a:pt x="601" y="827"/>
                      <a:pt x="605" y="828"/>
                    </a:cubicBezTo>
                    <a:cubicBezTo>
                      <a:pt x="610" y="830"/>
                      <a:pt x="615" y="831"/>
                      <a:pt x="620" y="831"/>
                    </a:cubicBezTo>
                    <a:cubicBezTo>
                      <a:pt x="628" y="831"/>
                      <a:pt x="636" y="829"/>
                      <a:pt x="643" y="825"/>
                    </a:cubicBezTo>
                    <a:cubicBezTo>
                      <a:pt x="649" y="821"/>
                      <a:pt x="654" y="817"/>
                      <a:pt x="658" y="811"/>
                    </a:cubicBezTo>
                    <a:cubicBezTo>
                      <a:pt x="659" y="810"/>
                      <a:pt x="660" y="808"/>
                      <a:pt x="661" y="807"/>
                    </a:cubicBezTo>
                    <a:cubicBezTo>
                      <a:pt x="664" y="801"/>
                      <a:pt x="666" y="793"/>
                      <a:pt x="666" y="786"/>
                    </a:cubicBezTo>
                    <a:cubicBezTo>
                      <a:pt x="666" y="779"/>
                      <a:pt x="664" y="772"/>
                      <a:pt x="661" y="766"/>
                    </a:cubicBezTo>
                    <a:cubicBezTo>
                      <a:pt x="657" y="760"/>
                      <a:pt x="652" y="755"/>
                      <a:pt x="647" y="752"/>
                    </a:cubicBezTo>
                    <a:cubicBezTo>
                      <a:pt x="637" y="772"/>
                      <a:pt x="644" y="805"/>
                      <a:pt x="616" y="809"/>
                    </a:cubicBezTo>
                    <a:cubicBezTo>
                      <a:pt x="587" y="814"/>
                      <a:pt x="587" y="783"/>
                      <a:pt x="570" y="770"/>
                    </a:cubicBezTo>
                    <a:moveTo>
                      <a:pt x="4485" y="3197"/>
                    </a:moveTo>
                    <a:cubicBezTo>
                      <a:pt x="4507" y="3242"/>
                      <a:pt x="4517" y="3285"/>
                      <a:pt x="4549" y="3324"/>
                    </a:cubicBezTo>
                    <a:cubicBezTo>
                      <a:pt x="4532" y="3203"/>
                      <a:pt x="4532" y="3203"/>
                      <a:pt x="4486" y="3197"/>
                    </a:cubicBezTo>
                    <a:lnTo>
                      <a:pt x="4485" y="3197"/>
                    </a:lnTo>
                    <a:moveTo>
                      <a:pt x="1926" y="4304"/>
                    </a:moveTo>
                    <a:cubicBezTo>
                      <a:pt x="1983" y="4321"/>
                      <a:pt x="2020" y="4298"/>
                      <a:pt x="2071" y="4280"/>
                    </a:cubicBezTo>
                    <a:cubicBezTo>
                      <a:pt x="2012" y="4256"/>
                      <a:pt x="1975" y="4284"/>
                      <a:pt x="1926" y="4304"/>
                    </a:cubicBezTo>
                    <a:moveTo>
                      <a:pt x="3994" y="3008"/>
                    </a:moveTo>
                    <a:cubicBezTo>
                      <a:pt x="4033" y="2978"/>
                      <a:pt x="4028" y="2944"/>
                      <a:pt x="3980" y="2889"/>
                    </a:cubicBezTo>
                    <a:cubicBezTo>
                      <a:pt x="3982" y="2929"/>
                      <a:pt x="3986" y="2969"/>
                      <a:pt x="3995" y="3008"/>
                    </a:cubicBezTo>
                    <a:lnTo>
                      <a:pt x="3994" y="3008"/>
                    </a:lnTo>
                    <a:moveTo>
                      <a:pt x="4484" y="3048"/>
                    </a:moveTo>
                    <a:cubicBezTo>
                      <a:pt x="4473" y="2984"/>
                      <a:pt x="4453" y="2923"/>
                      <a:pt x="4422" y="2866"/>
                    </a:cubicBezTo>
                    <a:cubicBezTo>
                      <a:pt x="4431" y="2930"/>
                      <a:pt x="4452" y="2992"/>
                      <a:pt x="4484" y="3048"/>
                    </a:cubicBezTo>
                    <a:moveTo>
                      <a:pt x="3588" y="4271"/>
                    </a:moveTo>
                    <a:cubicBezTo>
                      <a:pt x="3573" y="4259"/>
                      <a:pt x="3591" y="4240"/>
                      <a:pt x="3581" y="4229"/>
                    </a:cubicBezTo>
                    <a:cubicBezTo>
                      <a:pt x="3537" y="4241"/>
                      <a:pt x="3490" y="4234"/>
                      <a:pt x="3456" y="4270"/>
                    </a:cubicBezTo>
                    <a:cubicBezTo>
                      <a:pt x="3500" y="4250"/>
                      <a:pt x="3542" y="4260"/>
                      <a:pt x="3588" y="4271"/>
                    </a:cubicBezTo>
                    <a:moveTo>
                      <a:pt x="2344" y="3514"/>
                    </a:moveTo>
                    <a:cubicBezTo>
                      <a:pt x="2309" y="3611"/>
                      <a:pt x="2320" y="3631"/>
                      <a:pt x="2368" y="3664"/>
                    </a:cubicBezTo>
                    <a:cubicBezTo>
                      <a:pt x="2318" y="3622"/>
                      <a:pt x="2374" y="3567"/>
                      <a:pt x="2345" y="3513"/>
                    </a:cubicBezTo>
                    <a:lnTo>
                      <a:pt x="2344" y="3514"/>
                    </a:lnTo>
                    <a:moveTo>
                      <a:pt x="2212" y="4365"/>
                    </a:moveTo>
                    <a:cubicBezTo>
                      <a:pt x="2262" y="4341"/>
                      <a:pt x="2320" y="4332"/>
                      <a:pt x="2363" y="4279"/>
                    </a:cubicBezTo>
                    <a:cubicBezTo>
                      <a:pt x="2296" y="4292"/>
                      <a:pt x="2257" y="4336"/>
                      <a:pt x="2212" y="4365"/>
                    </a:cubicBezTo>
                    <a:moveTo>
                      <a:pt x="4064" y="3697"/>
                    </a:moveTo>
                    <a:cubicBezTo>
                      <a:pt x="4065" y="3635"/>
                      <a:pt x="4090" y="3575"/>
                      <a:pt x="4060" y="3516"/>
                    </a:cubicBezTo>
                    <a:cubicBezTo>
                      <a:pt x="4057" y="3540"/>
                      <a:pt x="4056" y="3565"/>
                      <a:pt x="4056" y="3590"/>
                    </a:cubicBezTo>
                    <a:cubicBezTo>
                      <a:pt x="4056" y="3626"/>
                      <a:pt x="4058" y="3661"/>
                      <a:pt x="4064" y="3696"/>
                    </a:cubicBezTo>
                    <a:lnTo>
                      <a:pt x="4064" y="3697"/>
                    </a:lnTo>
                    <a:moveTo>
                      <a:pt x="3915" y="2151"/>
                    </a:moveTo>
                    <a:cubicBezTo>
                      <a:pt x="3939" y="2160"/>
                      <a:pt x="3963" y="2170"/>
                      <a:pt x="3987" y="2176"/>
                    </a:cubicBezTo>
                    <a:cubicBezTo>
                      <a:pt x="4011" y="2182"/>
                      <a:pt x="4032" y="2208"/>
                      <a:pt x="4072" y="2190"/>
                    </a:cubicBezTo>
                    <a:cubicBezTo>
                      <a:pt x="4024" y="2165"/>
                      <a:pt x="3971" y="2151"/>
                      <a:pt x="3917" y="2151"/>
                    </a:cubicBezTo>
                    <a:cubicBezTo>
                      <a:pt x="3916" y="2151"/>
                      <a:pt x="3916" y="2151"/>
                      <a:pt x="3915" y="2151"/>
                    </a:cubicBezTo>
                    <a:moveTo>
                      <a:pt x="3272" y="3909"/>
                    </a:moveTo>
                    <a:cubicBezTo>
                      <a:pt x="3240" y="3897"/>
                      <a:pt x="3208" y="3886"/>
                      <a:pt x="3175" y="3877"/>
                    </a:cubicBezTo>
                    <a:cubicBezTo>
                      <a:pt x="3194" y="3891"/>
                      <a:pt x="3189" y="3921"/>
                      <a:pt x="3210" y="3927"/>
                    </a:cubicBezTo>
                    <a:cubicBezTo>
                      <a:pt x="3214" y="3927"/>
                      <a:pt x="3218" y="3928"/>
                      <a:pt x="3222" y="3928"/>
                    </a:cubicBezTo>
                    <a:cubicBezTo>
                      <a:pt x="3236" y="3928"/>
                      <a:pt x="3250" y="3924"/>
                      <a:pt x="3263" y="3917"/>
                    </a:cubicBezTo>
                    <a:cubicBezTo>
                      <a:pt x="3266" y="3915"/>
                      <a:pt x="3270" y="3912"/>
                      <a:pt x="3273" y="3909"/>
                    </a:cubicBezTo>
                    <a:lnTo>
                      <a:pt x="3272" y="3909"/>
                    </a:lnTo>
                    <a:moveTo>
                      <a:pt x="3804" y="2223"/>
                    </a:moveTo>
                    <a:lnTo>
                      <a:pt x="3916" y="2325"/>
                    </a:lnTo>
                    <a:cubicBezTo>
                      <a:pt x="3898" y="2277"/>
                      <a:pt x="3873" y="2234"/>
                      <a:pt x="3805" y="2223"/>
                    </a:cubicBezTo>
                    <a:lnTo>
                      <a:pt x="3804" y="2223"/>
                    </a:lnTo>
                    <a:moveTo>
                      <a:pt x="3372" y="2174"/>
                    </a:moveTo>
                    <a:cubicBezTo>
                      <a:pt x="3363" y="2166"/>
                      <a:pt x="3354" y="2159"/>
                      <a:pt x="3343" y="2153"/>
                    </a:cubicBezTo>
                    <a:cubicBezTo>
                      <a:pt x="3320" y="2140"/>
                      <a:pt x="3295" y="2132"/>
                      <a:pt x="3268" y="2130"/>
                    </a:cubicBezTo>
                    <a:cubicBezTo>
                      <a:pt x="3255" y="2130"/>
                      <a:pt x="3230" y="2124"/>
                      <a:pt x="3231" y="2139"/>
                    </a:cubicBezTo>
                    <a:cubicBezTo>
                      <a:pt x="3231" y="2164"/>
                      <a:pt x="3252" y="2145"/>
                      <a:pt x="3264" y="2145"/>
                    </a:cubicBezTo>
                    <a:cubicBezTo>
                      <a:pt x="3273" y="2146"/>
                      <a:pt x="3282" y="2149"/>
                      <a:pt x="3290" y="2152"/>
                    </a:cubicBezTo>
                    <a:lnTo>
                      <a:pt x="3372" y="2174"/>
                    </a:lnTo>
                    <a:moveTo>
                      <a:pt x="3613" y="2415"/>
                    </a:moveTo>
                    <a:cubicBezTo>
                      <a:pt x="3643" y="2474"/>
                      <a:pt x="3660" y="2493"/>
                      <a:pt x="3698" y="2515"/>
                    </a:cubicBezTo>
                    <a:cubicBezTo>
                      <a:pt x="3694" y="2504"/>
                      <a:pt x="3689" y="2494"/>
                      <a:pt x="3684" y="2484"/>
                    </a:cubicBezTo>
                    <a:cubicBezTo>
                      <a:pt x="3668" y="2456"/>
                      <a:pt x="3644" y="2433"/>
                      <a:pt x="3617" y="2417"/>
                    </a:cubicBezTo>
                    <a:cubicBezTo>
                      <a:pt x="3615" y="2416"/>
                      <a:pt x="3615" y="2416"/>
                      <a:pt x="3614" y="2415"/>
                    </a:cubicBezTo>
                    <a:lnTo>
                      <a:pt x="3613" y="2415"/>
                    </a:lnTo>
                    <a:moveTo>
                      <a:pt x="4347" y="2754"/>
                    </a:moveTo>
                    <a:cubicBezTo>
                      <a:pt x="4361" y="2832"/>
                      <a:pt x="4361" y="2832"/>
                      <a:pt x="4406" y="2828"/>
                    </a:cubicBezTo>
                    <a:cubicBezTo>
                      <a:pt x="4390" y="2801"/>
                      <a:pt x="4370" y="2776"/>
                      <a:pt x="4348" y="2754"/>
                    </a:cubicBezTo>
                    <a:lnTo>
                      <a:pt x="4347" y="2754"/>
                    </a:lnTo>
                    <a:moveTo>
                      <a:pt x="4040" y="3754"/>
                    </a:moveTo>
                    <a:cubicBezTo>
                      <a:pt x="4049" y="3701"/>
                      <a:pt x="4025" y="3648"/>
                      <a:pt x="4028" y="3595"/>
                    </a:cubicBezTo>
                    <a:cubicBezTo>
                      <a:pt x="4018" y="3648"/>
                      <a:pt x="4034" y="3700"/>
                      <a:pt x="4042" y="3754"/>
                    </a:cubicBezTo>
                    <a:lnTo>
                      <a:pt x="4040" y="3754"/>
                    </a:lnTo>
                    <a:moveTo>
                      <a:pt x="3670" y="4289"/>
                    </a:moveTo>
                    <a:cubicBezTo>
                      <a:pt x="3668" y="4286"/>
                      <a:pt x="3666" y="4282"/>
                      <a:pt x="3664" y="4278"/>
                    </a:cubicBezTo>
                    <a:cubicBezTo>
                      <a:pt x="3656" y="4265"/>
                      <a:pt x="3646" y="4253"/>
                      <a:pt x="3633" y="4243"/>
                    </a:cubicBezTo>
                    <a:cubicBezTo>
                      <a:pt x="3629" y="4239"/>
                      <a:pt x="3624" y="4235"/>
                      <a:pt x="3619" y="4238"/>
                    </a:cubicBezTo>
                    <a:cubicBezTo>
                      <a:pt x="3613" y="4241"/>
                      <a:pt x="3614" y="4246"/>
                      <a:pt x="3614" y="4252"/>
                    </a:cubicBezTo>
                    <a:cubicBezTo>
                      <a:pt x="3617" y="4284"/>
                      <a:pt x="3621" y="4287"/>
                      <a:pt x="3671" y="4290"/>
                    </a:cubicBezTo>
                    <a:lnTo>
                      <a:pt x="3670" y="4289"/>
                    </a:lnTo>
                    <a:moveTo>
                      <a:pt x="3242" y="4485"/>
                    </a:moveTo>
                    <a:cubicBezTo>
                      <a:pt x="3248" y="4467"/>
                      <a:pt x="3252" y="4448"/>
                      <a:pt x="3252" y="4429"/>
                    </a:cubicBezTo>
                    <a:cubicBezTo>
                      <a:pt x="3252" y="4416"/>
                      <a:pt x="3250" y="4403"/>
                      <a:pt x="3247" y="4390"/>
                    </a:cubicBezTo>
                    <a:cubicBezTo>
                      <a:pt x="3229" y="4432"/>
                      <a:pt x="3229" y="4436"/>
                      <a:pt x="3244" y="4485"/>
                    </a:cubicBezTo>
                    <a:lnTo>
                      <a:pt x="3242" y="4485"/>
                    </a:lnTo>
                    <a:moveTo>
                      <a:pt x="3651" y="3817"/>
                    </a:moveTo>
                    <a:cubicBezTo>
                      <a:pt x="3672" y="3800"/>
                      <a:pt x="3689" y="3779"/>
                      <a:pt x="3703" y="3756"/>
                    </a:cubicBezTo>
                    <a:cubicBezTo>
                      <a:pt x="3707" y="3748"/>
                      <a:pt x="3711" y="3740"/>
                      <a:pt x="3715" y="3732"/>
                    </a:cubicBezTo>
                    <a:cubicBezTo>
                      <a:pt x="3690" y="3758"/>
                      <a:pt x="3655" y="3774"/>
                      <a:pt x="3653" y="3818"/>
                    </a:cubicBezTo>
                    <a:lnTo>
                      <a:pt x="3651" y="3817"/>
                    </a:lnTo>
                    <a:moveTo>
                      <a:pt x="2298" y="4214"/>
                    </a:moveTo>
                    <a:cubicBezTo>
                      <a:pt x="2295" y="4214"/>
                      <a:pt x="2293" y="4214"/>
                      <a:pt x="2291" y="4214"/>
                    </a:cubicBezTo>
                    <a:cubicBezTo>
                      <a:pt x="2272" y="4214"/>
                      <a:pt x="2253" y="4219"/>
                      <a:pt x="2237" y="4228"/>
                    </a:cubicBezTo>
                    <a:cubicBezTo>
                      <a:pt x="2223" y="4236"/>
                      <a:pt x="2211" y="4247"/>
                      <a:pt x="2202" y="4261"/>
                    </a:cubicBezTo>
                    <a:cubicBezTo>
                      <a:pt x="2225" y="4256"/>
                      <a:pt x="2248" y="4248"/>
                      <a:pt x="2269" y="4236"/>
                    </a:cubicBezTo>
                    <a:cubicBezTo>
                      <a:pt x="2279" y="4230"/>
                      <a:pt x="2290" y="4223"/>
                      <a:pt x="2299" y="4215"/>
                    </a:cubicBezTo>
                    <a:lnTo>
                      <a:pt x="2298" y="4214"/>
                    </a:lnTo>
                    <a:moveTo>
                      <a:pt x="2407" y="3676"/>
                    </a:moveTo>
                    <a:cubicBezTo>
                      <a:pt x="2434" y="3651"/>
                      <a:pt x="2428" y="3631"/>
                      <a:pt x="2402" y="3609"/>
                    </a:cubicBezTo>
                    <a:cubicBezTo>
                      <a:pt x="2388" y="3634"/>
                      <a:pt x="2381" y="3656"/>
                      <a:pt x="2407" y="3676"/>
                    </a:cubicBezTo>
                    <a:moveTo>
                      <a:pt x="3724" y="4374"/>
                    </a:moveTo>
                    <a:cubicBezTo>
                      <a:pt x="3703" y="4311"/>
                      <a:pt x="3700" y="4310"/>
                      <a:pt x="3657" y="4325"/>
                    </a:cubicBezTo>
                    <a:cubicBezTo>
                      <a:pt x="3676" y="4343"/>
                      <a:pt x="3696" y="4358"/>
                      <a:pt x="3719" y="4371"/>
                    </a:cubicBezTo>
                    <a:cubicBezTo>
                      <a:pt x="3720" y="4372"/>
                      <a:pt x="3722" y="4373"/>
                      <a:pt x="3724" y="4374"/>
                    </a:cubicBezTo>
                    <a:moveTo>
                      <a:pt x="2484" y="3716"/>
                    </a:moveTo>
                    <a:cubicBezTo>
                      <a:pt x="2485" y="3719"/>
                      <a:pt x="2486" y="3722"/>
                      <a:pt x="2488" y="3725"/>
                    </a:cubicBezTo>
                    <a:cubicBezTo>
                      <a:pt x="2493" y="3733"/>
                      <a:pt x="2500" y="3741"/>
                      <a:pt x="2509" y="3746"/>
                    </a:cubicBezTo>
                    <a:lnTo>
                      <a:pt x="2510" y="3746"/>
                    </a:lnTo>
                    <a:cubicBezTo>
                      <a:pt x="2520" y="3754"/>
                      <a:pt x="2527" y="3766"/>
                      <a:pt x="2542" y="3765"/>
                    </a:cubicBezTo>
                    <a:cubicBezTo>
                      <a:pt x="2542" y="3736"/>
                      <a:pt x="2540" y="3734"/>
                      <a:pt x="2508" y="3727"/>
                    </a:cubicBezTo>
                    <a:cubicBezTo>
                      <a:pt x="2501" y="3725"/>
                      <a:pt x="2497" y="3714"/>
                      <a:pt x="2484" y="3716"/>
                    </a:cubicBezTo>
                    <a:moveTo>
                      <a:pt x="3838" y="3508"/>
                    </a:moveTo>
                    <a:cubicBezTo>
                      <a:pt x="3830" y="3524"/>
                      <a:pt x="3826" y="3542"/>
                      <a:pt x="3826" y="3560"/>
                    </a:cubicBezTo>
                    <a:cubicBezTo>
                      <a:pt x="3826" y="3572"/>
                      <a:pt x="3828" y="3583"/>
                      <a:pt x="3831" y="3594"/>
                    </a:cubicBezTo>
                    <a:cubicBezTo>
                      <a:pt x="3845" y="3568"/>
                      <a:pt x="3880" y="3545"/>
                      <a:pt x="3838" y="3508"/>
                    </a:cubicBezTo>
                    <a:moveTo>
                      <a:pt x="3718" y="2049"/>
                    </a:moveTo>
                    <a:cubicBezTo>
                      <a:pt x="3758" y="2051"/>
                      <a:pt x="3801" y="2060"/>
                      <a:pt x="3843" y="2049"/>
                    </a:cubicBezTo>
                    <a:lnTo>
                      <a:pt x="3718" y="2049"/>
                    </a:lnTo>
                    <a:moveTo>
                      <a:pt x="4294" y="2319"/>
                    </a:moveTo>
                    <a:cubicBezTo>
                      <a:pt x="4279" y="2286"/>
                      <a:pt x="4247" y="2277"/>
                      <a:pt x="4216" y="2269"/>
                    </a:cubicBezTo>
                    <a:cubicBezTo>
                      <a:pt x="4228" y="2282"/>
                      <a:pt x="4242" y="2294"/>
                      <a:pt x="4257" y="2302"/>
                    </a:cubicBezTo>
                    <a:cubicBezTo>
                      <a:pt x="4269" y="2309"/>
                      <a:pt x="4281" y="2315"/>
                      <a:pt x="4294" y="2318"/>
                    </a:cubicBezTo>
                    <a:lnTo>
                      <a:pt x="4294" y="2319"/>
                    </a:lnTo>
                    <a:moveTo>
                      <a:pt x="3571" y="4198"/>
                    </a:moveTo>
                    <a:cubicBezTo>
                      <a:pt x="3570" y="4197"/>
                      <a:pt x="3568" y="4196"/>
                      <a:pt x="3566" y="4195"/>
                    </a:cubicBezTo>
                    <a:cubicBezTo>
                      <a:pt x="3557" y="4189"/>
                      <a:pt x="3546" y="4187"/>
                      <a:pt x="3535" y="4187"/>
                    </a:cubicBezTo>
                    <a:cubicBezTo>
                      <a:pt x="3524" y="4187"/>
                      <a:pt x="3513" y="4189"/>
                      <a:pt x="3503" y="4195"/>
                    </a:cubicBezTo>
                    <a:cubicBezTo>
                      <a:pt x="3503" y="4195"/>
                      <a:pt x="3502" y="4196"/>
                      <a:pt x="3501" y="4196"/>
                    </a:cubicBezTo>
                    <a:cubicBezTo>
                      <a:pt x="3525" y="4203"/>
                      <a:pt x="3542" y="4241"/>
                      <a:pt x="3571" y="4198"/>
                    </a:cubicBezTo>
                    <a:moveTo>
                      <a:pt x="1958" y="4487"/>
                    </a:moveTo>
                    <a:cubicBezTo>
                      <a:pt x="1973" y="4470"/>
                      <a:pt x="1993" y="4457"/>
                      <a:pt x="1984" y="4429"/>
                    </a:cubicBezTo>
                    <a:cubicBezTo>
                      <a:pt x="1983" y="4428"/>
                      <a:pt x="1983" y="4427"/>
                      <a:pt x="1982" y="4427"/>
                    </a:cubicBezTo>
                    <a:cubicBezTo>
                      <a:pt x="1980" y="4426"/>
                      <a:pt x="1979" y="4425"/>
                      <a:pt x="1977" y="4425"/>
                    </a:cubicBezTo>
                    <a:cubicBezTo>
                      <a:pt x="1976" y="4425"/>
                      <a:pt x="1976" y="4425"/>
                      <a:pt x="1975" y="4425"/>
                    </a:cubicBezTo>
                    <a:cubicBezTo>
                      <a:pt x="1952" y="4437"/>
                      <a:pt x="1949" y="4458"/>
                      <a:pt x="1951" y="4480"/>
                    </a:cubicBezTo>
                    <a:cubicBezTo>
                      <a:pt x="1950" y="4481"/>
                      <a:pt x="1952" y="4483"/>
                      <a:pt x="1958" y="4487"/>
                    </a:cubicBezTo>
                    <a:moveTo>
                      <a:pt x="261" y="484"/>
                    </a:moveTo>
                    <a:cubicBezTo>
                      <a:pt x="272" y="449"/>
                      <a:pt x="279" y="413"/>
                      <a:pt x="280" y="376"/>
                    </a:cubicBezTo>
                    <a:cubicBezTo>
                      <a:pt x="277" y="379"/>
                      <a:pt x="275" y="383"/>
                      <a:pt x="272" y="387"/>
                    </a:cubicBezTo>
                    <a:cubicBezTo>
                      <a:pt x="261" y="406"/>
                      <a:pt x="256" y="428"/>
                      <a:pt x="256" y="450"/>
                    </a:cubicBezTo>
                    <a:cubicBezTo>
                      <a:pt x="256" y="461"/>
                      <a:pt x="257" y="473"/>
                      <a:pt x="261" y="484"/>
                    </a:cubicBezTo>
                    <a:moveTo>
                      <a:pt x="1294" y="636"/>
                    </a:moveTo>
                    <a:cubicBezTo>
                      <a:pt x="1339" y="622"/>
                      <a:pt x="1341" y="620"/>
                      <a:pt x="1329" y="563"/>
                    </a:cubicBezTo>
                    <a:lnTo>
                      <a:pt x="1294" y="636"/>
                    </a:lnTo>
                    <a:moveTo>
                      <a:pt x="4005" y="3136"/>
                    </a:moveTo>
                    <a:cubicBezTo>
                      <a:pt x="4018" y="3077"/>
                      <a:pt x="4017" y="3064"/>
                      <a:pt x="3995" y="3031"/>
                    </a:cubicBezTo>
                    <a:lnTo>
                      <a:pt x="4005" y="3136"/>
                    </a:lnTo>
                    <a:moveTo>
                      <a:pt x="3073" y="4341"/>
                    </a:moveTo>
                    <a:cubicBezTo>
                      <a:pt x="3055" y="4352"/>
                      <a:pt x="3041" y="4367"/>
                      <a:pt x="3030" y="4386"/>
                    </a:cubicBezTo>
                    <a:cubicBezTo>
                      <a:pt x="3025" y="4394"/>
                      <a:pt x="3022" y="4402"/>
                      <a:pt x="3019" y="4411"/>
                    </a:cubicBezTo>
                    <a:cubicBezTo>
                      <a:pt x="3037" y="4398"/>
                      <a:pt x="3052" y="4381"/>
                      <a:pt x="3063" y="4362"/>
                    </a:cubicBezTo>
                    <a:cubicBezTo>
                      <a:pt x="3067" y="4355"/>
                      <a:pt x="3070" y="4348"/>
                      <a:pt x="3073" y="4341"/>
                    </a:cubicBezTo>
                    <a:moveTo>
                      <a:pt x="298" y="659"/>
                    </a:moveTo>
                    <a:cubicBezTo>
                      <a:pt x="300" y="653"/>
                      <a:pt x="301" y="646"/>
                      <a:pt x="301" y="640"/>
                    </a:cubicBezTo>
                    <a:cubicBezTo>
                      <a:pt x="301" y="629"/>
                      <a:pt x="298" y="618"/>
                      <a:pt x="292" y="608"/>
                    </a:cubicBezTo>
                    <a:cubicBezTo>
                      <a:pt x="292" y="607"/>
                      <a:pt x="292" y="607"/>
                      <a:pt x="292" y="607"/>
                    </a:cubicBezTo>
                    <a:cubicBezTo>
                      <a:pt x="291" y="607"/>
                      <a:pt x="291" y="606"/>
                      <a:pt x="291" y="605"/>
                    </a:cubicBezTo>
                    <a:cubicBezTo>
                      <a:pt x="290" y="603"/>
                      <a:pt x="288" y="602"/>
                      <a:pt x="286" y="600"/>
                    </a:cubicBezTo>
                    <a:cubicBezTo>
                      <a:pt x="284" y="599"/>
                      <a:pt x="281" y="599"/>
                      <a:pt x="279" y="599"/>
                    </a:cubicBezTo>
                    <a:cubicBezTo>
                      <a:pt x="277" y="599"/>
                      <a:pt x="275" y="599"/>
                      <a:pt x="274" y="600"/>
                    </a:cubicBezTo>
                    <a:cubicBezTo>
                      <a:pt x="273" y="600"/>
                      <a:pt x="273" y="600"/>
                      <a:pt x="273" y="600"/>
                    </a:cubicBezTo>
                    <a:cubicBezTo>
                      <a:pt x="271" y="601"/>
                      <a:pt x="269" y="603"/>
                      <a:pt x="268" y="605"/>
                    </a:cubicBezTo>
                    <a:cubicBezTo>
                      <a:pt x="267" y="607"/>
                      <a:pt x="266" y="609"/>
                      <a:pt x="266" y="611"/>
                    </a:cubicBezTo>
                    <a:cubicBezTo>
                      <a:pt x="266" y="613"/>
                      <a:pt x="267" y="616"/>
                      <a:pt x="268" y="617"/>
                    </a:cubicBezTo>
                    <a:cubicBezTo>
                      <a:pt x="274" y="634"/>
                      <a:pt x="277" y="652"/>
                      <a:pt x="298" y="659"/>
                    </a:cubicBezTo>
                    <a:moveTo>
                      <a:pt x="3759" y="2169"/>
                    </a:moveTo>
                    <a:cubicBezTo>
                      <a:pt x="3762" y="2171"/>
                      <a:pt x="3766" y="2173"/>
                      <a:pt x="3769" y="2175"/>
                    </a:cubicBezTo>
                    <a:cubicBezTo>
                      <a:pt x="3797" y="2192"/>
                      <a:pt x="3828" y="2203"/>
                      <a:pt x="3861" y="2209"/>
                    </a:cubicBezTo>
                    <a:cubicBezTo>
                      <a:pt x="3856" y="2205"/>
                      <a:pt x="3851" y="2202"/>
                      <a:pt x="3846" y="2199"/>
                    </a:cubicBezTo>
                    <a:cubicBezTo>
                      <a:pt x="3819" y="2184"/>
                      <a:pt x="3790" y="2174"/>
                      <a:pt x="3759" y="2169"/>
                    </a:cubicBezTo>
                    <a:moveTo>
                      <a:pt x="2424" y="4186"/>
                    </a:moveTo>
                    <a:cubicBezTo>
                      <a:pt x="2396" y="4203"/>
                      <a:pt x="2375" y="4213"/>
                      <a:pt x="2390" y="4248"/>
                    </a:cubicBezTo>
                    <a:cubicBezTo>
                      <a:pt x="2399" y="4241"/>
                      <a:pt x="2405" y="4232"/>
                      <a:pt x="2411" y="4222"/>
                    </a:cubicBezTo>
                    <a:cubicBezTo>
                      <a:pt x="2417" y="4211"/>
                      <a:pt x="2422" y="4199"/>
                      <a:pt x="2424" y="4186"/>
                    </a:cubicBezTo>
                    <a:moveTo>
                      <a:pt x="3460" y="2305"/>
                    </a:moveTo>
                    <a:lnTo>
                      <a:pt x="3524" y="2347"/>
                    </a:lnTo>
                    <a:cubicBezTo>
                      <a:pt x="3523" y="2345"/>
                      <a:pt x="3521" y="2342"/>
                      <a:pt x="3520" y="2340"/>
                    </a:cubicBezTo>
                    <a:cubicBezTo>
                      <a:pt x="3514" y="2329"/>
                      <a:pt x="3505" y="2320"/>
                      <a:pt x="3495" y="2314"/>
                    </a:cubicBezTo>
                    <a:cubicBezTo>
                      <a:pt x="3484" y="2308"/>
                      <a:pt x="3472" y="2305"/>
                      <a:pt x="3460" y="2305"/>
                    </a:cubicBezTo>
                    <a:moveTo>
                      <a:pt x="3766" y="2128"/>
                    </a:moveTo>
                    <a:lnTo>
                      <a:pt x="3765" y="2128"/>
                    </a:lnTo>
                    <a:cubicBezTo>
                      <a:pt x="3748" y="2118"/>
                      <a:pt x="3728" y="2112"/>
                      <a:pt x="3708" y="2112"/>
                    </a:cubicBezTo>
                    <a:cubicBezTo>
                      <a:pt x="3698" y="2112"/>
                      <a:pt x="3689" y="2113"/>
                      <a:pt x="3680" y="2116"/>
                    </a:cubicBezTo>
                    <a:cubicBezTo>
                      <a:pt x="3700" y="2125"/>
                      <a:pt x="3721" y="2130"/>
                      <a:pt x="3743" y="2130"/>
                    </a:cubicBezTo>
                    <a:cubicBezTo>
                      <a:pt x="3750" y="2130"/>
                      <a:pt x="3758" y="2129"/>
                      <a:pt x="3766" y="2128"/>
                    </a:cubicBezTo>
                    <a:moveTo>
                      <a:pt x="2367" y="3636"/>
                    </a:moveTo>
                    <a:cubicBezTo>
                      <a:pt x="2387" y="3593"/>
                      <a:pt x="2387" y="3593"/>
                      <a:pt x="2369" y="3571"/>
                    </a:cubicBezTo>
                    <a:cubicBezTo>
                      <a:pt x="2364" y="3581"/>
                      <a:pt x="2361" y="3593"/>
                      <a:pt x="2361" y="3605"/>
                    </a:cubicBezTo>
                    <a:cubicBezTo>
                      <a:pt x="2361" y="3616"/>
                      <a:pt x="2363" y="3626"/>
                      <a:pt x="2367" y="3636"/>
                    </a:cubicBezTo>
                    <a:moveTo>
                      <a:pt x="1902" y="4540"/>
                    </a:moveTo>
                    <a:cubicBezTo>
                      <a:pt x="1897" y="4561"/>
                      <a:pt x="1887" y="4580"/>
                      <a:pt x="1902" y="4602"/>
                    </a:cubicBezTo>
                    <a:cubicBezTo>
                      <a:pt x="1907" y="4598"/>
                      <a:pt x="1911" y="4594"/>
                      <a:pt x="1914" y="4589"/>
                    </a:cubicBezTo>
                    <a:cubicBezTo>
                      <a:pt x="1917" y="4584"/>
                      <a:pt x="1919" y="4577"/>
                      <a:pt x="1919" y="4571"/>
                    </a:cubicBezTo>
                    <a:cubicBezTo>
                      <a:pt x="1919" y="4564"/>
                      <a:pt x="1917" y="4558"/>
                      <a:pt x="1914" y="4552"/>
                    </a:cubicBezTo>
                    <a:cubicBezTo>
                      <a:pt x="1911" y="4547"/>
                      <a:pt x="1907" y="4543"/>
                      <a:pt x="1902" y="4540"/>
                    </a:cubicBezTo>
                    <a:moveTo>
                      <a:pt x="3958" y="2910"/>
                    </a:moveTo>
                    <a:cubicBezTo>
                      <a:pt x="3958" y="2896"/>
                      <a:pt x="3956" y="2883"/>
                      <a:pt x="3955" y="2868"/>
                    </a:cubicBezTo>
                    <a:cubicBezTo>
                      <a:pt x="3955" y="2867"/>
                      <a:pt x="3954" y="2866"/>
                      <a:pt x="3954" y="2865"/>
                    </a:cubicBezTo>
                    <a:cubicBezTo>
                      <a:pt x="3953" y="2864"/>
                      <a:pt x="3951" y="2863"/>
                      <a:pt x="3950" y="2862"/>
                    </a:cubicBezTo>
                    <a:cubicBezTo>
                      <a:pt x="3948" y="2861"/>
                      <a:pt x="3948" y="2861"/>
                      <a:pt x="3946" y="2861"/>
                    </a:cubicBezTo>
                    <a:cubicBezTo>
                      <a:pt x="3945" y="2861"/>
                      <a:pt x="3944" y="2861"/>
                      <a:pt x="3943" y="2861"/>
                    </a:cubicBezTo>
                    <a:cubicBezTo>
                      <a:pt x="3938" y="2861"/>
                      <a:pt x="3934" y="2865"/>
                      <a:pt x="3935" y="2872"/>
                    </a:cubicBezTo>
                    <a:cubicBezTo>
                      <a:pt x="3936" y="2879"/>
                      <a:pt x="3938" y="2886"/>
                      <a:pt x="3942" y="2892"/>
                    </a:cubicBezTo>
                    <a:cubicBezTo>
                      <a:pt x="3946" y="2899"/>
                      <a:pt x="3951" y="2905"/>
                      <a:pt x="3958" y="2910"/>
                    </a:cubicBezTo>
                    <a:moveTo>
                      <a:pt x="3099" y="3852"/>
                    </a:moveTo>
                    <a:cubicBezTo>
                      <a:pt x="3099" y="3845"/>
                      <a:pt x="3091" y="3840"/>
                      <a:pt x="3079" y="3839"/>
                    </a:cubicBezTo>
                    <a:cubicBezTo>
                      <a:pt x="3067" y="3837"/>
                      <a:pt x="3058" y="3835"/>
                      <a:pt x="3059" y="3849"/>
                    </a:cubicBezTo>
                    <a:cubicBezTo>
                      <a:pt x="3059" y="3862"/>
                      <a:pt x="3072" y="3866"/>
                      <a:pt x="3082" y="3870"/>
                    </a:cubicBezTo>
                    <a:cubicBezTo>
                      <a:pt x="3092" y="3873"/>
                      <a:pt x="3095" y="3869"/>
                      <a:pt x="3099" y="3852"/>
                    </a:cubicBezTo>
                    <a:moveTo>
                      <a:pt x="2244" y="4176"/>
                    </a:moveTo>
                    <a:cubicBezTo>
                      <a:pt x="2279" y="4171"/>
                      <a:pt x="2279" y="4171"/>
                      <a:pt x="2303" y="4135"/>
                    </a:cubicBezTo>
                    <a:cubicBezTo>
                      <a:pt x="2296" y="4138"/>
                      <a:pt x="2288" y="4141"/>
                      <a:pt x="2282" y="4145"/>
                    </a:cubicBezTo>
                    <a:cubicBezTo>
                      <a:pt x="2267" y="4153"/>
                      <a:pt x="2255" y="4164"/>
                      <a:pt x="2244" y="4176"/>
                    </a:cubicBezTo>
                    <a:moveTo>
                      <a:pt x="2948" y="3834"/>
                    </a:moveTo>
                    <a:cubicBezTo>
                      <a:pt x="2979" y="3861"/>
                      <a:pt x="2980" y="3863"/>
                      <a:pt x="2989" y="3854"/>
                    </a:cubicBezTo>
                    <a:cubicBezTo>
                      <a:pt x="2990" y="3854"/>
                      <a:pt x="2990" y="3853"/>
                      <a:pt x="2991" y="3852"/>
                    </a:cubicBezTo>
                    <a:cubicBezTo>
                      <a:pt x="2992" y="3850"/>
                      <a:pt x="2992" y="3848"/>
                      <a:pt x="2992" y="3846"/>
                    </a:cubicBezTo>
                    <a:cubicBezTo>
                      <a:pt x="2992" y="3846"/>
                      <a:pt x="2992" y="3845"/>
                      <a:pt x="2992" y="3844"/>
                    </a:cubicBezTo>
                    <a:cubicBezTo>
                      <a:pt x="2982" y="3824"/>
                      <a:pt x="2965" y="3827"/>
                      <a:pt x="2948" y="3834"/>
                    </a:cubicBezTo>
                    <a:moveTo>
                      <a:pt x="2451" y="4220"/>
                    </a:moveTo>
                    <a:cubicBezTo>
                      <a:pt x="2458" y="4215"/>
                      <a:pt x="2464" y="4208"/>
                      <a:pt x="2469" y="4200"/>
                    </a:cubicBezTo>
                    <a:cubicBezTo>
                      <a:pt x="2475" y="4190"/>
                      <a:pt x="2478" y="4179"/>
                      <a:pt x="2478" y="4168"/>
                    </a:cubicBezTo>
                    <a:cubicBezTo>
                      <a:pt x="2478" y="4167"/>
                      <a:pt x="2478" y="4166"/>
                      <a:pt x="2478" y="4165"/>
                    </a:cubicBezTo>
                    <a:cubicBezTo>
                      <a:pt x="2470" y="4170"/>
                      <a:pt x="2463" y="4176"/>
                      <a:pt x="2459" y="4184"/>
                    </a:cubicBezTo>
                    <a:cubicBezTo>
                      <a:pt x="2453" y="4193"/>
                      <a:pt x="2451" y="4204"/>
                      <a:pt x="2451" y="4215"/>
                    </a:cubicBezTo>
                    <a:cubicBezTo>
                      <a:pt x="2451" y="4217"/>
                      <a:pt x="2451" y="4218"/>
                      <a:pt x="2451" y="4220"/>
                    </a:cubicBezTo>
                    <a:moveTo>
                      <a:pt x="2823" y="3784"/>
                    </a:moveTo>
                    <a:cubicBezTo>
                      <a:pt x="2823" y="3783"/>
                      <a:pt x="2821" y="3782"/>
                      <a:pt x="2821" y="3781"/>
                    </a:cubicBezTo>
                    <a:cubicBezTo>
                      <a:pt x="2818" y="3776"/>
                      <a:pt x="2814" y="3771"/>
                      <a:pt x="2810" y="3769"/>
                    </a:cubicBezTo>
                    <a:cubicBezTo>
                      <a:pt x="2807" y="3767"/>
                      <a:pt x="2805" y="3767"/>
                      <a:pt x="2802" y="3766"/>
                    </a:cubicBezTo>
                    <a:cubicBezTo>
                      <a:pt x="2793" y="3762"/>
                      <a:pt x="2789" y="3769"/>
                      <a:pt x="2789" y="3777"/>
                    </a:cubicBezTo>
                    <a:cubicBezTo>
                      <a:pt x="2789" y="3790"/>
                      <a:pt x="2799" y="3793"/>
                      <a:pt x="2811" y="3795"/>
                    </a:cubicBezTo>
                    <a:cubicBezTo>
                      <a:pt x="2817" y="3795"/>
                      <a:pt x="2820" y="3793"/>
                      <a:pt x="2823" y="3784"/>
                    </a:cubicBezTo>
                    <a:moveTo>
                      <a:pt x="2946" y="3797"/>
                    </a:moveTo>
                    <a:cubicBezTo>
                      <a:pt x="2949" y="3803"/>
                      <a:pt x="2953" y="3807"/>
                      <a:pt x="2959" y="3811"/>
                    </a:cubicBezTo>
                    <a:cubicBezTo>
                      <a:pt x="2964" y="3814"/>
                      <a:pt x="2971" y="3816"/>
                      <a:pt x="2978" y="3816"/>
                    </a:cubicBezTo>
                    <a:cubicBezTo>
                      <a:pt x="2983" y="3816"/>
                      <a:pt x="2988" y="3815"/>
                      <a:pt x="2993" y="3812"/>
                    </a:cubicBezTo>
                    <a:cubicBezTo>
                      <a:pt x="2977" y="3801"/>
                      <a:pt x="2968" y="3789"/>
                      <a:pt x="2946" y="3797"/>
                    </a:cubicBezTo>
                    <a:moveTo>
                      <a:pt x="2991" y="3886"/>
                    </a:moveTo>
                    <a:cubicBezTo>
                      <a:pt x="2976" y="3871"/>
                      <a:pt x="2964" y="3859"/>
                      <a:pt x="2948" y="3865"/>
                    </a:cubicBezTo>
                    <a:cubicBezTo>
                      <a:pt x="2947" y="3866"/>
                      <a:pt x="2946" y="3867"/>
                      <a:pt x="2945" y="3868"/>
                    </a:cubicBezTo>
                    <a:cubicBezTo>
                      <a:pt x="2944" y="3869"/>
                      <a:pt x="2944" y="3871"/>
                      <a:pt x="2944" y="3873"/>
                    </a:cubicBezTo>
                    <a:lnTo>
                      <a:pt x="2944" y="3874"/>
                    </a:lnTo>
                    <a:cubicBezTo>
                      <a:pt x="2953" y="3889"/>
                      <a:pt x="2966" y="3896"/>
                      <a:pt x="2989" y="3886"/>
                    </a:cubicBezTo>
                    <a:lnTo>
                      <a:pt x="2991" y="3886"/>
                    </a:lnTo>
                    <a:moveTo>
                      <a:pt x="286" y="559"/>
                    </a:moveTo>
                    <a:lnTo>
                      <a:pt x="286" y="496"/>
                    </a:lnTo>
                    <a:cubicBezTo>
                      <a:pt x="283" y="506"/>
                      <a:pt x="282" y="518"/>
                      <a:pt x="282" y="528"/>
                    </a:cubicBezTo>
                    <a:cubicBezTo>
                      <a:pt x="282" y="539"/>
                      <a:pt x="283" y="549"/>
                      <a:pt x="286" y="559"/>
                    </a:cubicBezTo>
                    <a:moveTo>
                      <a:pt x="2146" y="4263"/>
                    </a:moveTo>
                    <a:cubicBezTo>
                      <a:pt x="2110" y="4263"/>
                      <a:pt x="2110" y="4263"/>
                      <a:pt x="2085" y="4281"/>
                    </a:cubicBezTo>
                    <a:lnTo>
                      <a:pt x="2146" y="4263"/>
                    </a:lnTo>
                    <a:moveTo>
                      <a:pt x="2128" y="4384"/>
                    </a:moveTo>
                    <a:cubicBezTo>
                      <a:pt x="2122" y="4382"/>
                      <a:pt x="2115" y="4381"/>
                      <a:pt x="2109" y="4381"/>
                    </a:cubicBezTo>
                    <a:cubicBezTo>
                      <a:pt x="2099" y="4381"/>
                      <a:pt x="2089" y="4384"/>
                      <a:pt x="2080" y="4389"/>
                    </a:cubicBezTo>
                    <a:cubicBezTo>
                      <a:pt x="2075" y="4392"/>
                      <a:pt x="2071" y="4395"/>
                      <a:pt x="2067" y="4399"/>
                    </a:cubicBezTo>
                    <a:cubicBezTo>
                      <a:pt x="2073" y="4401"/>
                      <a:pt x="2079" y="4403"/>
                      <a:pt x="2085" y="4403"/>
                    </a:cubicBezTo>
                    <a:cubicBezTo>
                      <a:pt x="2095" y="4403"/>
                      <a:pt x="2105" y="4400"/>
                      <a:pt x="2114" y="4395"/>
                    </a:cubicBezTo>
                    <a:cubicBezTo>
                      <a:pt x="2119" y="4392"/>
                      <a:pt x="2124" y="4388"/>
                      <a:pt x="2128" y="4384"/>
                    </a:cubicBezTo>
                    <a:moveTo>
                      <a:pt x="3691" y="2148"/>
                    </a:moveTo>
                    <a:cubicBezTo>
                      <a:pt x="3675" y="2144"/>
                      <a:pt x="3661" y="2134"/>
                      <a:pt x="3650" y="2153"/>
                    </a:cubicBezTo>
                    <a:cubicBezTo>
                      <a:pt x="3663" y="2155"/>
                      <a:pt x="3674" y="2164"/>
                      <a:pt x="3691" y="2147"/>
                    </a:cubicBezTo>
                    <a:lnTo>
                      <a:pt x="3691" y="2148"/>
                    </a:lnTo>
                    <a:moveTo>
                      <a:pt x="3841" y="3466"/>
                    </a:moveTo>
                    <a:cubicBezTo>
                      <a:pt x="3851" y="3456"/>
                      <a:pt x="3863" y="3447"/>
                      <a:pt x="3853" y="3430"/>
                    </a:cubicBezTo>
                    <a:cubicBezTo>
                      <a:pt x="3852" y="3428"/>
                      <a:pt x="3845" y="3425"/>
                      <a:pt x="3844" y="3426"/>
                    </a:cubicBezTo>
                    <a:cubicBezTo>
                      <a:pt x="3843" y="3428"/>
                      <a:pt x="3842" y="3429"/>
                      <a:pt x="3841" y="3431"/>
                    </a:cubicBezTo>
                    <a:cubicBezTo>
                      <a:pt x="3838" y="3437"/>
                      <a:pt x="3836" y="3444"/>
                      <a:pt x="3836" y="3450"/>
                    </a:cubicBezTo>
                    <a:cubicBezTo>
                      <a:pt x="3836" y="3454"/>
                      <a:pt x="3836" y="3457"/>
                      <a:pt x="3837" y="3461"/>
                    </a:cubicBezTo>
                    <a:cubicBezTo>
                      <a:pt x="3838" y="3462"/>
                      <a:pt x="3839" y="3463"/>
                      <a:pt x="3841" y="3465"/>
                    </a:cubicBezTo>
                    <a:lnTo>
                      <a:pt x="3841" y="3466"/>
                    </a:lnTo>
                    <a:moveTo>
                      <a:pt x="3039" y="3876"/>
                    </a:moveTo>
                    <a:cubicBezTo>
                      <a:pt x="3039" y="3865"/>
                      <a:pt x="3030" y="3863"/>
                      <a:pt x="3023" y="3859"/>
                    </a:cubicBezTo>
                    <a:cubicBezTo>
                      <a:pt x="3015" y="3855"/>
                      <a:pt x="3011" y="3856"/>
                      <a:pt x="3010" y="3862"/>
                    </a:cubicBezTo>
                    <a:cubicBezTo>
                      <a:pt x="3006" y="3876"/>
                      <a:pt x="3018" y="3879"/>
                      <a:pt x="3027" y="3882"/>
                    </a:cubicBezTo>
                    <a:cubicBezTo>
                      <a:pt x="3028" y="3883"/>
                      <a:pt x="3029" y="3883"/>
                      <a:pt x="3030" y="3883"/>
                    </a:cubicBezTo>
                    <a:cubicBezTo>
                      <a:pt x="3032" y="3883"/>
                      <a:pt x="3034" y="3881"/>
                      <a:pt x="3035" y="3881"/>
                    </a:cubicBezTo>
                    <a:cubicBezTo>
                      <a:pt x="3036" y="3880"/>
                      <a:pt x="3038" y="3879"/>
                      <a:pt x="3039" y="3878"/>
                    </a:cubicBezTo>
                    <a:cubicBezTo>
                      <a:pt x="3039" y="3877"/>
                      <a:pt x="3039" y="3877"/>
                      <a:pt x="3039" y="3876"/>
                    </a:cubicBezTo>
                    <a:moveTo>
                      <a:pt x="3581" y="2274"/>
                    </a:moveTo>
                    <a:cubicBezTo>
                      <a:pt x="3590" y="2283"/>
                      <a:pt x="3600" y="2292"/>
                      <a:pt x="3611" y="2298"/>
                    </a:cubicBezTo>
                    <a:cubicBezTo>
                      <a:pt x="3621" y="2304"/>
                      <a:pt x="3631" y="2308"/>
                      <a:pt x="3642" y="2311"/>
                    </a:cubicBezTo>
                    <a:cubicBezTo>
                      <a:pt x="3634" y="2301"/>
                      <a:pt x="3623" y="2293"/>
                      <a:pt x="3612" y="2286"/>
                    </a:cubicBezTo>
                    <a:cubicBezTo>
                      <a:pt x="3603" y="2280"/>
                      <a:pt x="3592" y="2276"/>
                      <a:pt x="3582" y="2274"/>
                    </a:cubicBezTo>
                    <a:lnTo>
                      <a:pt x="3581" y="2274"/>
                    </a:lnTo>
                    <a:moveTo>
                      <a:pt x="4150" y="3613"/>
                    </a:moveTo>
                    <a:cubicBezTo>
                      <a:pt x="4147" y="3634"/>
                      <a:pt x="4143" y="3646"/>
                      <a:pt x="4152" y="3658"/>
                    </a:cubicBezTo>
                    <a:cubicBezTo>
                      <a:pt x="4159" y="3645"/>
                      <a:pt x="4156" y="3633"/>
                      <a:pt x="4150" y="3613"/>
                    </a:cubicBezTo>
                    <a:moveTo>
                      <a:pt x="2471" y="3700"/>
                    </a:moveTo>
                    <a:cubicBezTo>
                      <a:pt x="2469" y="3695"/>
                      <a:pt x="2467" y="3690"/>
                      <a:pt x="2465" y="3686"/>
                    </a:cubicBezTo>
                    <a:cubicBezTo>
                      <a:pt x="2458" y="3674"/>
                      <a:pt x="2448" y="3664"/>
                      <a:pt x="2436" y="3657"/>
                    </a:cubicBezTo>
                    <a:cubicBezTo>
                      <a:pt x="2435" y="3657"/>
                      <a:pt x="2434" y="3656"/>
                      <a:pt x="2434" y="3656"/>
                    </a:cubicBezTo>
                    <a:cubicBezTo>
                      <a:pt x="2434" y="3664"/>
                      <a:pt x="2436" y="3671"/>
                      <a:pt x="2440" y="3678"/>
                    </a:cubicBezTo>
                    <a:cubicBezTo>
                      <a:pt x="2444" y="3685"/>
                      <a:pt x="2449" y="3691"/>
                      <a:pt x="2456" y="3695"/>
                    </a:cubicBezTo>
                    <a:cubicBezTo>
                      <a:pt x="2461" y="3697"/>
                      <a:pt x="2466" y="3699"/>
                      <a:pt x="2471" y="3700"/>
                    </a:cubicBezTo>
                    <a:moveTo>
                      <a:pt x="4021" y="3498"/>
                    </a:moveTo>
                    <a:cubicBezTo>
                      <a:pt x="4018" y="3505"/>
                      <a:pt x="4017" y="3512"/>
                      <a:pt x="4017" y="3519"/>
                    </a:cubicBezTo>
                    <a:cubicBezTo>
                      <a:pt x="4017" y="3526"/>
                      <a:pt x="4018" y="3533"/>
                      <a:pt x="4021" y="3539"/>
                    </a:cubicBezTo>
                    <a:lnTo>
                      <a:pt x="4021" y="3498"/>
                    </a:lnTo>
                    <a:moveTo>
                      <a:pt x="2579" y="3295"/>
                    </a:moveTo>
                    <a:cubicBezTo>
                      <a:pt x="2563" y="3284"/>
                      <a:pt x="2552" y="3271"/>
                      <a:pt x="2534" y="3282"/>
                    </a:cubicBezTo>
                    <a:cubicBezTo>
                      <a:pt x="2537" y="3286"/>
                      <a:pt x="2540" y="3289"/>
                      <a:pt x="2545" y="3292"/>
                    </a:cubicBezTo>
                    <a:cubicBezTo>
                      <a:pt x="2551" y="3295"/>
                      <a:pt x="2558" y="3297"/>
                      <a:pt x="2566" y="3297"/>
                    </a:cubicBezTo>
                    <a:cubicBezTo>
                      <a:pt x="2570" y="3297"/>
                      <a:pt x="2574" y="3296"/>
                      <a:pt x="2579" y="3295"/>
                    </a:cubicBezTo>
                    <a:moveTo>
                      <a:pt x="4043" y="3302"/>
                    </a:moveTo>
                    <a:lnTo>
                      <a:pt x="4038" y="3302"/>
                    </a:lnTo>
                    <a:cubicBezTo>
                      <a:pt x="4038" y="3306"/>
                      <a:pt x="4037" y="3310"/>
                      <a:pt x="4037" y="3315"/>
                    </a:cubicBezTo>
                    <a:cubicBezTo>
                      <a:pt x="4037" y="3319"/>
                      <a:pt x="4038" y="3324"/>
                      <a:pt x="4038" y="3328"/>
                    </a:cubicBezTo>
                    <a:cubicBezTo>
                      <a:pt x="4038" y="3334"/>
                      <a:pt x="4044" y="3334"/>
                      <a:pt x="4044" y="3328"/>
                    </a:cubicBezTo>
                    <a:cubicBezTo>
                      <a:pt x="4044" y="3326"/>
                      <a:pt x="4044" y="3325"/>
                      <a:pt x="4044" y="3323"/>
                    </a:cubicBezTo>
                    <a:cubicBezTo>
                      <a:pt x="4044" y="3316"/>
                      <a:pt x="4044" y="3308"/>
                      <a:pt x="4043" y="3301"/>
                    </a:cubicBezTo>
                    <a:lnTo>
                      <a:pt x="4043" y="3302"/>
                    </a:lnTo>
                    <a:moveTo>
                      <a:pt x="4099" y="2103"/>
                    </a:moveTo>
                    <a:cubicBezTo>
                      <a:pt x="4107" y="2111"/>
                      <a:pt x="4117" y="2105"/>
                      <a:pt x="4126" y="2105"/>
                    </a:cubicBezTo>
                    <a:cubicBezTo>
                      <a:pt x="4121" y="2103"/>
                      <a:pt x="4115" y="2102"/>
                      <a:pt x="4110" y="2102"/>
                    </a:cubicBezTo>
                    <a:cubicBezTo>
                      <a:pt x="4106" y="2102"/>
                      <a:pt x="4103" y="2102"/>
                      <a:pt x="4099" y="2103"/>
                    </a:cubicBezTo>
                    <a:moveTo>
                      <a:pt x="3041" y="3835"/>
                    </a:moveTo>
                    <a:cubicBezTo>
                      <a:pt x="3041" y="3825"/>
                      <a:pt x="3031" y="3822"/>
                      <a:pt x="3023" y="3820"/>
                    </a:cubicBezTo>
                    <a:cubicBezTo>
                      <a:pt x="3015" y="3818"/>
                      <a:pt x="3013" y="3822"/>
                      <a:pt x="3013" y="3828"/>
                    </a:cubicBezTo>
                    <a:cubicBezTo>
                      <a:pt x="3013" y="3839"/>
                      <a:pt x="3023" y="3841"/>
                      <a:pt x="3031" y="3843"/>
                    </a:cubicBezTo>
                    <a:cubicBezTo>
                      <a:pt x="3039" y="3845"/>
                      <a:pt x="3040" y="3841"/>
                      <a:pt x="3042" y="3835"/>
                    </a:cubicBezTo>
                    <a:lnTo>
                      <a:pt x="3041" y="3835"/>
                    </a:lnTo>
                    <a:moveTo>
                      <a:pt x="3261" y="3862"/>
                    </a:moveTo>
                    <a:cubicBezTo>
                      <a:pt x="3256" y="3863"/>
                      <a:pt x="3251" y="3865"/>
                      <a:pt x="3252" y="3872"/>
                    </a:cubicBezTo>
                    <a:cubicBezTo>
                      <a:pt x="3255" y="3885"/>
                      <a:pt x="3267" y="3886"/>
                      <a:pt x="3276" y="3888"/>
                    </a:cubicBezTo>
                    <a:cubicBezTo>
                      <a:pt x="3277" y="3888"/>
                      <a:pt x="3277" y="3888"/>
                      <a:pt x="3278" y="3888"/>
                    </a:cubicBezTo>
                    <a:cubicBezTo>
                      <a:pt x="3279" y="3888"/>
                      <a:pt x="3279" y="3887"/>
                      <a:pt x="3281" y="3887"/>
                    </a:cubicBezTo>
                    <a:cubicBezTo>
                      <a:pt x="3282" y="3886"/>
                      <a:pt x="3283" y="3886"/>
                      <a:pt x="3284" y="3885"/>
                    </a:cubicBezTo>
                    <a:cubicBezTo>
                      <a:pt x="3285" y="3884"/>
                      <a:pt x="3285" y="3882"/>
                      <a:pt x="3285" y="3881"/>
                    </a:cubicBezTo>
                    <a:cubicBezTo>
                      <a:pt x="3285" y="3880"/>
                      <a:pt x="3285" y="3879"/>
                      <a:pt x="3285" y="3879"/>
                    </a:cubicBezTo>
                    <a:cubicBezTo>
                      <a:pt x="3282" y="3867"/>
                      <a:pt x="3272" y="3864"/>
                      <a:pt x="3262" y="3862"/>
                    </a:cubicBezTo>
                    <a:lnTo>
                      <a:pt x="3261" y="3862"/>
                    </a:lnTo>
                    <a:moveTo>
                      <a:pt x="3797" y="2873"/>
                    </a:moveTo>
                    <a:cubicBezTo>
                      <a:pt x="3796" y="2874"/>
                      <a:pt x="3795" y="2875"/>
                      <a:pt x="3795" y="2876"/>
                    </a:cubicBezTo>
                    <a:cubicBezTo>
                      <a:pt x="3794" y="2877"/>
                      <a:pt x="3794" y="2878"/>
                      <a:pt x="3793" y="2879"/>
                    </a:cubicBezTo>
                    <a:cubicBezTo>
                      <a:pt x="3792" y="2882"/>
                      <a:pt x="3791" y="2886"/>
                      <a:pt x="3791" y="2889"/>
                    </a:cubicBezTo>
                    <a:cubicBezTo>
                      <a:pt x="3791" y="2895"/>
                      <a:pt x="3793" y="2901"/>
                      <a:pt x="3796" y="2905"/>
                    </a:cubicBezTo>
                    <a:cubicBezTo>
                      <a:pt x="3796" y="2908"/>
                      <a:pt x="3803" y="2910"/>
                      <a:pt x="3804" y="2909"/>
                    </a:cubicBezTo>
                    <a:cubicBezTo>
                      <a:pt x="3815" y="2903"/>
                      <a:pt x="3811" y="2894"/>
                      <a:pt x="3806" y="2886"/>
                    </a:cubicBezTo>
                    <a:cubicBezTo>
                      <a:pt x="3804" y="2881"/>
                      <a:pt x="3801" y="2877"/>
                      <a:pt x="3797" y="2873"/>
                    </a:cubicBezTo>
                    <a:moveTo>
                      <a:pt x="3403" y="3958"/>
                    </a:moveTo>
                    <a:cubicBezTo>
                      <a:pt x="3401" y="3956"/>
                      <a:pt x="3399" y="3952"/>
                      <a:pt x="3397" y="3953"/>
                    </a:cubicBezTo>
                    <a:cubicBezTo>
                      <a:pt x="3392" y="3953"/>
                      <a:pt x="3388" y="3954"/>
                      <a:pt x="3385" y="3956"/>
                    </a:cubicBezTo>
                    <a:cubicBezTo>
                      <a:pt x="3381" y="3959"/>
                      <a:pt x="3377" y="3962"/>
                      <a:pt x="3375" y="3966"/>
                    </a:cubicBezTo>
                    <a:cubicBezTo>
                      <a:pt x="3376" y="3967"/>
                      <a:pt x="3377" y="3968"/>
                      <a:pt x="3379" y="3969"/>
                    </a:cubicBezTo>
                    <a:cubicBezTo>
                      <a:pt x="3380" y="3969"/>
                      <a:pt x="3381" y="3970"/>
                      <a:pt x="3383" y="3971"/>
                    </a:cubicBezTo>
                    <a:cubicBezTo>
                      <a:pt x="3384" y="3971"/>
                      <a:pt x="3385" y="3971"/>
                      <a:pt x="3386" y="3971"/>
                    </a:cubicBezTo>
                    <a:cubicBezTo>
                      <a:pt x="3389" y="3971"/>
                      <a:pt x="3392" y="3969"/>
                      <a:pt x="3395" y="3968"/>
                    </a:cubicBezTo>
                    <a:cubicBezTo>
                      <a:pt x="3397" y="3966"/>
                      <a:pt x="3400" y="3964"/>
                      <a:pt x="3402" y="3962"/>
                    </a:cubicBezTo>
                    <a:cubicBezTo>
                      <a:pt x="3402" y="3961"/>
                      <a:pt x="3403" y="3959"/>
                      <a:pt x="3404" y="3958"/>
                    </a:cubicBezTo>
                    <a:lnTo>
                      <a:pt x="3403" y="3958"/>
                    </a:lnTo>
                    <a:moveTo>
                      <a:pt x="3740" y="2374"/>
                    </a:moveTo>
                    <a:cubicBezTo>
                      <a:pt x="3743" y="2372"/>
                      <a:pt x="3748" y="2370"/>
                      <a:pt x="3748" y="2369"/>
                    </a:cubicBezTo>
                    <a:cubicBezTo>
                      <a:pt x="3748" y="2367"/>
                      <a:pt x="3747" y="2365"/>
                      <a:pt x="3746" y="2363"/>
                    </a:cubicBezTo>
                    <a:cubicBezTo>
                      <a:pt x="3744" y="2360"/>
                      <a:pt x="3741" y="2356"/>
                      <a:pt x="3739" y="2355"/>
                    </a:cubicBezTo>
                    <a:cubicBezTo>
                      <a:pt x="3737" y="2354"/>
                      <a:pt x="3736" y="2354"/>
                      <a:pt x="3734" y="2354"/>
                    </a:cubicBezTo>
                    <a:cubicBezTo>
                      <a:pt x="3729" y="2352"/>
                      <a:pt x="3722" y="2354"/>
                      <a:pt x="3724" y="2360"/>
                    </a:cubicBezTo>
                    <a:cubicBezTo>
                      <a:pt x="3724" y="2362"/>
                      <a:pt x="3725" y="2363"/>
                      <a:pt x="3726" y="2365"/>
                    </a:cubicBezTo>
                    <a:cubicBezTo>
                      <a:pt x="3727" y="2367"/>
                      <a:pt x="3730" y="2370"/>
                      <a:pt x="3732" y="2371"/>
                    </a:cubicBezTo>
                    <a:cubicBezTo>
                      <a:pt x="3735" y="2373"/>
                      <a:pt x="3738" y="2374"/>
                      <a:pt x="3740" y="2374"/>
                    </a:cubicBezTo>
                    <a:moveTo>
                      <a:pt x="313" y="463"/>
                    </a:moveTo>
                    <a:cubicBezTo>
                      <a:pt x="311" y="459"/>
                      <a:pt x="309" y="452"/>
                      <a:pt x="307" y="452"/>
                    </a:cubicBezTo>
                    <a:cubicBezTo>
                      <a:pt x="298" y="452"/>
                      <a:pt x="295" y="459"/>
                      <a:pt x="293" y="466"/>
                    </a:cubicBezTo>
                    <a:cubicBezTo>
                      <a:pt x="293" y="467"/>
                      <a:pt x="293" y="468"/>
                      <a:pt x="293" y="469"/>
                    </a:cubicBezTo>
                    <a:cubicBezTo>
                      <a:pt x="293" y="471"/>
                      <a:pt x="293" y="472"/>
                      <a:pt x="294" y="473"/>
                    </a:cubicBezTo>
                    <a:cubicBezTo>
                      <a:pt x="295" y="475"/>
                      <a:pt x="296" y="476"/>
                      <a:pt x="297" y="477"/>
                    </a:cubicBezTo>
                    <a:cubicBezTo>
                      <a:pt x="298" y="478"/>
                      <a:pt x="299" y="478"/>
                      <a:pt x="300" y="478"/>
                    </a:cubicBezTo>
                    <a:cubicBezTo>
                      <a:pt x="309" y="479"/>
                      <a:pt x="311" y="471"/>
                      <a:pt x="313" y="463"/>
                    </a:cubicBezTo>
                    <a:moveTo>
                      <a:pt x="3140" y="3874"/>
                    </a:moveTo>
                    <a:cubicBezTo>
                      <a:pt x="3149" y="3870"/>
                      <a:pt x="3155" y="3868"/>
                      <a:pt x="3155" y="3867"/>
                    </a:cubicBezTo>
                    <a:cubicBezTo>
                      <a:pt x="3155" y="3861"/>
                      <a:pt x="3148" y="3859"/>
                      <a:pt x="3143" y="3858"/>
                    </a:cubicBezTo>
                    <a:cubicBezTo>
                      <a:pt x="3138" y="3856"/>
                      <a:pt x="3133" y="3853"/>
                      <a:pt x="3134" y="3862"/>
                    </a:cubicBezTo>
                    <a:cubicBezTo>
                      <a:pt x="3135" y="3865"/>
                      <a:pt x="3135" y="3868"/>
                      <a:pt x="3138" y="3872"/>
                    </a:cubicBezTo>
                    <a:cubicBezTo>
                      <a:pt x="3138" y="3873"/>
                      <a:pt x="3139" y="3873"/>
                      <a:pt x="3140" y="387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5" name="Google Shape;5105;p47"/>
              <p:cNvSpPr/>
              <p:nvPr/>
            </p:nvSpPr>
            <p:spPr>
              <a:xfrm rot="-755217">
                <a:off x="8380074" y="3122447"/>
                <a:ext cx="690660" cy="810408"/>
              </a:xfrm>
              <a:custGeom>
                <a:avLst/>
                <a:gdLst/>
                <a:ahLst/>
                <a:cxnLst/>
                <a:rect l="l" t="t" r="r" b="b"/>
                <a:pathLst>
                  <a:path w="836" h="981" extrusionOk="0">
                    <a:moveTo>
                      <a:pt x="835" y="980"/>
                    </a:moveTo>
                    <a:cubicBezTo>
                      <a:pt x="812" y="969"/>
                      <a:pt x="789" y="960"/>
                      <a:pt x="765" y="954"/>
                    </a:cubicBezTo>
                    <a:cubicBezTo>
                      <a:pt x="738" y="946"/>
                      <a:pt x="713" y="935"/>
                      <a:pt x="689" y="921"/>
                    </a:cubicBezTo>
                    <a:cubicBezTo>
                      <a:pt x="671" y="911"/>
                      <a:pt x="654" y="899"/>
                      <a:pt x="639" y="886"/>
                    </a:cubicBezTo>
                    <a:cubicBezTo>
                      <a:pt x="494" y="781"/>
                      <a:pt x="372" y="646"/>
                      <a:pt x="282" y="490"/>
                    </a:cubicBezTo>
                    <a:cubicBezTo>
                      <a:pt x="279" y="484"/>
                      <a:pt x="276" y="479"/>
                      <a:pt x="273" y="473"/>
                    </a:cubicBezTo>
                    <a:cubicBezTo>
                      <a:pt x="237" y="407"/>
                      <a:pt x="203" y="341"/>
                      <a:pt x="167" y="274"/>
                    </a:cubicBezTo>
                    <a:cubicBezTo>
                      <a:pt x="163" y="266"/>
                      <a:pt x="158" y="258"/>
                      <a:pt x="154" y="250"/>
                    </a:cubicBezTo>
                    <a:cubicBezTo>
                      <a:pt x="131" y="210"/>
                      <a:pt x="104" y="172"/>
                      <a:pt x="75" y="136"/>
                    </a:cubicBezTo>
                    <a:cubicBezTo>
                      <a:pt x="75" y="176"/>
                      <a:pt x="103" y="200"/>
                      <a:pt x="104" y="232"/>
                    </a:cubicBezTo>
                    <a:cubicBezTo>
                      <a:pt x="97" y="221"/>
                      <a:pt x="90" y="210"/>
                      <a:pt x="84" y="199"/>
                    </a:cubicBezTo>
                    <a:cubicBezTo>
                      <a:pt x="48" y="137"/>
                      <a:pt x="20" y="70"/>
                      <a:pt x="0" y="1"/>
                    </a:cubicBezTo>
                    <a:cubicBezTo>
                      <a:pt x="3" y="0"/>
                      <a:pt x="4" y="0"/>
                      <a:pt x="7" y="0"/>
                    </a:cubicBezTo>
                    <a:cubicBezTo>
                      <a:pt x="9" y="0"/>
                      <a:pt x="12" y="0"/>
                      <a:pt x="14" y="1"/>
                    </a:cubicBezTo>
                    <a:cubicBezTo>
                      <a:pt x="20" y="19"/>
                      <a:pt x="27" y="36"/>
                      <a:pt x="37" y="53"/>
                    </a:cubicBezTo>
                    <a:cubicBezTo>
                      <a:pt x="49" y="74"/>
                      <a:pt x="65" y="94"/>
                      <a:pt x="83" y="110"/>
                    </a:cubicBezTo>
                    <a:cubicBezTo>
                      <a:pt x="124" y="158"/>
                      <a:pt x="160" y="208"/>
                      <a:pt x="191" y="262"/>
                    </a:cubicBezTo>
                    <a:cubicBezTo>
                      <a:pt x="200" y="278"/>
                      <a:pt x="209" y="295"/>
                      <a:pt x="217" y="311"/>
                    </a:cubicBezTo>
                    <a:cubicBezTo>
                      <a:pt x="244" y="359"/>
                      <a:pt x="270" y="408"/>
                      <a:pt x="295" y="457"/>
                    </a:cubicBezTo>
                    <a:cubicBezTo>
                      <a:pt x="300" y="466"/>
                      <a:pt x="305" y="476"/>
                      <a:pt x="311" y="485"/>
                    </a:cubicBezTo>
                    <a:cubicBezTo>
                      <a:pt x="394" y="629"/>
                      <a:pt x="503" y="755"/>
                      <a:pt x="634" y="857"/>
                    </a:cubicBezTo>
                    <a:cubicBezTo>
                      <a:pt x="646" y="868"/>
                      <a:pt x="659" y="878"/>
                      <a:pt x="673" y="886"/>
                    </a:cubicBezTo>
                    <a:cubicBezTo>
                      <a:pt x="688" y="895"/>
                      <a:pt x="705" y="902"/>
                      <a:pt x="722" y="906"/>
                    </a:cubicBezTo>
                    <a:cubicBezTo>
                      <a:pt x="668" y="847"/>
                      <a:pt x="606" y="795"/>
                      <a:pt x="553" y="736"/>
                    </a:cubicBezTo>
                    <a:cubicBezTo>
                      <a:pt x="499" y="676"/>
                      <a:pt x="465" y="602"/>
                      <a:pt x="405" y="546"/>
                    </a:cubicBezTo>
                    <a:cubicBezTo>
                      <a:pt x="409" y="544"/>
                      <a:pt x="414" y="542"/>
                      <a:pt x="420" y="542"/>
                    </a:cubicBezTo>
                    <a:cubicBezTo>
                      <a:pt x="426" y="542"/>
                      <a:pt x="432" y="544"/>
                      <a:pt x="437" y="547"/>
                    </a:cubicBezTo>
                    <a:cubicBezTo>
                      <a:pt x="442" y="550"/>
                      <a:pt x="446" y="554"/>
                      <a:pt x="449" y="560"/>
                    </a:cubicBezTo>
                    <a:cubicBezTo>
                      <a:pt x="450" y="561"/>
                      <a:pt x="451" y="563"/>
                      <a:pt x="452" y="566"/>
                    </a:cubicBezTo>
                    <a:cubicBezTo>
                      <a:pt x="525" y="689"/>
                      <a:pt x="620" y="797"/>
                      <a:pt x="733" y="886"/>
                    </a:cubicBezTo>
                    <a:cubicBezTo>
                      <a:pt x="736" y="889"/>
                      <a:pt x="739" y="892"/>
                      <a:pt x="742" y="894"/>
                    </a:cubicBezTo>
                    <a:cubicBezTo>
                      <a:pt x="748" y="897"/>
                      <a:pt x="755" y="899"/>
                      <a:pt x="762" y="899"/>
                    </a:cubicBezTo>
                    <a:lnTo>
                      <a:pt x="768" y="903"/>
                    </a:lnTo>
                    <a:cubicBezTo>
                      <a:pt x="769" y="907"/>
                      <a:pt x="771" y="911"/>
                      <a:pt x="773" y="915"/>
                    </a:cubicBezTo>
                    <a:cubicBezTo>
                      <a:pt x="778" y="924"/>
                      <a:pt x="785" y="931"/>
                      <a:pt x="793" y="935"/>
                    </a:cubicBezTo>
                    <a:cubicBezTo>
                      <a:pt x="801" y="940"/>
                      <a:pt x="809" y="942"/>
                      <a:pt x="817" y="943"/>
                    </a:cubicBezTo>
                    <a:cubicBezTo>
                      <a:pt x="821" y="946"/>
                      <a:pt x="825" y="950"/>
                      <a:pt x="828" y="955"/>
                    </a:cubicBezTo>
                    <a:cubicBezTo>
                      <a:pt x="832" y="963"/>
                      <a:pt x="834" y="971"/>
                      <a:pt x="835" y="98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6" name="Google Shape;5106;p47"/>
              <p:cNvSpPr/>
              <p:nvPr/>
            </p:nvSpPr>
            <p:spPr>
              <a:xfrm rot="-755217">
                <a:off x="10083243" y="2997987"/>
                <a:ext cx="259410" cy="629491"/>
              </a:xfrm>
              <a:custGeom>
                <a:avLst/>
                <a:gdLst/>
                <a:ahLst/>
                <a:cxnLst/>
                <a:rect l="l" t="t" r="r" b="b"/>
                <a:pathLst>
                  <a:path w="314" h="762" extrusionOk="0">
                    <a:moveTo>
                      <a:pt x="250" y="272"/>
                    </a:moveTo>
                    <a:cubicBezTo>
                      <a:pt x="230" y="314"/>
                      <a:pt x="249" y="352"/>
                      <a:pt x="261" y="393"/>
                    </a:cubicBezTo>
                    <a:cubicBezTo>
                      <a:pt x="287" y="374"/>
                      <a:pt x="280" y="338"/>
                      <a:pt x="303" y="320"/>
                    </a:cubicBezTo>
                    <a:lnTo>
                      <a:pt x="313" y="322"/>
                    </a:lnTo>
                    <a:lnTo>
                      <a:pt x="303" y="379"/>
                    </a:lnTo>
                    <a:cubicBezTo>
                      <a:pt x="297" y="382"/>
                      <a:pt x="288" y="384"/>
                      <a:pt x="285" y="389"/>
                    </a:cubicBezTo>
                    <a:cubicBezTo>
                      <a:pt x="257" y="440"/>
                      <a:pt x="235" y="492"/>
                      <a:pt x="260" y="552"/>
                    </a:cubicBezTo>
                    <a:cubicBezTo>
                      <a:pt x="280" y="601"/>
                      <a:pt x="292" y="653"/>
                      <a:pt x="293" y="706"/>
                    </a:cubicBezTo>
                    <a:cubicBezTo>
                      <a:pt x="294" y="711"/>
                      <a:pt x="294" y="715"/>
                      <a:pt x="294" y="720"/>
                    </a:cubicBezTo>
                    <a:cubicBezTo>
                      <a:pt x="294" y="734"/>
                      <a:pt x="291" y="748"/>
                      <a:pt x="286" y="761"/>
                    </a:cubicBezTo>
                    <a:cubicBezTo>
                      <a:pt x="272" y="761"/>
                      <a:pt x="273" y="755"/>
                      <a:pt x="273" y="750"/>
                    </a:cubicBezTo>
                    <a:cubicBezTo>
                      <a:pt x="277" y="634"/>
                      <a:pt x="236" y="531"/>
                      <a:pt x="177" y="434"/>
                    </a:cubicBezTo>
                    <a:cubicBezTo>
                      <a:pt x="127" y="351"/>
                      <a:pt x="72" y="271"/>
                      <a:pt x="12" y="195"/>
                    </a:cubicBezTo>
                    <a:cubicBezTo>
                      <a:pt x="9" y="192"/>
                      <a:pt x="7" y="189"/>
                      <a:pt x="5" y="186"/>
                    </a:cubicBezTo>
                    <a:cubicBezTo>
                      <a:pt x="1" y="180"/>
                      <a:pt x="0" y="173"/>
                      <a:pt x="0" y="166"/>
                    </a:cubicBezTo>
                    <a:cubicBezTo>
                      <a:pt x="0" y="159"/>
                      <a:pt x="2" y="154"/>
                      <a:pt x="5" y="147"/>
                    </a:cubicBezTo>
                    <a:cubicBezTo>
                      <a:pt x="8" y="143"/>
                      <a:pt x="11" y="138"/>
                      <a:pt x="15" y="135"/>
                    </a:cubicBezTo>
                    <a:cubicBezTo>
                      <a:pt x="76" y="204"/>
                      <a:pt x="130" y="279"/>
                      <a:pt x="176" y="359"/>
                    </a:cubicBezTo>
                    <a:cubicBezTo>
                      <a:pt x="179" y="363"/>
                      <a:pt x="181" y="367"/>
                      <a:pt x="183" y="371"/>
                    </a:cubicBezTo>
                    <a:cubicBezTo>
                      <a:pt x="180" y="412"/>
                      <a:pt x="204" y="441"/>
                      <a:pt x="227" y="471"/>
                    </a:cubicBezTo>
                    <a:cubicBezTo>
                      <a:pt x="245" y="464"/>
                      <a:pt x="239" y="449"/>
                      <a:pt x="238" y="437"/>
                    </a:cubicBezTo>
                    <a:cubicBezTo>
                      <a:pt x="239" y="436"/>
                      <a:pt x="239" y="434"/>
                      <a:pt x="239" y="432"/>
                    </a:cubicBezTo>
                    <a:cubicBezTo>
                      <a:pt x="239" y="379"/>
                      <a:pt x="224" y="326"/>
                      <a:pt x="198" y="280"/>
                    </a:cubicBezTo>
                    <a:cubicBezTo>
                      <a:pt x="191" y="268"/>
                      <a:pt x="184" y="258"/>
                      <a:pt x="176" y="247"/>
                    </a:cubicBezTo>
                    <a:cubicBezTo>
                      <a:pt x="117" y="180"/>
                      <a:pt x="90" y="92"/>
                      <a:pt x="23" y="31"/>
                    </a:cubicBezTo>
                    <a:lnTo>
                      <a:pt x="23" y="27"/>
                    </a:lnTo>
                    <a:cubicBezTo>
                      <a:pt x="30" y="0"/>
                      <a:pt x="41" y="18"/>
                      <a:pt x="47" y="27"/>
                    </a:cubicBezTo>
                    <a:cubicBezTo>
                      <a:pt x="90" y="83"/>
                      <a:pt x="132" y="141"/>
                      <a:pt x="175" y="198"/>
                    </a:cubicBezTo>
                    <a:cubicBezTo>
                      <a:pt x="185" y="211"/>
                      <a:pt x="190" y="228"/>
                      <a:pt x="207" y="234"/>
                    </a:cubicBezTo>
                    <a:lnTo>
                      <a:pt x="214" y="255"/>
                    </a:lnTo>
                    <a:cubicBezTo>
                      <a:pt x="226" y="289"/>
                      <a:pt x="226" y="289"/>
                      <a:pt x="250" y="27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7" name="Google Shape;5107;p47"/>
              <p:cNvSpPr/>
              <p:nvPr/>
            </p:nvSpPr>
            <p:spPr>
              <a:xfrm rot="-755217">
                <a:off x="10411908" y="3855600"/>
                <a:ext cx="221408" cy="346137"/>
              </a:xfrm>
              <a:custGeom>
                <a:avLst/>
                <a:gdLst/>
                <a:ahLst/>
                <a:cxnLst/>
                <a:rect l="l" t="t" r="r" b="b"/>
                <a:pathLst>
                  <a:path w="268" h="419" extrusionOk="0">
                    <a:moveTo>
                      <a:pt x="105" y="256"/>
                    </a:moveTo>
                    <a:cubicBezTo>
                      <a:pt x="106" y="264"/>
                      <a:pt x="100" y="274"/>
                      <a:pt x="108" y="284"/>
                    </a:cubicBezTo>
                    <a:cubicBezTo>
                      <a:pt x="114" y="276"/>
                      <a:pt x="120" y="267"/>
                      <a:pt x="126" y="258"/>
                    </a:cubicBezTo>
                    <a:cubicBezTo>
                      <a:pt x="131" y="249"/>
                      <a:pt x="136" y="239"/>
                      <a:pt x="139" y="229"/>
                    </a:cubicBezTo>
                    <a:cubicBezTo>
                      <a:pt x="169" y="170"/>
                      <a:pt x="199" y="111"/>
                      <a:pt x="229" y="52"/>
                    </a:cubicBezTo>
                    <a:cubicBezTo>
                      <a:pt x="231" y="47"/>
                      <a:pt x="234" y="42"/>
                      <a:pt x="237" y="37"/>
                    </a:cubicBezTo>
                    <a:cubicBezTo>
                      <a:pt x="245" y="23"/>
                      <a:pt x="255" y="10"/>
                      <a:pt x="267" y="0"/>
                    </a:cubicBezTo>
                    <a:cubicBezTo>
                      <a:pt x="253" y="35"/>
                      <a:pt x="237" y="70"/>
                      <a:pt x="218" y="103"/>
                    </a:cubicBezTo>
                    <a:cubicBezTo>
                      <a:pt x="217" y="104"/>
                      <a:pt x="216" y="106"/>
                      <a:pt x="215" y="107"/>
                    </a:cubicBezTo>
                    <a:cubicBezTo>
                      <a:pt x="178" y="174"/>
                      <a:pt x="148" y="245"/>
                      <a:pt x="125" y="319"/>
                    </a:cubicBezTo>
                    <a:lnTo>
                      <a:pt x="127" y="338"/>
                    </a:lnTo>
                    <a:cubicBezTo>
                      <a:pt x="126" y="341"/>
                      <a:pt x="124" y="344"/>
                      <a:pt x="123" y="346"/>
                    </a:cubicBezTo>
                    <a:cubicBezTo>
                      <a:pt x="113" y="363"/>
                      <a:pt x="101" y="377"/>
                      <a:pt x="86" y="389"/>
                    </a:cubicBezTo>
                    <a:cubicBezTo>
                      <a:pt x="77" y="399"/>
                      <a:pt x="66" y="413"/>
                      <a:pt x="50" y="395"/>
                    </a:cubicBezTo>
                    <a:cubicBezTo>
                      <a:pt x="41" y="385"/>
                      <a:pt x="34" y="395"/>
                      <a:pt x="28" y="401"/>
                    </a:cubicBezTo>
                    <a:cubicBezTo>
                      <a:pt x="21" y="407"/>
                      <a:pt x="14" y="418"/>
                      <a:pt x="2" y="418"/>
                    </a:cubicBezTo>
                    <a:cubicBezTo>
                      <a:pt x="0" y="353"/>
                      <a:pt x="0" y="353"/>
                      <a:pt x="49" y="312"/>
                    </a:cubicBezTo>
                    <a:cubicBezTo>
                      <a:pt x="51" y="322"/>
                      <a:pt x="43" y="334"/>
                      <a:pt x="54" y="343"/>
                    </a:cubicBezTo>
                    <a:cubicBezTo>
                      <a:pt x="80" y="319"/>
                      <a:pt x="76" y="277"/>
                      <a:pt x="105" y="25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8" name="Google Shape;5108;p47"/>
              <p:cNvSpPr/>
              <p:nvPr/>
            </p:nvSpPr>
            <p:spPr>
              <a:xfrm rot="-755217">
                <a:off x="10504894" y="3508481"/>
                <a:ext cx="172665" cy="346964"/>
              </a:xfrm>
              <a:custGeom>
                <a:avLst/>
                <a:gdLst/>
                <a:ahLst/>
                <a:cxnLst/>
                <a:rect l="l" t="t" r="r" b="b"/>
                <a:pathLst>
                  <a:path w="209" h="420" extrusionOk="0">
                    <a:moveTo>
                      <a:pt x="0" y="419"/>
                    </a:moveTo>
                    <a:cubicBezTo>
                      <a:pt x="3" y="379"/>
                      <a:pt x="26" y="347"/>
                      <a:pt x="40" y="313"/>
                    </a:cubicBezTo>
                    <a:cubicBezTo>
                      <a:pt x="61" y="260"/>
                      <a:pt x="83" y="207"/>
                      <a:pt x="104" y="156"/>
                    </a:cubicBezTo>
                    <a:lnTo>
                      <a:pt x="148" y="68"/>
                    </a:lnTo>
                    <a:cubicBezTo>
                      <a:pt x="166" y="47"/>
                      <a:pt x="182" y="24"/>
                      <a:pt x="195" y="0"/>
                    </a:cubicBezTo>
                    <a:cubicBezTo>
                      <a:pt x="208" y="6"/>
                      <a:pt x="205" y="12"/>
                      <a:pt x="202" y="16"/>
                    </a:cubicBezTo>
                    <a:cubicBezTo>
                      <a:pt x="135" y="137"/>
                      <a:pt x="75" y="262"/>
                      <a:pt x="21" y="390"/>
                    </a:cubicBezTo>
                    <a:cubicBezTo>
                      <a:pt x="16" y="400"/>
                      <a:pt x="14" y="414"/>
                      <a:pt x="0" y="41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9" name="Google Shape;5109;p47"/>
              <p:cNvSpPr/>
              <p:nvPr/>
            </p:nvSpPr>
            <p:spPr>
              <a:xfrm rot="-755217">
                <a:off x="7910879" y="2944647"/>
                <a:ext cx="60309" cy="262701"/>
              </a:xfrm>
              <a:custGeom>
                <a:avLst/>
                <a:gdLst/>
                <a:ahLst/>
                <a:cxnLst/>
                <a:rect l="l" t="t" r="r" b="b"/>
                <a:pathLst>
                  <a:path w="73" h="318" extrusionOk="0">
                    <a:moveTo>
                      <a:pt x="58" y="278"/>
                    </a:moveTo>
                    <a:cubicBezTo>
                      <a:pt x="38" y="218"/>
                      <a:pt x="24" y="156"/>
                      <a:pt x="16" y="93"/>
                    </a:cubicBezTo>
                    <a:cubicBezTo>
                      <a:pt x="12" y="63"/>
                      <a:pt x="0" y="33"/>
                      <a:pt x="11" y="0"/>
                    </a:cubicBezTo>
                    <a:cubicBezTo>
                      <a:pt x="33" y="35"/>
                      <a:pt x="25" y="75"/>
                      <a:pt x="32" y="112"/>
                    </a:cubicBezTo>
                    <a:cubicBezTo>
                      <a:pt x="43" y="177"/>
                      <a:pt x="66" y="239"/>
                      <a:pt x="72" y="305"/>
                    </a:cubicBezTo>
                    <a:lnTo>
                      <a:pt x="67" y="317"/>
                    </a:lnTo>
                    <a:lnTo>
                      <a:pt x="58" y="27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0" name="Google Shape;5110;p47"/>
              <p:cNvSpPr/>
              <p:nvPr/>
            </p:nvSpPr>
            <p:spPr>
              <a:xfrm rot="-755217">
                <a:off x="7999836" y="3181235"/>
                <a:ext cx="53700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65" h="160" extrusionOk="0">
                    <a:moveTo>
                      <a:pt x="7" y="12"/>
                    </a:moveTo>
                    <a:lnTo>
                      <a:pt x="13" y="0"/>
                    </a:lnTo>
                    <a:cubicBezTo>
                      <a:pt x="40" y="49"/>
                      <a:pt x="45" y="106"/>
                      <a:pt x="64" y="159"/>
                    </a:cubicBezTo>
                    <a:cubicBezTo>
                      <a:pt x="46" y="115"/>
                      <a:pt x="19" y="77"/>
                      <a:pt x="0" y="36"/>
                    </a:cubicBezTo>
                    <a:cubicBezTo>
                      <a:pt x="1" y="34"/>
                      <a:pt x="3" y="32"/>
                      <a:pt x="4" y="31"/>
                    </a:cubicBezTo>
                    <a:cubicBezTo>
                      <a:pt x="6" y="26"/>
                      <a:pt x="8" y="21"/>
                      <a:pt x="8" y="16"/>
                    </a:cubicBezTo>
                    <a:cubicBezTo>
                      <a:pt x="8" y="15"/>
                      <a:pt x="8" y="13"/>
                      <a:pt x="7" y="1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1" name="Google Shape;5111;p47"/>
              <p:cNvSpPr/>
              <p:nvPr/>
            </p:nvSpPr>
            <p:spPr>
              <a:xfrm rot="-755217">
                <a:off x="10462233" y="3600716"/>
                <a:ext cx="51221" cy="119785"/>
              </a:xfrm>
              <a:custGeom>
                <a:avLst/>
                <a:gdLst/>
                <a:ahLst/>
                <a:cxnLst/>
                <a:rect l="l" t="t" r="r" b="b"/>
                <a:pathLst>
                  <a:path w="62" h="145" extrusionOk="0">
                    <a:moveTo>
                      <a:pt x="55" y="0"/>
                    </a:moveTo>
                    <a:cubicBezTo>
                      <a:pt x="61" y="25"/>
                      <a:pt x="36" y="44"/>
                      <a:pt x="42" y="69"/>
                    </a:cubicBezTo>
                    <a:lnTo>
                      <a:pt x="44" y="67"/>
                    </a:lnTo>
                    <a:cubicBezTo>
                      <a:pt x="38" y="72"/>
                      <a:pt x="34" y="78"/>
                      <a:pt x="30" y="84"/>
                    </a:cubicBezTo>
                    <a:cubicBezTo>
                      <a:pt x="24" y="95"/>
                      <a:pt x="20" y="107"/>
                      <a:pt x="20" y="119"/>
                    </a:cubicBezTo>
                    <a:cubicBezTo>
                      <a:pt x="20" y="122"/>
                      <a:pt x="20" y="126"/>
                      <a:pt x="21" y="129"/>
                    </a:cubicBezTo>
                    <a:lnTo>
                      <a:pt x="7" y="144"/>
                    </a:lnTo>
                    <a:cubicBezTo>
                      <a:pt x="5" y="140"/>
                      <a:pt x="0" y="134"/>
                      <a:pt x="1" y="131"/>
                    </a:cubicBezTo>
                    <a:cubicBezTo>
                      <a:pt x="16" y="86"/>
                      <a:pt x="26" y="39"/>
                      <a:pt x="5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2" name="Google Shape;5112;p47"/>
              <p:cNvSpPr/>
              <p:nvPr/>
            </p:nvSpPr>
            <p:spPr>
              <a:xfrm rot="-755217">
                <a:off x="10214667" y="3389640"/>
                <a:ext cx="200754" cy="741841"/>
              </a:xfrm>
              <a:custGeom>
                <a:avLst/>
                <a:gdLst/>
                <a:ahLst/>
                <a:cxnLst/>
                <a:rect l="l" t="t" r="r" b="b"/>
                <a:pathLst>
                  <a:path w="243" h="898" extrusionOk="0">
                    <a:moveTo>
                      <a:pt x="0" y="494"/>
                    </a:moveTo>
                    <a:cubicBezTo>
                      <a:pt x="39" y="518"/>
                      <a:pt x="50" y="560"/>
                      <a:pt x="66" y="598"/>
                    </a:cubicBezTo>
                    <a:cubicBezTo>
                      <a:pt x="87" y="647"/>
                      <a:pt x="102" y="698"/>
                      <a:pt x="111" y="750"/>
                    </a:cubicBezTo>
                    <a:cubicBezTo>
                      <a:pt x="114" y="771"/>
                      <a:pt x="120" y="791"/>
                      <a:pt x="128" y="810"/>
                    </a:cubicBezTo>
                    <a:cubicBezTo>
                      <a:pt x="147" y="773"/>
                      <a:pt x="157" y="733"/>
                      <a:pt x="157" y="691"/>
                    </a:cubicBezTo>
                    <a:cubicBezTo>
                      <a:pt x="157" y="685"/>
                      <a:pt x="158" y="678"/>
                      <a:pt x="158" y="671"/>
                    </a:cubicBezTo>
                    <a:cubicBezTo>
                      <a:pt x="158" y="586"/>
                      <a:pt x="148" y="501"/>
                      <a:pt x="128" y="419"/>
                    </a:cubicBezTo>
                    <a:cubicBezTo>
                      <a:pt x="115" y="368"/>
                      <a:pt x="107" y="315"/>
                      <a:pt x="105" y="262"/>
                    </a:cubicBezTo>
                    <a:cubicBezTo>
                      <a:pt x="139" y="359"/>
                      <a:pt x="164" y="458"/>
                      <a:pt x="181" y="559"/>
                    </a:cubicBezTo>
                    <a:cubicBezTo>
                      <a:pt x="226" y="506"/>
                      <a:pt x="221" y="304"/>
                      <a:pt x="169" y="181"/>
                    </a:cubicBezTo>
                    <a:cubicBezTo>
                      <a:pt x="166" y="220"/>
                      <a:pt x="182" y="252"/>
                      <a:pt x="182" y="285"/>
                    </a:cubicBezTo>
                    <a:cubicBezTo>
                      <a:pt x="158" y="243"/>
                      <a:pt x="145" y="195"/>
                      <a:pt x="145" y="146"/>
                    </a:cubicBezTo>
                    <a:cubicBezTo>
                      <a:pt x="145" y="145"/>
                      <a:pt x="145" y="144"/>
                      <a:pt x="145" y="143"/>
                    </a:cubicBezTo>
                    <a:cubicBezTo>
                      <a:pt x="144" y="103"/>
                      <a:pt x="133" y="64"/>
                      <a:pt x="114" y="30"/>
                    </a:cubicBezTo>
                    <a:cubicBezTo>
                      <a:pt x="109" y="21"/>
                      <a:pt x="104" y="12"/>
                      <a:pt x="98" y="0"/>
                    </a:cubicBezTo>
                    <a:cubicBezTo>
                      <a:pt x="103" y="0"/>
                      <a:pt x="108" y="2"/>
                      <a:pt x="112" y="4"/>
                    </a:cubicBezTo>
                    <a:cubicBezTo>
                      <a:pt x="118" y="8"/>
                      <a:pt x="123" y="12"/>
                      <a:pt x="126" y="18"/>
                    </a:cubicBezTo>
                    <a:cubicBezTo>
                      <a:pt x="127" y="20"/>
                      <a:pt x="128" y="23"/>
                      <a:pt x="129" y="26"/>
                    </a:cubicBezTo>
                    <a:cubicBezTo>
                      <a:pt x="194" y="158"/>
                      <a:pt x="242" y="293"/>
                      <a:pt x="235" y="442"/>
                    </a:cubicBezTo>
                    <a:cubicBezTo>
                      <a:pt x="235" y="444"/>
                      <a:pt x="235" y="446"/>
                      <a:pt x="235" y="448"/>
                    </a:cubicBezTo>
                    <a:cubicBezTo>
                      <a:pt x="235" y="502"/>
                      <a:pt x="221" y="555"/>
                      <a:pt x="194" y="601"/>
                    </a:cubicBezTo>
                    <a:cubicBezTo>
                      <a:pt x="193" y="602"/>
                      <a:pt x="193" y="603"/>
                      <a:pt x="192" y="604"/>
                    </a:cubicBezTo>
                    <a:cubicBezTo>
                      <a:pt x="188" y="614"/>
                      <a:pt x="185" y="624"/>
                      <a:pt x="185" y="635"/>
                    </a:cubicBezTo>
                    <a:cubicBezTo>
                      <a:pt x="185" y="639"/>
                      <a:pt x="186" y="643"/>
                      <a:pt x="186" y="647"/>
                    </a:cubicBezTo>
                    <a:cubicBezTo>
                      <a:pt x="186" y="689"/>
                      <a:pt x="180" y="731"/>
                      <a:pt x="168" y="772"/>
                    </a:cubicBezTo>
                    <a:cubicBezTo>
                      <a:pt x="165" y="782"/>
                      <a:pt x="164" y="796"/>
                      <a:pt x="157" y="802"/>
                    </a:cubicBezTo>
                    <a:cubicBezTo>
                      <a:pt x="148" y="812"/>
                      <a:pt x="140" y="822"/>
                      <a:pt x="134" y="833"/>
                    </a:cubicBezTo>
                    <a:cubicBezTo>
                      <a:pt x="122" y="853"/>
                      <a:pt x="115" y="874"/>
                      <a:pt x="112" y="897"/>
                    </a:cubicBezTo>
                    <a:cubicBezTo>
                      <a:pt x="94" y="853"/>
                      <a:pt x="105" y="805"/>
                      <a:pt x="94" y="761"/>
                    </a:cubicBezTo>
                    <a:cubicBezTo>
                      <a:pt x="82" y="716"/>
                      <a:pt x="70" y="669"/>
                      <a:pt x="57" y="623"/>
                    </a:cubicBezTo>
                    <a:cubicBezTo>
                      <a:pt x="43" y="577"/>
                      <a:pt x="14" y="539"/>
                      <a:pt x="1" y="493"/>
                    </a:cubicBezTo>
                    <a:lnTo>
                      <a:pt x="0" y="49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3" name="Google Shape;5113;p47"/>
              <p:cNvSpPr/>
              <p:nvPr/>
            </p:nvSpPr>
            <p:spPr>
              <a:xfrm rot="-755217">
                <a:off x="8208272" y="2838461"/>
                <a:ext cx="395725" cy="554316"/>
              </a:xfrm>
              <a:custGeom>
                <a:avLst/>
                <a:gdLst/>
                <a:ahLst/>
                <a:cxnLst/>
                <a:rect l="l" t="t" r="r" b="b"/>
                <a:pathLst>
                  <a:path w="479" h="671" extrusionOk="0">
                    <a:moveTo>
                      <a:pt x="406" y="655"/>
                    </a:moveTo>
                    <a:cubicBezTo>
                      <a:pt x="380" y="635"/>
                      <a:pt x="358" y="610"/>
                      <a:pt x="341" y="582"/>
                    </a:cubicBezTo>
                    <a:cubicBezTo>
                      <a:pt x="225" y="433"/>
                      <a:pt x="116" y="280"/>
                      <a:pt x="39" y="106"/>
                    </a:cubicBezTo>
                    <a:cubicBezTo>
                      <a:pt x="22" y="72"/>
                      <a:pt x="9" y="37"/>
                      <a:pt x="0" y="0"/>
                    </a:cubicBezTo>
                    <a:cubicBezTo>
                      <a:pt x="30" y="24"/>
                      <a:pt x="55" y="52"/>
                      <a:pt x="74" y="85"/>
                    </a:cubicBezTo>
                    <a:cubicBezTo>
                      <a:pt x="76" y="88"/>
                      <a:pt x="78" y="92"/>
                      <a:pt x="80" y="96"/>
                    </a:cubicBezTo>
                    <a:cubicBezTo>
                      <a:pt x="184" y="296"/>
                      <a:pt x="305" y="485"/>
                      <a:pt x="468" y="645"/>
                    </a:cubicBezTo>
                    <a:cubicBezTo>
                      <a:pt x="471" y="649"/>
                      <a:pt x="475" y="653"/>
                      <a:pt x="478" y="658"/>
                    </a:cubicBezTo>
                    <a:cubicBezTo>
                      <a:pt x="464" y="670"/>
                      <a:pt x="458" y="656"/>
                      <a:pt x="451" y="650"/>
                    </a:cubicBezTo>
                    <a:cubicBezTo>
                      <a:pt x="408" y="609"/>
                      <a:pt x="368" y="567"/>
                      <a:pt x="331" y="521"/>
                    </a:cubicBezTo>
                    <a:cubicBezTo>
                      <a:pt x="321" y="509"/>
                      <a:pt x="315" y="492"/>
                      <a:pt x="297" y="489"/>
                    </a:cubicBezTo>
                    <a:cubicBezTo>
                      <a:pt x="296" y="482"/>
                      <a:pt x="295" y="475"/>
                      <a:pt x="291" y="469"/>
                    </a:cubicBezTo>
                    <a:cubicBezTo>
                      <a:pt x="288" y="463"/>
                      <a:pt x="283" y="459"/>
                      <a:pt x="276" y="455"/>
                    </a:cubicBezTo>
                    <a:cubicBezTo>
                      <a:pt x="274" y="454"/>
                      <a:pt x="270" y="452"/>
                      <a:pt x="267" y="451"/>
                    </a:cubicBezTo>
                    <a:cubicBezTo>
                      <a:pt x="277" y="467"/>
                      <a:pt x="281" y="483"/>
                      <a:pt x="299" y="488"/>
                    </a:cubicBezTo>
                    <a:cubicBezTo>
                      <a:pt x="306" y="521"/>
                      <a:pt x="333" y="541"/>
                      <a:pt x="351" y="569"/>
                    </a:cubicBezTo>
                    <a:cubicBezTo>
                      <a:pt x="373" y="595"/>
                      <a:pt x="393" y="622"/>
                      <a:pt x="411" y="651"/>
                    </a:cubicBezTo>
                    <a:lnTo>
                      <a:pt x="406" y="6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4" name="Google Shape;5114;p47"/>
              <p:cNvSpPr/>
              <p:nvPr/>
            </p:nvSpPr>
            <p:spPr>
              <a:xfrm rot="-755217">
                <a:off x="8041997" y="2936450"/>
                <a:ext cx="211494" cy="527054"/>
              </a:xfrm>
              <a:custGeom>
                <a:avLst/>
                <a:gdLst/>
                <a:ahLst/>
                <a:cxnLst/>
                <a:rect l="l" t="t" r="r" b="b"/>
                <a:pathLst>
                  <a:path w="256" h="638" extrusionOk="0">
                    <a:moveTo>
                      <a:pt x="125" y="344"/>
                    </a:moveTo>
                    <a:cubicBezTo>
                      <a:pt x="106" y="253"/>
                      <a:pt x="75" y="163"/>
                      <a:pt x="69" y="69"/>
                    </a:cubicBezTo>
                    <a:cubicBezTo>
                      <a:pt x="115" y="263"/>
                      <a:pt x="177" y="453"/>
                      <a:pt x="255" y="637"/>
                    </a:cubicBezTo>
                    <a:cubicBezTo>
                      <a:pt x="167" y="532"/>
                      <a:pt x="0" y="116"/>
                      <a:pt x="0" y="0"/>
                    </a:cubicBezTo>
                    <a:cubicBezTo>
                      <a:pt x="39" y="117"/>
                      <a:pt x="71" y="234"/>
                      <a:pt x="125" y="3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5" name="Google Shape;5115;p47"/>
              <p:cNvSpPr/>
              <p:nvPr/>
            </p:nvSpPr>
            <p:spPr>
              <a:xfrm rot="-755217">
                <a:off x="8005975" y="2394202"/>
                <a:ext cx="140445" cy="424617"/>
              </a:xfrm>
              <a:custGeom>
                <a:avLst/>
                <a:gdLst/>
                <a:ahLst/>
                <a:cxnLst/>
                <a:rect l="l" t="t" r="r" b="b"/>
                <a:pathLst>
                  <a:path w="170" h="514" extrusionOk="0">
                    <a:moveTo>
                      <a:pt x="7" y="0"/>
                    </a:moveTo>
                    <a:cubicBezTo>
                      <a:pt x="25" y="132"/>
                      <a:pt x="87" y="247"/>
                      <a:pt x="141" y="364"/>
                    </a:cubicBezTo>
                    <a:cubicBezTo>
                      <a:pt x="127" y="347"/>
                      <a:pt x="114" y="329"/>
                      <a:pt x="103" y="310"/>
                    </a:cubicBezTo>
                    <a:cubicBezTo>
                      <a:pt x="94" y="295"/>
                      <a:pt x="87" y="279"/>
                      <a:pt x="80" y="262"/>
                    </a:cubicBezTo>
                    <a:cubicBezTo>
                      <a:pt x="63" y="227"/>
                      <a:pt x="48" y="191"/>
                      <a:pt x="27" y="157"/>
                    </a:cubicBezTo>
                    <a:cubicBezTo>
                      <a:pt x="49" y="283"/>
                      <a:pt x="104" y="397"/>
                      <a:pt x="169" y="513"/>
                    </a:cubicBezTo>
                    <a:cubicBezTo>
                      <a:pt x="166" y="512"/>
                      <a:pt x="162" y="510"/>
                      <a:pt x="159" y="508"/>
                    </a:cubicBezTo>
                    <a:cubicBezTo>
                      <a:pt x="151" y="504"/>
                      <a:pt x="144" y="497"/>
                      <a:pt x="139" y="488"/>
                    </a:cubicBezTo>
                    <a:cubicBezTo>
                      <a:pt x="137" y="485"/>
                      <a:pt x="136" y="482"/>
                      <a:pt x="135" y="479"/>
                    </a:cubicBezTo>
                    <a:cubicBezTo>
                      <a:pt x="132" y="474"/>
                      <a:pt x="129" y="469"/>
                      <a:pt x="126" y="464"/>
                    </a:cubicBezTo>
                    <a:cubicBezTo>
                      <a:pt x="73" y="372"/>
                      <a:pt x="33" y="273"/>
                      <a:pt x="7" y="170"/>
                    </a:cubicBezTo>
                    <a:cubicBezTo>
                      <a:pt x="2" y="158"/>
                      <a:pt x="0" y="146"/>
                      <a:pt x="0" y="133"/>
                    </a:cubicBezTo>
                    <a:cubicBezTo>
                      <a:pt x="0" y="120"/>
                      <a:pt x="2" y="107"/>
                      <a:pt x="7" y="95"/>
                    </a:cubicBezTo>
                    <a:cubicBezTo>
                      <a:pt x="13" y="84"/>
                      <a:pt x="7" y="74"/>
                      <a:pt x="5" y="64"/>
                    </a:cubicBezTo>
                    <a:cubicBezTo>
                      <a:pt x="3" y="55"/>
                      <a:pt x="1" y="45"/>
                      <a:pt x="1" y="35"/>
                    </a:cubicBezTo>
                    <a:cubicBezTo>
                      <a:pt x="1" y="23"/>
                      <a:pt x="3" y="11"/>
                      <a:pt x="7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6" name="Google Shape;5116;p47"/>
              <p:cNvSpPr/>
              <p:nvPr/>
            </p:nvSpPr>
            <p:spPr>
              <a:xfrm rot="-755217">
                <a:off x="8233389" y="2956788"/>
                <a:ext cx="310632" cy="498967"/>
              </a:xfrm>
              <a:custGeom>
                <a:avLst/>
                <a:gdLst/>
                <a:ahLst/>
                <a:cxnLst/>
                <a:rect l="l" t="t" r="r" b="b"/>
                <a:pathLst>
                  <a:path w="376" h="604" extrusionOk="0">
                    <a:moveTo>
                      <a:pt x="0" y="0"/>
                    </a:moveTo>
                    <a:cubicBezTo>
                      <a:pt x="36" y="85"/>
                      <a:pt x="77" y="168"/>
                      <a:pt x="124" y="249"/>
                    </a:cubicBezTo>
                    <a:cubicBezTo>
                      <a:pt x="196" y="374"/>
                      <a:pt x="281" y="493"/>
                      <a:pt x="375" y="603"/>
                    </a:cubicBezTo>
                    <a:cubicBezTo>
                      <a:pt x="288" y="570"/>
                      <a:pt x="14" y="13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7" name="Google Shape;5117;p47"/>
              <p:cNvSpPr/>
              <p:nvPr/>
            </p:nvSpPr>
            <p:spPr>
              <a:xfrm rot="-755217">
                <a:off x="8303028" y="2701579"/>
                <a:ext cx="321371" cy="380834"/>
              </a:xfrm>
              <a:custGeom>
                <a:avLst/>
                <a:gdLst/>
                <a:ahLst/>
                <a:cxnLst/>
                <a:rect l="l" t="t" r="r" b="b"/>
                <a:pathLst>
                  <a:path w="389" h="461" extrusionOk="0">
                    <a:moveTo>
                      <a:pt x="0" y="0"/>
                    </a:moveTo>
                    <a:cubicBezTo>
                      <a:pt x="109" y="169"/>
                      <a:pt x="240" y="324"/>
                      <a:pt x="388" y="460"/>
                    </a:cubicBezTo>
                    <a:cubicBezTo>
                      <a:pt x="285" y="414"/>
                      <a:pt x="16" y="9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8" name="Google Shape;5118;p47"/>
              <p:cNvSpPr/>
              <p:nvPr/>
            </p:nvSpPr>
            <p:spPr>
              <a:xfrm rot="-755217">
                <a:off x="8302232" y="2641799"/>
                <a:ext cx="399856" cy="416356"/>
              </a:xfrm>
              <a:custGeom>
                <a:avLst/>
                <a:gdLst/>
                <a:ahLst/>
                <a:cxnLst/>
                <a:rect l="l" t="t" r="r" b="b"/>
                <a:pathLst>
                  <a:path w="484" h="504" extrusionOk="0">
                    <a:moveTo>
                      <a:pt x="483" y="503"/>
                    </a:moveTo>
                    <a:cubicBezTo>
                      <a:pt x="442" y="461"/>
                      <a:pt x="404" y="423"/>
                      <a:pt x="365" y="384"/>
                    </a:cubicBezTo>
                    <a:cubicBezTo>
                      <a:pt x="268" y="282"/>
                      <a:pt x="171" y="179"/>
                      <a:pt x="76" y="75"/>
                    </a:cubicBezTo>
                    <a:cubicBezTo>
                      <a:pt x="59" y="61"/>
                      <a:pt x="41" y="48"/>
                      <a:pt x="23" y="36"/>
                    </a:cubicBezTo>
                    <a:cubicBezTo>
                      <a:pt x="16" y="31"/>
                      <a:pt x="0" y="24"/>
                      <a:pt x="13" y="12"/>
                    </a:cubicBezTo>
                    <a:cubicBezTo>
                      <a:pt x="25" y="0"/>
                      <a:pt x="31" y="0"/>
                      <a:pt x="44" y="14"/>
                    </a:cubicBezTo>
                    <a:cubicBezTo>
                      <a:pt x="111" y="90"/>
                      <a:pt x="181" y="163"/>
                      <a:pt x="249" y="237"/>
                    </a:cubicBezTo>
                    <a:lnTo>
                      <a:pt x="470" y="475"/>
                    </a:lnTo>
                    <a:cubicBezTo>
                      <a:pt x="474" y="477"/>
                      <a:pt x="478" y="481"/>
                      <a:pt x="480" y="485"/>
                    </a:cubicBezTo>
                    <a:cubicBezTo>
                      <a:pt x="482" y="489"/>
                      <a:pt x="483" y="493"/>
                      <a:pt x="483" y="498"/>
                    </a:cubicBezTo>
                    <a:cubicBezTo>
                      <a:pt x="483" y="500"/>
                      <a:pt x="483" y="501"/>
                      <a:pt x="483" y="50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9" name="Google Shape;5119;p47"/>
              <p:cNvSpPr/>
              <p:nvPr/>
            </p:nvSpPr>
            <p:spPr>
              <a:xfrm rot="-755217">
                <a:off x="9060684" y="3383623"/>
                <a:ext cx="393246" cy="457661"/>
              </a:xfrm>
              <a:custGeom>
                <a:avLst/>
                <a:gdLst/>
                <a:ahLst/>
                <a:cxnLst/>
                <a:rect l="l" t="t" r="r" b="b"/>
                <a:pathLst>
                  <a:path w="476" h="554" extrusionOk="0">
                    <a:moveTo>
                      <a:pt x="0" y="0"/>
                    </a:moveTo>
                    <a:cubicBezTo>
                      <a:pt x="65" y="104"/>
                      <a:pt x="139" y="201"/>
                      <a:pt x="221" y="291"/>
                    </a:cubicBezTo>
                    <a:cubicBezTo>
                      <a:pt x="303" y="381"/>
                      <a:pt x="391" y="465"/>
                      <a:pt x="475" y="553"/>
                    </a:cubicBezTo>
                    <a:cubicBezTo>
                      <a:pt x="291" y="390"/>
                      <a:pt x="112" y="22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0" name="Google Shape;5120;p47"/>
              <p:cNvSpPr/>
              <p:nvPr/>
            </p:nvSpPr>
            <p:spPr>
              <a:xfrm rot="-755217">
                <a:off x="8137320" y="2985806"/>
                <a:ext cx="146228" cy="447748"/>
              </a:xfrm>
              <a:custGeom>
                <a:avLst/>
                <a:gdLst/>
                <a:ahLst/>
                <a:cxnLst/>
                <a:rect l="l" t="t" r="r" b="b"/>
                <a:pathLst>
                  <a:path w="177" h="542" extrusionOk="0">
                    <a:moveTo>
                      <a:pt x="0" y="0"/>
                    </a:moveTo>
                    <a:cubicBezTo>
                      <a:pt x="55" y="181"/>
                      <a:pt x="108" y="364"/>
                      <a:pt x="176" y="541"/>
                    </a:cubicBezTo>
                    <a:cubicBezTo>
                      <a:pt x="94" y="369"/>
                      <a:pt x="34" y="18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1" name="Google Shape;5121;p47"/>
              <p:cNvSpPr/>
              <p:nvPr/>
            </p:nvSpPr>
            <p:spPr>
              <a:xfrm rot="-755217">
                <a:off x="9405177" y="3075615"/>
                <a:ext cx="241235" cy="384964"/>
              </a:xfrm>
              <a:custGeom>
                <a:avLst/>
                <a:gdLst/>
                <a:ahLst/>
                <a:cxnLst/>
                <a:rect l="l" t="t" r="r" b="b"/>
                <a:pathLst>
                  <a:path w="292" h="466" extrusionOk="0">
                    <a:moveTo>
                      <a:pt x="282" y="465"/>
                    </a:moveTo>
                    <a:cubicBezTo>
                      <a:pt x="182" y="314"/>
                      <a:pt x="98" y="155"/>
                      <a:pt x="0" y="0"/>
                    </a:cubicBezTo>
                    <a:cubicBezTo>
                      <a:pt x="22" y="0"/>
                      <a:pt x="27" y="12"/>
                      <a:pt x="33" y="22"/>
                    </a:cubicBezTo>
                    <a:cubicBezTo>
                      <a:pt x="59" y="62"/>
                      <a:pt x="82" y="103"/>
                      <a:pt x="107" y="144"/>
                    </a:cubicBezTo>
                    <a:cubicBezTo>
                      <a:pt x="161" y="237"/>
                      <a:pt x="216" y="330"/>
                      <a:pt x="270" y="424"/>
                    </a:cubicBezTo>
                    <a:cubicBezTo>
                      <a:pt x="276" y="435"/>
                      <a:pt x="291" y="445"/>
                      <a:pt x="282" y="46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2" name="Google Shape;5122;p47"/>
              <p:cNvSpPr/>
              <p:nvPr/>
            </p:nvSpPr>
            <p:spPr>
              <a:xfrm rot="-755217">
                <a:off x="7880180" y="2644961"/>
                <a:ext cx="48743" cy="285006"/>
              </a:xfrm>
              <a:custGeom>
                <a:avLst/>
                <a:gdLst/>
                <a:ahLst/>
                <a:cxnLst/>
                <a:rect l="l" t="t" r="r" b="b"/>
                <a:pathLst>
                  <a:path w="59" h="345" extrusionOk="0">
                    <a:moveTo>
                      <a:pt x="58" y="302"/>
                    </a:moveTo>
                    <a:cubicBezTo>
                      <a:pt x="32" y="280"/>
                      <a:pt x="37" y="247"/>
                      <a:pt x="34" y="218"/>
                    </a:cubicBezTo>
                    <a:cubicBezTo>
                      <a:pt x="28" y="173"/>
                      <a:pt x="17" y="129"/>
                      <a:pt x="11" y="83"/>
                    </a:cubicBezTo>
                    <a:lnTo>
                      <a:pt x="11" y="344"/>
                    </a:lnTo>
                    <a:cubicBezTo>
                      <a:pt x="4" y="287"/>
                      <a:pt x="0" y="230"/>
                      <a:pt x="0" y="172"/>
                    </a:cubicBezTo>
                    <a:cubicBezTo>
                      <a:pt x="0" y="115"/>
                      <a:pt x="4" y="57"/>
                      <a:pt x="11" y="0"/>
                    </a:cubicBezTo>
                    <a:cubicBezTo>
                      <a:pt x="20" y="13"/>
                      <a:pt x="41" y="5"/>
                      <a:pt x="38" y="27"/>
                    </a:cubicBezTo>
                    <a:cubicBezTo>
                      <a:pt x="25" y="104"/>
                      <a:pt x="42" y="179"/>
                      <a:pt x="51" y="255"/>
                    </a:cubicBezTo>
                    <a:cubicBezTo>
                      <a:pt x="53" y="272"/>
                      <a:pt x="54" y="288"/>
                      <a:pt x="56" y="305"/>
                    </a:cubicBezTo>
                    <a:lnTo>
                      <a:pt x="58" y="30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3" name="Google Shape;5123;p47"/>
              <p:cNvSpPr/>
              <p:nvPr/>
            </p:nvSpPr>
            <p:spPr>
              <a:xfrm rot="-755217">
                <a:off x="8382398" y="2620450"/>
                <a:ext cx="276760" cy="326311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95" extrusionOk="0">
                    <a:moveTo>
                      <a:pt x="334" y="392"/>
                    </a:moveTo>
                    <a:cubicBezTo>
                      <a:pt x="313" y="389"/>
                      <a:pt x="306" y="370"/>
                      <a:pt x="295" y="357"/>
                    </a:cubicBezTo>
                    <a:cubicBezTo>
                      <a:pt x="198" y="242"/>
                      <a:pt x="107" y="123"/>
                      <a:pt x="4" y="13"/>
                    </a:cubicBezTo>
                    <a:cubicBezTo>
                      <a:pt x="2" y="11"/>
                      <a:pt x="2" y="7"/>
                      <a:pt x="0" y="0"/>
                    </a:cubicBezTo>
                    <a:cubicBezTo>
                      <a:pt x="17" y="1"/>
                      <a:pt x="26" y="14"/>
                      <a:pt x="34" y="23"/>
                    </a:cubicBezTo>
                    <a:cubicBezTo>
                      <a:pt x="140" y="136"/>
                      <a:pt x="231" y="261"/>
                      <a:pt x="329" y="379"/>
                    </a:cubicBezTo>
                    <a:cubicBezTo>
                      <a:pt x="332" y="382"/>
                      <a:pt x="331" y="389"/>
                      <a:pt x="332" y="394"/>
                    </a:cubicBezTo>
                    <a:lnTo>
                      <a:pt x="334" y="39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4" name="Google Shape;5124;p47"/>
              <p:cNvSpPr/>
              <p:nvPr/>
            </p:nvSpPr>
            <p:spPr>
              <a:xfrm rot="-755217">
                <a:off x="10253055" y="3685209"/>
                <a:ext cx="80136" cy="219744"/>
              </a:xfrm>
              <a:custGeom>
                <a:avLst/>
                <a:gdLst/>
                <a:ahLst/>
                <a:cxnLst/>
                <a:rect l="l" t="t" r="r" b="b"/>
                <a:pathLst>
                  <a:path w="97" h="266" extrusionOk="0">
                    <a:moveTo>
                      <a:pt x="0" y="0"/>
                    </a:moveTo>
                    <a:cubicBezTo>
                      <a:pt x="43" y="2"/>
                      <a:pt x="48" y="40"/>
                      <a:pt x="56" y="64"/>
                    </a:cubicBezTo>
                    <a:cubicBezTo>
                      <a:pt x="72" y="121"/>
                      <a:pt x="86" y="179"/>
                      <a:pt x="96" y="238"/>
                    </a:cubicBezTo>
                    <a:cubicBezTo>
                      <a:pt x="95" y="247"/>
                      <a:pt x="94" y="256"/>
                      <a:pt x="91" y="265"/>
                    </a:cubicBezTo>
                    <a:cubicBezTo>
                      <a:pt x="67" y="235"/>
                      <a:pt x="72" y="194"/>
                      <a:pt x="51" y="173"/>
                    </a:cubicBezTo>
                    <a:cubicBezTo>
                      <a:pt x="24" y="147"/>
                      <a:pt x="42" y="119"/>
                      <a:pt x="30" y="94"/>
                    </a:cubicBezTo>
                    <a:cubicBezTo>
                      <a:pt x="18" y="63"/>
                      <a:pt x="8" y="3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5" name="Google Shape;5125;p47"/>
              <p:cNvSpPr/>
              <p:nvPr/>
            </p:nvSpPr>
            <p:spPr>
              <a:xfrm rot="-755217">
                <a:off x="8302608" y="2785366"/>
                <a:ext cx="256106" cy="330441"/>
              </a:xfrm>
              <a:custGeom>
                <a:avLst/>
                <a:gdLst/>
                <a:ahLst/>
                <a:cxnLst/>
                <a:rect l="l" t="t" r="r" b="b"/>
                <a:pathLst>
                  <a:path w="310" h="400" extrusionOk="0">
                    <a:moveTo>
                      <a:pt x="305" y="399"/>
                    </a:moveTo>
                    <a:cubicBezTo>
                      <a:pt x="279" y="382"/>
                      <a:pt x="257" y="360"/>
                      <a:pt x="240" y="334"/>
                    </a:cubicBezTo>
                    <a:cubicBezTo>
                      <a:pt x="162" y="247"/>
                      <a:pt x="90" y="154"/>
                      <a:pt x="26" y="55"/>
                    </a:cubicBezTo>
                    <a:cubicBezTo>
                      <a:pt x="22" y="50"/>
                      <a:pt x="18" y="44"/>
                      <a:pt x="15" y="39"/>
                    </a:cubicBezTo>
                    <a:cubicBezTo>
                      <a:pt x="8" y="27"/>
                      <a:pt x="3" y="15"/>
                      <a:pt x="0" y="2"/>
                    </a:cubicBezTo>
                    <a:cubicBezTo>
                      <a:pt x="14" y="0"/>
                      <a:pt x="17" y="11"/>
                      <a:pt x="21" y="17"/>
                    </a:cubicBezTo>
                    <a:cubicBezTo>
                      <a:pt x="102" y="142"/>
                      <a:pt x="193" y="259"/>
                      <a:pt x="292" y="369"/>
                    </a:cubicBezTo>
                    <a:cubicBezTo>
                      <a:pt x="300" y="377"/>
                      <a:pt x="309" y="384"/>
                      <a:pt x="309" y="396"/>
                    </a:cubicBezTo>
                    <a:lnTo>
                      <a:pt x="305" y="39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6" name="Google Shape;5126;p47"/>
              <p:cNvSpPr/>
              <p:nvPr/>
            </p:nvSpPr>
            <p:spPr>
              <a:xfrm rot="-755217">
                <a:off x="8045259" y="3063371"/>
                <a:ext cx="183405" cy="396530"/>
              </a:xfrm>
              <a:custGeom>
                <a:avLst/>
                <a:gdLst/>
                <a:ahLst/>
                <a:cxnLst/>
                <a:rect l="l" t="t" r="r" b="b"/>
                <a:pathLst>
                  <a:path w="222" h="480" extrusionOk="0">
                    <a:moveTo>
                      <a:pt x="218" y="478"/>
                    </a:moveTo>
                    <a:cubicBezTo>
                      <a:pt x="215" y="478"/>
                      <a:pt x="210" y="476"/>
                      <a:pt x="209" y="474"/>
                    </a:cubicBezTo>
                    <a:cubicBezTo>
                      <a:pt x="127" y="331"/>
                      <a:pt x="50" y="186"/>
                      <a:pt x="3" y="27"/>
                    </a:cubicBezTo>
                    <a:cubicBezTo>
                      <a:pt x="1" y="22"/>
                      <a:pt x="0" y="16"/>
                      <a:pt x="0" y="11"/>
                    </a:cubicBezTo>
                    <a:cubicBezTo>
                      <a:pt x="0" y="7"/>
                      <a:pt x="0" y="4"/>
                      <a:pt x="1" y="0"/>
                    </a:cubicBezTo>
                    <a:cubicBezTo>
                      <a:pt x="11" y="0"/>
                      <a:pt x="13" y="7"/>
                      <a:pt x="15" y="13"/>
                    </a:cubicBezTo>
                    <a:cubicBezTo>
                      <a:pt x="57" y="160"/>
                      <a:pt x="127" y="295"/>
                      <a:pt x="198" y="429"/>
                    </a:cubicBezTo>
                    <a:cubicBezTo>
                      <a:pt x="206" y="445"/>
                      <a:pt x="221" y="458"/>
                      <a:pt x="217" y="479"/>
                    </a:cubicBezTo>
                    <a:lnTo>
                      <a:pt x="218" y="47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7" name="Google Shape;5127;p47"/>
              <p:cNvSpPr/>
              <p:nvPr/>
            </p:nvSpPr>
            <p:spPr>
              <a:xfrm rot="-755217">
                <a:off x="8502007" y="2245017"/>
                <a:ext cx="243714" cy="233787"/>
              </a:xfrm>
              <a:custGeom>
                <a:avLst/>
                <a:gdLst/>
                <a:ahLst/>
                <a:cxnLst/>
                <a:rect l="l" t="t" r="r" b="b"/>
                <a:pathLst>
                  <a:path w="295" h="283" extrusionOk="0">
                    <a:moveTo>
                      <a:pt x="0" y="0"/>
                    </a:moveTo>
                    <a:cubicBezTo>
                      <a:pt x="69" y="16"/>
                      <a:pt x="243" y="181"/>
                      <a:pt x="294" y="282"/>
                    </a:cubicBezTo>
                    <a:cubicBezTo>
                      <a:pt x="206" y="178"/>
                      <a:pt x="107" y="84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8" name="Google Shape;5128;p47"/>
              <p:cNvSpPr/>
              <p:nvPr/>
            </p:nvSpPr>
            <p:spPr>
              <a:xfrm rot="-755217">
                <a:off x="8635100" y="4324916"/>
                <a:ext cx="259410" cy="191656"/>
              </a:xfrm>
              <a:custGeom>
                <a:avLst/>
                <a:gdLst/>
                <a:ahLst/>
                <a:cxnLst/>
                <a:rect l="l" t="t" r="r" b="b"/>
                <a:pathLst>
                  <a:path w="314" h="232" extrusionOk="0">
                    <a:moveTo>
                      <a:pt x="313" y="229"/>
                    </a:moveTo>
                    <a:cubicBezTo>
                      <a:pt x="285" y="229"/>
                      <a:pt x="269" y="208"/>
                      <a:pt x="248" y="196"/>
                    </a:cubicBezTo>
                    <a:cubicBezTo>
                      <a:pt x="231" y="186"/>
                      <a:pt x="216" y="178"/>
                      <a:pt x="201" y="196"/>
                    </a:cubicBezTo>
                    <a:cubicBezTo>
                      <a:pt x="163" y="182"/>
                      <a:pt x="138" y="149"/>
                      <a:pt x="109" y="123"/>
                    </a:cubicBezTo>
                    <a:cubicBezTo>
                      <a:pt x="71" y="89"/>
                      <a:pt x="37" y="52"/>
                      <a:pt x="0" y="17"/>
                    </a:cubicBezTo>
                    <a:lnTo>
                      <a:pt x="0" y="18"/>
                    </a:lnTo>
                    <a:cubicBezTo>
                      <a:pt x="7" y="0"/>
                      <a:pt x="16" y="9"/>
                      <a:pt x="24" y="17"/>
                    </a:cubicBezTo>
                    <a:cubicBezTo>
                      <a:pt x="61" y="54"/>
                      <a:pt x="98" y="92"/>
                      <a:pt x="135" y="130"/>
                    </a:cubicBezTo>
                    <a:cubicBezTo>
                      <a:pt x="145" y="140"/>
                      <a:pt x="156" y="149"/>
                      <a:pt x="167" y="159"/>
                    </a:cubicBezTo>
                    <a:cubicBezTo>
                      <a:pt x="178" y="169"/>
                      <a:pt x="182" y="170"/>
                      <a:pt x="194" y="153"/>
                    </a:cubicBezTo>
                    <a:cubicBezTo>
                      <a:pt x="205" y="137"/>
                      <a:pt x="224" y="140"/>
                      <a:pt x="235" y="165"/>
                    </a:cubicBezTo>
                    <a:cubicBezTo>
                      <a:pt x="240" y="176"/>
                      <a:pt x="250" y="180"/>
                      <a:pt x="258" y="187"/>
                    </a:cubicBezTo>
                    <a:cubicBezTo>
                      <a:pt x="275" y="203"/>
                      <a:pt x="301" y="207"/>
                      <a:pt x="311" y="231"/>
                    </a:cubicBezTo>
                    <a:lnTo>
                      <a:pt x="313" y="2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9" name="Google Shape;5129;p47"/>
              <p:cNvSpPr/>
              <p:nvPr/>
            </p:nvSpPr>
            <p:spPr>
              <a:xfrm rot="-755217">
                <a:off x="8202745" y="3060241"/>
                <a:ext cx="146228" cy="323833"/>
              </a:xfrm>
              <a:custGeom>
                <a:avLst/>
                <a:gdLst/>
                <a:ahLst/>
                <a:cxnLst/>
                <a:rect l="l" t="t" r="r" b="b"/>
                <a:pathLst>
                  <a:path w="177" h="392" extrusionOk="0">
                    <a:moveTo>
                      <a:pt x="172" y="391"/>
                    </a:moveTo>
                    <a:cubicBezTo>
                      <a:pt x="155" y="366"/>
                      <a:pt x="139" y="341"/>
                      <a:pt x="123" y="315"/>
                    </a:cubicBezTo>
                    <a:cubicBezTo>
                      <a:pt x="70" y="222"/>
                      <a:pt x="29" y="123"/>
                      <a:pt x="3" y="19"/>
                    </a:cubicBezTo>
                    <a:cubicBezTo>
                      <a:pt x="1" y="11"/>
                      <a:pt x="0" y="5"/>
                      <a:pt x="7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0" y="0"/>
                      <a:pt x="12" y="0"/>
                      <a:pt x="13" y="1"/>
                    </a:cubicBezTo>
                    <a:cubicBezTo>
                      <a:pt x="15" y="2"/>
                      <a:pt x="16" y="3"/>
                      <a:pt x="17" y="5"/>
                    </a:cubicBezTo>
                    <a:cubicBezTo>
                      <a:pt x="18" y="6"/>
                      <a:pt x="18" y="8"/>
                      <a:pt x="18" y="9"/>
                    </a:cubicBezTo>
                    <a:cubicBezTo>
                      <a:pt x="45" y="131"/>
                      <a:pt x="101" y="239"/>
                      <a:pt x="159" y="348"/>
                    </a:cubicBezTo>
                    <a:cubicBezTo>
                      <a:pt x="161" y="351"/>
                      <a:pt x="163" y="354"/>
                      <a:pt x="165" y="357"/>
                    </a:cubicBezTo>
                    <a:cubicBezTo>
                      <a:pt x="171" y="366"/>
                      <a:pt x="174" y="377"/>
                      <a:pt x="176" y="388"/>
                    </a:cubicBezTo>
                    <a:lnTo>
                      <a:pt x="172" y="39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0" name="Google Shape;5130;p47"/>
              <p:cNvSpPr/>
              <p:nvPr/>
            </p:nvSpPr>
            <p:spPr>
              <a:xfrm rot="-755217">
                <a:off x="8265615" y="2813518"/>
                <a:ext cx="210668" cy="296571"/>
              </a:xfrm>
              <a:custGeom>
                <a:avLst/>
                <a:gdLst/>
                <a:ahLst/>
                <a:cxnLst/>
                <a:rect l="l" t="t" r="r" b="b"/>
                <a:pathLst>
                  <a:path w="255" h="359" extrusionOk="0">
                    <a:moveTo>
                      <a:pt x="254" y="358"/>
                    </a:moveTo>
                    <a:cubicBezTo>
                      <a:pt x="253" y="358"/>
                      <a:pt x="253" y="358"/>
                      <a:pt x="252" y="358"/>
                    </a:cubicBezTo>
                    <a:cubicBezTo>
                      <a:pt x="249" y="358"/>
                      <a:pt x="245" y="358"/>
                      <a:pt x="242" y="356"/>
                    </a:cubicBezTo>
                    <a:cubicBezTo>
                      <a:pt x="240" y="354"/>
                      <a:pt x="237" y="352"/>
                      <a:pt x="236" y="349"/>
                    </a:cubicBezTo>
                    <a:cubicBezTo>
                      <a:pt x="153" y="258"/>
                      <a:pt x="80" y="159"/>
                      <a:pt x="18" y="53"/>
                    </a:cubicBezTo>
                    <a:cubicBezTo>
                      <a:pt x="11" y="40"/>
                      <a:pt x="5" y="26"/>
                      <a:pt x="0" y="13"/>
                    </a:cubicBezTo>
                    <a:cubicBezTo>
                      <a:pt x="0" y="10"/>
                      <a:pt x="0" y="6"/>
                      <a:pt x="1" y="0"/>
                    </a:cubicBezTo>
                    <a:cubicBezTo>
                      <a:pt x="14" y="5"/>
                      <a:pt x="17" y="18"/>
                      <a:pt x="22" y="26"/>
                    </a:cubicBezTo>
                    <a:cubicBezTo>
                      <a:pt x="23" y="28"/>
                      <a:pt x="25" y="31"/>
                      <a:pt x="26" y="33"/>
                    </a:cubicBezTo>
                    <a:cubicBezTo>
                      <a:pt x="82" y="129"/>
                      <a:pt x="146" y="221"/>
                      <a:pt x="217" y="305"/>
                    </a:cubicBezTo>
                    <a:cubicBezTo>
                      <a:pt x="231" y="322"/>
                      <a:pt x="251" y="334"/>
                      <a:pt x="253" y="358"/>
                    </a:cubicBezTo>
                    <a:lnTo>
                      <a:pt x="254" y="35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1" name="Google Shape;5131;p47"/>
              <p:cNvSpPr/>
              <p:nvPr/>
            </p:nvSpPr>
            <p:spPr>
              <a:xfrm rot="-755217">
                <a:off x="7649393" y="2038951"/>
                <a:ext cx="194145" cy="171830"/>
              </a:xfrm>
              <a:custGeom>
                <a:avLst/>
                <a:gdLst/>
                <a:ahLst/>
                <a:cxnLst/>
                <a:rect l="l" t="t" r="r" b="b"/>
                <a:pathLst>
                  <a:path w="235" h="208" extrusionOk="0">
                    <a:moveTo>
                      <a:pt x="2" y="0"/>
                    </a:moveTo>
                    <a:cubicBezTo>
                      <a:pt x="47" y="34"/>
                      <a:pt x="73" y="78"/>
                      <a:pt x="112" y="106"/>
                    </a:cubicBezTo>
                    <a:cubicBezTo>
                      <a:pt x="138" y="128"/>
                      <a:pt x="166" y="147"/>
                      <a:pt x="196" y="164"/>
                    </a:cubicBezTo>
                    <a:cubicBezTo>
                      <a:pt x="208" y="171"/>
                      <a:pt x="221" y="178"/>
                      <a:pt x="234" y="184"/>
                    </a:cubicBezTo>
                    <a:cubicBezTo>
                      <a:pt x="225" y="207"/>
                      <a:pt x="202" y="167"/>
                      <a:pt x="195" y="198"/>
                    </a:cubicBezTo>
                    <a:cubicBezTo>
                      <a:pt x="193" y="207"/>
                      <a:pt x="182" y="200"/>
                      <a:pt x="177" y="195"/>
                    </a:cubicBezTo>
                    <a:cubicBezTo>
                      <a:pt x="119" y="138"/>
                      <a:pt x="56" y="85"/>
                      <a:pt x="2" y="22"/>
                    </a:cubicBezTo>
                    <a:cubicBezTo>
                      <a:pt x="0" y="20"/>
                      <a:pt x="2" y="15"/>
                      <a:pt x="2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2" name="Google Shape;5132;p47"/>
              <p:cNvSpPr/>
              <p:nvPr/>
            </p:nvSpPr>
            <p:spPr>
              <a:xfrm rot="-755217">
                <a:off x="9359377" y="3131702"/>
                <a:ext cx="174317" cy="271788"/>
              </a:xfrm>
              <a:custGeom>
                <a:avLst/>
                <a:gdLst/>
                <a:ahLst/>
                <a:cxnLst/>
                <a:rect l="l" t="t" r="r" b="b"/>
                <a:pathLst>
                  <a:path w="211" h="329" extrusionOk="0">
                    <a:moveTo>
                      <a:pt x="207" y="328"/>
                    </a:moveTo>
                    <a:cubicBezTo>
                      <a:pt x="191" y="322"/>
                      <a:pt x="188" y="306"/>
                      <a:pt x="181" y="294"/>
                    </a:cubicBezTo>
                    <a:cubicBezTo>
                      <a:pt x="178" y="290"/>
                      <a:pt x="176" y="286"/>
                      <a:pt x="173" y="282"/>
                    </a:cubicBezTo>
                    <a:cubicBezTo>
                      <a:pt x="121" y="190"/>
                      <a:pt x="63" y="102"/>
                      <a:pt x="1" y="17"/>
                    </a:cubicBezTo>
                    <a:cubicBezTo>
                      <a:pt x="0" y="15"/>
                      <a:pt x="1" y="10"/>
                      <a:pt x="1" y="7"/>
                    </a:cubicBezTo>
                    <a:cubicBezTo>
                      <a:pt x="7" y="0"/>
                      <a:pt x="12" y="5"/>
                      <a:pt x="15" y="7"/>
                    </a:cubicBezTo>
                    <a:cubicBezTo>
                      <a:pt x="63" y="69"/>
                      <a:pt x="107" y="134"/>
                      <a:pt x="145" y="201"/>
                    </a:cubicBezTo>
                    <a:cubicBezTo>
                      <a:pt x="169" y="241"/>
                      <a:pt x="190" y="283"/>
                      <a:pt x="210" y="324"/>
                    </a:cubicBezTo>
                    <a:lnTo>
                      <a:pt x="207" y="32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3" name="Google Shape;5133;p47"/>
              <p:cNvSpPr/>
              <p:nvPr/>
            </p:nvSpPr>
            <p:spPr>
              <a:xfrm rot="-755217">
                <a:off x="9644023" y="3507587"/>
                <a:ext cx="206537" cy="231309"/>
              </a:xfrm>
              <a:custGeom>
                <a:avLst/>
                <a:gdLst/>
                <a:ahLst/>
                <a:cxnLst/>
                <a:rect l="l" t="t" r="r" b="b"/>
                <a:pathLst>
                  <a:path w="250" h="280" extrusionOk="0">
                    <a:moveTo>
                      <a:pt x="249" y="279"/>
                    </a:moveTo>
                    <a:cubicBezTo>
                      <a:pt x="164" y="182"/>
                      <a:pt x="75" y="98"/>
                      <a:pt x="0" y="0"/>
                    </a:cubicBezTo>
                    <a:cubicBezTo>
                      <a:pt x="46" y="24"/>
                      <a:pt x="235" y="237"/>
                      <a:pt x="249" y="27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4" name="Google Shape;5134;p47"/>
              <p:cNvSpPr/>
              <p:nvPr/>
            </p:nvSpPr>
            <p:spPr>
              <a:xfrm rot="-755217">
                <a:off x="9622727" y="3531019"/>
                <a:ext cx="198275" cy="229657"/>
              </a:xfrm>
              <a:custGeom>
                <a:avLst/>
                <a:gdLst/>
                <a:ahLst/>
                <a:cxnLst/>
                <a:rect l="l" t="t" r="r" b="b"/>
                <a:pathLst>
                  <a:path w="240" h="278" extrusionOk="0">
                    <a:moveTo>
                      <a:pt x="34" y="0"/>
                    </a:moveTo>
                    <a:cubicBezTo>
                      <a:pt x="33" y="4"/>
                      <a:pt x="33" y="8"/>
                      <a:pt x="33" y="12"/>
                    </a:cubicBezTo>
                    <a:cubicBezTo>
                      <a:pt x="33" y="29"/>
                      <a:pt x="38" y="45"/>
                      <a:pt x="46" y="59"/>
                    </a:cubicBezTo>
                    <a:cubicBezTo>
                      <a:pt x="51" y="68"/>
                      <a:pt x="58" y="76"/>
                      <a:pt x="66" y="83"/>
                    </a:cubicBezTo>
                    <a:cubicBezTo>
                      <a:pt x="109" y="135"/>
                      <a:pt x="155" y="185"/>
                      <a:pt x="203" y="232"/>
                    </a:cubicBezTo>
                    <a:cubicBezTo>
                      <a:pt x="215" y="244"/>
                      <a:pt x="227" y="257"/>
                      <a:pt x="239" y="271"/>
                    </a:cubicBezTo>
                    <a:cubicBezTo>
                      <a:pt x="227" y="277"/>
                      <a:pt x="222" y="271"/>
                      <a:pt x="217" y="266"/>
                    </a:cubicBezTo>
                    <a:cubicBezTo>
                      <a:pt x="149" y="202"/>
                      <a:pt x="85" y="134"/>
                      <a:pt x="27" y="61"/>
                    </a:cubicBezTo>
                    <a:cubicBezTo>
                      <a:pt x="13" y="43"/>
                      <a:pt x="0" y="26"/>
                      <a:pt x="3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5" name="Google Shape;5135;p47"/>
              <p:cNvSpPr/>
              <p:nvPr/>
            </p:nvSpPr>
            <p:spPr>
              <a:xfrm rot="-755217">
                <a:off x="8768161" y="2501607"/>
                <a:ext cx="172665" cy="232135"/>
              </a:xfrm>
              <a:custGeom>
                <a:avLst/>
                <a:gdLst/>
                <a:ahLst/>
                <a:cxnLst/>
                <a:rect l="l" t="t" r="r" b="b"/>
                <a:pathLst>
                  <a:path w="209" h="281" extrusionOk="0">
                    <a:moveTo>
                      <a:pt x="207" y="279"/>
                    </a:moveTo>
                    <a:cubicBezTo>
                      <a:pt x="203" y="277"/>
                      <a:pt x="196" y="276"/>
                      <a:pt x="194" y="273"/>
                    </a:cubicBezTo>
                    <a:cubicBezTo>
                      <a:pt x="129" y="185"/>
                      <a:pt x="64" y="96"/>
                      <a:pt x="0" y="8"/>
                    </a:cubicBezTo>
                    <a:cubicBezTo>
                      <a:pt x="16" y="0"/>
                      <a:pt x="21" y="12"/>
                      <a:pt x="27" y="20"/>
                    </a:cubicBezTo>
                    <a:cubicBezTo>
                      <a:pt x="91" y="99"/>
                      <a:pt x="148" y="185"/>
                      <a:pt x="206" y="270"/>
                    </a:cubicBezTo>
                    <a:cubicBezTo>
                      <a:pt x="208" y="272"/>
                      <a:pt x="206" y="277"/>
                      <a:pt x="206" y="280"/>
                    </a:cubicBezTo>
                    <a:lnTo>
                      <a:pt x="207" y="27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6" name="Google Shape;5136;p47"/>
              <p:cNvSpPr/>
              <p:nvPr/>
            </p:nvSpPr>
            <p:spPr>
              <a:xfrm rot="-755217">
                <a:off x="9655427" y="3603257"/>
                <a:ext cx="211494" cy="209830"/>
              </a:xfrm>
              <a:custGeom>
                <a:avLst/>
                <a:gdLst/>
                <a:ahLst/>
                <a:cxnLst/>
                <a:rect l="l" t="t" r="r" b="b"/>
                <a:pathLst>
                  <a:path w="256" h="254" extrusionOk="0">
                    <a:moveTo>
                      <a:pt x="0" y="0"/>
                    </a:moveTo>
                    <a:cubicBezTo>
                      <a:pt x="81" y="84"/>
                      <a:pt x="161" y="171"/>
                      <a:pt x="255" y="253"/>
                    </a:cubicBezTo>
                    <a:cubicBezTo>
                      <a:pt x="205" y="236"/>
                      <a:pt x="55" y="8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7" name="Google Shape;5137;p47"/>
              <p:cNvSpPr/>
              <p:nvPr/>
            </p:nvSpPr>
            <p:spPr>
              <a:xfrm rot="-755217">
                <a:off x="9344743" y="4058738"/>
                <a:ext cx="161099" cy="244527"/>
              </a:xfrm>
              <a:custGeom>
                <a:avLst/>
                <a:gdLst/>
                <a:ahLst/>
                <a:cxnLst/>
                <a:rect l="l" t="t" r="r" b="b"/>
                <a:pathLst>
                  <a:path w="195" h="296" extrusionOk="0">
                    <a:moveTo>
                      <a:pt x="170" y="239"/>
                    </a:moveTo>
                    <a:cubicBezTo>
                      <a:pt x="165" y="262"/>
                      <a:pt x="194" y="272"/>
                      <a:pt x="191" y="294"/>
                    </a:cubicBezTo>
                    <a:cubicBezTo>
                      <a:pt x="182" y="295"/>
                      <a:pt x="178" y="290"/>
                      <a:pt x="173" y="284"/>
                    </a:cubicBezTo>
                    <a:cubicBezTo>
                      <a:pt x="120" y="211"/>
                      <a:pt x="70" y="134"/>
                      <a:pt x="25" y="56"/>
                    </a:cubicBezTo>
                    <a:cubicBezTo>
                      <a:pt x="18" y="44"/>
                      <a:pt x="11" y="33"/>
                      <a:pt x="5" y="21"/>
                    </a:cubicBezTo>
                    <a:cubicBezTo>
                      <a:pt x="3" y="14"/>
                      <a:pt x="1" y="7"/>
                      <a:pt x="0" y="0"/>
                    </a:cubicBezTo>
                    <a:cubicBezTo>
                      <a:pt x="17" y="4"/>
                      <a:pt x="20" y="16"/>
                      <a:pt x="26" y="25"/>
                    </a:cubicBezTo>
                    <a:cubicBezTo>
                      <a:pt x="64" y="86"/>
                      <a:pt x="101" y="147"/>
                      <a:pt x="139" y="207"/>
                    </a:cubicBezTo>
                    <a:cubicBezTo>
                      <a:pt x="147" y="220"/>
                      <a:pt x="151" y="239"/>
                      <a:pt x="171" y="241"/>
                    </a:cubicBezTo>
                    <a:lnTo>
                      <a:pt x="170" y="23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8" name="Google Shape;5138;p47"/>
              <p:cNvSpPr/>
              <p:nvPr/>
            </p:nvSpPr>
            <p:spPr>
              <a:xfrm rot="-755217">
                <a:off x="9650451" y="3173726"/>
                <a:ext cx="180926" cy="223874"/>
              </a:xfrm>
              <a:custGeom>
                <a:avLst/>
                <a:gdLst/>
                <a:ahLst/>
                <a:cxnLst/>
                <a:rect l="l" t="t" r="r" b="b"/>
                <a:pathLst>
                  <a:path w="219" h="271" extrusionOk="0">
                    <a:moveTo>
                      <a:pt x="0" y="0"/>
                    </a:moveTo>
                    <a:cubicBezTo>
                      <a:pt x="85" y="80"/>
                      <a:pt x="149" y="177"/>
                      <a:pt x="218" y="270"/>
                    </a:cubicBezTo>
                    <a:cubicBezTo>
                      <a:pt x="136" y="187"/>
                      <a:pt x="71" y="9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9" name="Google Shape;5139;p47"/>
              <p:cNvSpPr/>
              <p:nvPr/>
            </p:nvSpPr>
            <p:spPr>
              <a:xfrm rot="-755217">
                <a:off x="8768964" y="2676617"/>
                <a:ext cx="164403" cy="223874"/>
              </a:xfrm>
              <a:custGeom>
                <a:avLst/>
                <a:gdLst/>
                <a:ahLst/>
                <a:cxnLst/>
                <a:rect l="l" t="t" r="r" b="b"/>
                <a:pathLst>
                  <a:path w="199" h="271" extrusionOk="0">
                    <a:moveTo>
                      <a:pt x="186" y="270"/>
                    </a:moveTo>
                    <a:lnTo>
                      <a:pt x="0" y="0"/>
                    </a:lnTo>
                    <a:cubicBezTo>
                      <a:pt x="34" y="17"/>
                      <a:pt x="34" y="17"/>
                      <a:pt x="74" y="79"/>
                    </a:cubicBezTo>
                    <a:cubicBezTo>
                      <a:pt x="95" y="111"/>
                      <a:pt x="116" y="143"/>
                      <a:pt x="138" y="175"/>
                    </a:cubicBezTo>
                    <a:lnTo>
                      <a:pt x="198" y="264"/>
                    </a:lnTo>
                    <a:lnTo>
                      <a:pt x="186" y="27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0" name="Google Shape;5140;p47"/>
              <p:cNvSpPr/>
              <p:nvPr/>
            </p:nvSpPr>
            <p:spPr>
              <a:xfrm rot="-755217">
                <a:off x="8966919" y="3247736"/>
                <a:ext cx="194971" cy="222222"/>
              </a:xfrm>
              <a:custGeom>
                <a:avLst/>
                <a:gdLst/>
                <a:ahLst/>
                <a:cxnLst/>
                <a:rect l="l" t="t" r="r" b="b"/>
                <a:pathLst>
                  <a:path w="236" h="269" extrusionOk="0">
                    <a:moveTo>
                      <a:pt x="235" y="267"/>
                    </a:moveTo>
                    <a:cubicBezTo>
                      <a:pt x="202" y="255"/>
                      <a:pt x="186" y="224"/>
                      <a:pt x="165" y="200"/>
                    </a:cubicBezTo>
                    <a:cubicBezTo>
                      <a:pt x="107" y="139"/>
                      <a:pt x="52" y="74"/>
                      <a:pt x="0" y="6"/>
                    </a:cubicBezTo>
                    <a:cubicBezTo>
                      <a:pt x="19" y="0"/>
                      <a:pt x="22" y="13"/>
                      <a:pt x="27" y="20"/>
                    </a:cubicBezTo>
                    <a:cubicBezTo>
                      <a:pt x="91" y="93"/>
                      <a:pt x="154" y="166"/>
                      <a:pt x="218" y="240"/>
                    </a:cubicBezTo>
                    <a:cubicBezTo>
                      <a:pt x="225" y="248"/>
                      <a:pt x="234" y="255"/>
                      <a:pt x="233" y="268"/>
                    </a:cubicBezTo>
                    <a:lnTo>
                      <a:pt x="235" y="26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1" name="Google Shape;5141;p47"/>
              <p:cNvSpPr/>
              <p:nvPr/>
            </p:nvSpPr>
            <p:spPr>
              <a:xfrm rot="-755217">
                <a:off x="8911993" y="2437490"/>
                <a:ext cx="156142" cy="164395"/>
              </a:xfrm>
              <a:custGeom>
                <a:avLst/>
                <a:gdLst/>
                <a:ahLst/>
                <a:cxnLst/>
                <a:rect l="l" t="t" r="r" b="b"/>
                <a:pathLst>
                  <a:path w="189" h="199" extrusionOk="0">
                    <a:moveTo>
                      <a:pt x="95" y="76"/>
                    </a:moveTo>
                    <a:cubicBezTo>
                      <a:pt x="99" y="104"/>
                      <a:pt x="122" y="118"/>
                      <a:pt x="138" y="138"/>
                    </a:cubicBezTo>
                    <a:cubicBezTo>
                      <a:pt x="154" y="157"/>
                      <a:pt x="176" y="183"/>
                      <a:pt x="188" y="198"/>
                    </a:cubicBezTo>
                    <a:cubicBezTo>
                      <a:pt x="147" y="176"/>
                      <a:pt x="43" y="70"/>
                      <a:pt x="0" y="0"/>
                    </a:cubicBezTo>
                    <a:cubicBezTo>
                      <a:pt x="43" y="8"/>
                      <a:pt x="47" y="56"/>
                      <a:pt x="82" y="65"/>
                    </a:cubicBezTo>
                    <a:lnTo>
                      <a:pt x="95" y="7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2" name="Google Shape;5142;p47"/>
              <p:cNvSpPr/>
              <p:nvPr/>
            </p:nvSpPr>
            <p:spPr>
              <a:xfrm rot="-755217">
                <a:off x="8736130" y="2546675"/>
                <a:ext cx="156142" cy="2057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49" extrusionOk="0">
                    <a:moveTo>
                      <a:pt x="185" y="248"/>
                    </a:moveTo>
                    <a:cubicBezTo>
                      <a:pt x="117" y="175"/>
                      <a:pt x="65" y="90"/>
                      <a:pt x="0" y="0"/>
                    </a:cubicBezTo>
                    <a:cubicBezTo>
                      <a:pt x="40" y="22"/>
                      <a:pt x="140" y="156"/>
                      <a:pt x="188" y="245"/>
                    </a:cubicBezTo>
                    <a:lnTo>
                      <a:pt x="185" y="24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3" name="Google Shape;5143;p47"/>
              <p:cNvSpPr/>
              <p:nvPr/>
            </p:nvSpPr>
            <p:spPr>
              <a:xfrm rot="-755217">
                <a:off x="8109585" y="2294266"/>
                <a:ext cx="188362" cy="190004"/>
              </a:xfrm>
              <a:custGeom>
                <a:avLst/>
                <a:gdLst/>
                <a:ahLst/>
                <a:cxnLst/>
                <a:rect l="l" t="t" r="r" b="b"/>
                <a:pathLst>
                  <a:path w="228" h="230" extrusionOk="0">
                    <a:moveTo>
                      <a:pt x="0" y="0"/>
                    </a:moveTo>
                    <a:lnTo>
                      <a:pt x="1" y="0"/>
                    </a:lnTo>
                    <a:cubicBezTo>
                      <a:pt x="5" y="0"/>
                      <a:pt x="9" y="1"/>
                      <a:pt x="13" y="4"/>
                    </a:cubicBezTo>
                    <a:cubicBezTo>
                      <a:pt x="15" y="5"/>
                      <a:pt x="17" y="7"/>
                      <a:pt x="19" y="9"/>
                    </a:cubicBezTo>
                    <a:lnTo>
                      <a:pt x="221" y="211"/>
                    </a:lnTo>
                    <a:cubicBezTo>
                      <a:pt x="223" y="212"/>
                      <a:pt x="224" y="213"/>
                      <a:pt x="225" y="215"/>
                    </a:cubicBezTo>
                    <a:cubicBezTo>
                      <a:pt x="226" y="217"/>
                      <a:pt x="226" y="218"/>
                      <a:pt x="226" y="221"/>
                    </a:cubicBezTo>
                    <a:cubicBezTo>
                      <a:pt x="226" y="223"/>
                      <a:pt x="227" y="226"/>
                      <a:pt x="225" y="228"/>
                    </a:cubicBezTo>
                    <a:cubicBezTo>
                      <a:pt x="224" y="229"/>
                      <a:pt x="224" y="229"/>
                      <a:pt x="224" y="229"/>
                    </a:cubicBezTo>
                    <a:lnTo>
                      <a:pt x="195" y="200"/>
                    </a:lnTo>
                    <a:cubicBezTo>
                      <a:pt x="142" y="149"/>
                      <a:pt x="89" y="97"/>
                      <a:pt x="38" y="45"/>
                    </a:cubicBezTo>
                    <a:cubicBezTo>
                      <a:pt x="24" y="32"/>
                      <a:pt x="6" y="2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4" name="Google Shape;5144;p47"/>
              <p:cNvSpPr/>
              <p:nvPr/>
            </p:nvSpPr>
            <p:spPr>
              <a:xfrm rot="-755217">
                <a:off x="7964519" y="2527367"/>
                <a:ext cx="74353" cy="264353"/>
              </a:xfrm>
              <a:custGeom>
                <a:avLst/>
                <a:gdLst/>
                <a:ahLst/>
                <a:cxnLst/>
                <a:rect l="l" t="t" r="r" b="b"/>
                <a:pathLst>
                  <a:path w="90" h="320" extrusionOk="0">
                    <a:moveTo>
                      <a:pt x="89" y="317"/>
                    </a:moveTo>
                    <a:cubicBezTo>
                      <a:pt x="79" y="319"/>
                      <a:pt x="77" y="312"/>
                      <a:pt x="75" y="305"/>
                    </a:cubicBezTo>
                    <a:cubicBezTo>
                      <a:pt x="39" y="213"/>
                      <a:pt x="14" y="117"/>
                      <a:pt x="1" y="19"/>
                    </a:cubicBezTo>
                    <a:cubicBezTo>
                      <a:pt x="0" y="17"/>
                      <a:pt x="0" y="15"/>
                      <a:pt x="0" y="13"/>
                    </a:cubicBezTo>
                    <a:cubicBezTo>
                      <a:pt x="0" y="10"/>
                      <a:pt x="1" y="7"/>
                      <a:pt x="2" y="5"/>
                    </a:cubicBezTo>
                    <a:cubicBezTo>
                      <a:pt x="3" y="3"/>
                      <a:pt x="5" y="1"/>
                      <a:pt x="7" y="0"/>
                    </a:cubicBezTo>
                    <a:cubicBezTo>
                      <a:pt x="10" y="1"/>
                      <a:pt x="15" y="2"/>
                      <a:pt x="15" y="4"/>
                    </a:cubicBezTo>
                    <a:cubicBezTo>
                      <a:pt x="23" y="93"/>
                      <a:pt x="42" y="181"/>
                      <a:pt x="74" y="264"/>
                    </a:cubicBezTo>
                    <a:cubicBezTo>
                      <a:pt x="82" y="281"/>
                      <a:pt x="87" y="299"/>
                      <a:pt x="88" y="317"/>
                    </a:cubicBezTo>
                    <a:lnTo>
                      <a:pt x="89" y="31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5" name="Google Shape;5145;p47"/>
              <p:cNvSpPr/>
              <p:nvPr/>
            </p:nvSpPr>
            <p:spPr>
              <a:xfrm rot="-755217">
                <a:off x="9370495" y="2894804"/>
                <a:ext cx="159447" cy="209830"/>
              </a:xfrm>
              <a:custGeom>
                <a:avLst/>
                <a:gdLst/>
                <a:ahLst/>
                <a:cxnLst/>
                <a:rect l="l" t="t" r="r" b="b"/>
                <a:pathLst>
                  <a:path w="193" h="254" extrusionOk="0">
                    <a:moveTo>
                      <a:pt x="192" y="252"/>
                    </a:moveTo>
                    <a:cubicBezTo>
                      <a:pt x="188" y="252"/>
                      <a:pt x="184" y="252"/>
                      <a:pt x="182" y="250"/>
                    </a:cubicBezTo>
                    <a:cubicBezTo>
                      <a:pt x="116" y="173"/>
                      <a:pt x="55" y="91"/>
                      <a:pt x="0" y="6"/>
                    </a:cubicBezTo>
                    <a:cubicBezTo>
                      <a:pt x="19" y="0"/>
                      <a:pt x="23" y="12"/>
                      <a:pt x="27" y="20"/>
                    </a:cubicBezTo>
                    <a:cubicBezTo>
                      <a:pt x="78" y="93"/>
                      <a:pt x="129" y="167"/>
                      <a:pt x="185" y="237"/>
                    </a:cubicBezTo>
                    <a:cubicBezTo>
                      <a:pt x="188" y="242"/>
                      <a:pt x="189" y="247"/>
                      <a:pt x="190" y="253"/>
                    </a:cubicBezTo>
                    <a:lnTo>
                      <a:pt x="192" y="25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6" name="Google Shape;5146;p47"/>
              <p:cNvSpPr/>
              <p:nvPr/>
            </p:nvSpPr>
            <p:spPr>
              <a:xfrm rot="-755217">
                <a:off x="9042565" y="4449658"/>
                <a:ext cx="166056" cy="91697"/>
              </a:xfrm>
              <a:custGeom>
                <a:avLst/>
                <a:gdLst/>
                <a:ahLst/>
                <a:cxnLst/>
                <a:rect l="l" t="t" r="r" b="b"/>
                <a:pathLst>
                  <a:path w="201" h="111" extrusionOk="0">
                    <a:moveTo>
                      <a:pt x="0" y="22"/>
                    </a:moveTo>
                    <a:cubicBezTo>
                      <a:pt x="33" y="22"/>
                      <a:pt x="57" y="0"/>
                      <a:pt x="85" y="16"/>
                    </a:cubicBezTo>
                    <a:cubicBezTo>
                      <a:pt x="95" y="36"/>
                      <a:pt x="60" y="25"/>
                      <a:pt x="73" y="51"/>
                    </a:cubicBezTo>
                    <a:cubicBezTo>
                      <a:pt x="114" y="74"/>
                      <a:pt x="156" y="94"/>
                      <a:pt x="200" y="110"/>
                    </a:cubicBezTo>
                    <a:cubicBezTo>
                      <a:pt x="145" y="109"/>
                      <a:pt x="74" y="78"/>
                      <a:pt x="0" y="2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7" name="Google Shape;5147;p47"/>
              <p:cNvSpPr/>
              <p:nvPr/>
            </p:nvSpPr>
            <p:spPr>
              <a:xfrm rot="-755217">
                <a:off x="7937171" y="2649573"/>
                <a:ext cx="69396" cy="230483"/>
              </a:xfrm>
              <a:custGeom>
                <a:avLst/>
                <a:gdLst/>
                <a:ahLst/>
                <a:cxnLst/>
                <a:rect l="l" t="t" r="r" b="b"/>
                <a:pathLst>
                  <a:path w="84" h="279" extrusionOk="0">
                    <a:moveTo>
                      <a:pt x="14" y="0"/>
                    </a:moveTo>
                    <a:cubicBezTo>
                      <a:pt x="26" y="95"/>
                      <a:pt x="49" y="189"/>
                      <a:pt x="83" y="278"/>
                    </a:cubicBezTo>
                    <a:cubicBezTo>
                      <a:pt x="40" y="226"/>
                      <a:pt x="0" y="60"/>
                      <a:pt x="1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8" name="Google Shape;5148;p47"/>
              <p:cNvSpPr/>
              <p:nvPr/>
            </p:nvSpPr>
            <p:spPr>
              <a:xfrm rot="-755217">
                <a:off x="10121845" y="3387192"/>
                <a:ext cx="92529" cy="147046"/>
              </a:xfrm>
              <a:custGeom>
                <a:avLst/>
                <a:gdLst/>
                <a:ahLst/>
                <a:cxnLst/>
                <a:rect l="l" t="t" r="r" b="b"/>
                <a:pathLst>
                  <a:path w="112" h="178" extrusionOk="0">
                    <a:moveTo>
                      <a:pt x="47" y="89"/>
                    </a:moveTo>
                    <a:lnTo>
                      <a:pt x="0" y="9"/>
                    </a:lnTo>
                    <a:cubicBezTo>
                      <a:pt x="15" y="0"/>
                      <a:pt x="20" y="13"/>
                      <a:pt x="24" y="21"/>
                    </a:cubicBezTo>
                    <a:cubicBezTo>
                      <a:pt x="49" y="61"/>
                      <a:pt x="73" y="102"/>
                      <a:pt x="97" y="143"/>
                    </a:cubicBezTo>
                    <a:cubicBezTo>
                      <a:pt x="102" y="151"/>
                      <a:pt x="111" y="161"/>
                      <a:pt x="96" y="169"/>
                    </a:cubicBezTo>
                    <a:cubicBezTo>
                      <a:pt x="81" y="177"/>
                      <a:pt x="72" y="168"/>
                      <a:pt x="67" y="155"/>
                    </a:cubicBezTo>
                    <a:cubicBezTo>
                      <a:pt x="62" y="143"/>
                      <a:pt x="56" y="125"/>
                      <a:pt x="52" y="109"/>
                    </a:cubicBezTo>
                    <a:lnTo>
                      <a:pt x="47" y="8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9" name="Google Shape;5149;p47"/>
              <p:cNvSpPr/>
              <p:nvPr/>
            </p:nvSpPr>
            <p:spPr>
              <a:xfrm rot="-755217">
                <a:off x="7927704" y="2657098"/>
                <a:ext cx="38003" cy="247831"/>
              </a:xfrm>
              <a:custGeom>
                <a:avLst/>
                <a:gdLst/>
                <a:ahLst/>
                <a:cxnLst/>
                <a:rect l="l" t="t" r="r" b="b"/>
                <a:pathLst>
                  <a:path w="46" h="300" extrusionOk="0">
                    <a:moveTo>
                      <a:pt x="45" y="297"/>
                    </a:moveTo>
                    <a:cubicBezTo>
                      <a:pt x="32" y="299"/>
                      <a:pt x="31" y="289"/>
                      <a:pt x="28" y="280"/>
                    </a:cubicBezTo>
                    <a:cubicBezTo>
                      <a:pt x="9" y="210"/>
                      <a:pt x="0" y="136"/>
                      <a:pt x="0" y="63"/>
                    </a:cubicBezTo>
                    <a:cubicBezTo>
                      <a:pt x="0" y="42"/>
                      <a:pt x="0" y="21"/>
                      <a:pt x="2" y="0"/>
                    </a:cubicBezTo>
                    <a:cubicBezTo>
                      <a:pt x="8" y="100"/>
                      <a:pt x="21" y="200"/>
                      <a:pt x="42" y="298"/>
                    </a:cubicBezTo>
                    <a:lnTo>
                      <a:pt x="45" y="29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0" name="Google Shape;5150;p47"/>
              <p:cNvSpPr/>
              <p:nvPr/>
            </p:nvSpPr>
            <p:spPr>
              <a:xfrm rot="-755217">
                <a:off x="8980561" y="2454930"/>
                <a:ext cx="132184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60" extrusionOk="0">
                    <a:moveTo>
                      <a:pt x="14" y="41"/>
                    </a:moveTo>
                    <a:lnTo>
                      <a:pt x="0" y="30"/>
                    </a:lnTo>
                    <a:cubicBezTo>
                      <a:pt x="0" y="15"/>
                      <a:pt x="5" y="0"/>
                      <a:pt x="21" y="14"/>
                    </a:cubicBezTo>
                    <a:cubicBezTo>
                      <a:pt x="70" y="59"/>
                      <a:pt x="116" y="108"/>
                      <a:pt x="159" y="159"/>
                    </a:cubicBezTo>
                    <a:cubicBezTo>
                      <a:pt x="101" y="130"/>
                      <a:pt x="64" y="78"/>
                      <a:pt x="14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1" name="Google Shape;5151;p47"/>
              <p:cNvSpPr/>
              <p:nvPr/>
            </p:nvSpPr>
            <p:spPr>
              <a:xfrm rot="-755217">
                <a:off x="7959420" y="2614731"/>
                <a:ext cx="57004" cy="235440"/>
              </a:xfrm>
              <a:custGeom>
                <a:avLst/>
                <a:gdLst/>
                <a:ahLst/>
                <a:cxnLst/>
                <a:rect l="l" t="t" r="r" b="b"/>
                <a:pathLst>
                  <a:path w="69" h="285" extrusionOk="0">
                    <a:moveTo>
                      <a:pt x="68" y="284"/>
                    </a:moveTo>
                    <a:cubicBezTo>
                      <a:pt x="65" y="283"/>
                      <a:pt x="61" y="282"/>
                      <a:pt x="59" y="280"/>
                    </a:cubicBezTo>
                    <a:cubicBezTo>
                      <a:pt x="27" y="198"/>
                      <a:pt x="7" y="111"/>
                      <a:pt x="0" y="24"/>
                    </a:cubicBezTo>
                    <a:cubicBezTo>
                      <a:pt x="1" y="15"/>
                      <a:pt x="4" y="7"/>
                      <a:pt x="7" y="0"/>
                    </a:cubicBezTo>
                    <a:cubicBezTo>
                      <a:pt x="16" y="47"/>
                      <a:pt x="22" y="86"/>
                      <a:pt x="30" y="125"/>
                    </a:cubicBezTo>
                    <a:cubicBezTo>
                      <a:pt x="42" y="178"/>
                      <a:pt x="55" y="231"/>
                      <a:pt x="67" y="284"/>
                    </a:cubicBezTo>
                    <a:lnTo>
                      <a:pt x="68" y="28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2" name="Google Shape;5152;p47"/>
              <p:cNvSpPr/>
              <p:nvPr/>
            </p:nvSpPr>
            <p:spPr>
              <a:xfrm rot="-755217">
                <a:off x="10088543" y="3954901"/>
                <a:ext cx="119791" cy="113176"/>
              </a:xfrm>
              <a:custGeom>
                <a:avLst/>
                <a:gdLst/>
                <a:ahLst/>
                <a:cxnLst/>
                <a:rect l="l" t="t" r="r" b="b"/>
                <a:pathLst>
                  <a:path w="145" h="137" extrusionOk="0">
                    <a:moveTo>
                      <a:pt x="84" y="57"/>
                    </a:moveTo>
                    <a:cubicBezTo>
                      <a:pt x="105" y="77"/>
                      <a:pt x="124" y="100"/>
                      <a:pt x="138" y="125"/>
                    </a:cubicBezTo>
                    <a:cubicBezTo>
                      <a:pt x="140" y="129"/>
                      <a:pt x="142" y="132"/>
                      <a:pt x="144" y="136"/>
                    </a:cubicBezTo>
                    <a:cubicBezTo>
                      <a:pt x="144" y="136"/>
                      <a:pt x="143" y="135"/>
                      <a:pt x="142" y="135"/>
                    </a:cubicBezTo>
                    <a:cubicBezTo>
                      <a:pt x="85" y="102"/>
                      <a:pt x="36" y="56"/>
                      <a:pt x="0" y="0"/>
                    </a:cubicBezTo>
                    <a:cubicBezTo>
                      <a:pt x="18" y="4"/>
                      <a:pt x="27" y="19"/>
                      <a:pt x="41" y="30"/>
                    </a:cubicBezTo>
                    <a:cubicBezTo>
                      <a:pt x="55" y="41"/>
                      <a:pt x="64" y="57"/>
                      <a:pt x="84" y="5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3" name="Google Shape;5153;p47"/>
              <p:cNvSpPr/>
              <p:nvPr/>
            </p:nvSpPr>
            <p:spPr>
              <a:xfrm rot="-755217">
                <a:off x="8744092" y="2609019"/>
                <a:ext cx="130531" cy="162742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97" extrusionOk="0">
                    <a:moveTo>
                      <a:pt x="155" y="195"/>
                    </a:moveTo>
                    <a:cubicBezTo>
                      <a:pt x="105" y="158"/>
                      <a:pt x="76" y="102"/>
                      <a:pt x="36" y="55"/>
                    </a:cubicBezTo>
                    <a:cubicBezTo>
                      <a:pt x="26" y="46"/>
                      <a:pt x="18" y="36"/>
                      <a:pt x="11" y="24"/>
                    </a:cubicBezTo>
                    <a:cubicBezTo>
                      <a:pt x="6" y="16"/>
                      <a:pt x="3" y="8"/>
                      <a:pt x="0" y="0"/>
                    </a:cubicBezTo>
                    <a:cubicBezTo>
                      <a:pt x="5" y="1"/>
                      <a:pt x="9" y="3"/>
                      <a:pt x="13" y="6"/>
                    </a:cubicBezTo>
                    <a:cubicBezTo>
                      <a:pt x="24" y="12"/>
                      <a:pt x="32" y="20"/>
                      <a:pt x="38" y="31"/>
                    </a:cubicBezTo>
                    <a:cubicBezTo>
                      <a:pt x="39" y="31"/>
                      <a:pt x="39" y="32"/>
                      <a:pt x="39" y="33"/>
                    </a:cubicBezTo>
                    <a:cubicBezTo>
                      <a:pt x="75" y="79"/>
                      <a:pt x="110" y="125"/>
                      <a:pt x="145" y="172"/>
                    </a:cubicBezTo>
                    <a:cubicBezTo>
                      <a:pt x="151" y="179"/>
                      <a:pt x="157" y="185"/>
                      <a:pt x="154" y="196"/>
                    </a:cubicBezTo>
                    <a:lnTo>
                      <a:pt x="155" y="19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47"/>
              <p:cNvSpPr/>
              <p:nvPr/>
            </p:nvSpPr>
            <p:spPr>
              <a:xfrm rot="-755217">
                <a:off x="9382025" y="2835511"/>
                <a:ext cx="118139" cy="178438"/>
              </a:xfrm>
              <a:custGeom>
                <a:avLst/>
                <a:gdLst/>
                <a:ahLst/>
                <a:cxnLst/>
                <a:rect l="l" t="t" r="r" b="b"/>
                <a:pathLst>
                  <a:path w="143" h="216" extrusionOk="0">
                    <a:moveTo>
                      <a:pt x="142" y="215"/>
                    </a:moveTo>
                    <a:cubicBezTo>
                      <a:pt x="89" y="148"/>
                      <a:pt x="53" y="74"/>
                      <a:pt x="0" y="0"/>
                    </a:cubicBezTo>
                    <a:cubicBezTo>
                      <a:pt x="41" y="25"/>
                      <a:pt x="131" y="166"/>
                      <a:pt x="142" y="21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47"/>
              <p:cNvSpPr/>
              <p:nvPr/>
            </p:nvSpPr>
            <p:spPr>
              <a:xfrm rot="-755217">
                <a:off x="7991180" y="2535730"/>
                <a:ext cx="61135" cy="207352"/>
              </a:xfrm>
              <a:custGeom>
                <a:avLst/>
                <a:gdLst/>
                <a:ahLst/>
                <a:cxnLst/>
                <a:rect l="l" t="t" r="r" b="b"/>
                <a:pathLst>
                  <a:path w="74" h="251" extrusionOk="0">
                    <a:moveTo>
                      <a:pt x="73" y="248"/>
                    </a:moveTo>
                    <a:cubicBezTo>
                      <a:pt x="71" y="248"/>
                      <a:pt x="68" y="248"/>
                      <a:pt x="68" y="248"/>
                    </a:cubicBezTo>
                    <a:cubicBezTo>
                      <a:pt x="28" y="171"/>
                      <a:pt x="5" y="87"/>
                      <a:pt x="0" y="0"/>
                    </a:cubicBezTo>
                    <a:cubicBezTo>
                      <a:pt x="20" y="85"/>
                      <a:pt x="50" y="166"/>
                      <a:pt x="72" y="250"/>
                    </a:cubicBezTo>
                    <a:lnTo>
                      <a:pt x="73" y="24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47"/>
              <p:cNvSpPr/>
              <p:nvPr/>
            </p:nvSpPr>
            <p:spPr>
              <a:xfrm rot="-755217">
                <a:off x="9007218" y="3199338"/>
                <a:ext cx="152011" cy="13878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68" extrusionOk="0">
                    <a:moveTo>
                      <a:pt x="10" y="0"/>
                    </a:moveTo>
                    <a:lnTo>
                      <a:pt x="183" y="167"/>
                    </a:lnTo>
                    <a:cubicBezTo>
                      <a:pt x="115" y="123"/>
                      <a:pt x="54" y="69"/>
                      <a:pt x="0" y="8"/>
                    </a:cubicBezTo>
                    <a:lnTo>
                      <a:pt x="1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47"/>
              <p:cNvSpPr/>
              <p:nvPr/>
            </p:nvSpPr>
            <p:spPr>
              <a:xfrm rot="-755217">
                <a:off x="7787823" y="2077254"/>
                <a:ext cx="128053" cy="106567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29" extrusionOk="0">
                    <a:moveTo>
                      <a:pt x="152" y="115"/>
                    </a:moveTo>
                    <a:cubicBezTo>
                      <a:pt x="154" y="120"/>
                      <a:pt x="154" y="128"/>
                      <a:pt x="148" y="128"/>
                    </a:cubicBezTo>
                    <a:cubicBezTo>
                      <a:pt x="106" y="124"/>
                      <a:pt x="20" y="51"/>
                      <a:pt x="0" y="0"/>
                    </a:cubicBezTo>
                    <a:cubicBezTo>
                      <a:pt x="35" y="14"/>
                      <a:pt x="43" y="57"/>
                      <a:pt x="80" y="63"/>
                    </a:cubicBezTo>
                    <a:lnTo>
                      <a:pt x="77" y="61"/>
                    </a:lnTo>
                    <a:cubicBezTo>
                      <a:pt x="78" y="64"/>
                      <a:pt x="79" y="66"/>
                      <a:pt x="81" y="69"/>
                    </a:cubicBezTo>
                    <a:cubicBezTo>
                      <a:pt x="86" y="77"/>
                      <a:pt x="93" y="83"/>
                      <a:pt x="101" y="88"/>
                    </a:cubicBezTo>
                    <a:cubicBezTo>
                      <a:pt x="109" y="92"/>
                      <a:pt x="118" y="95"/>
                      <a:pt x="127" y="95"/>
                    </a:cubicBezTo>
                    <a:cubicBezTo>
                      <a:pt x="128" y="95"/>
                      <a:pt x="128" y="95"/>
                      <a:pt x="129" y="95"/>
                    </a:cubicBezTo>
                    <a:lnTo>
                      <a:pt x="143" y="106"/>
                    </a:lnTo>
                    <a:lnTo>
                      <a:pt x="152" y="11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8" name="Google Shape;5158;p47"/>
              <p:cNvSpPr/>
              <p:nvPr/>
            </p:nvSpPr>
            <p:spPr>
              <a:xfrm rot="-755217">
                <a:off x="8384282" y="2504520"/>
                <a:ext cx="147054" cy="149525"/>
              </a:xfrm>
              <a:custGeom>
                <a:avLst/>
                <a:gdLst/>
                <a:ahLst/>
                <a:cxnLst/>
                <a:rect l="l" t="t" r="r" b="b"/>
                <a:pathLst>
                  <a:path w="178" h="181" extrusionOk="0">
                    <a:moveTo>
                      <a:pt x="177" y="180"/>
                    </a:moveTo>
                    <a:cubicBezTo>
                      <a:pt x="166" y="180"/>
                      <a:pt x="161" y="173"/>
                      <a:pt x="155" y="166"/>
                    </a:cubicBezTo>
                    <a:cubicBezTo>
                      <a:pt x="108" y="106"/>
                      <a:pt x="56" y="51"/>
                      <a:pt x="0" y="0"/>
                    </a:cubicBezTo>
                    <a:cubicBezTo>
                      <a:pt x="48" y="13"/>
                      <a:pt x="143" y="113"/>
                      <a:pt x="176" y="180"/>
                    </a:cubicBezTo>
                    <a:lnTo>
                      <a:pt x="177" y="18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9" name="Google Shape;5159;p47"/>
              <p:cNvSpPr/>
              <p:nvPr/>
            </p:nvSpPr>
            <p:spPr>
              <a:xfrm rot="-755217">
                <a:off x="8224884" y="3611995"/>
                <a:ext cx="67744" cy="71871"/>
              </a:xfrm>
              <a:custGeom>
                <a:avLst/>
                <a:gdLst/>
                <a:ahLst/>
                <a:cxnLst/>
                <a:rect l="l" t="t" r="r" b="b"/>
                <a:pathLst>
                  <a:path w="82" h="87" extrusionOk="0">
                    <a:moveTo>
                      <a:pt x="81" y="86"/>
                    </a:moveTo>
                    <a:cubicBezTo>
                      <a:pt x="48" y="83"/>
                      <a:pt x="2" y="44"/>
                      <a:pt x="0" y="19"/>
                    </a:cubicBezTo>
                    <a:cubicBezTo>
                      <a:pt x="0" y="19"/>
                      <a:pt x="0" y="18"/>
                      <a:pt x="0" y="17"/>
                    </a:cubicBezTo>
                    <a:cubicBezTo>
                      <a:pt x="0" y="14"/>
                      <a:pt x="0" y="12"/>
                      <a:pt x="2" y="9"/>
                    </a:cubicBezTo>
                    <a:cubicBezTo>
                      <a:pt x="4" y="6"/>
                      <a:pt x="6" y="5"/>
                      <a:pt x="8" y="3"/>
                    </a:cubicBezTo>
                    <a:cubicBezTo>
                      <a:pt x="9" y="2"/>
                      <a:pt x="9" y="2"/>
                      <a:pt x="10" y="2"/>
                    </a:cubicBezTo>
                    <a:cubicBezTo>
                      <a:pt x="13" y="1"/>
                      <a:pt x="16" y="0"/>
                      <a:pt x="19" y="0"/>
                    </a:cubicBezTo>
                    <a:cubicBezTo>
                      <a:pt x="22" y="0"/>
                      <a:pt x="26" y="1"/>
                      <a:pt x="29" y="3"/>
                    </a:cubicBezTo>
                    <a:cubicBezTo>
                      <a:pt x="32" y="5"/>
                      <a:pt x="34" y="7"/>
                      <a:pt x="36" y="10"/>
                    </a:cubicBezTo>
                    <a:cubicBezTo>
                      <a:pt x="36" y="11"/>
                      <a:pt x="36" y="11"/>
                      <a:pt x="37" y="12"/>
                    </a:cubicBezTo>
                    <a:cubicBezTo>
                      <a:pt x="52" y="36"/>
                      <a:pt x="66" y="60"/>
                      <a:pt x="81" y="8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0" name="Google Shape;5160;p47"/>
              <p:cNvSpPr/>
              <p:nvPr/>
            </p:nvSpPr>
            <p:spPr>
              <a:xfrm rot="-755217">
                <a:off x="8824383" y="2455310"/>
                <a:ext cx="117313" cy="152003"/>
              </a:xfrm>
              <a:custGeom>
                <a:avLst/>
                <a:gdLst/>
                <a:ahLst/>
                <a:cxnLst/>
                <a:rect l="l" t="t" r="r" b="b"/>
                <a:pathLst>
                  <a:path w="142" h="184" extrusionOk="0">
                    <a:moveTo>
                      <a:pt x="137" y="183"/>
                    </a:moveTo>
                    <a:cubicBezTo>
                      <a:pt x="81" y="130"/>
                      <a:pt x="47" y="59"/>
                      <a:pt x="0" y="0"/>
                    </a:cubicBezTo>
                    <a:cubicBezTo>
                      <a:pt x="36" y="19"/>
                      <a:pt x="96" y="97"/>
                      <a:pt x="141" y="179"/>
                    </a:cubicBezTo>
                    <a:lnTo>
                      <a:pt x="137" y="18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1" name="Google Shape;5161;p47"/>
              <p:cNvSpPr/>
              <p:nvPr/>
            </p:nvSpPr>
            <p:spPr>
              <a:xfrm rot="-755217">
                <a:off x="8802099" y="2495732"/>
                <a:ext cx="103268" cy="153655"/>
              </a:xfrm>
              <a:custGeom>
                <a:avLst/>
                <a:gdLst/>
                <a:ahLst/>
                <a:cxnLst/>
                <a:rect l="l" t="t" r="r" b="b"/>
                <a:pathLst>
                  <a:path w="125" h="186" extrusionOk="0">
                    <a:moveTo>
                      <a:pt x="124" y="185"/>
                    </a:moveTo>
                    <a:lnTo>
                      <a:pt x="0" y="0"/>
                    </a:lnTo>
                    <a:cubicBezTo>
                      <a:pt x="39" y="18"/>
                      <a:pt x="93" y="96"/>
                      <a:pt x="124" y="18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2" name="Google Shape;5162;p47"/>
              <p:cNvSpPr/>
              <p:nvPr/>
            </p:nvSpPr>
            <p:spPr>
              <a:xfrm rot="-755217">
                <a:off x="10174684" y="3868264"/>
                <a:ext cx="88398" cy="128872"/>
              </a:xfrm>
              <a:custGeom>
                <a:avLst/>
                <a:gdLst/>
                <a:ahLst/>
                <a:cxnLst/>
                <a:rect l="l" t="t" r="r" b="b"/>
                <a:pathLst>
                  <a:path w="107" h="156" extrusionOk="0">
                    <a:moveTo>
                      <a:pt x="68" y="53"/>
                    </a:moveTo>
                    <a:cubicBezTo>
                      <a:pt x="75" y="87"/>
                      <a:pt x="106" y="113"/>
                      <a:pt x="98" y="155"/>
                    </a:cubicBezTo>
                    <a:lnTo>
                      <a:pt x="0" y="7"/>
                    </a:lnTo>
                    <a:lnTo>
                      <a:pt x="9" y="0"/>
                    </a:lnTo>
                    <a:cubicBezTo>
                      <a:pt x="22" y="21"/>
                      <a:pt x="39" y="38"/>
                      <a:pt x="59" y="49"/>
                    </a:cubicBezTo>
                    <a:cubicBezTo>
                      <a:pt x="63" y="51"/>
                      <a:pt x="66" y="53"/>
                      <a:pt x="70" y="55"/>
                    </a:cubicBezTo>
                    <a:lnTo>
                      <a:pt x="68" y="5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3" name="Google Shape;5163;p47"/>
              <p:cNvSpPr/>
              <p:nvPr/>
            </p:nvSpPr>
            <p:spPr>
              <a:xfrm rot="-755217">
                <a:off x="8073842" y="2333761"/>
                <a:ext cx="151185" cy="143742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74" extrusionOk="0">
                    <a:moveTo>
                      <a:pt x="2" y="0"/>
                    </a:moveTo>
                    <a:cubicBezTo>
                      <a:pt x="24" y="7"/>
                      <a:pt x="35" y="27"/>
                      <a:pt x="50" y="43"/>
                    </a:cubicBezTo>
                    <a:cubicBezTo>
                      <a:pt x="93" y="84"/>
                      <a:pt x="135" y="125"/>
                      <a:pt x="182" y="172"/>
                    </a:cubicBezTo>
                    <a:cubicBezTo>
                      <a:pt x="180" y="172"/>
                      <a:pt x="177" y="173"/>
                      <a:pt x="175" y="173"/>
                    </a:cubicBezTo>
                    <a:cubicBezTo>
                      <a:pt x="168" y="173"/>
                      <a:pt x="162" y="170"/>
                      <a:pt x="156" y="167"/>
                    </a:cubicBezTo>
                    <a:cubicBezTo>
                      <a:pt x="151" y="164"/>
                      <a:pt x="146" y="160"/>
                      <a:pt x="143" y="156"/>
                    </a:cubicBezTo>
                    <a:cubicBezTo>
                      <a:pt x="102" y="115"/>
                      <a:pt x="61" y="74"/>
                      <a:pt x="20" y="33"/>
                    </a:cubicBezTo>
                    <a:cubicBezTo>
                      <a:pt x="11" y="24"/>
                      <a:pt x="0" y="16"/>
                      <a:pt x="1" y="1"/>
                    </a:cubicBezTo>
                    <a:lnTo>
                      <a:pt x="2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4" name="Google Shape;5164;p47"/>
              <p:cNvSpPr/>
              <p:nvPr/>
            </p:nvSpPr>
            <p:spPr>
              <a:xfrm rot="-755217">
                <a:off x="8950404" y="3462857"/>
                <a:ext cx="114835" cy="168525"/>
              </a:xfrm>
              <a:custGeom>
                <a:avLst/>
                <a:gdLst/>
                <a:ahLst/>
                <a:cxnLst/>
                <a:rect l="l" t="t" r="r" b="b"/>
                <a:pathLst>
                  <a:path w="139" h="204" extrusionOk="0">
                    <a:moveTo>
                      <a:pt x="138" y="203"/>
                    </a:moveTo>
                    <a:cubicBezTo>
                      <a:pt x="118" y="203"/>
                      <a:pt x="113" y="183"/>
                      <a:pt x="104" y="171"/>
                    </a:cubicBezTo>
                    <a:cubicBezTo>
                      <a:pt x="79" y="141"/>
                      <a:pt x="57" y="109"/>
                      <a:pt x="38" y="76"/>
                    </a:cubicBezTo>
                    <a:cubicBezTo>
                      <a:pt x="24" y="51"/>
                      <a:pt x="11" y="26"/>
                      <a:pt x="0" y="0"/>
                    </a:cubicBezTo>
                    <a:cubicBezTo>
                      <a:pt x="22" y="25"/>
                      <a:pt x="42" y="52"/>
                      <a:pt x="59" y="82"/>
                    </a:cubicBezTo>
                    <a:cubicBezTo>
                      <a:pt x="63" y="87"/>
                      <a:pt x="66" y="93"/>
                      <a:pt x="69" y="99"/>
                    </a:cubicBezTo>
                    <a:cubicBezTo>
                      <a:pt x="92" y="134"/>
                      <a:pt x="122" y="163"/>
                      <a:pt x="137" y="203"/>
                    </a:cubicBezTo>
                    <a:lnTo>
                      <a:pt x="138" y="20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5" name="Google Shape;5165;p47"/>
              <p:cNvSpPr/>
              <p:nvPr/>
            </p:nvSpPr>
            <p:spPr>
              <a:xfrm rot="-755217">
                <a:off x="9639190" y="3235492"/>
                <a:ext cx="128053" cy="15696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90" extrusionOk="0">
                    <a:moveTo>
                      <a:pt x="154" y="188"/>
                    </a:moveTo>
                    <a:cubicBezTo>
                      <a:pt x="141" y="188"/>
                      <a:pt x="136" y="178"/>
                      <a:pt x="129" y="170"/>
                    </a:cubicBezTo>
                    <a:cubicBezTo>
                      <a:pt x="92" y="125"/>
                      <a:pt x="56" y="80"/>
                      <a:pt x="19" y="34"/>
                    </a:cubicBezTo>
                    <a:cubicBezTo>
                      <a:pt x="12" y="25"/>
                      <a:pt x="0" y="17"/>
                      <a:pt x="3" y="3"/>
                    </a:cubicBezTo>
                    <a:cubicBezTo>
                      <a:pt x="18" y="0"/>
                      <a:pt x="21" y="12"/>
                      <a:pt x="27" y="20"/>
                    </a:cubicBezTo>
                    <a:cubicBezTo>
                      <a:pt x="70" y="76"/>
                      <a:pt x="123" y="124"/>
                      <a:pt x="153" y="189"/>
                    </a:cubicBezTo>
                    <a:lnTo>
                      <a:pt x="154" y="18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6" name="Google Shape;5166;p47"/>
              <p:cNvSpPr/>
              <p:nvPr/>
            </p:nvSpPr>
            <p:spPr>
              <a:xfrm rot="-755217">
                <a:off x="8688559" y="3098555"/>
                <a:ext cx="122270" cy="135481"/>
              </a:xfrm>
              <a:custGeom>
                <a:avLst/>
                <a:gdLst/>
                <a:ahLst/>
                <a:cxnLst/>
                <a:rect l="l" t="t" r="r" b="b"/>
                <a:pathLst>
                  <a:path w="148" h="164" extrusionOk="0">
                    <a:moveTo>
                      <a:pt x="4" y="41"/>
                    </a:moveTo>
                    <a:cubicBezTo>
                      <a:pt x="21" y="31"/>
                      <a:pt x="0" y="14"/>
                      <a:pt x="12" y="0"/>
                    </a:cubicBezTo>
                    <a:cubicBezTo>
                      <a:pt x="48" y="59"/>
                      <a:pt x="94" y="111"/>
                      <a:pt x="147" y="156"/>
                    </a:cubicBezTo>
                    <a:cubicBezTo>
                      <a:pt x="127" y="163"/>
                      <a:pt x="122" y="148"/>
                      <a:pt x="114" y="141"/>
                    </a:cubicBezTo>
                    <a:cubicBezTo>
                      <a:pt x="82" y="115"/>
                      <a:pt x="59" y="79"/>
                      <a:pt x="19" y="62"/>
                    </a:cubicBezTo>
                    <a:cubicBezTo>
                      <a:pt x="18" y="61"/>
                      <a:pt x="17" y="61"/>
                      <a:pt x="16" y="60"/>
                    </a:cubicBezTo>
                    <a:cubicBezTo>
                      <a:pt x="13" y="58"/>
                      <a:pt x="10" y="56"/>
                      <a:pt x="8" y="52"/>
                    </a:cubicBezTo>
                    <a:cubicBezTo>
                      <a:pt x="6" y="48"/>
                      <a:pt x="5" y="45"/>
                      <a:pt x="5" y="41"/>
                    </a:cubicBezTo>
                    <a:lnTo>
                      <a:pt x="5" y="40"/>
                    </a:lnTo>
                    <a:lnTo>
                      <a:pt x="4" y="4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7" name="Google Shape;5167;p47"/>
              <p:cNvSpPr/>
              <p:nvPr/>
            </p:nvSpPr>
            <p:spPr>
              <a:xfrm rot="-755217">
                <a:off x="8778734" y="2736076"/>
                <a:ext cx="106573" cy="168525"/>
              </a:xfrm>
              <a:custGeom>
                <a:avLst/>
                <a:gdLst/>
                <a:ahLst/>
                <a:cxnLst/>
                <a:rect l="l" t="t" r="r" b="b"/>
                <a:pathLst>
                  <a:path w="129" h="204" extrusionOk="0">
                    <a:moveTo>
                      <a:pt x="128" y="203"/>
                    </a:moveTo>
                    <a:lnTo>
                      <a:pt x="0" y="0"/>
                    </a:lnTo>
                    <a:cubicBezTo>
                      <a:pt x="40" y="28"/>
                      <a:pt x="117" y="150"/>
                      <a:pt x="128" y="20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8" name="Google Shape;5168;p47"/>
              <p:cNvSpPr/>
              <p:nvPr/>
            </p:nvSpPr>
            <p:spPr>
              <a:xfrm rot="-755217">
                <a:off x="9286331" y="4483706"/>
                <a:ext cx="133836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162" h="51" extrusionOk="0">
                    <a:moveTo>
                      <a:pt x="161" y="45"/>
                    </a:moveTo>
                    <a:cubicBezTo>
                      <a:pt x="160" y="45"/>
                      <a:pt x="160" y="45"/>
                      <a:pt x="159" y="46"/>
                    </a:cubicBezTo>
                    <a:cubicBezTo>
                      <a:pt x="154" y="49"/>
                      <a:pt x="149" y="50"/>
                      <a:pt x="143" y="50"/>
                    </a:cubicBezTo>
                    <a:cubicBezTo>
                      <a:pt x="140" y="50"/>
                      <a:pt x="137" y="50"/>
                      <a:pt x="134" y="49"/>
                    </a:cubicBezTo>
                    <a:cubicBezTo>
                      <a:pt x="106" y="47"/>
                      <a:pt x="80" y="31"/>
                      <a:pt x="50" y="44"/>
                    </a:cubicBezTo>
                    <a:cubicBezTo>
                      <a:pt x="39" y="49"/>
                      <a:pt x="21" y="40"/>
                      <a:pt x="8" y="34"/>
                    </a:cubicBezTo>
                    <a:cubicBezTo>
                      <a:pt x="0" y="30"/>
                      <a:pt x="1" y="18"/>
                      <a:pt x="4" y="9"/>
                    </a:cubicBezTo>
                    <a:cubicBezTo>
                      <a:pt x="6" y="0"/>
                      <a:pt x="14" y="3"/>
                      <a:pt x="21" y="5"/>
                    </a:cubicBezTo>
                    <a:lnTo>
                      <a:pt x="161" y="4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9" name="Google Shape;5169;p47"/>
              <p:cNvSpPr/>
              <p:nvPr/>
            </p:nvSpPr>
            <p:spPr>
              <a:xfrm rot="-755217">
                <a:off x="9082665" y="2915838"/>
                <a:ext cx="136314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165" h="160" extrusionOk="0">
                    <a:moveTo>
                      <a:pt x="154" y="159"/>
                    </a:moveTo>
                    <a:lnTo>
                      <a:pt x="0" y="0"/>
                    </a:lnTo>
                    <a:cubicBezTo>
                      <a:pt x="29" y="21"/>
                      <a:pt x="56" y="45"/>
                      <a:pt x="80" y="72"/>
                    </a:cubicBezTo>
                    <a:cubicBezTo>
                      <a:pt x="108" y="98"/>
                      <a:pt x="136" y="123"/>
                      <a:pt x="164" y="149"/>
                    </a:cubicBezTo>
                    <a:lnTo>
                      <a:pt x="154" y="15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0" name="Google Shape;5170;p47"/>
              <p:cNvSpPr/>
              <p:nvPr/>
            </p:nvSpPr>
            <p:spPr>
              <a:xfrm rot="-755217">
                <a:off x="9132724" y="2893565"/>
                <a:ext cx="137141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166" h="160" extrusionOk="0">
                    <a:moveTo>
                      <a:pt x="0" y="0"/>
                    </a:moveTo>
                    <a:cubicBezTo>
                      <a:pt x="65" y="39"/>
                      <a:pt x="112" y="95"/>
                      <a:pt x="165" y="154"/>
                    </a:cubicBezTo>
                    <a:cubicBezTo>
                      <a:pt x="153" y="150"/>
                      <a:pt x="165" y="151"/>
                      <a:pt x="159" y="157"/>
                    </a:cubicBezTo>
                    <a:cubicBezTo>
                      <a:pt x="159" y="157"/>
                      <a:pt x="155" y="159"/>
                      <a:pt x="155" y="158"/>
                    </a:cubicBezTo>
                    <a:cubicBezTo>
                      <a:pt x="149" y="154"/>
                      <a:pt x="144" y="149"/>
                      <a:pt x="139" y="144"/>
                    </a:cubicBezTo>
                    <a:cubicBezTo>
                      <a:pt x="95" y="93"/>
                      <a:pt x="45" y="50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1" name="Google Shape;5171;p47"/>
              <p:cNvSpPr/>
              <p:nvPr/>
            </p:nvSpPr>
            <p:spPr>
              <a:xfrm rot="-755217">
                <a:off x="8169021" y="2089676"/>
                <a:ext cx="137141" cy="136307"/>
              </a:xfrm>
              <a:custGeom>
                <a:avLst/>
                <a:gdLst/>
                <a:ahLst/>
                <a:cxnLst/>
                <a:rect l="l" t="t" r="r" b="b"/>
                <a:pathLst>
                  <a:path w="166" h="165" extrusionOk="0">
                    <a:moveTo>
                      <a:pt x="0" y="0"/>
                    </a:moveTo>
                    <a:cubicBezTo>
                      <a:pt x="66" y="41"/>
                      <a:pt x="113" y="102"/>
                      <a:pt x="165" y="156"/>
                    </a:cubicBezTo>
                    <a:lnTo>
                      <a:pt x="156" y="164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2" name="Google Shape;5172;p47"/>
              <p:cNvSpPr/>
              <p:nvPr/>
            </p:nvSpPr>
            <p:spPr>
              <a:xfrm rot="-755217">
                <a:off x="9386989" y="3618635"/>
                <a:ext cx="132184" cy="133829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62" extrusionOk="0">
                    <a:moveTo>
                      <a:pt x="0" y="1"/>
                    </a:moveTo>
                    <a:cubicBezTo>
                      <a:pt x="19" y="3"/>
                      <a:pt x="25" y="20"/>
                      <a:pt x="36" y="31"/>
                    </a:cubicBezTo>
                    <a:cubicBezTo>
                      <a:pt x="78" y="73"/>
                      <a:pt x="120" y="116"/>
                      <a:pt x="159" y="161"/>
                    </a:cubicBezTo>
                    <a:cubicBezTo>
                      <a:pt x="118" y="133"/>
                      <a:pt x="82" y="100"/>
                      <a:pt x="49" y="63"/>
                    </a:cubicBezTo>
                    <a:cubicBezTo>
                      <a:pt x="32" y="43"/>
                      <a:pt x="4" y="3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3" name="Google Shape;5173;p47"/>
              <p:cNvSpPr/>
              <p:nvPr/>
            </p:nvSpPr>
            <p:spPr>
              <a:xfrm rot="-755217">
                <a:off x="8256439" y="2892080"/>
                <a:ext cx="94181" cy="161090"/>
              </a:xfrm>
              <a:custGeom>
                <a:avLst/>
                <a:gdLst/>
                <a:ahLst/>
                <a:cxnLst/>
                <a:rect l="l" t="t" r="r" b="b"/>
                <a:pathLst>
                  <a:path w="114" h="195" extrusionOk="0">
                    <a:moveTo>
                      <a:pt x="109" y="194"/>
                    </a:moveTo>
                    <a:cubicBezTo>
                      <a:pt x="84" y="168"/>
                      <a:pt x="63" y="140"/>
                      <a:pt x="45" y="109"/>
                    </a:cubicBezTo>
                    <a:cubicBezTo>
                      <a:pt x="25" y="75"/>
                      <a:pt x="10" y="38"/>
                      <a:pt x="0" y="0"/>
                    </a:cubicBezTo>
                    <a:cubicBezTo>
                      <a:pt x="31" y="67"/>
                      <a:pt x="77" y="126"/>
                      <a:pt x="113" y="191"/>
                    </a:cubicBezTo>
                    <a:lnTo>
                      <a:pt x="109" y="19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4" name="Google Shape;5174;p47"/>
              <p:cNvSpPr/>
              <p:nvPr/>
            </p:nvSpPr>
            <p:spPr>
              <a:xfrm rot="-755217">
                <a:off x="8187380" y="2468797"/>
                <a:ext cx="131358" cy="134655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63" extrusionOk="0">
                    <a:moveTo>
                      <a:pt x="0" y="1"/>
                    </a:moveTo>
                    <a:cubicBezTo>
                      <a:pt x="23" y="4"/>
                      <a:pt x="29" y="27"/>
                      <a:pt x="43" y="39"/>
                    </a:cubicBezTo>
                    <a:cubicBezTo>
                      <a:pt x="82" y="79"/>
                      <a:pt x="122" y="119"/>
                      <a:pt x="158" y="162"/>
                    </a:cubicBezTo>
                    <a:cubicBezTo>
                      <a:pt x="99" y="114"/>
                      <a:pt x="38" y="6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47"/>
              <p:cNvSpPr/>
              <p:nvPr/>
            </p:nvSpPr>
            <p:spPr>
              <a:xfrm rot="-755217">
                <a:off x="9651912" y="3663598"/>
                <a:ext cx="124748" cy="135481"/>
              </a:xfrm>
              <a:custGeom>
                <a:avLst/>
                <a:gdLst/>
                <a:ahLst/>
                <a:cxnLst/>
                <a:rect l="l" t="t" r="r" b="b"/>
                <a:pathLst>
                  <a:path w="151" h="164" extrusionOk="0">
                    <a:moveTo>
                      <a:pt x="8" y="0"/>
                    </a:moveTo>
                    <a:lnTo>
                      <a:pt x="150" y="155"/>
                    </a:lnTo>
                    <a:lnTo>
                      <a:pt x="142" y="163"/>
                    </a:lnTo>
                    <a:cubicBezTo>
                      <a:pt x="90" y="115"/>
                      <a:pt x="43" y="63"/>
                      <a:pt x="0" y="7"/>
                    </a:cubicBez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6" name="Google Shape;5176;p47"/>
              <p:cNvSpPr/>
              <p:nvPr/>
            </p:nvSpPr>
            <p:spPr>
              <a:xfrm rot="-755217">
                <a:off x="7743440" y="1811750"/>
                <a:ext cx="131358" cy="11069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34" extrusionOk="0">
                    <a:moveTo>
                      <a:pt x="0" y="133"/>
                    </a:moveTo>
                    <a:cubicBezTo>
                      <a:pt x="28" y="87"/>
                      <a:pt x="66" y="49"/>
                      <a:pt x="112" y="22"/>
                    </a:cubicBezTo>
                    <a:cubicBezTo>
                      <a:pt x="127" y="13"/>
                      <a:pt x="142" y="6"/>
                      <a:pt x="158" y="0"/>
                    </a:cubicBezTo>
                    <a:cubicBezTo>
                      <a:pt x="97" y="47"/>
                      <a:pt x="49" y="90"/>
                      <a:pt x="0" y="13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7" name="Google Shape;5177;p47"/>
              <p:cNvSpPr/>
              <p:nvPr/>
            </p:nvSpPr>
            <p:spPr>
              <a:xfrm rot="-755217">
                <a:off x="10054148" y="3213989"/>
                <a:ext cx="90050" cy="160264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94" extrusionOk="0">
                    <a:moveTo>
                      <a:pt x="108" y="193"/>
                    </a:moveTo>
                    <a:cubicBezTo>
                      <a:pt x="63" y="123"/>
                      <a:pt x="38" y="58"/>
                      <a:pt x="0" y="0"/>
                    </a:cubicBezTo>
                    <a:cubicBezTo>
                      <a:pt x="34" y="23"/>
                      <a:pt x="79" y="103"/>
                      <a:pt x="108" y="19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8" name="Google Shape;5178;p47"/>
              <p:cNvSpPr/>
              <p:nvPr/>
            </p:nvSpPr>
            <p:spPr>
              <a:xfrm rot="-755217">
                <a:off x="8688864" y="2844761"/>
                <a:ext cx="114008" cy="14622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77" extrusionOk="0">
                    <a:moveTo>
                      <a:pt x="137" y="176"/>
                    </a:moveTo>
                    <a:cubicBezTo>
                      <a:pt x="84" y="127"/>
                      <a:pt x="50" y="64"/>
                      <a:pt x="0" y="0"/>
                    </a:cubicBezTo>
                    <a:cubicBezTo>
                      <a:pt x="7" y="1"/>
                      <a:pt x="13" y="4"/>
                      <a:pt x="19" y="7"/>
                    </a:cubicBezTo>
                    <a:cubicBezTo>
                      <a:pt x="28" y="13"/>
                      <a:pt x="36" y="20"/>
                      <a:pt x="42" y="30"/>
                    </a:cubicBezTo>
                    <a:cubicBezTo>
                      <a:pt x="43" y="32"/>
                      <a:pt x="44" y="34"/>
                      <a:pt x="45" y="36"/>
                    </a:cubicBezTo>
                    <a:cubicBezTo>
                      <a:pt x="75" y="84"/>
                      <a:pt x="117" y="122"/>
                      <a:pt x="136" y="176"/>
                    </a:cubicBezTo>
                    <a:lnTo>
                      <a:pt x="137" y="17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9" name="Google Shape;5179;p47"/>
              <p:cNvSpPr/>
              <p:nvPr/>
            </p:nvSpPr>
            <p:spPr>
              <a:xfrm rot="-755217">
                <a:off x="8834291" y="2426603"/>
                <a:ext cx="117313" cy="131350"/>
              </a:xfrm>
              <a:custGeom>
                <a:avLst/>
                <a:gdLst/>
                <a:ahLst/>
                <a:cxnLst/>
                <a:rect l="l" t="t" r="r" b="b"/>
                <a:pathLst>
                  <a:path w="142" h="159" extrusionOk="0">
                    <a:moveTo>
                      <a:pt x="138" y="158"/>
                    </a:moveTo>
                    <a:cubicBezTo>
                      <a:pt x="85" y="112"/>
                      <a:pt x="46" y="53"/>
                      <a:pt x="0" y="0"/>
                    </a:cubicBezTo>
                    <a:cubicBezTo>
                      <a:pt x="57" y="41"/>
                      <a:pt x="105" y="93"/>
                      <a:pt x="140" y="154"/>
                    </a:cubicBezTo>
                    <a:cubicBezTo>
                      <a:pt x="140" y="155"/>
                      <a:pt x="141" y="155"/>
                      <a:pt x="141" y="155"/>
                    </a:cubicBezTo>
                    <a:lnTo>
                      <a:pt x="138" y="15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0" name="Google Shape;5180;p47"/>
              <p:cNvSpPr/>
              <p:nvPr/>
            </p:nvSpPr>
            <p:spPr>
              <a:xfrm rot="-755217">
                <a:off x="9985232" y="3860389"/>
                <a:ext cx="111530" cy="113176"/>
              </a:xfrm>
              <a:custGeom>
                <a:avLst/>
                <a:gdLst/>
                <a:ahLst/>
                <a:cxnLst/>
                <a:rect l="l" t="t" r="r" b="b"/>
                <a:pathLst>
                  <a:path w="135" h="137" extrusionOk="0">
                    <a:moveTo>
                      <a:pt x="26" y="46"/>
                    </a:moveTo>
                    <a:cubicBezTo>
                      <a:pt x="24" y="27"/>
                      <a:pt x="2" y="19"/>
                      <a:pt x="0" y="0"/>
                    </a:cubicBezTo>
                    <a:cubicBezTo>
                      <a:pt x="52" y="38"/>
                      <a:pt x="98" y="84"/>
                      <a:pt x="134" y="136"/>
                    </a:cubicBezTo>
                    <a:cubicBezTo>
                      <a:pt x="102" y="130"/>
                      <a:pt x="93" y="90"/>
                      <a:pt x="61" y="83"/>
                    </a:cubicBezTo>
                    <a:lnTo>
                      <a:pt x="26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1" name="Google Shape;5181;p47"/>
              <p:cNvSpPr/>
              <p:nvPr/>
            </p:nvSpPr>
            <p:spPr>
              <a:xfrm rot="-755217">
                <a:off x="9321025" y="3417676"/>
                <a:ext cx="87572" cy="154481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87" extrusionOk="0">
                    <a:moveTo>
                      <a:pt x="102" y="186"/>
                    </a:moveTo>
                    <a:cubicBezTo>
                      <a:pt x="45" y="129"/>
                      <a:pt x="0" y="50"/>
                      <a:pt x="1" y="0"/>
                    </a:cubicBezTo>
                    <a:cubicBezTo>
                      <a:pt x="26" y="67"/>
                      <a:pt x="73" y="120"/>
                      <a:pt x="105" y="182"/>
                    </a:cubicBezTo>
                    <a:lnTo>
                      <a:pt x="102" y="18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2" name="Google Shape;5182;p47"/>
              <p:cNvSpPr/>
              <p:nvPr/>
            </p:nvSpPr>
            <p:spPr>
              <a:xfrm rot="-755217">
                <a:off x="9104793" y="3037381"/>
                <a:ext cx="108225" cy="113176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7" extrusionOk="0">
                    <a:moveTo>
                      <a:pt x="121" y="136"/>
                    </a:moveTo>
                    <a:lnTo>
                      <a:pt x="0" y="0"/>
                    </a:lnTo>
                    <a:cubicBezTo>
                      <a:pt x="18" y="7"/>
                      <a:pt x="77" y="61"/>
                      <a:pt x="130" y="127"/>
                    </a:cubicBezTo>
                    <a:lnTo>
                      <a:pt x="121" y="13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3" name="Google Shape;5183;p47"/>
              <p:cNvSpPr/>
              <p:nvPr/>
            </p:nvSpPr>
            <p:spPr>
              <a:xfrm rot="-755217">
                <a:off x="9002486" y="4047961"/>
                <a:ext cx="66918" cy="76828"/>
              </a:xfrm>
              <a:custGeom>
                <a:avLst/>
                <a:gdLst/>
                <a:ahLst/>
                <a:cxnLst/>
                <a:rect l="l" t="t" r="r" b="b"/>
                <a:pathLst>
                  <a:path w="81" h="93" extrusionOk="0">
                    <a:moveTo>
                      <a:pt x="80" y="92"/>
                    </a:moveTo>
                    <a:cubicBezTo>
                      <a:pt x="27" y="78"/>
                      <a:pt x="35" y="23"/>
                      <a:pt x="0" y="8"/>
                    </a:cubicBezTo>
                    <a:cubicBezTo>
                      <a:pt x="4" y="1"/>
                      <a:pt x="7" y="0"/>
                      <a:pt x="11" y="2"/>
                    </a:cubicBezTo>
                    <a:cubicBezTo>
                      <a:pt x="33" y="17"/>
                      <a:pt x="52" y="37"/>
                      <a:pt x="65" y="61"/>
                    </a:cubicBezTo>
                    <a:cubicBezTo>
                      <a:pt x="71" y="71"/>
                      <a:pt x="76" y="81"/>
                      <a:pt x="80" y="9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4" name="Google Shape;5184;p47"/>
              <p:cNvSpPr/>
              <p:nvPr/>
            </p:nvSpPr>
            <p:spPr>
              <a:xfrm rot="-755217">
                <a:off x="8008504" y="2415194"/>
                <a:ext cx="84267" cy="153655"/>
              </a:xfrm>
              <a:custGeom>
                <a:avLst/>
                <a:gdLst/>
                <a:ahLst/>
                <a:cxnLst/>
                <a:rect l="l" t="t" r="r" b="b"/>
                <a:pathLst>
                  <a:path w="102" h="186" extrusionOk="0">
                    <a:moveTo>
                      <a:pt x="100" y="185"/>
                    </a:moveTo>
                    <a:cubicBezTo>
                      <a:pt x="51" y="135"/>
                      <a:pt x="33" y="70"/>
                      <a:pt x="0" y="0"/>
                    </a:cubicBezTo>
                    <a:cubicBezTo>
                      <a:pt x="14" y="12"/>
                      <a:pt x="5" y="5"/>
                      <a:pt x="12" y="4"/>
                    </a:cubicBezTo>
                    <a:cubicBezTo>
                      <a:pt x="13" y="4"/>
                      <a:pt x="16" y="4"/>
                      <a:pt x="17" y="6"/>
                    </a:cubicBezTo>
                    <a:cubicBezTo>
                      <a:pt x="45" y="65"/>
                      <a:pt x="73" y="124"/>
                      <a:pt x="101" y="183"/>
                    </a:cubicBezTo>
                    <a:lnTo>
                      <a:pt x="100" y="18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5" name="Google Shape;5185;p47"/>
              <p:cNvSpPr/>
              <p:nvPr/>
            </p:nvSpPr>
            <p:spPr>
              <a:xfrm rot="-755217">
                <a:off x="9072253" y="3525226"/>
                <a:ext cx="104921" cy="135481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64" extrusionOk="0">
                    <a:moveTo>
                      <a:pt x="126" y="163"/>
                    </a:moveTo>
                    <a:cubicBezTo>
                      <a:pt x="84" y="128"/>
                      <a:pt x="48" y="86"/>
                      <a:pt x="20" y="39"/>
                    </a:cubicBezTo>
                    <a:cubicBezTo>
                      <a:pt x="13" y="26"/>
                      <a:pt x="6" y="13"/>
                      <a:pt x="0" y="0"/>
                    </a:cubicBezTo>
                    <a:cubicBezTo>
                      <a:pt x="39" y="57"/>
                      <a:pt x="93" y="102"/>
                      <a:pt x="126" y="16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6" name="Google Shape;5186;p47"/>
              <p:cNvSpPr/>
              <p:nvPr/>
            </p:nvSpPr>
            <p:spPr>
              <a:xfrm rot="-755217">
                <a:off x="9104607" y="2998768"/>
                <a:ext cx="113182" cy="1123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136" extrusionOk="0">
                    <a:moveTo>
                      <a:pt x="136" y="135"/>
                    </a:moveTo>
                    <a:cubicBezTo>
                      <a:pt x="86" y="95"/>
                      <a:pt x="40" y="50"/>
                      <a:pt x="0" y="0"/>
                    </a:cubicBezTo>
                    <a:cubicBezTo>
                      <a:pt x="32" y="12"/>
                      <a:pt x="49" y="41"/>
                      <a:pt x="72" y="63"/>
                    </a:cubicBezTo>
                    <a:cubicBezTo>
                      <a:pt x="95" y="85"/>
                      <a:pt x="114" y="111"/>
                      <a:pt x="136" y="13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7" name="Google Shape;5187;p47"/>
              <p:cNvSpPr/>
              <p:nvPr/>
            </p:nvSpPr>
            <p:spPr>
              <a:xfrm rot="-755217">
                <a:off x="9314544" y="3313038"/>
                <a:ext cx="95833" cy="137959"/>
              </a:xfrm>
              <a:custGeom>
                <a:avLst/>
                <a:gdLst/>
                <a:ahLst/>
                <a:cxnLst/>
                <a:rect l="l" t="t" r="r" b="b"/>
                <a:pathLst>
                  <a:path w="116" h="167" extrusionOk="0">
                    <a:moveTo>
                      <a:pt x="114" y="166"/>
                    </a:moveTo>
                    <a:cubicBezTo>
                      <a:pt x="80" y="131"/>
                      <a:pt x="49" y="91"/>
                      <a:pt x="25" y="49"/>
                    </a:cubicBezTo>
                    <a:cubicBezTo>
                      <a:pt x="16" y="33"/>
                      <a:pt x="7" y="16"/>
                      <a:pt x="0" y="0"/>
                    </a:cubicBezTo>
                    <a:cubicBezTo>
                      <a:pt x="41" y="52"/>
                      <a:pt x="88" y="101"/>
                      <a:pt x="115" y="165"/>
                    </a:cubicBezTo>
                    <a:lnTo>
                      <a:pt x="114" y="16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8" name="Google Shape;5188;p47"/>
              <p:cNvSpPr/>
              <p:nvPr/>
            </p:nvSpPr>
            <p:spPr>
              <a:xfrm rot="-755217">
                <a:off x="8685041" y="3220533"/>
                <a:ext cx="110704" cy="111524"/>
              </a:xfrm>
              <a:custGeom>
                <a:avLst/>
                <a:gdLst/>
                <a:ahLst/>
                <a:cxnLst/>
                <a:rect l="l" t="t" r="r" b="b"/>
                <a:pathLst>
                  <a:path w="134" h="135" extrusionOk="0">
                    <a:moveTo>
                      <a:pt x="133" y="134"/>
                    </a:moveTo>
                    <a:lnTo>
                      <a:pt x="132" y="134"/>
                    </a:lnTo>
                    <a:cubicBezTo>
                      <a:pt x="79" y="103"/>
                      <a:pt x="34" y="58"/>
                      <a:pt x="3" y="5"/>
                    </a:cubicBezTo>
                    <a:cubicBezTo>
                      <a:pt x="2" y="3"/>
                      <a:pt x="1" y="2"/>
                      <a:pt x="0" y="0"/>
                    </a:cubicBezTo>
                    <a:lnTo>
                      <a:pt x="133" y="13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9" name="Google Shape;5189;p47"/>
              <p:cNvSpPr/>
              <p:nvPr/>
            </p:nvSpPr>
            <p:spPr>
              <a:xfrm rot="-755217">
                <a:off x="10314572" y="3141315"/>
                <a:ext cx="58656" cy="139612"/>
              </a:xfrm>
              <a:custGeom>
                <a:avLst/>
                <a:gdLst/>
                <a:ahLst/>
                <a:cxnLst/>
                <a:rect l="l" t="t" r="r" b="b"/>
                <a:pathLst>
                  <a:path w="71" h="169" extrusionOk="0">
                    <a:moveTo>
                      <a:pt x="0" y="168"/>
                    </a:moveTo>
                    <a:lnTo>
                      <a:pt x="10" y="111"/>
                    </a:lnTo>
                    <a:cubicBezTo>
                      <a:pt x="28" y="91"/>
                      <a:pt x="25" y="62"/>
                      <a:pt x="42" y="42"/>
                    </a:cubicBezTo>
                    <a:lnTo>
                      <a:pt x="70" y="0"/>
                    </a:lnTo>
                    <a:cubicBezTo>
                      <a:pt x="57" y="53"/>
                      <a:pt x="37" y="105"/>
                      <a:pt x="9" y="152"/>
                    </a:cubicBezTo>
                    <a:cubicBezTo>
                      <a:pt x="6" y="157"/>
                      <a:pt x="3" y="163"/>
                      <a:pt x="0" y="16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0" name="Google Shape;5190;p47"/>
              <p:cNvSpPr/>
              <p:nvPr/>
            </p:nvSpPr>
            <p:spPr>
              <a:xfrm rot="-755217">
                <a:off x="8888461" y="4418593"/>
                <a:ext cx="132184" cy="104089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26" extrusionOk="0">
                    <a:moveTo>
                      <a:pt x="91" y="90"/>
                    </a:moveTo>
                    <a:cubicBezTo>
                      <a:pt x="63" y="58"/>
                      <a:pt x="21" y="41"/>
                      <a:pt x="0" y="0"/>
                    </a:cubicBezTo>
                    <a:lnTo>
                      <a:pt x="159" y="118"/>
                    </a:lnTo>
                    <a:cubicBezTo>
                      <a:pt x="133" y="125"/>
                      <a:pt x="121" y="99"/>
                      <a:pt x="101" y="102"/>
                    </a:cubicBezTo>
                    <a:lnTo>
                      <a:pt x="91" y="9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1" name="Google Shape;5191;p47"/>
              <p:cNvSpPr/>
              <p:nvPr/>
            </p:nvSpPr>
            <p:spPr>
              <a:xfrm rot="-755217">
                <a:off x="10305651" y="3107505"/>
                <a:ext cx="52047" cy="128046"/>
              </a:xfrm>
              <a:custGeom>
                <a:avLst/>
                <a:gdLst/>
                <a:ahLst/>
                <a:cxnLst/>
                <a:rect l="l" t="t" r="r" b="b"/>
                <a:pathLst>
                  <a:path w="63" h="155" extrusionOk="0">
                    <a:moveTo>
                      <a:pt x="42" y="85"/>
                    </a:moveTo>
                    <a:cubicBezTo>
                      <a:pt x="25" y="105"/>
                      <a:pt x="28" y="134"/>
                      <a:pt x="10" y="154"/>
                    </a:cubicBezTo>
                    <a:lnTo>
                      <a:pt x="0" y="152"/>
                    </a:lnTo>
                    <a:cubicBezTo>
                      <a:pt x="12" y="99"/>
                      <a:pt x="32" y="48"/>
                      <a:pt x="57" y="0"/>
                    </a:cubicBezTo>
                    <a:cubicBezTo>
                      <a:pt x="62" y="31"/>
                      <a:pt x="38" y="55"/>
                      <a:pt x="42" y="8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2" name="Google Shape;5192;p47"/>
              <p:cNvSpPr/>
              <p:nvPr/>
            </p:nvSpPr>
            <p:spPr>
              <a:xfrm rot="-755217">
                <a:off x="9334148" y="3259876"/>
                <a:ext cx="108225" cy="137959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67" extrusionOk="0">
                    <a:moveTo>
                      <a:pt x="0" y="1"/>
                    </a:moveTo>
                    <a:cubicBezTo>
                      <a:pt x="13" y="0"/>
                      <a:pt x="19" y="10"/>
                      <a:pt x="26" y="19"/>
                    </a:cubicBezTo>
                    <a:cubicBezTo>
                      <a:pt x="59" y="64"/>
                      <a:pt x="91" y="110"/>
                      <a:pt x="130" y="166"/>
                    </a:cubicBezTo>
                    <a:cubicBezTo>
                      <a:pt x="84" y="123"/>
                      <a:pt x="43" y="73"/>
                      <a:pt x="12" y="18"/>
                    </a:cubicBezTo>
                    <a:cubicBezTo>
                      <a:pt x="8" y="12"/>
                      <a:pt x="5" y="6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3" name="Google Shape;5193;p47"/>
              <p:cNvSpPr/>
              <p:nvPr/>
            </p:nvSpPr>
            <p:spPr>
              <a:xfrm rot="-755217">
                <a:off x="8373974" y="3755727"/>
                <a:ext cx="65266" cy="58653"/>
              </a:xfrm>
              <a:custGeom>
                <a:avLst/>
                <a:gdLst/>
                <a:ahLst/>
                <a:cxnLst/>
                <a:rect l="l" t="t" r="r" b="b"/>
                <a:pathLst>
                  <a:path w="79" h="71" extrusionOk="0">
                    <a:moveTo>
                      <a:pt x="55" y="70"/>
                    </a:moveTo>
                    <a:cubicBezTo>
                      <a:pt x="31" y="53"/>
                      <a:pt x="0" y="49"/>
                      <a:pt x="14" y="15"/>
                    </a:cubicBezTo>
                    <a:cubicBezTo>
                      <a:pt x="15" y="14"/>
                      <a:pt x="16" y="13"/>
                      <a:pt x="16" y="12"/>
                    </a:cubicBezTo>
                    <a:cubicBezTo>
                      <a:pt x="19" y="8"/>
                      <a:pt x="21" y="5"/>
                      <a:pt x="24" y="3"/>
                    </a:cubicBezTo>
                    <a:cubicBezTo>
                      <a:pt x="28" y="1"/>
                      <a:pt x="32" y="0"/>
                      <a:pt x="36" y="0"/>
                    </a:cubicBezTo>
                    <a:cubicBezTo>
                      <a:pt x="40" y="0"/>
                      <a:pt x="43" y="1"/>
                      <a:pt x="47" y="2"/>
                    </a:cubicBezTo>
                    <a:cubicBezTo>
                      <a:pt x="78" y="17"/>
                      <a:pt x="63" y="41"/>
                      <a:pt x="55" y="7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4" name="Google Shape;5194;p47"/>
              <p:cNvSpPr/>
              <p:nvPr/>
            </p:nvSpPr>
            <p:spPr>
              <a:xfrm rot="-755217">
                <a:off x="8475480" y="3763988"/>
                <a:ext cx="74353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90" h="49" extrusionOk="0">
                    <a:moveTo>
                      <a:pt x="49" y="41"/>
                    </a:moveTo>
                    <a:cubicBezTo>
                      <a:pt x="43" y="41"/>
                      <a:pt x="38" y="42"/>
                      <a:pt x="33" y="42"/>
                    </a:cubicBezTo>
                    <a:cubicBezTo>
                      <a:pt x="28" y="42"/>
                      <a:pt x="23" y="41"/>
                      <a:pt x="17" y="41"/>
                    </a:cubicBezTo>
                    <a:cubicBezTo>
                      <a:pt x="15" y="41"/>
                      <a:pt x="12" y="40"/>
                      <a:pt x="10" y="39"/>
                    </a:cubicBezTo>
                    <a:cubicBezTo>
                      <a:pt x="7" y="37"/>
                      <a:pt x="5" y="35"/>
                      <a:pt x="3" y="32"/>
                    </a:cubicBezTo>
                    <a:cubicBezTo>
                      <a:pt x="1" y="29"/>
                      <a:pt x="0" y="26"/>
                      <a:pt x="0" y="23"/>
                    </a:cubicBezTo>
                    <a:cubicBezTo>
                      <a:pt x="0" y="21"/>
                      <a:pt x="1" y="19"/>
                      <a:pt x="1" y="17"/>
                    </a:cubicBezTo>
                    <a:cubicBezTo>
                      <a:pt x="2" y="14"/>
                      <a:pt x="3" y="12"/>
                      <a:pt x="4" y="10"/>
                    </a:cubicBezTo>
                    <a:cubicBezTo>
                      <a:pt x="6" y="7"/>
                      <a:pt x="8" y="4"/>
                      <a:pt x="11" y="2"/>
                    </a:cubicBezTo>
                    <a:cubicBezTo>
                      <a:pt x="14" y="0"/>
                      <a:pt x="17" y="0"/>
                      <a:pt x="21" y="0"/>
                    </a:cubicBezTo>
                    <a:cubicBezTo>
                      <a:pt x="24" y="0"/>
                      <a:pt x="28" y="1"/>
                      <a:pt x="30" y="2"/>
                    </a:cubicBezTo>
                    <a:cubicBezTo>
                      <a:pt x="31" y="3"/>
                      <a:pt x="31" y="3"/>
                      <a:pt x="31" y="3"/>
                    </a:cubicBezTo>
                    <a:cubicBezTo>
                      <a:pt x="43" y="8"/>
                      <a:pt x="47" y="29"/>
                      <a:pt x="67" y="17"/>
                    </a:cubicBezTo>
                    <a:cubicBezTo>
                      <a:pt x="79" y="11"/>
                      <a:pt x="89" y="17"/>
                      <a:pt x="89" y="31"/>
                    </a:cubicBezTo>
                    <a:cubicBezTo>
                      <a:pt x="88" y="45"/>
                      <a:pt x="77" y="48"/>
                      <a:pt x="65" y="46"/>
                    </a:cubicBezTo>
                    <a:cubicBezTo>
                      <a:pt x="60" y="45"/>
                      <a:pt x="54" y="43"/>
                      <a:pt x="49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5" name="Google Shape;5195;p47"/>
              <p:cNvSpPr/>
              <p:nvPr/>
            </p:nvSpPr>
            <p:spPr>
              <a:xfrm rot="-755217">
                <a:off x="8449427" y="2367315"/>
                <a:ext cx="104095" cy="109872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33" extrusionOk="0">
                    <a:moveTo>
                      <a:pt x="0" y="0"/>
                    </a:moveTo>
                    <a:lnTo>
                      <a:pt x="125" y="132"/>
                    </a:lnTo>
                    <a:cubicBezTo>
                      <a:pt x="123" y="132"/>
                      <a:pt x="122" y="131"/>
                      <a:pt x="120" y="130"/>
                    </a:cubicBezTo>
                    <a:cubicBezTo>
                      <a:pt x="74" y="104"/>
                      <a:pt x="37" y="66"/>
                      <a:pt x="10" y="20"/>
                    </a:cubicBezTo>
                    <a:cubicBezTo>
                      <a:pt x="6" y="13"/>
                      <a:pt x="3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6" name="Google Shape;5196;p47"/>
              <p:cNvSpPr/>
              <p:nvPr/>
            </p:nvSpPr>
            <p:spPr>
              <a:xfrm rot="-755217">
                <a:off x="9251556" y="4321056"/>
                <a:ext cx="46264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6" h="61" extrusionOk="0">
                    <a:moveTo>
                      <a:pt x="1" y="29"/>
                    </a:moveTo>
                    <a:cubicBezTo>
                      <a:pt x="0" y="28"/>
                      <a:pt x="0" y="28"/>
                      <a:pt x="0" y="27"/>
                    </a:cubicBezTo>
                    <a:cubicBezTo>
                      <a:pt x="0" y="22"/>
                      <a:pt x="2" y="18"/>
                      <a:pt x="4" y="13"/>
                    </a:cubicBezTo>
                    <a:cubicBezTo>
                      <a:pt x="6" y="8"/>
                      <a:pt x="10" y="6"/>
                      <a:pt x="14" y="3"/>
                    </a:cubicBezTo>
                    <a:cubicBezTo>
                      <a:pt x="18" y="0"/>
                      <a:pt x="23" y="0"/>
                      <a:pt x="28" y="0"/>
                    </a:cubicBezTo>
                    <a:cubicBezTo>
                      <a:pt x="32" y="0"/>
                      <a:pt x="37" y="0"/>
                      <a:pt x="41" y="3"/>
                    </a:cubicBezTo>
                    <a:cubicBezTo>
                      <a:pt x="45" y="6"/>
                      <a:pt x="49" y="9"/>
                      <a:pt x="51" y="13"/>
                    </a:cubicBezTo>
                    <a:cubicBezTo>
                      <a:pt x="53" y="17"/>
                      <a:pt x="55" y="21"/>
                      <a:pt x="55" y="25"/>
                    </a:cubicBezTo>
                    <a:cubicBezTo>
                      <a:pt x="55" y="27"/>
                      <a:pt x="55" y="28"/>
                      <a:pt x="55" y="30"/>
                    </a:cubicBezTo>
                    <a:cubicBezTo>
                      <a:pt x="55" y="35"/>
                      <a:pt x="54" y="39"/>
                      <a:pt x="51" y="44"/>
                    </a:cubicBezTo>
                    <a:cubicBezTo>
                      <a:pt x="48" y="49"/>
                      <a:pt x="45" y="52"/>
                      <a:pt x="41" y="55"/>
                    </a:cubicBezTo>
                    <a:cubicBezTo>
                      <a:pt x="37" y="57"/>
                      <a:pt x="32" y="58"/>
                      <a:pt x="27" y="58"/>
                    </a:cubicBezTo>
                    <a:cubicBezTo>
                      <a:pt x="10" y="60"/>
                      <a:pt x="1" y="48"/>
                      <a:pt x="1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7" name="Google Shape;5197;p47"/>
              <p:cNvSpPr/>
              <p:nvPr/>
            </p:nvSpPr>
            <p:spPr>
              <a:xfrm rot="-755217">
                <a:off x="10393510" y="3482502"/>
                <a:ext cx="40481" cy="105741"/>
              </a:xfrm>
              <a:custGeom>
                <a:avLst/>
                <a:gdLst/>
                <a:ahLst/>
                <a:cxnLst/>
                <a:rect l="l" t="t" r="r" b="b"/>
                <a:pathLst>
                  <a:path w="49" h="128" extrusionOk="0">
                    <a:moveTo>
                      <a:pt x="26" y="0"/>
                    </a:moveTo>
                    <a:cubicBezTo>
                      <a:pt x="26" y="14"/>
                      <a:pt x="27" y="30"/>
                      <a:pt x="48" y="17"/>
                    </a:cubicBezTo>
                    <a:cubicBezTo>
                      <a:pt x="44" y="54"/>
                      <a:pt x="25" y="85"/>
                      <a:pt x="9" y="127"/>
                    </a:cubicBezTo>
                    <a:cubicBezTo>
                      <a:pt x="1" y="78"/>
                      <a:pt x="0" y="37"/>
                      <a:pt x="2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8" name="Google Shape;5198;p47"/>
              <p:cNvSpPr/>
              <p:nvPr/>
            </p:nvSpPr>
            <p:spPr>
              <a:xfrm rot="-755217">
                <a:off x="8859452" y="3482703"/>
                <a:ext cx="85093" cy="136307"/>
              </a:xfrm>
              <a:custGeom>
                <a:avLst/>
                <a:gdLst/>
                <a:ahLst/>
                <a:cxnLst/>
                <a:rect l="l" t="t" r="r" b="b"/>
                <a:pathLst>
                  <a:path w="103" h="165" extrusionOk="0">
                    <a:moveTo>
                      <a:pt x="101" y="164"/>
                    </a:moveTo>
                    <a:cubicBezTo>
                      <a:pt x="54" y="120"/>
                      <a:pt x="29" y="62"/>
                      <a:pt x="0" y="7"/>
                    </a:cubicBezTo>
                    <a:lnTo>
                      <a:pt x="11" y="0"/>
                    </a:lnTo>
                    <a:lnTo>
                      <a:pt x="102" y="163"/>
                    </a:lnTo>
                    <a:lnTo>
                      <a:pt x="101" y="16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9" name="Google Shape;5199;p47"/>
              <p:cNvSpPr/>
              <p:nvPr/>
            </p:nvSpPr>
            <p:spPr>
              <a:xfrm rot="-755217">
                <a:off x="8163592" y="2290587"/>
                <a:ext cx="104095" cy="106567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29" extrusionOk="0">
                    <a:moveTo>
                      <a:pt x="0" y="1"/>
                    </a:moveTo>
                    <a:cubicBezTo>
                      <a:pt x="51" y="32"/>
                      <a:pt x="94" y="76"/>
                      <a:pt x="125" y="128"/>
                    </a:cubicBezTo>
                    <a:cubicBezTo>
                      <a:pt x="88" y="81"/>
                      <a:pt x="33" y="5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0" name="Google Shape;5200;p47"/>
              <p:cNvSpPr/>
              <p:nvPr/>
            </p:nvSpPr>
            <p:spPr>
              <a:xfrm rot="-755217">
                <a:off x="8180170" y="2155148"/>
                <a:ext cx="99964" cy="94176"/>
              </a:xfrm>
              <a:custGeom>
                <a:avLst/>
                <a:gdLst/>
                <a:ahLst/>
                <a:cxnLst/>
                <a:rect l="l" t="t" r="r" b="b"/>
                <a:pathLst>
                  <a:path w="121" h="114" extrusionOk="0">
                    <a:moveTo>
                      <a:pt x="0" y="0"/>
                    </a:moveTo>
                    <a:cubicBezTo>
                      <a:pt x="52" y="26"/>
                      <a:pt x="85" y="69"/>
                      <a:pt x="120" y="113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1" name="Google Shape;5201;p47"/>
              <p:cNvSpPr/>
              <p:nvPr/>
            </p:nvSpPr>
            <p:spPr>
              <a:xfrm rot="-755217">
                <a:off x="9401713" y="2997334"/>
                <a:ext cx="85919" cy="118133"/>
              </a:xfrm>
              <a:custGeom>
                <a:avLst/>
                <a:gdLst/>
                <a:ahLst/>
                <a:cxnLst/>
                <a:rect l="l" t="t" r="r" b="b"/>
                <a:pathLst>
                  <a:path w="104" h="143" extrusionOk="0">
                    <a:moveTo>
                      <a:pt x="103" y="141"/>
                    </a:moveTo>
                    <a:cubicBezTo>
                      <a:pt x="56" y="103"/>
                      <a:pt x="34" y="47"/>
                      <a:pt x="0" y="0"/>
                    </a:cubicBezTo>
                    <a:cubicBezTo>
                      <a:pt x="40" y="43"/>
                      <a:pt x="81" y="85"/>
                      <a:pt x="102" y="142"/>
                    </a:cubicBezTo>
                    <a:lnTo>
                      <a:pt x="103" y="14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2" name="Google Shape;5202;p47"/>
              <p:cNvSpPr/>
              <p:nvPr/>
            </p:nvSpPr>
            <p:spPr>
              <a:xfrm rot="-755217">
                <a:off x="9239285" y="2608189"/>
                <a:ext cx="80962" cy="101611"/>
              </a:xfrm>
              <a:custGeom>
                <a:avLst/>
                <a:gdLst/>
                <a:ahLst/>
                <a:cxnLst/>
                <a:rect l="l" t="t" r="r" b="b"/>
                <a:pathLst>
                  <a:path w="98" h="123" extrusionOk="0">
                    <a:moveTo>
                      <a:pt x="0" y="0"/>
                    </a:moveTo>
                    <a:cubicBezTo>
                      <a:pt x="35" y="29"/>
                      <a:pt x="64" y="65"/>
                      <a:pt x="87" y="104"/>
                    </a:cubicBezTo>
                    <a:cubicBezTo>
                      <a:pt x="91" y="110"/>
                      <a:pt x="94" y="116"/>
                      <a:pt x="97" y="122"/>
                    </a:cubicBezTo>
                    <a:cubicBezTo>
                      <a:pt x="59" y="87"/>
                      <a:pt x="27" y="47"/>
                      <a:pt x="1" y="3"/>
                    </a:cubicBezTo>
                    <a:cubicBezTo>
                      <a:pt x="1" y="2"/>
                      <a:pt x="0" y="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3" name="Google Shape;5203;p47"/>
              <p:cNvSpPr/>
              <p:nvPr/>
            </p:nvSpPr>
            <p:spPr>
              <a:xfrm rot="-755217">
                <a:off x="8025529" y="3147769"/>
                <a:ext cx="53700" cy="148699"/>
              </a:xfrm>
              <a:custGeom>
                <a:avLst/>
                <a:gdLst/>
                <a:ahLst/>
                <a:cxnLst/>
                <a:rect l="l" t="t" r="r" b="b"/>
                <a:pathLst>
                  <a:path w="65" h="180" extrusionOk="0">
                    <a:moveTo>
                      <a:pt x="64" y="178"/>
                    </a:moveTo>
                    <a:cubicBezTo>
                      <a:pt x="24" y="125"/>
                      <a:pt x="11" y="63"/>
                      <a:pt x="0" y="0"/>
                    </a:cubicBezTo>
                    <a:cubicBezTo>
                      <a:pt x="20" y="60"/>
                      <a:pt x="53" y="115"/>
                      <a:pt x="63" y="179"/>
                    </a:cubicBezTo>
                    <a:lnTo>
                      <a:pt x="64" y="17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4" name="Google Shape;5204;p47"/>
              <p:cNvSpPr/>
              <p:nvPr/>
            </p:nvSpPr>
            <p:spPr>
              <a:xfrm rot="-755217">
                <a:off x="8546283" y="4238408"/>
                <a:ext cx="67744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82" h="73" extrusionOk="0">
                    <a:moveTo>
                      <a:pt x="81" y="72"/>
                    </a:moveTo>
                    <a:cubicBezTo>
                      <a:pt x="61" y="69"/>
                      <a:pt x="41" y="62"/>
                      <a:pt x="24" y="52"/>
                    </a:cubicBezTo>
                    <a:cubicBezTo>
                      <a:pt x="21" y="50"/>
                      <a:pt x="18" y="48"/>
                      <a:pt x="15" y="46"/>
                    </a:cubicBezTo>
                    <a:cubicBezTo>
                      <a:pt x="14" y="46"/>
                      <a:pt x="13" y="45"/>
                      <a:pt x="13" y="45"/>
                    </a:cubicBezTo>
                    <a:cubicBezTo>
                      <a:pt x="9" y="43"/>
                      <a:pt x="5" y="39"/>
                      <a:pt x="3" y="35"/>
                    </a:cubicBezTo>
                    <a:cubicBezTo>
                      <a:pt x="1" y="31"/>
                      <a:pt x="0" y="27"/>
                      <a:pt x="0" y="22"/>
                    </a:cubicBezTo>
                    <a:cubicBezTo>
                      <a:pt x="0" y="21"/>
                      <a:pt x="0" y="20"/>
                      <a:pt x="0" y="2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0" y="16"/>
                      <a:pt x="0" y="13"/>
                      <a:pt x="2" y="10"/>
                    </a:cubicBezTo>
                    <a:cubicBezTo>
                      <a:pt x="4" y="7"/>
                      <a:pt x="6" y="5"/>
                      <a:pt x="9" y="3"/>
                    </a:cubicBezTo>
                    <a:cubicBezTo>
                      <a:pt x="9" y="3"/>
                      <a:pt x="10" y="3"/>
                      <a:pt x="11" y="3"/>
                    </a:cubicBezTo>
                    <a:cubicBezTo>
                      <a:pt x="16" y="0"/>
                      <a:pt x="23" y="1"/>
                      <a:pt x="25" y="6"/>
                    </a:cubicBezTo>
                    <a:cubicBezTo>
                      <a:pt x="35" y="30"/>
                      <a:pt x="67" y="38"/>
                      <a:pt x="81" y="7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5" name="Google Shape;5205;p47"/>
              <p:cNvSpPr/>
              <p:nvPr/>
            </p:nvSpPr>
            <p:spPr>
              <a:xfrm rot="-755217">
                <a:off x="10067602" y="3860708"/>
                <a:ext cx="79310" cy="103263"/>
              </a:xfrm>
              <a:custGeom>
                <a:avLst/>
                <a:gdLst/>
                <a:ahLst/>
                <a:cxnLst/>
                <a:rect l="l" t="t" r="r" b="b"/>
                <a:pathLst>
                  <a:path w="96" h="125" extrusionOk="0">
                    <a:moveTo>
                      <a:pt x="95" y="124"/>
                    </a:moveTo>
                    <a:lnTo>
                      <a:pt x="0" y="0"/>
                    </a:lnTo>
                    <a:cubicBezTo>
                      <a:pt x="30" y="6"/>
                      <a:pt x="57" y="36"/>
                      <a:pt x="95" y="12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6" name="Google Shape;5206;p47"/>
              <p:cNvSpPr/>
              <p:nvPr/>
            </p:nvSpPr>
            <p:spPr>
              <a:xfrm rot="-755217">
                <a:off x="8332280" y="3632254"/>
                <a:ext cx="50395" cy="70219"/>
              </a:xfrm>
              <a:custGeom>
                <a:avLst/>
                <a:gdLst/>
                <a:ahLst/>
                <a:cxnLst/>
                <a:rect l="l" t="t" r="r" b="b"/>
                <a:pathLst>
                  <a:path w="61" h="85" extrusionOk="0">
                    <a:moveTo>
                      <a:pt x="19" y="0"/>
                    </a:moveTo>
                    <a:cubicBezTo>
                      <a:pt x="23" y="0"/>
                      <a:pt x="27" y="1"/>
                      <a:pt x="31" y="3"/>
                    </a:cubicBezTo>
                    <a:cubicBezTo>
                      <a:pt x="35" y="6"/>
                      <a:pt x="38" y="9"/>
                      <a:pt x="41" y="13"/>
                    </a:cubicBezTo>
                    <a:lnTo>
                      <a:pt x="41" y="14"/>
                    </a:lnTo>
                    <a:cubicBezTo>
                      <a:pt x="48" y="30"/>
                      <a:pt x="54" y="47"/>
                      <a:pt x="59" y="64"/>
                    </a:cubicBezTo>
                    <a:cubicBezTo>
                      <a:pt x="59" y="65"/>
                      <a:pt x="60" y="67"/>
                      <a:pt x="60" y="68"/>
                    </a:cubicBezTo>
                    <a:cubicBezTo>
                      <a:pt x="60" y="71"/>
                      <a:pt x="60" y="74"/>
                      <a:pt x="58" y="76"/>
                    </a:cubicBezTo>
                    <a:cubicBezTo>
                      <a:pt x="57" y="78"/>
                      <a:pt x="55" y="80"/>
                      <a:pt x="52" y="82"/>
                    </a:cubicBezTo>
                    <a:cubicBezTo>
                      <a:pt x="50" y="84"/>
                      <a:pt x="47" y="84"/>
                      <a:pt x="44" y="84"/>
                    </a:cubicBezTo>
                    <a:cubicBezTo>
                      <a:pt x="41" y="84"/>
                      <a:pt x="39" y="84"/>
                      <a:pt x="36" y="82"/>
                    </a:cubicBezTo>
                    <a:cubicBezTo>
                      <a:pt x="34" y="80"/>
                      <a:pt x="32" y="78"/>
                      <a:pt x="31" y="76"/>
                    </a:cubicBezTo>
                    <a:cubicBezTo>
                      <a:pt x="30" y="74"/>
                      <a:pt x="29" y="73"/>
                      <a:pt x="29" y="71"/>
                    </a:cubicBezTo>
                    <a:cubicBezTo>
                      <a:pt x="29" y="68"/>
                      <a:pt x="29" y="65"/>
                      <a:pt x="29" y="62"/>
                    </a:cubicBezTo>
                    <a:cubicBezTo>
                      <a:pt x="29" y="52"/>
                      <a:pt x="27" y="43"/>
                      <a:pt x="22" y="35"/>
                    </a:cubicBezTo>
                    <a:cubicBezTo>
                      <a:pt x="18" y="28"/>
                      <a:pt x="13" y="23"/>
                      <a:pt x="8" y="18"/>
                    </a:cubicBezTo>
                    <a:cubicBezTo>
                      <a:pt x="0" y="11"/>
                      <a:pt x="9" y="0"/>
                      <a:pt x="1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7" name="Google Shape;5207;p47"/>
              <p:cNvSpPr/>
              <p:nvPr/>
            </p:nvSpPr>
            <p:spPr>
              <a:xfrm rot="-755217">
                <a:off x="8765785" y="3032363"/>
                <a:ext cx="101616" cy="97480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18" extrusionOk="0">
                    <a:moveTo>
                      <a:pt x="0" y="2"/>
                    </a:moveTo>
                    <a:cubicBezTo>
                      <a:pt x="45" y="32"/>
                      <a:pt x="74" y="81"/>
                      <a:pt x="122" y="117"/>
                    </a:cubicBezTo>
                    <a:cubicBezTo>
                      <a:pt x="115" y="113"/>
                      <a:pt x="107" y="109"/>
                      <a:pt x="100" y="105"/>
                    </a:cubicBezTo>
                    <a:cubicBezTo>
                      <a:pt x="62" y="83"/>
                      <a:pt x="30" y="51"/>
                      <a:pt x="8" y="13"/>
                    </a:cubicBezTo>
                    <a:cubicBezTo>
                      <a:pt x="6" y="9"/>
                      <a:pt x="3" y="5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8" name="Google Shape;5208;p47"/>
              <p:cNvSpPr/>
              <p:nvPr/>
            </p:nvSpPr>
            <p:spPr>
              <a:xfrm rot="-755217">
                <a:off x="9928130" y="3417946"/>
                <a:ext cx="90876" cy="79306"/>
              </a:xfrm>
              <a:custGeom>
                <a:avLst/>
                <a:gdLst/>
                <a:ahLst/>
                <a:cxnLst/>
                <a:rect l="l" t="t" r="r" b="b"/>
                <a:pathLst>
                  <a:path w="110" h="96" extrusionOk="0">
                    <a:moveTo>
                      <a:pt x="109" y="95"/>
                    </a:moveTo>
                    <a:cubicBezTo>
                      <a:pt x="68" y="70"/>
                      <a:pt x="31" y="38"/>
                      <a:pt x="0" y="0"/>
                    </a:cubicBezTo>
                    <a:cubicBezTo>
                      <a:pt x="2" y="1"/>
                      <a:pt x="3" y="2"/>
                      <a:pt x="5" y="3"/>
                    </a:cubicBezTo>
                    <a:cubicBezTo>
                      <a:pt x="45" y="27"/>
                      <a:pt x="81" y="58"/>
                      <a:pt x="109" y="9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9" name="Google Shape;5209;p47"/>
              <p:cNvSpPr/>
              <p:nvPr/>
            </p:nvSpPr>
            <p:spPr>
              <a:xfrm rot="-755217">
                <a:off x="9379226" y="4286791"/>
                <a:ext cx="38003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46" h="70" extrusionOk="0">
                    <a:moveTo>
                      <a:pt x="29" y="69"/>
                    </a:moveTo>
                    <a:cubicBezTo>
                      <a:pt x="25" y="68"/>
                      <a:pt x="22" y="67"/>
                      <a:pt x="19" y="65"/>
                    </a:cubicBezTo>
                    <a:cubicBezTo>
                      <a:pt x="13" y="62"/>
                      <a:pt x="8" y="57"/>
                      <a:pt x="5" y="51"/>
                    </a:cubicBezTo>
                    <a:cubicBezTo>
                      <a:pt x="2" y="45"/>
                      <a:pt x="0" y="39"/>
                      <a:pt x="0" y="32"/>
                    </a:cubicBezTo>
                    <a:cubicBezTo>
                      <a:pt x="0" y="25"/>
                      <a:pt x="2" y="19"/>
                      <a:pt x="5" y="13"/>
                    </a:cubicBezTo>
                    <a:cubicBezTo>
                      <a:pt x="6" y="12"/>
                      <a:pt x="6" y="11"/>
                      <a:pt x="7" y="10"/>
                    </a:cubicBezTo>
                    <a:cubicBezTo>
                      <a:pt x="8" y="7"/>
                      <a:pt x="10" y="5"/>
                      <a:pt x="13" y="3"/>
                    </a:cubicBezTo>
                    <a:cubicBezTo>
                      <a:pt x="16" y="1"/>
                      <a:pt x="19" y="0"/>
                      <a:pt x="23" y="0"/>
                    </a:cubicBezTo>
                    <a:cubicBezTo>
                      <a:pt x="24" y="0"/>
                      <a:pt x="26" y="1"/>
                      <a:pt x="27" y="1"/>
                    </a:cubicBezTo>
                    <a:cubicBezTo>
                      <a:pt x="37" y="4"/>
                      <a:pt x="45" y="11"/>
                      <a:pt x="43" y="21"/>
                    </a:cubicBezTo>
                    <a:cubicBezTo>
                      <a:pt x="42" y="38"/>
                      <a:pt x="37" y="54"/>
                      <a:pt x="29" y="6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0" name="Google Shape;5210;p47"/>
              <p:cNvSpPr/>
              <p:nvPr/>
            </p:nvSpPr>
            <p:spPr>
              <a:xfrm rot="-755217">
                <a:off x="9723242" y="3429360"/>
                <a:ext cx="88398" cy="86741"/>
              </a:xfrm>
              <a:custGeom>
                <a:avLst/>
                <a:gdLst/>
                <a:ahLst/>
                <a:cxnLst/>
                <a:rect l="l" t="t" r="r" b="b"/>
                <a:pathLst>
                  <a:path w="107" h="105" extrusionOk="0">
                    <a:moveTo>
                      <a:pt x="106" y="104"/>
                    </a:moveTo>
                    <a:lnTo>
                      <a:pt x="0" y="0"/>
                    </a:lnTo>
                    <a:cubicBezTo>
                      <a:pt x="31" y="11"/>
                      <a:pt x="73" y="52"/>
                      <a:pt x="106" y="10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1" name="Google Shape;5211;p47"/>
              <p:cNvSpPr/>
              <p:nvPr/>
            </p:nvSpPr>
            <p:spPr>
              <a:xfrm rot="-755217">
                <a:off x="9391668" y="3923092"/>
                <a:ext cx="28089" cy="147046"/>
              </a:xfrm>
              <a:custGeom>
                <a:avLst/>
                <a:gdLst/>
                <a:ahLst/>
                <a:cxnLst/>
                <a:rect l="l" t="t" r="r" b="b"/>
                <a:pathLst>
                  <a:path w="34" h="178" extrusionOk="0">
                    <a:moveTo>
                      <a:pt x="3" y="177"/>
                    </a:moveTo>
                    <a:cubicBezTo>
                      <a:pt x="1" y="164"/>
                      <a:pt x="0" y="151"/>
                      <a:pt x="0" y="137"/>
                    </a:cubicBezTo>
                    <a:cubicBezTo>
                      <a:pt x="0" y="119"/>
                      <a:pt x="2" y="102"/>
                      <a:pt x="5" y="84"/>
                    </a:cubicBezTo>
                    <a:cubicBezTo>
                      <a:pt x="9" y="58"/>
                      <a:pt x="5" y="28"/>
                      <a:pt x="10" y="0"/>
                    </a:cubicBezTo>
                    <a:cubicBezTo>
                      <a:pt x="33" y="61"/>
                      <a:pt x="3" y="119"/>
                      <a:pt x="3" y="17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2" name="Google Shape;5212;p47"/>
              <p:cNvSpPr/>
              <p:nvPr/>
            </p:nvSpPr>
            <p:spPr>
              <a:xfrm rot="-755217">
                <a:off x="7680235" y="2028728"/>
                <a:ext cx="111530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135" h="55" extrusionOk="0">
                    <a:moveTo>
                      <a:pt x="5" y="0"/>
                    </a:moveTo>
                    <a:lnTo>
                      <a:pt x="134" y="54"/>
                    </a:lnTo>
                    <a:cubicBezTo>
                      <a:pt x="91" y="53"/>
                      <a:pt x="50" y="40"/>
                      <a:pt x="13" y="20"/>
                    </a:cubicBezTo>
                    <a:cubicBezTo>
                      <a:pt x="8" y="17"/>
                      <a:pt x="4" y="15"/>
                      <a:pt x="0" y="12"/>
                    </a:cubicBezTo>
                    <a:lnTo>
                      <a:pt x="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3" name="Google Shape;5213;p47"/>
              <p:cNvSpPr/>
              <p:nvPr/>
            </p:nvSpPr>
            <p:spPr>
              <a:xfrm rot="-755217">
                <a:off x="9313402" y="3488529"/>
                <a:ext cx="76832" cy="104915"/>
              </a:xfrm>
              <a:custGeom>
                <a:avLst/>
                <a:gdLst/>
                <a:ahLst/>
                <a:cxnLst/>
                <a:rect l="l" t="t" r="r" b="b"/>
                <a:pathLst>
                  <a:path w="93" h="127" extrusionOk="0">
                    <a:moveTo>
                      <a:pt x="92" y="125"/>
                    </a:moveTo>
                    <a:cubicBezTo>
                      <a:pt x="48" y="96"/>
                      <a:pt x="27" y="50"/>
                      <a:pt x="0" y="0"/>
                    </a:cubicBezTo>
                    <a:cubicBezTo>
                      <a:pt x="29" y="26"/>
                      <a:pt x="54" y="57"/>
                      <a:pt x="73" y="91"/>
                    </a:cubicBezTo>
                    <a:cubicBezTo>
                      <a:pt x="80" y="102"/>
                      <a:pt x="86" y="114"/>
                      <a:pt x="91" y="126"/>
                    </a:cubicBezTo>
                    <a:lnTo>
                      <a:pt x="92" y="12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4" name="Google Shape;5214;p47"/>
              <p:cNvSpPr/>
              <p:nvPr/>
            </p:nvSpPr>
            <p:spPr>
              <a:xfrm rot="-755217">
                <a:off x="8040737" y="2351279"/>
                <a:ext cx="79310" cy="108220"/>
              </a:xfrm>
              <a:custGeom>
                <a:avLst/>
                <a:gdLst/>
                <a:ahLst/>
                <a:cxnLst/>
                <a:rect l="l" t="t" r="r" b="b"/>
                <a:pathLst>
                  <a:path w="96" h="131" extrusionOk="0">
                    <a:moveTo>
                      <a:pt x="95" y="129"/>
                    </a:moveTo>
                    <a:cubicBezTo>
                      <a:pt x="51" y="99"/>
                      <a:pt x="31" y="53"/>
                      <a:pt x="0" y="0"/>
                    </a:cubicBezTo>
                    <a:cubicBezTo>
                      <a:pt x="30" y="29"/>
                      <a:pt x="56" y="62"/>
                      <a:pt x="77" y="98"/>
                    </a:cubicBezTo>
                    <a:cubicBezTo>
                      <a:pt x="83" y="108"/>
                      <a:pt x="89" y="119"/>
                      <a:pt x="94" y="130"/>
                    </a:cubicBezTo>
                    <a:lnTo>
                      <a:pt x="95" y="1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5" name="Google Shape;5215;p47"/>
              <p:cNvSpPr/>
              <p:nvPr/>
            </p:nvSpPr>
            <p:spPr>
              <a:xfrm rot="-755217">
                <a:off x="10050473" y="3481829"/>
                <a:ext cx="94181" cy="91697"/>
              </a:xfrm>
              <a:custGeom>
                <a:avLst/>
                <a:gdLst/>
                <a:ahLst/>
                <a:cxnLst/>
                <a:rect l="l" t="t" r="r" b="b"/>
                <a:pathLst>
                  <a:path w="114" h="111" extrusionOk="0">
                    <a:moveTo>
                      <a:pt x="113" y="110"/>
                    </a:moveTo>
                    <a:lnTo>
                      <a:pt x="0" y="0"/>
                    </a:lnTo>
                    <a:cubicBezTo>
                      <a:pt x="44" y="29"/>
                      <a:pt x="82" y="67"/>
                      <a:pt x="113" y="11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6" name="Google Shape;5216;p47"/>
              <p:cNvSpPr/>
              <p:nvPr/>
            </p:nvSpPr>
            <p:spPr>
              <a:xfrm rot="-755217">
                <a:off x="8795205" y="4192326"/>
                <a:ext cx="4130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50" h="51" extrusionOk="0">
                    <a:moveTo>
                      <a:pt x="21" y="49"/>
                    </a:moveTo>
                    <a:cubicBezTo>
                      <a:pt x="18" y="49"/>
                      <a:pt x="15" y="48"/>
                      <a:pt x="12" y="46"/>
                    </a:cubicBezTo>
                    <a:cubicBezTo>
                      <a:pt x="8" y="44"/>
                      <a:pt x="5" y="41"/>
                      <a:pt x="3" y="37"/>
                    </a:cubicBezTo>
                    <a:cubicBezTo>
                      <a:pt x="1" y="33"/>
                      <a:pt x="0" y="29"/>
                      <a:pt x="0" y="25"/>
                    </a:cubicBezTo>
                    <a:cubicBezTo>
                      <a:pt x="0" y="20"/>
                      <a:pt x="1" y="16"/>
                      <a:pt x="3" y="12"/>
                    </a:cubicBezTo>
                    <a:cubicBezTo>
                      <a:pt x="5" y="8"/>
                      <a:pt x="8" y="5"/>
                      <a:pt x="12" y="3"/>
                    </a:cubicBezTo>
                    <a:cubicBezTo>
                      <a:pt x="16" y="1"/>
                      <a:pt x="20" y="0"/>
                      <a:pt x="24" y="0"/>
                    </a:cubicBezTo>
                    <a:cubicBezTo>
                      <a:pt x="25" y="0"/>
                      <a:pt x="26" y="0"/>
                      <a:pt x="26" y="0"/>
                    </a:cubicBezTo>
                    <a:cubicBezTo>
                      <a:pt x="30" y="0"/>
                      <a:pt x="34" y="1"/>
                      <a:pt x="37" y="3"/>
                    </a:cubicBezTo>
                    <a:cubicBezTo>
                      <a:pt x="41" y="5"/>
                      <a:pt x="44" y="8"/>
                      <a:pt x="46" y="11"/>
                    </a:cubicBezTo>
                    <a:cubicBezTo>
                      <a:pt x="48" y="14"/>
                      <a:pt x="49" y="18"/>
                      <a:pt x="49" y="22"/>
                    </a:cubicBezTo>
                    <a:cubicBezTo>
                      <a:pt x="49" y="24"/>
                      <a:pt x="48" y="25"/>
                      <a:pt x="48" y="26"/>
                    </a:cubicBezTo>
                    <a:cubicBezTo>
                      <a:pt x="48" y="30"/>
                      <a:pt x="47" y="34"/>
                      <a:pt x="45" y="37"/>
                    </a:cubicBezTo>
                    <a:cubicBezTo>
                      <a:pt x="43" y="41"/>
                      <a:pt x="40" y="44"/>
                      <a:pt x="36" y="46"/>
                    </a:cubicBezTo>
                    <a:cubicBezTo>
                      <a:pt x="32" y="48"/>
                      <a:pt x="28" y="50"/>
                      <a:pt x="24" y="50"/>
                    </a:cubicBezTo>
                    <a:cubicBezTo>
                      <a:pt x="23" y="50"/>
                      <a:pt x="22" y="50"/>
                      <a:pt x="21" y="4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7" name="Google Shape;5217;p47"/>
              <p:cNvSpPr/>
              <p:nvPr/>
            </p:nvSpPr>
            <p:spPr>
              <a:xfrm rot="-755217">
                <a:off x="9021644" y="3842851"/>
                <a:ext cx="50395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61" h="56" extrusionOk="0">
                    <a:moveTo>
                      <a:pt x="15" y="0"/>
                    </a:moveTo>
                    <a:cubicBezTo>
                      <a:pt x="17" y="1"/>
                      <a:pt x="20" y="3"/>
                      <a:pt x="23" y="4"/>
                    </a:cubicBezTo>
                    <a:cubicBezTo>
                      <a:pt x="37" y="12"/>
                      <a:pt x="49" y="24"/>
                      <a:pt x="56" y="37"/>
                    </a:cubicBezTo>
                    <a:cubicBezTo>
                      <a:pt x="58" y="40"/>
                      <a:pt x="59" y="42"/>
                      <a:pt x="60" y="45"/>
                    </a:cubicBezTo>
                    <a:cubicBezTo>
                      <a:pt x="60" y="48"/>
                      <a:pt x="58" y="53"/>
                      <a:pt x="56" y="54"/>
                    </a:cubicBezTo>
                    <a:cubicBezTo>
                      <a:pt x="52" y="55"/>
                      <a:pt x="48" y="55"/>
                      <a:pt x="44" y="55"/>
                    </a:cubicBezTo>
                    <a:cubicBezTo>
                      <a:pt x="36" y="55"/>
                      <a:pt x="27" y="53"/>
                      <a:pt x="20" y="49"/>
                    </a:cubicBezTo>
                    <a:cubicBezTo>
                      <a:pt x="17" y="47"/>
                      <a:pt x="14" y="45"/>
                      <a:pt x="12" y="43"/>
                    </a:cubicBezTo>
                    <a:cubicBezTo>
                      <a:pt x="8" y="41"/>
                      <a:pt x="5" y="38"/>
                      <a:pt x="3" y="34"/>
                    </a:cubicBezTo>
                    <a:cubicBezTo>
                      <a:pt x="1" y="30"/>
                      <a:pt x="0" y="27"/>
                      <a:pt x="0" y="23"/>
                    </a:cubicBezTo>
                    <a:cubicBezTo>
                      <a:pt x="0" y="19"/>
                      <a:pt x="1" y="15"/>
                      <a:pt x="3" y="11"/>
                    </a:cubicBezTo>
                    <a:cubicBezTo>
                      <a:pt x="3" y="11"/>
                      <a:pt x="4" y="11"/>
                      <a:pt x="4" y="10"/>
                    </a:cubicBezTo>
                    <a:cubicBezTo>
                      <a:pt x="6" y="5"/>
                      <a:pt x="12" y="2"/>
                      <a:pt x="1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8" name="Google Shape;5218;p47"/>
              <p:cNvSpPr/>
              <p:nvPr/>
            </p:nvSpPr>
            <p:spPr>
              <a:xfrm rot="-755217">
                <a:off x="9413330" y="2835733"/>
                <a:ext cx="81789" cy="90871"/>
              </a:xfrm>
              <a:custGeom>
                <a:avLst/>
                <a:gdLst/>
                <a:ahLst/>
                <a:cxnLst/>
                <a:rect l="l" t="t" r="r" b="b"/>
                <a:pathLst>
                  <a:path w="99" h="110" extrusionOk="0">
                    <a:moveTo>
                      <a:pt x="97" y="109"/>
                    </a:moveTo>
                    <a:cubicBezTo>
                      <a:pt x="56" y="81"/>
                      <a:pt x="38" y="32"/>
                      <a:pt x="0" y="0"/>
                    </a:cubicBezTo>
                    <a:cubicBezTo>
                      <a:pt x="36" y="11"/>
                      <a:pt x="71" y="50"/>
                      <a:pt x="98" y="108"/>
                    </a:cubicBezTo>
                    <a:lnTo>
                      <a:pt x="97" y="10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9" name="Google Shape;5219;p47"/>
              <p:cNvSpPr/>
              <p:nvPr/>
            </p:nvSpPr>
            <p:spPr>
              <a:xfrm rot="-755217">
                <a:off x="8213859" y="2210457"/>
                <a:ext cx="81789" cy="82610"/>
              </a:xfrm>
              <a:custGeom>
                <a:avLst/>
                <a:gdLst/>
                <a:ahLst/>
                <a:cxnLst/>
                <a:rect l="l" t="t" r="r" b="b"/>
                <a:pathLst>
                  <a:path w="99" h="100" extrusionOk="0">
                    <a:moveTo>
                      <a:pt x="0" y="0"/>
                    </a:moveTo>
                    <a:cubicBezTo>
                      <a:pt x="40" y="26"/>
                      <a:pt x="73" y="59"/>
                      <a:pt x="98" y="99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0" name="Google Shape;5220;p47"/>
              <p:cNvSpPr/>
              <p:nvPr/>
            </p:nvSpPr>
            <p:spPr>
              <a:xfrm rot="-755217">
                <a:off x="7678424" y="1945679"/>
                <a:ext cx="97485" cy="14870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8" extrusionOk="0">
                    <a:moveTo>
                      <a:pt x="0" y="15"/>
                    </a:moveTo>
                    <a:cubicBezTo>
                      <a:pt x="18" y="5"/>
                      <a:pt x="38" y="0"/>
                      <a:pt x="59" y="0"/>
                    </a:cubicBezTo>
                    <a:cubicBezTo>
                      <a:pt x="79" y="0"/>
                      <a:pt x="99" y="5"/>
                      <a:pt x="117" y="15"/>
                    </a:cubicBezTo>
                    <a:cubicBezTo>
                      <a:pt x="77" y="13"/>
                      <a:pt x="39" y="17"/>
                      <a:pt x="0" y="1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1" name="Google Shape;5221;p47"/>
              <p:cNvSpPr/>
              <p:nvPr/>
            </p:nvSpPr>
            <p:spPr>
              <a:xfrm rot="-755217">
                <a:off x="8981187" y="4197764"/>
                <a:ext cx="52873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64" h="52" extrusionOk="0">
                    <a:moveTo>
                      <a:pt x="20" y="51"/>
                    </a:moveTo>
                    <a:cubicBezTo>
                      <a:pt x="16" y="51"/>
                      <a:pt x="6" y="51"/>
                      <a:pt x="3" y="40"/>
                    </a:cubicBezTo>
                    <a:cubicBezTo>
                      <a:pt x="0" y="29"/>
                      <a:pt x="9" y="24"/>
                      <a:pt x="17" y="20"/>
                    </a:cubicBezTo>
                    <a:cubicBezTo>
                      <a:pt x="30" y="15"/>
                      <a:pt x="41" y="0"/>
                      <a:pt x="57" y="13"/>
                    </a:cubicBezTo>
                    <a:cubicBezTo>
                      <a:pt x="59" y="14"/>
                      <a:pt x="59" y="16"/>
                      <a:pt x="61" y="18"/>
                    </a:cubicBezTo>
                    <a:cubicBezTo>
                      <a:pt x="62" y="20"/>
                      <a:pt x="63" y="23"/>
                      <a:pt x="63" y="26"/>
                    </a:cubicBezTo>
                    <a:cubicBezTo>
                      <a:pt x="63" y="28"/>
                      <a:pt x="63" y="30"/>
                      <a:pt x="62" y="32"/>
                    </a:cubicBezTo>
                    <a:cubicBezTo>
                      <a:pt x="55" y="47"/>
                      <a:pt x="40" y="50"/>
                      <a:pt x="20" y="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2" name="Google Shape;5222;p47"/>
              <p:cNvSpPr/>
              <p:nvPr/>
            </p:nvSpPr>
            <p:spPr>
              <a:xfrm rot="-755217">
                <a:off x="8892510" y="3893143"/>
                <a:ext cx="47917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58" h="58" extrusionOk="0">
                    <a:moveTo>
                      <a:pt x="54" y="55"/>
                    </a:moveTo>
                    <a:cubicBezTo>
                      <a:pt x="51" y="56"/>
                      <a:pt x="48" y="57"/>
                      <a:pt x="45" y="57"/>
                    </a:cubicBezTo>
                    <a:cubicBezTo>
                      <a:pt x="40" y="57"/>
                      <a:pt x="35" y="55"/>
                      <a:pt x="30" y="53"/>
                    </a:cubicBezTo>
                    <a:cubicBezTo>
                      <a:pt x="27" y="51"/>
                      <a:pt x="24" y="48"/>
                      <a:pt x="22" y="46"/>
                    </a:cubicBezTo>
                    <a:cubicBezTo>
                      <a:pt x="10" y="36"/>
                      <a:pt x="0" y="25"/>
                      <a:pt x="6" y="9"/>
                    </a:cubicBezTo>
                    <a:lnTo>
                      <a:pt x="6" y="8"/>
                    </a:lnTo>
                    <a:cubicBezTo>
                      <a:pt x="8" y="6"/>
                      <a:pt x="10" y="4"/>
                      <a:pt x="12" y="2"/>
                    </a:cubicBezTo>
                    <a:cubicBezTo>
                      <a:pt x="14" y="1"/>
                      <a:pt x="16" y="1"/>
                      <a:pt x="18" y="0"/>
                    </a:cubicBezTo>
                    <a:cubicBezTo>
                      <a:pt x="34" y="0"/>
                      <a:pt x="33" y="16"/>
                      <a:pt x="40" y="27"/>
                    </a:cubicBezTo>
                    <a:cubicBezTo>
                      <a:pt x="46" y="38"/>
                      <a:pt x="57" y="41"/>
                      <a:pt x="54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3" name="Google Shape;5223;p47"/>
              <p:cNvSpPr/>
              <p:nvPr/>
            </p:nvSpPr>
            <p:spPr>
              <a:xfrm rot="-755217">
                <a:off x="9040458" y="3271175"/>
                <a:ext cx="80962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98" h="107" extrusionOk="0">
                    <a:moveTo>
                      <a:pt x="4" y="0"/>
                    </a:moveTo>
                    <a:cubicBezTo>
                      <a:pt x="41" y="30"/>
                      <a:pt x="72" y="66"/>
                      <a:pt x="97" y="106"/>
                    </a:cubicBezTo>
                    <a:cubicBezTo>
                      <a:pt x="58" y="78"/>
                      <a:pt x="25" y="43"/>
                      <a:pt x="0" y="2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4" name="Google Shape;5224;p47"/>
              <p:cNvSpPr/>
              <p:nvPr/>
            </p:nvSpPr>
            <p:spPr>
              <a:xfrm rot="-755217">
                <a:off x="7833061" y="2086120"/>
                <a:ext cx="76006" cy="75175"/>
              </a:xfrm>
              <a:custGeom>
                <a:avLst/>
                <a:gdLst/>
                <a:ahLst/>
                <a:cxnLst/>
                <a:rect l="l" t="t" r="r" b="b"/>
                <a:pathLst>
                  <a:path w="92" h="91" extrusionOk="0">
                    <a:moveTo>
                      <a:pt x="88" y="90"/>
                    </a:moveTo>
                    <a:lnTo>
                      <a:pt x="74" y="79"/>
                    </a:lnTo>
                    <a:cubicBezTo>
                      <a:pt x="57" y="67"/>
                      <a:pt x="44" y="49"/>
                      <a:pt x="22" y="45"/>
                    </a:cubicBezTo>
                    <a:lnTo>
                      <a:pt x="24" y="47"/>
                    </a:lnTo>
                    <a:cubicBezTo>
                      <a:pt x="26" y="30"/>
                      <a:pt x="0" y="25"/>
                      <a:pt x="7" y="0"/>
                    </a:cubicBezTo>
                    <a:lnTo>
                      <a:pt x="91" y="76"/>
                    </a:lnTo>
                    <a:lnTo>
                      <a:pt x="88" y="9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5" name="Google Shape;5225;p47"/>
              <p:cNvSpPr/>
              <p:nvPr/>
            </p:nvSpPr>
            <p:spPr>
              <a:xfrm rot="-755217">
                <a:off x="10016904" y="3648948"/>
                <a:ext cx="90050" cy="9417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14" extrusionOk="0">
                    <a:moveTo>
                      <a:pt x="105" y="113"/>
                    </a:moveTo>
                    <a:cubicBezTo>
                      <a:pt x="67" y="79"/>
                      <a:pt x="32" y="41"/>
                      <a:pt x="0" y="0"/>
                    </a:cubicBezTo>
                    <a:cubicBezTo>
                      <a:pt x="2" y="1"/>
                      <a:pt x="3" y="2"/>
                      <a:pt x="4" y="3"/>
                    </a:cubicBezTo>
                    <a:cubicBezTo>
                      <a:pt x="46" y="27"/>
                      <a:pt x="81" y="61"/>
                      <a:pt x="104" y="102"/>
                    </a:cubicBezTo>
                    <a:cubicBezTo>
                      <a:pt x="106" y="105"/>
                      <a:pt x="107" y="107"/>
                      <a:pt x="108" y="110"/>
                    </a:cubicBezTo>
                    <a:lnTo>
                      <a:pt x="105" y="11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6" name="Google Shape;5226;p47"/>
              <p:cNvSpPr/>
              <p:nvPr/>
            </p:nvSpPr>
            <p:spPr>
              <a:xfrm rot="-755217">
                <a:off x="9198644" y="3639030"/>
                <a:ext cx="78484" cy="87567"/>
              </a:xfrm>
              <a:custGeom>
                <a:avLst/>
                <a:gdLst/>
                <a:ahLst/>
                <a:cxnLst/>
                <a:rect l="l" t="t" r="r" b="b"/>
                <a:pathLst>
                  <a:path w="95" h="106" extrusionOk="0">
                    <a:moveTo>
                      <a:pt x="0" y="0"/>
                    </a:moveTo>
                    <a:cubicBezTo>
                      <a:pt x="38" y="28"/>
                      <a:pt x="70" y="64"/>
                      <a:pt x="94" y="105"/>
                    </a:cubicBezTo>
                    <a:cubicBezTo>
                      <a:pt x="58" y="74"/>
                      <a:pt x="19" y="4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7" name="Google Shape;5227;p47"/>
              <p:cNvSpPr/>
              <p:nvPr/>
            </p:nvSpPr>
            <p:spPr>
              <a:xfrm rot="-755217">
                <a:off x="8445714" y="3918928"/>
                <a:ext cx="51221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62" h="61" extrusionOk="0">
                    <a:moveTo>
                      <a:pt x="61" y="57"/>
                    </a:moveTo>
                    <a:cubicBezTo>
                      <a:pt x="55" y="59"/>
                      <a:pt x="48" y="60"/>
                      <a:pt x="42" y="60"/>
                    </a:cubicBezTo>
                    <a:cubicBezTo>
                      <a:pt x="34" y="60"/>
                      <a:pt x="25" y="57"/>
                      <a:pt x="18" y="54"/>
                    </a:cubicBezTo>
                    <a:cubicBezTo>
                      <a:pt x="14" y="51"/>
                      <a:pt x="11" y="49"/>
                      <a:pt x="8" y="46"/>
                    </a:cubicBezTo>
                    <a:cubicBezTo>
                      <a:pt x="6" y="44"/>
                      <a:pt x="5" y="43"/>
                      <a:pt x="3" y="41"/>
                    </a:cubicBezTo>
                    <a:cubicBezTo>
                      <a:pt x="1" y="37"/>
                      <a:pt x="0" y="33"/>
                      <a:pt x="0" y="29"/>
                    </a:cubicBezTo>
                    <a:cubicBezTo>
                      <a:pt x="0" y="25"/>
                      <a:pt x="1" y="21"/>
                      <a:pt x="3" y="18"/>
                    </a:cubicBezTo>
                    <a:cubicBezTo>
                      <a:pt x="5" y="14"/>
                      <a:pt x="8" y="12"/>
                      <a:pt x="12" y="10"/>
                    </a:cubicBezTo>
                    <a:lnTo>
                      <a:pt x="13" y="9"/>
                    </a:lnTo>
                    <a:cubicBezTo>
                      <a:pt x="26" y="0"/>
                      <a:pt x="33" y="9"/>
                      <a:pt x="34" y="22"/>
                    </a:cubicBezTo>
                    <a:cubicBezTo>
                      <a:pt x="35" y="39"/>
                      <a:pt x="57" y="38"/>
                      <a:pt x="61" y="5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8" name="Google Shape;5228;p47"/>
              <p:cNvSpPr/>
              <p:nvPr/>
            </p:nvSpPr>
            <p:spPr>
              <a:xfrm rot="-755217">
                <a:off x="8405450" y="2449108"/>
                <a:ext cx="77658" cy="78480"/>
              </a:xfrm>
              <a:custGeom>
                <a:avLst/>
                <a:gdLst/>
                <a:ahLst/>
                <a:cxnLst/>
                <a:rect l="l" t="t" r="r" b="b"/>
                <a:pathLst>
                  <a:path w="94" h="95" extrusionOk="0">
                    <a:moveTo>
                      <a:pt x="58" y="38"/>
                    </a:moveTo>
                    <a:cubicBezTo>
                      <a:pt x="67" y="58"/>
                      <a:pt x="93" y="68"/>
                      <a:pt x="93" y="94"/>
                    </a:cubicBezTo>
                    <a:cubicBezTo>
                      <a:pt x="58" y="74"/>
                      <a:pt x="37" y="40"/>
                      <a:pt x="9" y="13"/>
                    </a:cubicBezTo>
                    <a:cubicBezTo>
                      <a:pt x="0" y="4"/>
                      <a:pt x="16" y="1"/>
                      <a:pt x="24" y="0"/>
                    </a:cubicBezTo>
                    <a:lnTo>
                      <a:pt x="58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9" name="Google Shape;5229;p47"/>
              <p:cNvSpPr/>
              <p:nvPr/>
            </p:nvSpPr>
            <p:spPr>
              <a:xfrm rot="-755217">
                <a:off x="8743309" y="3931957"/>
                <a:ext cx="43786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53" h="54" extrusionOk="0">
                    <a:moveTo>
                      <a:pt x="10" y="53"/>
                    </a:moveTo>
                    <a:cubicBezTo>
                      <a:pt x="5" y="51"/>
                      <a:pt x="0" y="49"/>
                      <a:pt x="0" y="43"/>
                    </a:cubicBezTo>
                    <a:cubicBezTo>
                      <a:pt x="0" y="29"/>
                      <a:pt x="25" y="0"/>
                      <a:pt x="36" y="0"/>
                    </a:cubicBezTo>
                    <a:lnTo>
                      <a:pt x="37" y="0"/>
                    </a:lnTo>
                    <a:cubicBezTo>
                      <a:pt x="39" y="0"/>
                      <a:pt x="41" y="0"/>
                      <a:pt x="44" y="2"/>
                    </a:cubicBezTo>
                    <a:cubicBezTo>
                      <a:pt x="47" y="4"/>
                      <a:pt x="49" y="6"/>
                      <a:pt x="50" y="8"/>
                    </a:cubicBezTo>
                    <a:cubicBezTo>
                      <a:pt x="51" y="10"/>
                      <a:pt x="52" y="13"/>
                      <a:pt x="52" y="16"/>
                    </a:cubicBezTo>
                    <a:cubicBezTo>
                      <a:pt x="52" y="17"/>
                      <a:pt x="52" y="17"/>
                      <a:pt x="52" y="18"/>
                    </a:cubicBezTo>
                    <a:cubicBezTo>
                      <a:pt x="51" y="22"/>
                      <a:pt x="49" y="26"/>
                      <a:pt x="47" y="30"/>
                    </a:cubicBezTo>
                    <a:cubicBezTo>
                      <a:pt x="43" y="37"/>
                      <a:pt x="37" y="43"/>
                      <a:pt x="30" y="47"/>
                    </a:cubicBezTo>
                    <a:cubicBezTo>
                      <a:pt x="24" y="51"/>
                      <a:pt x="17" y="53"/>
                      <a:pt x="10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0" name="Google Shape;5230;p47"/>
              <p:cNvSpPr/>
              <p:nvPr/>
            </p:nvSpPr>
            <p:spPr>
              <a:xfrm rot="-755217">
                <a:off x="8867026" y="4259896"/>
                <a:ext cx="35524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43" h="52" extrusionOk="0">
                    <a:moveTo>
                      <a:pt x="41" y="31"/>
                    </a:moveTo>
                    <a:cubicBezTo>
                      <a:pt x="41" y="38"/>
                      <a:pt x="42" y="50"/>
                      <a:pt x="30" y="51"/>
                    </a:cubicBezTo>
                    <a:cubicBezTo>
                      <a:pt x="29" y="51"/>
                      <a:pt x="29" y="51"/>
                      <a:pt x="28" y="51"/>
                    </a:cubicBezTo>
                    <a:cubicBezTo>
                      <a:pt x="23" y="51"/>
                      <a:pt x="18" y="50"/>
                      <a:pt x="14" y="47"/>
                    </a:cubicBezTo>
                    <a:cubicBezTo>
                      <a:pt x="10" y="45"/>
                      <a:pt x="7" y="41"/>
                      <a:pt x="4" y="37"/>
                    </a:cubicBezTo>
                    <a:cubicBezTo>
                      <a:pt x="2" y="34"/>
                      <a:pt x="1" y="30"/>
                      <a:pt x="0" y="26"/>
                    </a:cubicBezTo>
                    <a:cubicBezTo>
                      <a:pt x="0" y="24"/>
                      <a:pt x="0" y="23"/>
                      <a:pt x="0" y="22"/>
                    </a:cubicBezTo>
                    <a:cubicBezTo>
                      <a:pt x="0" y="18"/>
                      <a:pt x="1" y="15"/>
                      <a:pt x="3" y="12"/>
                    </a:cubicBezTo>
                    <a:cubicBezTo>
                      <a:pt x="5" y="9"/>
                      <a:pt x="7" y="7"/>
                      <a:pt x="10" y="5"/>
                    </a:cubicBezTo>
                    <a:cubicBezTo>
                      <a:pt x="12" y="4"/>
                      <a:pt x="15" y="3"/>
                      <a:pt x="17" y="2"/>
                    </a:cubicBezTo>
                    <a:cubicBezTo>
                      <a:pt x="36" y="0"/>
                      <a:pt x="41" y="14"/>
                      <a:pt x="41" y="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1" name="Google Shape;5231;p47"/>
              <p:cNvSpPr/>
              <p:nvPr/>
            </p:nvSpPr>
            <p:spPr>
              <a:xfrm rot="-755217">
                <a:off x="8820217" y="3951995"/>
                <a:ext cx="50395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61" h="40" extrusionOk="0">
                    <a:moveTo>
                      <a:pt x="60" y="30"/>
                    </a:moveTo>
                    <a:cubicBezTo>
                      <a:pt x="59" y="31"/>
                      <a:pt x="57" y="32"/>
                      <a:pt x="55" y="33"/>
                    </a:cubicBezTo>
                    <a:cubicBezTo>
                      <a:pt x="48" y="37"/>
                      <a:pt x="40" y="39"/>
                      <a:pt x="32" y="39"/>
                    </a:cubicBezTo>
                    <a:cubicBezTo>
                      <a:pt x="25" y="39"/>
                      <a:pt x="17" y="38"/>
                      <a:pt x="11" y="34"/>
                    </a:cubicBezTo>
                    <a:cubicBezTo>
                      <a:pt x="10" y="34"/>
                      <a:pt x="9" y="33"/>
                      <a:pt x="8" y="33"/>
                    </a:cubicBezTo>
                    <a:cubicBezTo>
                      <a:pt x="6" y="32"/>
                      <a:pt x="4" y="30"/>
                      <a:pt x="2" y="27"/>
                    </a:cubicBezTo>
                    <a:cubicBezTo>
                      <a:pt x="0" y="24"/>
                      <a:pt x="0" y="22"/>
                      <a:pt x="0" y="19"/>
                    </a:cubicBezTo>
                    <a:cubicBezTo>
                      <a:pt x="0" y="16"/>
                      <a:pt x="1" y="14"/>
                      <a:pt x="2" y="11"/>
                    </a:cubicBezTo>
                    <a:cubicBezTo>
                      <a:pt x="2" y="10"/>
                      <a:pt x="3" y="9"/>
                      <a:pt x="4" y="8"/>
                    </a:cubicBezTo>
                    <a:cubicBezTo>
                      <a:pt x="5" y="5"/>
                      <a:pt x="6" y="3"/>
                      <a:pt x="9" y="2"/>
                    </a:cubicBezTo>
                    <a:cubicBezTo>
                      <a:pt x="12" y="1"/>
                      <a:pt x="14" y="0"/>
                      <a:pt x="17" y="0"/>
                    </a:cubicBezTo>
                    <a:cubicBezTo>
                      <a:pt x="19" y="0"/>
                      <a:pt x="22" y="0"/>
                      <a:pt x="24" y="2"/>
                    </a:cubicBezTo>
                    <a:cubicBezTo>
                      <a:pt x="36" y="8"/>
                      <a:pt x="52" y="12"/>
                      <a:pt x="60" y="3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2" name="Google Shape;5232;p47"/>
              <p:cNvSpPr/>
              <p:nvPr/>
            </p:nvSpPr>
            <p:spPr>
              <a:xfrm rot="-755217">
                <a:off x="9035146" y="4130633"/>
                <a:ext cx="38829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47" h="58" extrusionOk="0">
                    <a:moveTo>
                      <a:pt x="46" y="21"/>
                    </a:moveTo>
                    <a:cubicBezTo>
                      <a:pt x="45" y="26"/>
                      <a:pt x="43" y="31"/>
                      <a:pt x="40" y="36"/>
                    </a:cubicBezTo>
                    <a:cubicBezTo>
                      <a:pt x="37" y="42"/>
                      <a:pt x="31" y="48"/>
                      <a:pt x="25" y="51"/>
                    </a:cubicBezTo>
                    <a:cubicBezTo>
                      <a:pt x="21" y="54"/>
                      <a:pt x="16" y="56"/>
                      <a:pt x="11" y="57"/>
                    </a:cubicBezTo>
                    <a:lnTo>
                      <a:pt x="10" y="57"/>
                    </a:lnTo>
                    <a:cubicBezTo>
                      <a:pt x="8" y="57"/>
                      <a:pt x="7" y="56"/>
                      <a:pt x="5" y="55"/>
                    </a:cubicBezTo>
                    <a:cubicBezTo>
                      <a:pt x="3" y="54"/>
                      <a:pt x="2" y="53"/>
                      <a:pt x="1" y="51"/>
                    </a:cubicBezTo>
                    <a:cubicBezTo>
                      <a:pt x="0" y="49"/>
                      <a:pt x="0" y="48"/>
                      <a:pt x="0" y="46"/>
                    </a:cubicBezTo>
                    <a:cubicBezTo>
                      <a:pt x="0" y="44"/>
                      <a:pt x="0" y="43"/>
                      <a:pt x="1" y="41"/>
                    </a:cubicBezTo>
                    <a:cubicBezTo>
                      <a:pt x="9" y="26"/>
                      <a:pt x="5" y="1"/>
                      <a:pt x="30" y="0"/>
                    </a:cubicBezTo>
                    <a:cubicBezTo>
                      <a:pt x="41" y="0"/>
                      <a:pt x="44" y="10"/>
                      <a:pt x="46" y="2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3" name="Google Shape;5233;p47"/>
              <p:cNvSpPr/>
              <p:nvPr/>
            </p:nvSpPr>
            <p:spPr>
              <a:xfrm rot="-755217">
                <a:off x="8594426" y="3072400"/>
                <a:ext cx="84267" cy="84263"/>
              </a:xfrm>
              <a:custGeom>
                <a:avLst/>
                <a:gdLst/>
                <a:ahLst/>
                <a:cxnLst/>
                <a:rect l="l" t="t" r="r" b="b"/>
                <a:pathLst>
                  <a:path w="102" h="102" extrusionOk="0">
                    <a:moveTo>
                      <a:pt x="4" y="0"/>
                    </a:moveTo>
                    <a:cubicBezTo>
                      <a:pt x="42" y="27"/>
                      <a:pt x="75" y="62"/>
                      <a:pt x="101" y="101"/>
                    </a:cubicBezTo>
                    <a:cubicBezTo>
                      <a:pt x="97" y="99"/>
                      <a:pt x="93" y="96"/>
                      <a:pt x="89" y="94"/>
                    </a:cubicBezTo>
                    <a:cubicBezTo>
                      <a:pt x="54" y="74"/>
                      <a:pt x="24" y="45"/>
                      <a:pt x="4" y="10"/>
                    </a:cubicBezTo>
                    <a:cubicBezTo>
                      <a:pt x="3" y="7"/>
                      <a:pt x="2" y="5"/>
                      <a:pt x="0" y="3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4" name="Google Shape;5234;p47"/>
              <p:cNvSpPr/>
              <p:nvPr/>
            </p:nvSpPr>
            <p:spPr>
              <a:xfrm rot="-755217">
                <a:off x="8693390" y="3187655"/>
                <a:ext cx="76006" cy="96654"/>
              </a:xfrm>
              <a:custGeom>
                <a:avLst/>
                <a:gdLst/>
                <a:ahLst/>
                <a:cxnLst/>
                <a:rect l="l" t="t" r="r" b="b"/>
                <a:pathLst>
                  <a:path w="92" h="117" extrusionOk="0">
                    <a:moveTo>
                      <a:pt x="11" y="0"/>
                    </a:moveTo>
                    <a:cubicBezTo>
                      <a:pt x="28" y="46"/>
                      <a:pt x="69" y="74"/>
                      <a:pt x="91" y="116"/>
                    </a:cubicBezTo>
                    <a:cubicBezTo>
                      <a:pt x="46" y="98"/>
                      <a:pt x="26" y="58"/>
                      <a:pt x="4" y="20"/>
                    </a:cubicBezTo>
                    <a:cubicBezTo>
                      <a:pt x="0" y="13"/>
                      <a:pt x="5" y="6"/>
                      <a:pt x="10" y="1"/>
                    </a:cubicBezTo>
                    <a:lnTo>
                      <a:pt x="1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5" name="Google Shape;5235;p47"/>
              <p:cNvSpPr/>
              <p:nvPr/>
            </p:nvSpPr>
            <p:spPr>
              <a:xfrm rot="-755217">
                <a:off x="8461151" y="3502144"/>
                <a:ext cx="44612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54" h="45" extrusionOk="0">
                    <a:moveTo>
                      <a:pt x="20" y="44"/>
                    </a:moveTo>
                    <a:cubicBezTo>
                      <a:pt x="19" y="44"/>
                      <a:pt x="18" y="44"/>
                      <a:pt x="17" y="44"/>
                    </a:cubicBezTo>
                    <a:cubicBezTo>
                      <a:pt x="14" y="44"/>
                      <a:pt x="12" y="43"/>
                      <a:pt x="9" y="42"/>
                    </a:cubicBezTo>
                    <a:cubicBezTo>
                      <a:pt x="6" y="40"/>
                      <a:pt x="4" y="38"/>
                      <a:pt x="2" y="35"/>
                    </a:cubicBezTo>
                    <a:cubicBezTo>
                      <a:pt x="0" y="32"/>
                      <a:pt x="0" y="30"/>
                      <a:pt x="0" y="27"/>
                    </a:cubicBezTo>
                    <a:cubicBezTo>
                      <a:pt x="0" y="25"/>
                      <a:pt x="0" y="24"/>
                      <a:pt x="0" y="23"/>
                    </a:cubicBezTo>
                    <a:lnTo>
                      <a:pt x="0" y="22"/>
                    </a:lnTo>
                    <a:cubicBezTo>
                      <a:pt x="0" y="18"/>
                      <a:pt x="1" y="14"/>
                      <a:pt x="3" y="11"/>
                    </a:cubicBezTo>
                    <a:cubicBezTo>
                      <a:pt x="5" y="8"/>
                      <a:pt x="7" y="5"/>
                      <a:pt x="11" y="3"/>
                    </a:cubicBezTo>
                    <a:cubicBezTo>
                      <a:pt x="15" y="1"/>
                      <a:pt x="18" y="0"/>
                      <a:pt x="22" y="0"/>
                    </a:cubicBezTo>
                    <a:cubicBezTo>
                      <a:pt x="24" y="0"/>
                      <a:pt x="25" y="0"/>
                      <a:pt x="27" y="0"/>
                    </a:cubicBezTo>
                    <a:cubicBezTo>
                      <a:pt x="40" y="2"/>
                      <a:pt x="53" y="10"/>
                      <a:pt x="53" y="23"/>
                    </a:cubicBezTo>
                    <a:cubicBezTo>
                      <a:pt x="53" y="43"/>
                      <a:pt x="31" y="37"/>
                      <a:pt x="20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6" name="Google Shape;5236;p47"/>
              <p:cNvSpPr/>
              <p:nvPr/>
            </p:nvSpPr>
            <p:spPr>
              <a:xfrm rot="-755217">
                <a:off x="7987931" y="1819580"/>
                <a:ext cx="118139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143" h="51" extrusionOk="0">
                    <a:moveTo>
                      <a:pt x="142" y="49"/>
                    </a:moveTo>
                    <a:cubicBezTo>
                      <a:pt x="92" y="40"/>
                      <a:pt x="44" y="24"/>
                      <a:pt x="0" y="0"/>
                    </a:cubicBezTo>
                    <a:cubicBezTo>
                      <a:pt x="43" y="3"/>
                      <a:pt x="84" y="16"/>
                      <a:pt x="121" y="37"/>
                    </a:cubicBezTo>
                    <a:cubicBezTo>
                      <a:pt x="128" y="41"/>
                      <a:pt x="134" y="45"/>
                      <a:pt x="141" y="50"/>
                    </a:cubicBezTo>
                    <a:lnTo>
                      <a:pt x="142" y="4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7" name="Google Shape;5237;p47"/>
              <p:cNvSpPr/>
              <p:nvPr/>
            </p:nvSpPr>
            <p:spPr>
              <a:xfrm rot="-755217">
                <a:off x="9274442" y="4220626"/>
                <a:ext cx="42134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51" h="48" extrusionOk="0">
                    <a:moveTo>
                      <a:pt x="19" y="47"/>
                    </a:moveTo>
                    <a:cubicBezTo>
                      <a:pt x="16" y="46"/>
                      <a:pt x="13" y="45"/>
                      <a:pt x="10" y="44"/>
                    </a:cubicBezTo>
                    <a:cubicBezTo>
                      <a:pt x="7" y="42"/>
                      <a:pt x="5" y="40"/>
                      <a:pt x="3" y="37"/>
                    </a:cubicBezTo>
                    <a:cubicBezTo>
                      <a:pt x="1" y="34"/>
                      <a:pt x="0" y="30"/>
                      <a:pt x="0" y="27"/>
                    </a:cubicBezTo>
                    <a:cubicBezTo>
                      <a:pt x="0" y="26"/>
                      <a:pt x="0" y="25"/>
                      <a:pt x="0" y="25"/>
                    </a:cubicBezTo>
                    <a:cubicBezTo>
                      <a:pt x="0" y="6"/>
                      <a:pt x="13" y="0"/>
                      <a:pt x="29" y="0"/>
                    </a:cubicBezTo>
                    <a:cubicBezTo>
                      <a:pt x="30" y="0"/>
                      <a:pt x="30" y="0"/>
                      <a:pt x="31" y="0"/>
                    </a:cubicBezTo>
                    <a:cubicBezTo>
                      <a:pt x="34" y="0"/>
                      <a:pt x="38" y="1"/>
                      <a:pt x="41" y="3"/>
                    </a:cubicBezTo>
                    <a:cubicBezTo>
                      <a:pt x="44" y="5"/>
                      <a:pt x="46" y="7"/>
                      <a:pt x="48" y="10"/>
                    </a:cubicBezTo>
                    <a:cubicBezTo>
                      <a:pt x="50" y="13"/>
                      <a:pt x="50" y="16"/>
                      <a:pt x="50" y="19"/>
                    </a:cubicBezTo>
                    <a:cubicBezTo>
                      <a:pt x="50" y="20"/>
                      <a:pt x="50" y="20"/>
                      <a:pt x="50" y="21"/>
                    </a:cubicBezTo>
                    <a:cubicBezTo>
                      <a:pt x="50" y="25"/>
                      <a:pt x="48" y="29"/>
                      <a:pt x="46" y="32"/>
                    </a:cubicBezTo>
                    <a:cubicBezTo>
                      <a:pt x="44" y="37"/>
                      <a:pt x="41" y="40"/>
                      <a:pt x="36" y="43"/>
                    </a:cubicBezTo>
                    <a:cubicBezTo>
                      <a:pt x="31" y="46"/>
                      <a:pt x="26" y="47"/>
                      <a:pt x="21" y="47"/>
                    </a:cubicBezTo>
                    <a:cubicBezTo>
                      <a:pt x="20" y="47"/>
                      <a:pt x="19" y="47"/>
                      <a:pt x="19" y="4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8" name="Google Shape;5238;p47"/>
              <p:cNvSpPr/>
              <p:nvPr/>
            </p:nvSpPr>
            <p:spPr>
              <a:xfrm rot="-755217">
                <a:off x="9703557" y="3340003"/>
                <a:ext cx="71049" cy="83436"/>
              </a:xfrm>
              <a:custGeom>
                <a:avLst/>
                <a:gdLst/>
                <a:ahLst/>
                <a:cxnLst/>
                <a:rect l="l" t="t" r="r" b="b"/>
                <a:pathLst>
                  <a:path w="86" h="101" extrusionOk="0">
                    <a:moveTo>
                      <a:pt x="85" y="99"/>
                    </a:moveTo>
                    <a:cubicBezTo>
                      <a:pt x="43" y="77"/>
                      <a:pt x="23" y="37"/>
                      <a:pt x="0" y="0"/>
                    </a:cubicBezTo>
                    <a:cubicBezTo>
                      <a:pt x="30" y="22"/>
                      <a:pt x="56" y="50"/>
                      <a:pt x="75" y="83"/>
                    </a:cubicBezTo>
                    <a:cubicBezTo>
                      <a:pt x="78" y="88"/>
                      <a:pt x="81" y="94"/>
                      <a:pt x="84" y="100"/>
                    </a:cubicBezTo>
                    <a:lnTo>
                      <a:pt x="85" y="9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9" name="Google Shape;5239;p47"/>
              <p:cNvSpPr/>
              <p:nvPr/>
            </p:nvSpPr>
            <p:spPr>
              <a:xfrm rot="-755217">
                <a:off x="9728145" y="3007662"/>
                <a:ext cx="70223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85" h="80" extrusionOk="0">
                    <a:moveTo>
                      <a:pt x="0" y="0"/>
                    </a:moveTo>
                    <a:lnTo>
                      <a:pt x="84" y="79"/>
                    </a:lnTo>
                    <a:cubicBezTo>
                      <a:pt x="51" y="59"/>
                      <a:pt x="23" y="3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0" name="Google Shape;5240;p47"/>
              <p:cNvSpPr/>
              <p:nvPr/>
            </p:nvSpPr>
            <p:spPr>
              <a:xfrm rot="-755217">
                <a:off x="8275745" y="3820706"/>
                <a:ext cx="48743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59" h="44" extrusionOk="0">
                    <a:moveTo>
                      <a:pt x="58" y="36"/>
                    </a:moveTo>
                    <a:cubicBezTo>
                      <a:pt x="57" y="36"/>
                      <a:pt x="56" y="37"/>
                      <a:pt x="56" y="37"/>
                    </a:cubicBezTo>
                    <a:cubicBezTo>
                      <a:pt x="49" y="41"/>
                      <a:pt x="41" y="43"/>
                      <a:pt x="32" y="43"/>
                    </a:cubicBezTo>
                    <a:cubicBezTo>
                      <a:pt x="27" y="43"/>
                      <a:pt x="22" y="42"/>
                      <a:pt x="17" y="41"/>
                    </a:cubicBezTo>
                    <a:cubicBezTo>
                      <a:pt x="14" y="40"/>
                      <a:pt x="11" y="39"/>
                      <a:pt x="9" y="38"/>
                    </a:cubicBezTo>
                    <a:cubicBezTo>
                      <a:pt x="6" y="36"/>
                      <a:pt x="4" y="34"/>
                      <a:pt x="2" y="31"/>
                    </a:cubicBezTo>
                    <a:cubicBezTo>
                      <a:pt x="1" y="29"/>
                      <a:pt x="0" y="26"/>
                      <a:pt x="0" y="23"/>
                    </a:cubicBezTo>
                    <a:cubicBezTo>
                      <a:pt x="0" y="19"/>
                      <a:pt x="1" y="15"/>
                      <a:pt x="3" y="12"/>
                    </a:cubicBezTo>
                    <a:cubicBezTo>
                      <a:pt x="5" y="8"/>
                      <a:pt x="7" y="5"/>
                      <a:pt x="11" y="3"/>
                    </a:cubicBezTo>
                    <a:cubicBezTo>
                      <a:pt x="12" y="3"/>
                      <a:pt x="13" y="2"/>
                      <a:pt x="14" y="2"/>
                    </a:cubicBezTo>
                    <a:cubicBezTo>
                      <a:pt x="17" y="0"/>
                      <a:pt x="20" y="0"/>
                      <a:pt x="23" y="0"/>
                    </a:cubicBezTo>
                    <a:cubicBezTo>
                      <a:pt x="26" y="0"/>
                      <a:pt x="29" y="1"/>
                      <a:pt x="31" y="2"/>
                    </a:cubicBezTo>
                    <a:cubicBezTo>
                      <a:pt x="34" y="4"/>
                      <a:pt x="36" y="5"/>
                      <a:pt x="37" y="8"/>
                    </a:cubicBezTo>
                    <a:cubicBezTo>
                      <a:pt x="44" y="16"/>
                      <a:pt x="50" y="25"/>
                      <a:pt x="58" y="3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1" name="Google Shape;5241;p47"/>
              <p:cNvSpPr/>
              <p:nvPr/>
            </p:nvSpPr>
            <p:spPr>
              <a:xfrm rot="-755217">
                <a:off x="8718081" y="4319608"/>
                <a:ext cx="34698" cy="52871"/>
              </a:xfrm>
              <a:custGeom>
                <a:avLst/>
                <a:gdLst/>
                <a:ahLst/>
                <a:cxnLst/>
                <a:rect l="l" t="t" r="r" b="b"/>
                <a:pathLst>
                  <a:path w="42" h="64" extrusionOk="0">
                    <a:moveTo>
                      <a:pt x="30" y="0"/>
                    </a:moveTo>
                    <a:cubicBezTo>
                      <a:pt x="31" y="2"/>
                      <a:pt x="33" y="4"/>
                      <a:pt x="34" y="6"/>
                    </a:cubicBezTo>
                    <a:cubicBezTo>
                      <a:pt x="39" y="15"/>
                      <a:pt x="41" y="24"/>
                      <a:pt x="41" y="33"/>
                    </a:cubicBezTo>
                    <a:cubicBezTo>
                      <a:pt x="41" y="37"/>
                      <a:pt x="41" y="41"/>
                      <a:pt x="40" y="45"/>
                    </a:cubicBezTo>
                    <a:cubicBezTo>
                      <a:pt x="39" y="48"/>
                      <a:pt x="39" y="50"/>
                      <a:pt x="37" y="53"/>
                    </a:cubicBezTo>
                    <a:cubicBezTo>
                      <a:pt x="35" y="56"/>
                      <a:pt x="33" y="58"/>
                      <a:pt x="30" y="60"/>
                    </a:cubicBezTo>
                    <a:cubicBezTo>
                      <a:pt x="27" y="62"/>
                      <a:pt x="23" y="63"/>
                      <a:pt x="19" y="63"/>
                    </a:cubicBezTo>
                    <a:cubicBezTo>
                      <a:pt x="18" y="63"/>
                      <a:pt x="17" y="63"/>
                      <a:pt x="16" y="62"/>
                    </a:cubicBezTo>
                    <a:cubicBezTo>
                      <a:pt x="2" y="60"/>
                      <a:pt x="0" y="48"/>
                      <a:pt x="3" y="36"/>
                    </a:cubicBezTo>
                    <a:cubicBezTo>
                      <a:pt x="4" y="30"/>
                      <a:pt x="6" y="25"/>
                      <a:pt x="9" y="20"/>
                    </a:cubicBezTo>
                    <a:cubicBezTo>
                      <a:pt x="14" y="12"/>
                      <a:pt x="20" y="5"/>
                      <a:pt x="28" y="1"/>
                    </a:cubicBezTo>
                    <a:cubicBezTo>
                      <a:pt x="29" y="1"/>
                      <a:pt x="29" y="0"/>
                      <a:pt x="3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2" name="Google Shape;5242;p47"/>
              <p:cNvSpPr/>
              <p:nvPr/>
            </p:nvSpPr>
            <p:spPr>
              <a:xfrm rot="-755217">
                <a:off x="8600414" y="3617395"/>
                <a:ext cx="38003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6" h="47" extrusionOk="0">
                    <a:moveTo>
                      <a:pt x="45" y="26"/>
                    </a:moveTo>
                    <a:cubicBezTo>
                      <a:pt x="45" y="29"/>
                      <a:pt x="44" y="32"/>
                      <a:pt x="42" y="35"/>
                    </a:cubicBezTo>
                    <a:cubicBezTo>
                      <a:pt x="40" y="39"/>
                      <a:pt x="38" y="41"/>
                      <a:pt x="34" y="43"/>
                    </a:cubicBezTo>
                    <a:cubicBezTo>
                      <a:pt x="30" y="45"/>
                      <a:pt x="27" y="46"/>
                      <a:pt x="24" y="46"/>
                    </a:cubicBezTo>
                    <a:cubicBezTo>
                      <a:pt x="22" y="46"/>
                      <a:pt x="20" y="46"/>
                      <a:pt x="19" y="46"/>
                    </a:cubicBezTo>
                    <a:cubicBezTo>
                      <a:pt x="16" y="45"/>
                      <a:pt x="13" y="45"/>
                      <a:pt x="10" y="43"/>
                    </a:cubicBezTo>
                    <a:cubicBezTo>
                      <a:pt x="7" y="41"/>
                      <a:pt x="5" y="39"/>
                      <a:pt x="3" y="36"/>
                    </a:cubicBezTo>
                    <a:cubicBezTo>
                      <a:pt x="1" y="33"/>
                      <a:pt x="0" y="29"/>
                      <a:pt x="0" y="26"/>
                    </a:cubicBezTo>
                    <a:cubicBezTo>
                      <a:pt x="0" y="25"/>
                      <a:pt x="0" y="24"/>
                      <a:pt x="0" y="23"/>
                    </a:cubicBezTo>
                    <a:cubicBezTo>
                      <a:pt x="0" y="23"/>
                      <a:pt x="0" y="22"/>
                      <a:pt x="0" y="21"/>
                    </a:cubicBezTo>
                    <a:cubicBezTo>
                      <a:pt x="0" y="18"/>
                      <a:pt x="1" y="14"/>
                      <a:pt x="3" y="11"/>
                    </a:cubicBezTo>
                    <a:cubicBezTo>
                      <a:pt x="5" y="8"/>
                      <a:pt x="8" y="5"/>
                      <a:pt x="11" y="3"/>
                    </a:cubicBezTo>
                    <a:cubicBezTo>
                      <a:pt x="14" y="1"/>
                      <a:pt x="18" y="0"/>
                      <a:pt x="21" y="0"/>
                    </a:cubicBezTo>
                    <a:cubicBezTo>
                      <a:pt x="22" y="0"/>
                      <a:pt x="23" y="0"/>
                      <a:pt x="24" y="0"/>
                    </a:cubicBezTo>
                    <a:cubicBezTo>
                      <a:pt x="39" y="1"/>
                      <a:pt x="45" y="11"/>
                      <a:pt x="45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3" name="Google Shape;5243;p47"/>
              <p:cNvSpPr/>
              <p:nvPr/>
            </p:nvSpPr>
            <p:spPr>
              <a:xfrm rot="-755217">
                <a:off x="10427633" y="3936074"/>
                <a:ext cx="41307" cy="103263"/>
              </a:xfrm>
              <a:custGeom>
                <a:avLst/>
                <a:gdLst/>
                <a:ahLst/>
                <a:cxnLst/>
                <a:rect l="l" t="t" r="r" b="b"/>
                <a:pathLst>
                  <a:path w="50" h="125" extrusionOk="0">
                    <a:moveTo>
                      <a:pt x="48" y="0"/>
                    </a:moveTo>
                    <a:cubicBezTo>
                      <a:pt x="48" y="47"/>
                      <a:pt x="17" y="83"/>
                      <a:pt x="0" y="124"/>
                    </a:cubicBezTo>
                    <a:cubicBezTo>
                      <a:pt x="7" y="87"/>
                      <a:pt x="20" y="51"/>
                      <a:pt x="39" y="18"/>
                    </a:cubicBezTo>
                    <a:cubicBezTo>
                      <a:pt x="42" y="13"/>
                      <a:pt x="46" y="7"/>
                      <a:pt x="49" y="1"/>
                    </a:cubicBezTo>
                    <a:lnTo>
                      <a:pt x="4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4" name="Google Shape;5244;p47"/>
              <p:cNvSpPr/>
              <p:nvPr/>
            </p:nvSpPr>
            <p:spPr>
              <a:xfrm rot="-755217">
                <a:off x="9399706" y="3258167"/>
                <a:ext cx="57004" cy="104915"/>
              </a:xfrm>
              <a:custGeom>
                <a:avLst/>
                <a:gdLst/>
                <a:ahLst/>
                <a:cxnLst/>
                <a:rect l="l" t="t" r="r" b="b"/>
                <a:pathLst>
                  <a:path w="69" h="127" extrusionOk="0">
                    <a:moveTo>
                      <a:pt x="68" y="126"/>
                    </a:moveTo>
                    <a:cubicBezTo>
                      <a:pt x="58" y="112"/>
                      <a:pt x="49" y="97"/>
                      <a:pt x="40" y="82"/>
                    </a:cubicBezTo>
                    <a:cubicBezTo>
                      <a:pt x="25" y="56"/>
                      <a:pt x="12" y="28"/>
                      <a:pt x="0" y="0"/>
                    </a:cubicBezTo>
                    <a:cubicBezTo>
                      <a:pt x="15" y="15"/>
                      <a:pt x="27" y="32"/>
                      <a:pt x="38" y="51"/>
                    </a:cubicBezTo>
                    <a:cubicBezTo>
                      <a:pt x="51" y="74"/>
                      <a:pt x="62" y="99"/>
                      <a:pt x="68" y="1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5" name="Google Shape;5245;p47"/>
              <p:cNvSpPr/>
              <p:nvPr/>
            </p:nvSpPr>
            <p:spPr>
              <a:xfrm rot="-755217">
                <a:off x="10125508" y="3870601"/>
                <a:ext cx="62787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76" h="107" extrusionOk="0">
                    <a:moveTo>
                      <a:pt x="3" y="0"/>
                    </a:moveTo>
                    <a:cubicBezTo>
                      <a:pt x="24" y="22"/>
                      <a:pt x="42" y="46"/>
                      <a:pt x="58" y="73"/>
                    </a:cubicBezTo>
                    <a:cubicBezTo>
                      <a:pt x="64" y="83"/>
                      <a:pt x="69" y="94"/>
                      <a:pt x="75" y="106"/>
                    </a:cubicBezTo>
                    <a:cubicBezTo>
                      <a:pt x="50" y="82"/>
                      <a:pt x="29" y="55"/>
                      <a:pt x="12" y="26"/>
                    </a:cubicBezTo>
                    <a:cubicBezTo>
                      <a:pt x="8" y="18"/>
                      <a:pt x="4" y="11"/>
                      <a:pt x="0" y="3"/>
                    </a:cubicBezTo>
                    <a:lnTo>
                      <a:pt x="3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6" name="Google Shape;5246;p47"/>
              <p:cNvSpPr/>
              <p:nvPr/>
            </p:nvSpPr>
            <p:spPr>
              <a:xfrm rot="-755217">
                <a:off x="9689682" y="3010209"/>
                <a:ext cx="57830" cy="81784"/>
              </a:xfrm>
              <a:custGeom>
                <a:avLst/>
                <a:gdLst/>
                <a:ahLst/>
                <a:cxnLst/>
                <a:rect l="l" t="t" r="r" b="b"/>
                <a:pathLst>
                  <a:path w="70" h="99" extrusionOk="0">
                    <a:moveTo>
                      <a:pt x="69" y="97"/>
                    </a:moveTo>
                    <a:cubicBezTo>
                      <a:pt x="48" y="81"/>
                      <a:pt x="30" y="60"/>
                      <a:pt x="17" y="37"/>
                    </a:cubicBezTo>
                    <a:cubicBezTo>
                      <a:pt x="10" y="25"/>
                      <a:pt x="5" y="13"/>
                      <a:pt x="0" y="0"/>
                    </a:cubicBezTo>
                    <a:cubicBezTo>
                      <a:pt x="27" y="30"/>
                      <a:pt x="58" y="57"/>
                      <a:pt x="68" y="98"/>
                    </a:cubicBezTo>
                    <a:lnTo>
                      <a:pt x="69" y="9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7" name="Google Shape;5247;p47"/>
              <p:cNvSpPr/>
              <p:nvPr/>
            </p:nvSpPr>
            <p:spPr>
              <a:xfrm rot="-755217">
                <a:off x="10481253" y="3485108"/>
                <a:ext cx="47090" cy="112350"/>
              </a:xfrm>
              <a:custGeom>
                <a:avLst/>
                <a:gdLst/>
                <a:ahLst/>
                <a:cxnLst/>
                <a:rect l="l" t="t" r="r" b="b"/>
                <a:pathLst>
                  <a:path w="57" h="136" extrusionOk="0">
                    <a:moveTo>
                      <a:pt x="56" y="0"/>
                    </a:moveTo>
                    <a:cubicBezTo>
                      <a:pt x="50" y="39"/>
                      <a:pt x="36" y="75"/>
                      <a:pt x="17" y="109"/>
                    </a:cubicBezTo>
                    <a:cubicBezTo>
                      <a:pt x="12" y="118"/>
                      <a:pt x="6" y="127"/>
                      <a:pt x="0" y="135"/>
                    </a:cubicBezTo>
                    <a:cubicBezTo>
                      <a:pt x="7" y="97"/>
                      <a:pt x="20" y="60"/>
                      <a:pt x="40" y="27"/>
                    </a:cubicBezTo>
                    <a:cubicBezTo>
                      <a:pt x="45" y="18"/>
                      <a:pt x="50" y="9"/>
                      <a:pt x="5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8" name="Google Shape;5248;p47"/>
              <p:cNvSpPr/>
              <p:nvPr/>
            </p:nvSpPr>
            <p:spPr>
              <a:xfrm rot="-755217">
                <a:off x="9153328" y="3359762"/>
                <a:ext cx="67744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82" h="81" extrusionOk="0">
                    <a:moveTo>
                      <a:pt x="72" y="80"/>
                    </a:moveTo>
                    <a:lnTo>
                      <a:pt x="0" y="0"/>
                    </a:lnTo>
                    <a:cubicBezTo>
                      <a:pt x="2" y="1"/>
                      <a:pt x="4" y="3"/>
                      <a:pt x="6" y="4"/>
                    </a:cubicBezTo>
                    <a:cubicBezTo>
                      <a:pt x="36" y="21"/>
                      <a:pt x="61" y="44"/>
                      <a:pt x="81" y="73"/>
                    </a:cubicBezTo>
                    <a:lnTo>
                      <a:pt x="72" y="8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9" name="Google Shape;5249;p47"/>
              <p:cNvSpPr/>
              <p:nvPr/>
            </p:nvSpPr>
            <p:spPr>
              <a:xfrm rot="-755217">
                <a:off x="9198599" y="4150741"/>
                <a:ext cx="47090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57" h="55" extrusionOk="0">
                    <a:moveTo>
                      <a:pt x="48" y="47"/>
                    </a:moveTo>
                    <a:cubicBezTo>
                      <a:pt x="35" y="54"/>
                      <a:pt x="24" y="47"/>
                      <a:pt x="13" y="41"/>
                    </a:cubicBezTo>
                    <a:cubicBezTo>
                      <a:pt x="12" y="41"/>
                      <a:pt x="11" y="40"/>
                      <a:pt x="10" y="39"/>
                    </a:cubicBezTo>
                    <a:cubicBezTo>
                      <a:pt x="7" y="38"/>
                      <a:pt x="5" y="36"/>
                      <a:pt x="3" y="33"/>
                    </a:cubicBezTo>
                    <a:cubicBezTo>
                      <a:pt x="1" y="30"/>
                      <a:pt x="0" y="27"/>
                      <a:pt x="0" y="24"/>
                    </a:cubicBezTo>
                    <a:cubicBezTo>
                      <a:pt x="0" y="22"/>
                      <a:pt x="1" y="21"/>
                      <a:pt x="1" y="19"/>
                    </a:cubicBezTo>
                    <a:cubicBezTo>
                      <a:pt x="1" y="17"/>
                      <a:pt x="3" y="15"/>
                      <a:pt x="4" y="12"/>
                    </a:cubicBezTo>
                    <a:cubicBezTo>
                      <a:pt x="6" y="8"/>
                      <a:pt x="8" y="6"/>
                      <a:pt x="12" y="4"/>
                    </a:cubicBezTo>
                    <a:cubicBezTo>
                      <a:pt x="14" y="3"/>
                      <a:pt x="16" y="2"/>
                      <a:pt x="18" y="1"/>
                    </a:cubicBezTo>
                    <a:cubicBezTo>
                      <a:pt x="20" y="1"/>
                      <a:pt x="22" y="0"/>
                      <a:pt x="24" y="0"/>
                    </a:cubicBezTo>
                    <a:cubicBezTo>
                      <a:pt x="27" y="0"/>
                      <a:pt x="29" y="1"/>
                      <a:pt x="32" y="3"/>
                    </a:cubicBezTo>
                    <a:cubicBezTo>
                      <a:pt x="35" y="5"/>
                      <a:pt x="37" y="6"/>
                      <a:pt x="39" y="9"/>
                    </a:cubicBezTo>
                    <a:cubicBezTo>
                      <a:pt x="39" y="10"/>
                      <a:pt x="40" y="11"/>
                      <a:pt x="40" y="12"/>
                    </a:cubicBezTo>
                    <a:cubicBezTo>
                      <a:pt x="43" y="23"/>
                      <a:pt x="56" y="32"/>
                      <a:pt x="48" y="4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0" name="Google Shape;5250;p47"/>
              <p:cNvSpPr/>
              <p:nvPr/>
            </p:nvSpPr>
            <p:spPr>
              <a:xfrm rot="-755217">
                <a:off x="8583031" y="4044028"/>
                <a:ext cx="42960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52" h="55" extrusionOk="0">
                    <a:moveTo>
                      <a:pt x="45" y="0"/>
                    </a:moveTo>
                    <a:cubicBezTo>
                      <a:pt x="47" y="26"/>
                      <a:pt x="51" y="47"/>
                      <a:pt x="20" y="53"/>
                    </a:cubicBezTo>
                    <a:cubicBezTo>
                      <a:pt x="19" y="53"/>
                      <a:pt x="17" y="54"/>
                      <a:pt x="16" y="54"/>
                    </a:cubicBezTo>
                    <a:cubicBezTo>
                      <a:pt x="13" y="54"/>
                      <a:pt x="11" y="52"/>
                      <a:pt x="8" y="51"/>
                    </a:cubicBezTo>
                    <a:cubicBezTo>
                      <a:pt x="6" y="49"/>
                      <a:pt x="4" y="48"/>
                      <a:pt x="3" y="46"/>
                    </a:cubicBezTo>
                    <a:cubicBezTo>
                      <a:pt x="2" y="44"/>
                      <a:pt x="1" y="42"/>
                      <a:pt x="1" y="39"/>
                    </a:cubicBezTo>
                    <a:cubicBezTo>
                      <a:pt x="0" y="10"/>
                      <a:pt x="21" y="6"/>
                      <a:pt x="4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1" name="Google Shape;5251;p47"/>
              <p:cNvSpPr/>
              <p:nvPr/>
            </p:nvSpPr>
            <p:spPr>
              <a:xfrm rot="-755217">
                <a:off x="9896671" y="3000210"/>
                <a:ext cx="48743" cy="53697"/>
              </a:xfrm>
              <a:custGeom>
                <a:avLst/>
                <a:gdLst/>
                <a:ahLst/>
                <a:cxnLst/>
                <a:rect l="l" t="t" r="r" b="b"/>
                <a:pathLst>
                  <a:path w="59" h="65" extrusionOk="0">
                    <a:moveTo>
                      <a:pt x="17" y="1"/>
                    </a:moveTo>
                    <a:cubicBezTo>
                      <a:pt x="58" y="27"/>
                      <a:pt x="58" y="27"/>
                      <a:pt x="43" y="64"/>
                    </a:cubicBezTo>
                    <a:cubicBezTo>
                      <a:pt x="29" y="44"/>
                      <a:pt x="0" y="32"/>
                      <a:pt x="17" y="0"/>
                    </a:cubicBezTo>
                    <a:lnTo>
                      <a:pt x="17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2" name="Google Shape;5252;p47"/>
              <p:cNvSpPr/>
              <p:nvPr/>
            </p:nvSpPr>
            <p:spPr>
              <a:xfrm rot="-755217">
                <a:off x="9334707" y="3732420"/>
                <a:ext cx="66918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81" h="81" extrusionOk="0">
                    <a:moveTo>
                      <a:pt x="0" y="0"/>
                    </a:moveTo>
                    <a:lnTo>
                      <a:pt x="80" y="80"/>
                    </a:lnTo>
                    <a:cubicBezTo>
                      <a:pt x="75" y="78"/>
                      <a:pt x="71" y="75"/>
                      <a:pt x="67" y="73"/>
                    </a:cubicBezTo>
                    <a:cubicBezTo>
                      <a:pt x="42" y="59"/>
                      <a:pt x="21" y="38"/>
                      <a:pt x="7" y="13"/>
                    </a:cubicBezTo>
                    <a:cubicBezTo>
                      <a:pt x="5" y="9"/>
                      <a:pt x="2" y="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3" name="Google Shape;5253;p47"/>
              <p:cNvSpPr/>
              <p:nvPr/>
            </p:nvSpPr>
            <p:spPr>
              <a:xfrm rot="-755217">
                <a:off x="8960622" y="3208321"/>
                <a:ext cx="67744" cy="84263"/>
              </a:xfrm>
              <a:custGeom>
                <a:avLst/>
                <a:gdLst/>
                <a:ahLst/>
                <a:cxnLst/>
                <a:rect l="l" t="t" r="r" b="b"/>
                <a:pathLst>
                  <a:path w="82" h="102" extrusionOk="0">
                    <a:moveTo>
                      <a:pt x="77" y="101"/>
                    </a:moveTo>
                    <a:cubicBezTo>
                      <a:pt x="52" y="82"/>
                      <a:pt x="31" y="59"/>
                      <a:pt x="15" y="31"/>
                    </a:cubicBezTo>
                    <a:cubicBezTo>
                      <a:pt x="9" y="21"/>
                      <a:pt x="4" y="11"/>
                      <a:pt x="0" y="0"/>
                    </a:cubicBezTo>
                    <a:cubicBezTo>
                      <a:pt x="32" y="28"/>
                      <a:pt x="59" y="61"/>
                      <a:pt x="81" y="97"/>
                    </a:cubicBezTo>
                    <a:lnTo>
                      <a:pt x="77" y="10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4" name="Google Shape;5254;p47"/>
              <p:cNvSpPr/>
              <p:nvPr/>
            </p:nvSpPr>
            <p:spPr>
              <a:xfrm rot="-755217">
                <a:off x="10357967" y="4153856"/>
                <a:ext cx="31394" cy="76002"/>
              </a:xfrm>
              <a:custGeom>
                <a:avLst/>
                <a:gdLst/>
                <a:ahLst/>
                <a:cxnLst/>
                <a:rect l="l" t="t" r="r" b="b"/>
                <a:pathLst>
                  <a:path w="38" h="92" extrusionOk="0">
                    <a:moveTo>
                      <a:pt x="37" y="91"/>
                    </a:moveTo>
                    <a:cubicBezTo>
                      <a:pt x="2" y="56"/>
                      <a:pt x="0" y="50"/>
                      <a:pt x="8" y="0"/>
                    </a:cubicBezTo>
                    <a:cubicBezTo>
                      <a:pt x="23" y="34"/>
                      <a:pt x="20" y="66"/>
                      <a:pt x="37" y="9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5" name="Google Shape;5255;p47"/>
              <p:cNvSpPr/>
              <p:nvPr/>
            </p:nvSpPr>
            <p:spPr>
              <a:xfrm rot="-755217">
                <a:off x="7758708" y="1982571"/>
                <a:ext cx="71875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87" h="50" extrusionOk="0">
                    <a:moveTo>
                      <a:pt x="86" y="49"/>
                    </a:moveTo>
                    <a:cubicBezTo>
                      <a:pt x="69" y="45"/>
                      <a:pt x="53" y="39"/>
                      <a:pt x="38" y="30"/>
                    </a:cubicBezTo>
                    <a:cubicBezTo>
                      <a:pt x="24" y="22"/>
                      <a:pt x="11" y="12"/>
                      <a:pt x="0" y="0"/>
                    </a:cubicBezTo>
                    <a:cubicBezTo>
                      <a:pt x="17" y="3"/>
                      <a:pt x="33" y="10"/>
                      <a:pt x="48" y="18"/>
                    </a:cubicBezTo>
                    <a:cubicBezTo>
                      <a:pt x="62" y="26"/>
                      <a:pt x="75" y="37"/>
                      <a:pt x="86" y="4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6" name="Google Shape;5256;p47"/>
              <p:cNvSpPr/>
              <p:nvPr/>
            </p:nvSpPr>
            <p:spPr>
              <a:xfrm rot="-755217">
                <a:off x="8127949" y="3403901"/>
                <a:ext cx="57004" cy="83436"/>
              </a:xfrm>
              <a:custGeom>
                <a:avLst/>
                <a:gdLst/>
                <a:ahLst/>
                <a:cxnLst/>
                <a:rect l="l" t="t" r="r" b="b"/>
                <a:pathLst>
                  <a:path w="69" h="101" extrusionOk="0">
                    <a:moveTo>
                      <a:pt x="68" y="99"/>
                    </a:moveTo>
                    <a:cubicBezTo>
                      <a:pt x="47" y="82"/>
                      <a:pt x="30" y="62"/>
                      <a:pt x="16" y="38"/>
                    </a:cubicBezTo>
                    <a:cubicBezTo>
                      <a:pt x="10" y="27"/>
                      <a:pt x="4" y="15"/>
                      <a:pt x="0" y="2"/>
                    </a:cubicBezTo>
                    <a:lnTo>
                      <a:pt x="2" y="0"/>
                    </a:lnTo>
                    <a:cubicBezTo>
                      <a:pt x="20" y="16"/>
                      <a:pt x="35" y="36"/>
                      <a:pt x="47" y="57"/>
                    </a:cubicBezTo>
                    <a:cubicBezTo>
                      <a:pt x="55" y="70"/>
                      <a:pt x="62" y="85"/>
                      <a:pt x="67" y="100"/>
                    </a:cubicBezTo>
                    <a:lnTo>
                      <a:pt x="68" y="9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7" name="Google Shape;5257;p47"/>
              <p:cNvSpPr/>
              <p:nvPr/>
            </p:nvSpPr>
            <p:spPr>
              <a:xfrm rot="-755217">
                <a:off x="8510913" y="3074825"/>
                <a:ext cx="61135" cy="69393"/>
              </a:xfrm>
              <a:custGeom>
                <a:avLst/>
                <a:gdLst/>
                <a:ahLst/>
                <a:cxnLst/>
                <a:rect l="l" t="t" r="r" b="b"/>
                <a:pathLst>
                  <a:path w="74" h="84" extrusionOk="0">
                    <a:moveTo>
                      <a:pt x="0" y="1"/>
                    </a:moveTo>
                    <a:cubicBezTo>
                      <a:pt x="35" y="18"/>
                      <a:pt x="50" y="54"/>
                      <a:pt x="73" y="83"/>
                    </a:cubicBezTo>
                    <a:cubicBezTo>
                      <a:pt x="44" y="60"/>
                      <a:pt x="12" y="3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8" name="Google Shape;5258;p47"/>
              <p:cNvSpPr/>
              <p:nvPr/>
            </p:nvSpPr>
            <p:spPr>
              <a:xfrm rot="-755217">
                <a:off x="7856762" y="2065988"/>
                <a:ext cx="61961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75" h="59" extrusionOk="0">
                    <a:moveTo>
                      <a:pt x="8" y="0"/>
                    </a:moveTo>
                    <a:lnTo>
                      <a:pt x="74" y="58"/>
                    </a:lnTo>
                    <a:cubicBezTo>
                      <a:pt x="61" y="56"/>
                      <a:pt x="49" y="51"/>
                      <a:pt x="37" y="44"/>
                    </a:cubicBezTo>
                    <a:cubicBezTo>
                      <a:pt x="22" y="36"/>
                      <a:pt x="9" y="24"/>
                      <a:pt x="0" y="9"/>
                    </a:cubicBez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9" name="Google Shape;5259;p47"/>
              <p:cNvSpPr/>
              <p:nvPr/>
            </p:nvSpPr>
            <p:spPr>
              <a:xfrm rot="-755217">
                <a:off x="7923999" y="2052298"/>
                <a:ext cx="66092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80" h="68" extrusionOk="0">
                    <a:moveTo>
                      <a:pt x="79" y="67"/>
                    </a:moveTo>
                    <a:cubicBezTo>
                      <a:pt x="68" y="64"/>
                      <a:pt x="58" y="60"/>
                      <a:pt x="48" y="55"/>
                    </a:cubicBezTo>
                    <a:cubicBezTo>
                      <a:pt x="31" y="45"/>
                      <a:pt x="16" y="30"/>
                      <a:pt x="6" y="12"/>
                    </a:cubicBezTo>
                    <a:cubicBezTo>
                      <a:pt x="4" y="8"/>
                      <a:pt x="1" y="4"/>
                      <a:pt x="0" y="0"/>
                    </a:cubicBezTo>
                    <a:lnTo>
                      <a:pt x="79" y="6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0" name="Google Shape;5260;p47"/>
              <p:cNvSpPr/>
              <p:nvPr/>
            </p:nvSpPr>
            <p:spPr>
              <a:xfrm rot="-755217">
                <a:off x="8738794" y="3469914"/>
                <a:ext cx="47917" cy="78480"/>
              </a:xfrm>
              <a:custGeom>
                <a:avLst/>
                <a:gdLst/>
                <a:ahLst/>
                <a:cxnLst/>
                <a:rect l="l" t="t" r="r" b="b"/>
                <a:pathLst>
                  <a:path w="58" h="95" extrusionOk="0">
                    <a:moveTo>
                      <a:pt x="57" y="94"/>
                    </a:moveTo>
                    <a:cubicBezTo>
                      <a:pt x="41" y="79"/>
                      <a:pt x="28" y="62"/>
                      <a:pt x="18" y="43"/>
                    </a:cubicBezTo>
                    <a:cubicBezTo>
                      <a:pt x="11" y="31"/>
                      <a:pt x="5" y="18"/>
                      <a:pt x="0" y="5"/>
                    </a:cubicBezTo>
                    <a:lnTo>
                      <a:pt x="10" y="0"/>
                    </a:lnTo>
                    <a:lnTo>
                      <a:pt x="57" y="9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1" name="Google Shape;5261;p47"/>
              <p:cNvSpPr/>
              <p:nvPr/>
            </p:nvSpPr>
            <p:spPr>
              <a:xfrm rot="-755217">
                <a:off x="8082271" y="2199530"/>
                <a:ext cx="76006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92" h="68" extrusionOk="0">
                    <a:moveTo>
                      <a:pt x="8" y="0"/>
                    </a:moveTo>
                    <a:cubicBezTo>
                      <a:pt x="14" y="3"/>
                      <a:pt x="20" y="6"/>
                      <a:pt x="26" y="9"/>
                    </a:cubicBezTo>
                    <a:cubicBezTo>
                      <a:pt x="51" y="24"/>
                      <a:pt x="73" y="44"/>
                      <a:pt x="91" y="67"/>
                    </a:cubicBezTo>
                    <a:lnTo>
                      <a:pt x="0" y="9"/>
                    </a:ln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2" name="Google Shape;5262;p47"/>
              <p:cNvSpPr/>
              <p:nvPr/>
            </p:nvSpPr>
            <p:spPr>
              <a:xfrm rot="-755217">
                <a:off x="9317825" y="4319299"/>
                <a:ext cx="33872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41" h="42" extrusionOk="0">
                    <a:moveTo>
                      <a:pt x="21" y="41"/>
                    </a:moveTo>
                    <a:cubicBezTo>
                      <a:pt x="9" y="41"/>
                      <a:pt x="0" y="36"/>
                      <a:pt x="0" y="23"/>
                    </a:cubicBezTo>
                    <a:cubicBezTo>
                      <a:pt x="0" y="10"/>
                      <a:pt x="9" y="4"/>
                      <a:pt x="20" y="1"/>
                    </a:cubicBezTo>
                    <a:cubicBezTo>
                      <a:pt x="21" y="0"/>
                      <a:pt x="23" y="0"/>
                      <a:pt x="25" y="0"/>
                    </a:cubicBezTo>
                    <a:cubicBezTo>
                      <a:pt x="27" y="0"/>
                      <a:pt x="30" y="1"/>
                      <a:pt x="32" y="2"/>
                    </a:cubicBezTo>
                    <a:cubicBezTo>
                      <a:pt x="34" y="3"/>
                      <a:pt x="36" y="5"/>
                      <a:pt x="37" y="7"/>
                    </a:cubicBezTo>
                    <a:cubicBezTo>
                      <a:pt x="38" y="9"/>
                      <a:pt x="39" y="11"/>
                      <a:pt x="39" y="13"/>
                    </a:cubicBezTo>
                    <a:cubicBezTo>
                      <a:pt x="39" y="16"/>
                      <a:pt x="40" y="18"/>
                      <a:pt x="40" y="20"/>
                    </a:cubicBezTo>
                    <a:cubicBezTo>
                      <a:pt x="40" y="24"/>
                      <a:pt x="39" y="27"/>
                      <a:pt x="37" y="31"/>
                    </a:cubicBezTo>
                    <a:cubicBezTo>
                      <a:pt x="35" y="35"/>
                      <a:pt x="32" y="36"/>
                      <a:pt x="29" y="38"/>
                    </a:cubicBezTo>
                    <a:cubicBezTo>
                      <a:pt x="27" y="39"/>
                      <a:pt x="24" y="41"/>
                      <a:pt x="21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3" name="Google Shape;5263;p47"/>
              <p:cNvSpPr/>
              <p:nvPr/>
            </p:nvSpPr>
            <p:spPr>
              <a:xfrm rot="-755217">
                <a:off x="8840502" y="4364676"/>
                <a:ext cx="43786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53" h="42" extrusionOk="0">
                    <a:moveTo>
                      <a:pt x="52" y="41"/>
                    </a:moveTo>
                    <a:cubicBezTo>
                      <a:pt x="50" y="41"/>
                      <a:pt x="49" y="41"/>
                      <a:pt x="47" y="41"/>
                    </a:cubicBezTo>
                    <a:cubicBezTo>
                      <a:pt x="36" y="41"/>
                      <a:pt x="25" y="38"/>
                      <a:pt x="15" y="32"/>
                    </a:cubicBezTo>
                    <a:cubicBezTo>
                      <a:pt x="11" y="30"/>
                      <a:pt x="8" y="28"/>
                      <a:pt x="5" y="25"/>
                    </a:cubicBezTo>
                    <a:cubicBezTo>
                      <a:pt x="4" y="24"/>
                      <a:pt x="3" y="23"/>
                      <a:pt x="2" y="22"/>
                    </a:cubicBezTo>
                    <a:cubicBezTo>
                      <a:pt x="1" y="19"/>
                      <a:pt x="0" y="17"/>
                      <a:pt x="0" y="15"/>
                    </a:cubicBezTo>
                    <a:cubicBezTo>
                      <a:pt x="0" y="12"/>
                      <a:pt x="1" y="10"/>
                      <a:pt x="2" y="8"/>
                    </a:cubicBezTo>
                    <a:cubicBezTo>
                      <a:pt x="2" y="7"/>
                      <a:pt x="2" y="6"/>
                      <a:pt x="3" y="6"/>
                    </a:cubicBezTo>
                    <a:cubicBezTo>
                      <a:pt x="4" y="4"/>
                      <a:pt x="6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1" y="3"/>
                      <a:pt x="21" y="2"/>
                      <a:pt x="21" y="2"/>
                    </a:cubicBezTo>
                    <a:cubicBezTo>
                      <a:pt x="34" y="11"/>
                      <a:pt x="50" y="17"/>
                      <a:pt x="52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4" name="Google Shape;5264;p47"/>
              <p:cNvSpPr/>
              <p:nvPr/>
            </p:nvSpPr>
            <p:spPr>
              <a:xfrm rot="-755217">
                <a:off x="8603418" y="3332221"/>
                <a:ext cx="64440" cy="64436"/>
              </a:xfrm>
              <a:custGeom>
                <a:avLst/>
                <a:gdLst/>
                <a:ahLst/>
                <a:cxnLst/>
                <a:rect l="l" t="t" r="r" b="b"/>
                <a:pathLst>
                  <a:path w="78" h="78" extrusionOk="0">
                    <a:moveTo>
                      <a:pt x="5" y="0"/>
                    </a:moveTo>
                    <a:lnTo>
                      <a:pt x="77" y="77"/>
                    </a:lnTo>
                    <a:cubicBezTo>
                      <a:pt x="72" y="74"/>
                      <a:pt x="67" y="72"/>
                      <a:pt x="62" y="69"/>
                    </a:cubicBezTo>
                    <a:cubicBezTo>
                      <a:pt x="37" y="54"/>
                      <a:pt x="17" y="34"/>
                      <a:pt x="3" y="10"/>
                    </a:cubicBezTo>
                    <a:cubicBezTo>
                      <a:pt x="2" y="8"/>
                      <a:pt x="1" y="6"/>
                      <a:pt x="0" y="5"/>
                    </a:cubicBezTo>
                    <a:lnTo>
                      <a:pt x="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5" name="Google Shape;5265;p47"/>
              <p:cNvSpPr/>
              <p:nvPr/>
            </p:nvSpPr>
            <p:spPr>
              <a:xfrm rot="-755217">
                <a:off x="10206231" y="3862592"/>
                <a:ext cx="62787" cy="76828"/>
              </a:xfrm>
              <a:custGeom>
                <a:avLst/>
                <a:gdLst/>
                <a:ahLst/>
                <a:cxnLst/>
                <a:rect l="l" t="t" r="r" b="b"/>
                <a:pathLst>
                  <a:path w="76" h="93" extrusionOk="0">
                    <a:moveTo>
                      <a:pt x="24" y="56"/>
                    </a:moveTo>
                    <a:cubicBezTo>
                      <a:pt x="27" y="33"/>
                      <a:pt x="0" y="22"/>
                      <a:pt x="2" y="0"/>
                    </a:cubicBezTo>
                    <a:cubicBezTo>
                      <a:pt x="39" y="18"/>
                      <a:pt x="44" y="60"/>
                      <a:pt x="75" y="92"/>
                    </a:cubicBezTo>
                    <a:cubicBezTo>
                      <a:pt x="43" y="88"/>
                      <a:pt x="46" y="55"/>
                      <a:pt x="22" y="53"/>
                    </a:cubicBezTo>
                    <a:lnTo>
                      <a:pt x="24" y="5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6" name="Google Shape;5266;p47"/>
              <p:cNvSpPr/>
              <p:nvPr/>
            </p:nvSpPr>
            <p:spPr>
              <a:xfrm rot="-755217">
                <a:off x="8578141" y="4155333"/>
                <a:ext cx="41307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50" h="54" extrusionOk="0">
                    <a:moveTo>
                      <a:pt x="49" y="53"/>
                    </a:moveTo>
                    <a:cubicBezTo>
                      <a:pt x="41" y="52"/>
                      <a:pt x="34" y="51"/>
                      <a:pt x="27" y="48"/>
                    </a:cubicBezTo>
                    <a:cubicBezTo>
                      <a:pt x="13" y="38"/>
                      <a:pt x="0" y="27"/>
                      <a:pt x="9" y="8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5"/>
                      <a:pt x="12" y="4"/>
                      <a:pt x="13" y="3"/>
                    </a:cubicBezTo>
                    <a:cubicBezTo>
                      <a:pt x="15" y="2"/>
                      <a:pt x="16" y="2"/>
                      <a:pt x="17" y="1"/>
                    </a:cubicBezTo>
                    <a:cubicBezTo>
                      <a:pt x="39" y="0"/>
                      <a:pt x="34" y="21"/>
                      <a:pt x="41" y="31"/>
                    </a:cubicBezTo>
                    <a:cubicBezTo>
                      <a:pt x="45" y="38"/>
                      <a:pt x="47" y="46"/>
                      <a:pt x="49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7" name="Google Shape;5267;p47"/>
              <p:cNvSpPr/>
              <p:nvPr/>
            </p:nvSpPr>
            <p:spPr>
              <a:xfrm rot="-755217">
                <a:off x="9316561" y="3955083"/>
                <a:ext cx="22306" cy="93350"/>
              </a:xfrm>
              <a:custGeom>
                <a:avLst/>
                <a:gdLst/>
                <a:ahLst/>
                <a:cxnLst/>
                <a:rect l="l" t="t" r="r" b="b"/>
                <a:pathLst>
                  <a:path w="27" h="113" extrusionOk="0">
                    <a:moveTo>
                      <a:pt x="26" y="112"/>
                    </a:moveTo>
                    <a:cubicBezTo>
                      <a:pt x="23" y="108"/>
                      <a:pt x="20" y="103"/>
                      <a:pt x="18" y="99"/>
                    </a:cubicBezTo>
                    <a:cubicBezTo>
                      <a:pt x="6" y="79"/>
                      <a:pt x="0" y="56"/>
                      <a:pt x="0" y="33"/>
                    </a:cubicBezTo>
                    <a:cubicBezTo>
                      <a:pt x="0" y="22"/>
                      <a:pt x="2" y="11"/>
                      <a:pt x="4" y="0"/>
                    </a:cubicBezTo>
                    <a:cubicBezTo>
                      <a:pt x="12" y="37"/>
                      <a:pt x="15" y="75"/>
                      <a:pt x="26" y="11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8" name="Google Shape;5268;p47"/>
              <p:cNvSpPr/>
              <p:nvPr/>
            </p:nvSpPr>
            <p:spPr>
              <a:xfrm rot="-755217">
                <a:off x="8564339" y="2518891"/>
                <a:ext cx="66918" cy="74349"/>
              </a:xfrm>
              <a:custGeom>
                <a:avLst/>
                <a:gdLst/>
                <a:ahLst/>
                <a:cxnLst/>
                <a:rect l="l" t="t" r="r" b="b"/>
                <a:pathLst>
                  <a:path w="81" h="90" extrusionOk="0">
                    <a:moveTo>
                      <a:pt x="0" y="0"/>
                    </a:moveTo>
                    <a:cubicBezTo>
                      <a:pt x="30" y="27"/>
                      <a:pt x="56" y="57"/>
                      <a:pt x="80" y="89"/>
                    </a:cubicBezTo>
                    <a:cubicBezTo>
                      <a:pt x="50" y="71"/>
                      <a:pt x="26" y="46"/>
                      <a:pt x="9" y="17"/>
                    </a:cubicBezTo>
                    <a:cubicBezTo>
                      <a:pt x="6" y="11"/>
                      <a:pt x="3" y="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9" name="Google Shape;5269;p47"/>
              <p:cNvSpPr/>
              <p:nvPr/>
            </p:nvSpPr>
            <p:spPr>
              <a:xfrm rot="-755217">
                <a:off x="9466351" y="3622833"/>
                <a:ext cx="57004" cy="63610"/>
              </a:xfrm>
              <a:custGeom>
                <a:avLst/>
                <a:gdLst/>
                <a:ahLst/>
                <a:cxnLst/>
                <a:rect l="l" t="t" r="r" b="b"/>
                <a:pathLst>
                  <a:path w="69" h="77" extrusionOk="0">
                    <a:moveTo>
                      <a:pt x="0" y="0"/>
                    </a:moveTo>
                    <a:cubicBezTo>
                      <a:pt x="27" y="20"/>
                      <a:pt x="50" y="45"/>
                      <a:pt x="66" y="74"/>
                    </a:cubicBezTo>
                    <a:cubicBezTo>
                      <a:pt x="67" y="74"/>
                      <a:pt x="67" y="75"/>
                      <a:pt x="68" y="76"/>
                    </a:cubicBezTo>
                    <a:cubicBezTo>
                      <a:pt x="41" y="57"/>
                      <a:pt x="19" y="32"/>
                      <a:pt x="2" y="4"/>
                    </a:cubicBezTo>
                    <a:cubicBezTo>
                      <a:pt x="2" y="3"/>
                      <a:pt x="1" y="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0" name="Google Shape;5270;p47"/>
              <p:cNvSpPr/>
              <p:nvPr/>
            </p:nvSpPr>
            <p:spPr>
              <a:xfrm rot="-755217">
                <a:off x="9550880" y="2889762"/>
                <a:ext cx="54526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66" h="70" extrusionOk="0">
                    <a:moveTo>
                      <a:pt x="0" y="1"/>
                    </a:moveTo>
                    <a:cubicBezTo>
                      <a:pt x="32" y="14"/>
                      <a:pt x="41" y="49"/>
                      <a:pt x="65" y="69"/>
                    </a:cubicBezTo>
                    <a:cubicBezTo>
                      <a:pt x="39" y="50"/>
                      <a:pt x="8" y="3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1" name="Google Shape;5271;p47"/>
              <p:cNvSpPr/>
              <p:nvPr/>
            </p:nvSpPr>
            <p:spPr>
              <a:xfrm rot="-755217">
                <a:off x="10396016" y="4159233"/>
                <a:ext cx="26437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32" h="70" extrusionOk="0">
                    <a:moveTo>
                      <a:pt x="22" y="0"/>
                    </a:moveTo>
                    <a:cubicBezTo>
                      <a:pt x="29" y="26"/>
                      <a:pt x="17" y="49"/>
                      <a:pt x="31" y="69"/>
                    </a:cubicBezTo>
                    <a:cubicBezTo>
                      <a:pt x="1" y="44"/>
                      <a:pt x="0" y="41"/>
                      <a:pt x="22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2" name="Google Shape;5272;p47"/>
              <p:cNvSpPr/>
              <p:nvPr/>
            </p:nvSpPr>
            <p:spPr>
              <a:xfrm rot="-755217">
                <a:off x="8900356" y="4077107"/>
                <a:ext cx="3552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43" h="39" extrusionOk="0">
                    <a:moveTo>
                      <a:pt x="27" y="38"/>
                    </a:moveTo>
                    <a:cubicBezTo>
                      <a:pt x="22" y="38"/>
                      <a:pt x="18" y="37"/>
                      <a:pt x="14" y="34"/>
                    </a:cubicBezTo>
                    <a:cubicBezTo>
                      <a:pt x="10" y="31"/>
                      <a:pt x="6" y="29"/>
                      <a:pt x="4" y="25"/>
                    </a:cubicBezTo>
                    <a:cubicBezTo>
                      <a:pt x="2" y="21"/>
                      <a:pt x="0" y="16"/>
                      <a:pt x="0" y="11"/>
                    </a:cubicBezTo>
                    <a:cubicBezTo>
                      <a:pt x="0" y="7"/>
                      <a:pt x="6" y="0"/>
                      <a:pt x="9" y="0"/>
                    </a:cubicBezTo>
                    <a:lnTo>
                      <a:pt x="10" y="0"/>
                    </a:lnTo>
                    <a:cubicBezTo>
                      <a:pt x="15" y="0"/>
                      <a:pt x="20" y="1"/>
                      <a:pt x="25" y="4"/>
                    </a:cubicBezTo>
                    <a:cubicBezTo>
                      <a:pt x="30" y="7"/>
                      <a:pt x="34" y="10"/>
                      <a:pt x="36" y="15"/>
                    </a:cubicBezTo>
                    <a:cubicBezTo>
                      <a:pt x="38" y="18"/>
                      <a:pt x="39" y="21"/>
                      <a:pt x="40" y="23"/>
                    </a:cubicBezTo>
                    <a:cubicBezTo>
                      <a:pt x="42" y="30"/>
                      <a:pt x="37" y="37"/>
                      <a:pt x="27" y="3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3" name="Google Shape;5273;p47"/>
              <p:cNvSpPr/>
              <p:nvPr/>
            </p:nvSpPr>
            <p:spPr>
              <a:xfrm rot="-755217">
                <a:off x="8497710" y="2509656"/>
                <a:ext cx="55352" cy="73523"/>
              </a:xfrm>
              <a:custGeom>
                <a:avLst/>
                <a:gdLst/>
                <a:ahLst/>
                <a:cxnLst/>
                <a:rect l="l" t="t" r="r" b="b"/>
                <a:pathLst>
                  <a:path w="67" h="89" extrusionOk="0">
                    <a:moveTo>
                      <a:pt x="66" y="88"/>
                    </a:moveTo>
                    <a:cubicBezTo>
                      <a:pt x="45" y="73"/>
                      <a:pt x="27" y="54"/>
                      <a:pt x="14" y="31"/>
                    </a:cubicBezTo>
                    <a:cubicBezTo>
                      <a:pt x="8" y="21"/>
                      <a:pt x="4" y="11"/>
                      <a:pt x="0" y="0"/>
                    </a:cubicBezTo>
                    <a:cubicBezTo>
                      <a:pt x="21" y="14"/>
                      <a:pt x="38" y="32"/>
                      <a:pt x="51" y="54"/>
                    </a:cubicBezTo>
                    <a:cubicBezTo>
                      <a:pt x="58" y="65"/>
                      <a:pt x="62" y="76"/>
                      <a:pt x="66" y="8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4" name="Google Shape;5274;p47"/>
              <p:cNvSpPr/>
              <p:nvPr/>
            </p:nvSpPr>
            <p:spPr>
              <a:xfrm rot="-755217">
                <a:off x="9196072" y="2700266"/>
                <a:ext cx="51221" cy="64436"/>
              </a:xfrm>
              <a:custGeom>
                <a:avLst/>
                <a:gdLst/>
                <a:ahLst/>
                <a:cxnLst/>
                <a:rect l="l" t="t" r="r" b="b"/>
                <a:pathLst>
                  <a:path w="62" h="78" extrusionOk="0">
                    <a:moveTo>
                      <a:pt x="61" y="76"/>
                    </a:moveTo>
                    <a:cubicBezTo>
                      <a:pt x="28" y="61"/>
                      <a:pt x="15" y="29"/>
                      <a:pt x="0" y="0"/>
                    </a:cubicBezTo>
                    <a:cubicBezTo>
                      <a:pt x="20" y="14"/>
                      <a:pt x="36" y="32"/>
                      <a:pt x="49" y="53"/>
                    </a:cubicBezTo>
                    <a:cubicBezTo>
                      <a:pt x="53" y="60"/>
                      <a:pt x="57" y="69"/>
                      <a:pt x="60" y="77"/>
                    </a:cubicBezTo>
                    <a:lnTo>
                      <a:pt x="61" y="7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5" name="Google Shape;5275;p47"/>
              <p:cNvSpPr/>
              <p:nvPr/>
            </p:nvSpPr>
            <p:spPr>
              <a:xfrm rot="-755217">
                <a:off x="9721202" y="3809685"/>
                <a:ext cx="56178" cy="54523"/>
              </a:xfrm>
              <a:custGeom>
                <a:avLst/>
                <a:gdLst/>
                <a:ahLst/>
                <a:cxnLst/>
                <a:rect l="l" t="t" r="r" b="b"/>
                <a:pathLst>
                  <a:path w="68" h="66" extrusionOk="0">
                    <a:moveTo>
                      <a:pt x="67" y="65"/>
                    </a:moveTo>
                    <a:cubicBezTo>
                      <a:pt x="40" y="49"/>
                      <a:pt x="17" y="27"/>
                      <a:pt x="0" y="0"/>
                    </a:cubicBezTo>
                    <a:lnTo>
                      <a:pt x="67" y="6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6" name="Google Shape;5276;p47"/>
              <p:cNvSpPr/>
              <p:nvPr/>
            </p:nvSpPr>
            <p:spPr>
              <a:xfrm rot="-755217">
                <a:off x="9636397" y="3746006"/>
                <a:ext cx="54526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66" h="81" extrusionOk="0">
                    <a:moveTo>
                      <a:pt x="65" y="80"/>
                    </a:moveTo>
                    <a:cubicBezTo>
                      <a:pt x="42" y="62"/>
                      <a:pt x="22" y="39"/>
                      <a:pt x="8" y="14"/>
                    </a:cubicBezTo>
                    <a:cubicBezTo>
                      <a:pt x="5" y="10"/>
                      <a:pt x="3" y="5"/>
                      <a:pt x="0" y="0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3" y="13"/>
                      <a:pt x="40" y="31"/>
                      <a:pt x="53" y="52"/>
                    </a:cubicBezTo>
                    <a:cubicBezTo>
                      <a:pt x="58" y="61"/>
                      <a:pt x="62" y="70"/>
                      <a:pt x="65" y="8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7" name="Google Shape;5277;p47"/>
              <p:cNvSpPr/>
              <p:nvPr/>
            </p:nvSpPr>
            <p:spPr>
              <a:xfrm rot="-755217">
                <a:off x="9428616" y="4357188"/>
                <a:ext cx="33872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41" h="41" extrusionOk="0">
                    <a:moveTo>
                      <a:pt x="40" y="17"/>
                    </a:moveTo>
                    <a:cubicBezTo>
                      <a:pt x="40" y="21"/>
                      <a:pt x="39" y="25"/>
                      <a:pt x="37" y="28"/>
                    </a:cubicBezTo>
                    <a:cubicBezTo>
                      <a:pt x="35" y="32"/>
                      <a:pt x="31" y="35"/>
                      <a:pt x="27" y="37"/>
                    </a:cubicBezTo>
                    <a:cubicBezTo>
                      <a:pt x="23" y="39"/>
                      <a:pt x="19" y="40"/>
                      <a:pt x="15" y="40"/>
                    </a:cubicBezTo>
                    <a:lnTo>
                      <a:pt x="14" y="40"/>
                    </a:lnTo>
                    <a:cubicBezTo>
                      <a:pt x="12" y="40"/>
                      <a:pt x="9" y="39"/>
                      <a:pt x="7" y="38"/>
                    </a:cubicBezTo>
                    <a:cubicBezTo>
                      <a:pt x="5" y="37"/>
                      <a:pt x="3" y="35"/>
                      <a:pt x="2" y="33"/>
                    </a:cubicBezTo>
                    <a:cubicBezTo>
                      <a:pt x="1" y="31"/>
                      <a:pt x="1" y="29"/>
                      <a:pt x="0" y="27"/>
                    </a:cubicBezTo>
                    <a:cubicBezTo>
                      <a:pt x="0" y="26"/>
                      <a:pt x="0" y="24"/>
                      <a:pt x="0" y="23"/>
                    </a:cubicBezTo>
                    <a:cubicBezTo>
                      <a:pt x="0" y="19"/>
                      <a:pt x="1" y="16"/>
                      <a:pt x="3" y="12"/>
                    </a:cubicBezTo>
                    <a:cubicBezTo>
                      <a:pt x="5" y="9"/>
                      <a:pt x="8" y="6"/>
                      <a:pt x="11" y="4"/>
                    </a:cubicBezTo>
                    <a:cubicBezTo>
                      <a:pt x="14" y="2"/>
                      <a:pt x="18" y="1"/>
                      <a:pt x="21" y="1"/>
                    </a:cubicBezTo>
                    <a:cubicBezTo>
                      <a:pt x="32" y="0"/>
                      <a:pt x="37" y="7"/>
                      <a:pt x="40" y="1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8" name="Google Shape;5278;p47"/>
              <p:cNvSpPr/>
              <p:nvPr/>
            </p:nvSpPr>
            <p:spPr>
              <a:xfrm rot="-755217">
                <a:off x="10059694" y="3815853"/>
                <a:ext cx="53700" cy="71871"/>
              </a:xfrm>
              <a:custGeom>
                <a:avLst/>
                <a:gdLst/>
                <a:ahLst/>
                <a:cxnLst/>
                <a:rect l="l" t="t" r="r" b="b"/>
                <a:pathLst>
                  <a:path w="65" h="87" extrusionOk="0">
                    <a:moveTo>
                      <a:pt x="61" y="86"/>
                    </a:moveTo>
                    <a:cubicBezTo>
                      <a:pt x="43" y="69"/>
                      <a:pt x="27" y="50"/>
                      <a:pt x="14" y="28"/>
                    </a:cubicBezTo>
                    <a:cubicBezTo>
                      <a:pt x="9" y="19"/>
                      <a:pt x="4" y="9"/>
                      <a:pt x="0" y="0"/>
                    </a:cubicBezTo>
                    <a:cubicBezTo>
                      <a:pt x="21" y="16"/>
                      <a:pt x="39" y="35"/>
                      <a:pt x="52" y="58"/>
                    </a:cubicBezTo>
                    <a:cubicBezTo>
                      <a:pt x="57" y="66"/>
                      <a:pt x="61" y="74"/>
                      <a:pt x="64" y="83"/>
                    </a:cubicBezTo>
                    <a:lnTo>
                      <a:pt x="61" y="8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9" name="Google Shape;5279;p47"/>
              <p:cNvSpPr/>
              <p:nvPr/>
            </p:nvSpPr>
            <p:spPr>
              <a:xfrm rot="-755217">
                <a:off x="8804797" y="2880394"/>
                <a:ext cx="55352" cy="73523"/>
              </a:xfrm>
              <a:custGeom>
                <a:avLst/>
                <a:gdLst/>
                <a:ahLst/>
                <a:cxnLst/>
                <a:rect l="l" t="t" r="r" b="b"/>
                <a:pathLst>
                  <a:path w="67" h="89" extrusionOk="0">
                    <a:moveTo>
                      <a:pt x="66" y="87"/>
                    </a:moveTo>
                    <a:cubicBezTo>
                      <a:pt x="35" y="69"/>
                      <a:pt x="27" y="34"/>
                      <a:pt x="0" y="0"/>
                    </a:cubicBezTo>
                    <a:cubicBezTo>
                      <a:pt x="20" y="12"/>
                      <a:pt x="37" y="29"/>
                      <a:pt x="49" y="50"/>
                    </a:cubicBezTo>
                    <a:cubicBezTo>
                      <a:pt x="56" y="62"/>
                      <a:pt x="61" y="75"/>
                      <a:pt x="64" y="88"/>
                    </a:cubicBezTo>
                    <a:lnTo>
                      <a:pt x="66" y="8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0" name="Google Shape;5280;p47"/>
              <p:cNvSpPr/>
              <p:nvPr/>
            </p:nvSpPr>
            <p:spPr>
              <a:xfrm rot="-755217">
                <a:off x="9170376" y="3210956"/>
                <a:ext cx="52873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64" h="59" extrusionOk="0">
                    <a:moveTo>
                      <a:pt x="0" y="0"/>
                    </a:moveTo>
                    <a:cubicBezTo>
                      <a:pt x="3" y="0"/>
                      <a:pt x="7" y="0"/>
                      <a:pt x="10" y="3"/>
                    </a:cubicBezTo>
                    <a:cubicBezTo>
                      <a:pt x="29" y="20"/>
                      <a:pt x="46" y="38"/>
                      <a:pt x="63" y="58"/>
                    </a:cubicBezTo>
                    <a:cubicBezTo>
                      <a:pt x="60" y="57"/>
                      <a:pt x="57" y="56"/>
                      <a:pt x="54" y="54"/>
                    </a:cubicBezTo>
                    <a:cubicBezTo>
                      <a:pt x="32" y="42"/>
                      <a:pt x="13" y="2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1" name="Google Shape;5281;p47"/>
              <p:cNvSpPr/>
              <p:nvPr/>
            </p:nvSpPr>
            <p:spPr>
              <a:xfrm rot="-755217">
                <a:off x="8420875" y="2447947"/>
                <a:ext cx="44612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54" h="40" extrusionOk="0">
                    <a:moveTo>
                      <a:pt x="33" y="39"/>
                    </a:moveTo>
                    <a:lnTo>
                      <a:pt x="0" y="0"/>
                    </a:lnTo>
                    <a:cubicBezTo>
                      <a:pt x="27" y="0"/>
                      <a:pt x="27" y="0"/>
                      <a:pt x="53" y="37"/>
                    </a:cubicBezTo>
                    <a:lnTo>
                      <a:pt x="33" y="3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2" name="Google Shape;5282;p47"/>
              <p:cNvSpPr/>
              <p:nvPr/>
            </p:nvSpPr>
            <p:spPr>
              <a:xfrm rot="-755217">
                <a:off x="10105599" y="3641505"/>
                <a:ext cx="52047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63" h="80" extrusionOk="0">
                    <a:moveTo>
                      <a:pt x="62" y="79"/>
                    </a:moveTo>
                    <a:cubicBezTo>
                      <a:pt x="30" y="65"/>
                      <a:pt x="23" y="32"/>
                      <a:pt x="0" y="0"/>
                    </a:cubicBezTo>
                    <a:cubicBezTo>
                      <a:pt x="20" y="11"/>
                      <a:pt x="36" y="28"/>
                      <a:pt x="48" y="48"/>
                    </a:cubicBezTo>
                    <a:cubicBezTo>
                      <a:pt x="54" y="58"/>
                      <a:pt x="58" y="68"/>
                      <a:pt x="61" y="79"/>
                    </a:cubicBezTo>
                    <a:lnTo>
                      <a:pt x="62" y="7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3" name="Google Shape;5283;p47"/>
              <p:cNvSpPr/>
              <p:nvPr/>
            </p:nvSpPr>
            <p:spPr>
              <a:xfrm rot="-755217">
                <a:off x="10185215" y="3666273"/>
                <a:ext cx="35524" cy="71871"/>
              </a:xfrm>
              <a:custGeom>
                <a:avLst/>
                <a:gdLst/>
                <a:ahLst/>
                <a:cxnLst/>
                <a:rect l="l" t="t" r="r" b="b"/>
                <a:pathLst>
                  <a:path w="43" h="87" extrusionOk="0">
                    <a:moveTo>
                      <a:pt x="42" y="85"/>
                    </a:moveTo>
                    <a:cubicBezTo>
                      <a:pt x="11" y="66"/>
                      <a:pt x="11" y="30"/>
                      <a:pt x="0" y="0"/>
                    </a:cubicBezTo>
                    <a:cubicBezTo>
                      <a:pt x="7" y="9"/>
                      <a:pt x="13" y="18"/>
                      <a:pt x="19" y="28"/>
                    </a:cubicBezTo>
                    <a:cubicBezTo>
                      <a:pt x="29" y="46"/>
                      <a:pt x="37" y="65"/>
                      <a:pt x="41" y="86"/>
                    </a:cubicBezTo>
                    <a:lnTo>
                      <a:pt x="42" y="8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4" name="Google Shape;5284;p47"/>
              <p:cNvSpPr/>
              <p:nvPr/>
            </p:nvSpPr>
            <p:spPr>
              <a:xfrm rot="-755217">
                <a:off x="9187548" y="3437590"/>
                <a:ext cx="52047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63" h="73" extrusionOk="0">
                    <a:moveTo>
                      <a:pt x="0" y="1"/>
                    </a:moveTo>
                    <a:cubicBezTo>
                      <a:pt x="33" y="14"/>
                      <a:pt x="44" y="46"/>
                      <a:pt x="62" y="72"/>
                    </a:cubicBezTo>
                    <a:cubicBezTo>
                      <a:pt x="40" y="50"/>
                      <a:pt x="9" y="3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5" name="Google Shape;5285;p47"/>
              <p:cNvSpPr/>
              <p:nvPr/>
            </p:nvSpPr>
            <p:spPr>
              <a:xfrm rot="-755217">
                <a:off x="10437836" y="3559416"/>
                <a:ext cx="33046" cy="76828"/>
              </a:xfrm>
              <a:custGeom>
                <a:avLst/>
                <a:gdLst/>
                <a:ahLst/>
                <a:cxnLst/>
                <a:rect l="l" t="t" r="r" b="b"/>
                <a:pathLst>
                  <a:path w="40" h="93" extrusionOk="0">
                    <a:moveTo>
                      <a:pt x="1" y="92"/>
                    </a:moveTo>
                    <a:cubicBezTo>
                      <a:pt x="4" y="67"/>
                      <a:pt x="12" y="43"/>
                      <a:pt x="25" y="21"/>
                    </a:cubicBezTo>
                    <a:cubicBezTo>
                      <a:pt x="29" y="14"/>
                      <a:pt x="34" y="7"/>
                      <a:pt x="39" y="0"/>
                    </a:cubicBezTo>
                    <a:cubicBezTo>
                      <a:pt x="37" y="23"/>
                      <a:pt x="29" y="45"/>
                      <a:pt x="18" y="65"/>
                    </a:cubicBezTo>
                    <a:cubicBezTo>
                      <a:pt x="12" y="75"/>
                      <a:pt x="7" y="83"/>
                      <a:pt x="0" y="91"/>
                    </a:cubicBezTo>
                    <a:lnTo>
                      <a:pt x="1" y="9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6" name="Google Shape;5286;p47"/>
              <p:cNvSpPr/>
              <p:nvPr/>
            </p:nvSpPr>
            <p:spPr>
              <a:xfrm rot="-755217">
                <a:off x="8200980" y="3547504"/>
                <a:ext cx="36351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44" h="34" extrusionOk="0">
                    <a:moveTo>
                      <a:pt x="19" y="2"/>
                    </a:moveTo>
                    <a:cubicBezTo>
                      <a:pt x="33" y="2"/>
                      <a:pt x="42" y="7"/>
                      <a:pt x="42" y="17"/>
                    </a:cubicBezTo>
                    <a:cubicBezTo>
                      <a:pt x="43" y="27"/>
                      <a:pt x="33" y="33"/>
                      <a:pt x="23" y="32"/>
                    </a:cubicBezTo>
                    <a:cubicBezTo>
                      <a:pt x="13" y="32"/>
                      <a:pt x="0" y="29"/>
                      <a:pt x="1" y="14"/>
                    </a:cubicBezTo>
                    <a:cubicBezTo>
                      <a:pt x="2" y="0"/>
                      <a:pt x="13" y="2"/>
                      <a:pt x="19" y="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7" name="Google Shape;5287;p47"/>
              <p:cNvSpPr/>
              <p:nvPr/>
            </p:nvSpPr>
            <p:spPr>
              <a:xfrm rot="-755217">
                <a:off x="9116360" y="4139638"/>
                <a:ext cx="36351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44" h="36" extrusionOk="0">
                    <a:moveTo>
                      <a:pt x="20" y="35"/>
                    </a:moveTo>
                    <a:cubicBezTo>
                      <a:pt x="9" y="35"/>
                      <a:pt x="1" y="30"/>
                      <a:pt x="0" y="17"/>
                    </a:cubicBezTo>
                    <a:cubicBezTo>
                      <a:pt x="0" y="16"/>
                      <a:pt x="0" y="16"/>
                      <a:pt x="0" y="15"/>
                    </a:cubicBezTo>
                    <a:cubicBezTo>
                      <a:pt x="0" y="13"/>
                      <a:pt x="0" y="11"/>
                      <a:pt x="2" y="8"/>
                    </a:cubicBezTo>
                    <a:cubicBezTo>
                      <a:pt x="4" y="5"/>
                      <a:pt x="6" y="3"/>
                      <a:pt x="8" y="2"/>
                    </a:cubicBezTo>
                    <a:cubicBezTo>
                      <a:pt x="10" y="1"/>
                      <a:pt x="13" y="0"/>
                      <a:pt x="16" y="0"/>
                    </a:cubicBezTo>
                    <a:lnTo>
                      <a:pt x="17" y="0"/>
                    </a:lnTo>
                    <a:cubicBezTo>
                      <a:pt x="30" y="0"/>
                      <a:pt x="43" y="7"/>
                      <a:pt x="42" y="22"/>
                    </a:cubicBezTo>
                    <a:cubicBezTo>
                      <a:pt x="42" y="31"/>
                      <a:pt x="30" y="33"/>
                      <a:pt x="20" y="3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8" name="Google Shape;5288;p47"/>
              <p:cNvSpPr/>
              <p:nvPr/>
            </p:nvSpPr>
            <p:spPr>
              <a:xfrm rot="-755217">
                <a:off x="8100503" y="3282167"/>
                <a:ext cx="33872" cy="76002"/>
              </a:xfrm>
              <a:custGeom>
                <a:avLst/>
                <a:gdLst/>
                <a:ahLst/>
                <a:cxnLst/>
                <a:rect l="l" t="t" r="r" b="b"/>
                <a:pathLst>
                  <a:path w="41" h="92" extrusionOk="0">
                    <a:moveTo>
                      <a:pt x="0" y="1"/>
                    </a:moveTo>
                    <a:cubicBezTo>
                      <a:pt x="6" y="8"/>
                      <a:pt x="12" y="17"/>
                      <a:pt x="17" y="25"/>
                    </a:cubicBezTo>
                    <a:cubicBezTo>
                      <a:pt x="29" y="45"/>
                      <a:pt x="37" y="68"/>
                      <a:pt x="40" y="91"/>
                    </a:cubicBezTo>
                    <a:cubicBezTo>
                      <a:pt x="22" y="63"/>
                      <a:pt x="0" y="38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9" name="Google Shape;5289;p47"/>
              <p:cNvSpPr/>
              <p:nvPr/>
            </p:nvSpPr>
            <p:spPr>
              <a:xfrm rot="-755217">
                <a:off x="9108725" y="4262805"/>
                <a:ext cx="33046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40" h="41" extrusionOk="0">
                    <a:moveTo>
                      <a:pt x="34" y="0"/>
                    </a:moveTo>
                    <a:cubicBezTo>
                      <a:pt x="37" y="3"/>
                      <a:pt x="39" y="4"/>
                      <a:pt x="39" y="5"/>
                    </a:cubicBezTo>
                    <a:cubicBezTo>
                      <a:pt x="35" y="20"/>
                      <a:pt x="37" y="40"/>
                      <a:pt x="12" y="39"/>
                    </a:cubicBezTo>
                    <a:cubicBezTo>
                      <a:pt x="10" y="39"/>
                      <a:pt x="8" y="38"/>
                      <a:pt x="7" y="37"/>
                    </a:cubicBezTo>
                    <a:cubicBezTo>
                      <a:pt x="5" y="36"/>
                      <a:pt x="4" y="34"/>
                      <a:pt x="2" y="32"/>
                    </a:cubicBezTo>
                    <a:cubicBezTo>
                      <a:pt x="0" y="30"/>
                      <a:pt x="0" y="28"/>
                      <a:pt x="0" y="25"/>
                    </a:cubicBezTo>
                    <a:lnTo>
                      <a:pt x="0" y="24"/>
                    </a:lnTo>
                    <a:cubicBezTo>
                      <a:pt x="2" y="4"/>
                      <a:pt x="18" y="1"/>
                      <a:pt x="3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0" name="Google Shape;5290;p47"/>
              <p:cNvSpPr/>
              <p:nvPr/>
            </p:nvSpPr>
            <p:spPr>
              <a:xfrm rot="-755217">
                <a:off x="9706905" y="3473517"/>
                <a:ext cx="47917" cy="53697"/>
              </a:xfrm>
              <a:custGeom>
                <a:avLst/>
                <a:gdLst/>
                <a:ahLst/>
                <a:cxnLst/>
                <a:rect l="l" t="t" r="r" b="b"/>
                <a:pathLst>
                  <a:path w="58" h="65" extrusionOk="0">
                    <a:moveTo>
                      <a:pt x="57" y="63"/>
                    </a:moveTo>
                    <a:cubicBezTo>
                      <a:pt x="25" y="53"/>
                      <a:pt x="17" y="23"/>
                      <a:pt x="0" y="0"/>
                    </a:cubicBezTo>
                    <a:cubicBezTo>
                      <a:pt x="22" y="18"/>
                      <a:pt x="48" y="33"/>
                      <a:pt x="56" y="64"/>
                    </a:cubicBezTo>
                    <a:lnTo>
                      <a:pt x="57" y="6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1" name="Google Shape;5291;p47"/>
              <p:cNvSpPr/>
              <p:nvPr/>
            </p:nvSpPr>
            <p:spPr>
              <a:xfrm rot="-755217">
                <a:off x="9023816" y="2579536"/>
                <a:ext cx="51221" cy="59479"/>
              </a:xfrm>
              <a:custGeom>
                <a:avLst/>
                <a:gdLst/>
                <a:ahLst/>
                <a:cxnLst/>
                <a:rect l="l" t="t" r="r" b="b"/>
                <a:pathLst>
                  <a:path w="62" h="72" extrusionOk="0">
                    <a:moveTo>
                      <a:pt x="0" y="1"/>
                    </a:moveTo>
                    <a:cubicBezTo>
                      <a:pt x="31" y="14"/>
                      <a:pt x="44" y="45"/>
                      <a:pt x="61" y="71"/>
                    </a:cubicBezTo>
                    <a:cubicBezTo>
                      <a:pt x="37" y="51"/>
                      <a:pt x="10" y="33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2" name="Google Shape;5292;p47"/>
              <p:cNvSpPr/>
              <p:nvPr/>
            </p:nvSpPr>
            <p:spPr>
              <a:xfrm rot="-755217">
                <a:off x="8683302" y="3282166"/>
                <a:ext cx="48743" cy="55349"/>
              </a:xfrm>
              <a:custGeom>
                <a:avLst/>
                <a:gdLst/>
                <a:ahLst/>
                <a:cxnLst/>
                <a:rect l="l" t="t" r="r" b="b"/>
                <a:pathLst>
                  <a:path w="59" h="67" extrusionOk="0">
                    <a:moveTo>
                      <a:pt x="58" y="66"/>
                    </a:moveTo>
                    <a:cubicBezTo>
                      <a:pt x="54" y="64"/>
                      <a:pt x="49" y="62"/>
                      <a:pt x="45" y="59"/>
                    </a:cubicBezTo>
                    <a:cubicBezTo>
                      <a:pt x="30" y="50"/>
                      <a:pt x="18" y="39"/>
                      <a:pt x="10" y="25"/>
                    </a:cubicBezTo>
                    <a:cubicBezTo>
                      <a:pt x="6" y="17"/>
                      <a:pt x="2" y="8"/>
                      <a:pt x="0" y="0"/>
                    </a:cubicBezTo>
                    <a:lnTo>
                      <a:pt x="58" y="6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3" name="Google Shape;5293;p47"/>
              <p:cNvSpPr/>
              <p:nvPr/>
            </p:nvSpPr>
            <p:spPr>
              <a:xfrm rot="-755217">
                <a:off x="8514122" y="3653183"/>
                <a:ext cx="40481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49" h="34" extrusionOk="0">
                    <a:moveTo>
                      <a:pt x="16" y="0"/>
                    </a:moveTo>
                    <a:cubicBezTo>
                      <a:pt x="30" y="3"/>
                      <a:pt x="46" y="5"/>
                      <a:pt x="48" y="23"/>
                    </a:cubicBezTo>
                    <a:cubicBezTo>
                      <a:pt x="48" y="29"/>
                      <a:pt x="42" y="33"/>
                      <a:pt x="36" y="31"/>
                    </a:cubicBezTo>
                    <a:cubicBezTo>
                      <a:pt x="23" y="28"/>
                      <a:pt x="5" y="31"/>
                      <a:pt x="2" y="13"/>
                    </a:cubicBezTo>
                    <a:cubicBezTo>
                      <a:pt x="0" y="3"/>
                      <a:pt x="10" y="3"/>
                      <a:pt x="1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4" name="Google Shape;5294;p47"/>
              <p:cNvSpPr/>
              <p:nvPr/>
            </p:nvSpPr>
            <p:spPr>
              <a:xfrm rot="-755217">
                <a:off x="9974341" y="3929811"/>
                <a:ext cx="43786" cy="58653"/>
              </a:xfrm>
              <a:custGeom>
                <a:avLst/>
                <a:gdLst/>
                <a:ahLst/>
                <a:cxnLst/>
                <a:rect l="l" t="t" r="r" b="b"/>
                <a:pathLst>
                  <a:path w="53" h="71" extrusionOk="0">
                    <a:moveTo>
                      <a:pt x="52" y="70"/>
                    </a:moveTo>
                    <a:cubicBezTo>
                      <a:pt x="48" y="36"/>
                      <a:pt x="11" y="27"/>
                      <a:pt x="0" y="0"/>
                    </a:cubicBezTo>
                    <a:cubicBezTo>
                      <a:pt x="43" y="26"/>
                      <a:pt x="48" y="32"/>
                      <a:pt x="51" y="70"/>
                    </a:cubicBezTo>
                    <a:lnTo>
                      <a:pt x="52" y="7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5" name="Google Shape;5295;p47"/>
              <p:cNvSpPr/>
              <p:nvPr/>
            </p:nvSpPr>
            <p:spPr>
              <a:xfrm rot="-755217">
                <a:off x="8963086" y="4317396"/>
                <a:ext cx="47090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57" h="35" extrusionOk="0">
                    <a:moveTo>
                      <a:pt x="56" y="6"/>
                    </a:moveTo>
                    <a:cubicBezTo>
                      <a:pt x="49" y="23"/>
                      <a:pt x="35" y="26"/>
                      <a:pt x="25" y="32"/>
                    </a:cubicBezTo>
                    <a:cubicBezTo>
                      <a:pt x="24" y="32"/>
                      <a:pt x="24" y="32"/>
                      <a:pt x="24" y="32"/>
                    </a:cubicBezTo>
                    <a:cubicBezTo>
                      <a:pt x="22" y="34"/>
                      <a:pt x="19" y="34"/>
                      <a:pt x="17" y="34"/>
                    </a:cubicBezTo>
                    <a:cubicBezTo>
                      <a:pt x="14" y="34"/>
                      <a:pt x="12" y="34"/>
                      <a:pt x="10" y="32"/>
                    </a:cubicBezTo>
                    <a:cubicBezTo>
                      <a:pt x="8" y="30"/>
                      <a:pt x="6" y="29"/>
                      <a:pt x="5" y="27"/>
                    </a:cubicBezTo>
                    <a:cubicBezTo>
                      <a:pt x="4" y="26"/>
                      <a:pt x="4" y="24"/>
                      <a:pt x="3" y="23"/>
                    </a:cubicBezTo>
                    <a:cubicBezTo>
                      <a:pt x="0" y="12"/>
                      <a:pt x="8" y="6"/>
                      <a:pt x="17" y="4"/>
                    </a:cubicBezTo>
                    <a:cubicBezTo>
                      <a:pt x="23" y="1"/>
                      <a:pt x="29" y="0"/>
                      <a:pt x="35" y="0"/>
                    </a:cubicBezTo>
                    <a:cubicBezTo>
                      <a:pt x="42" y="0"/>
                      <a:pt x="49" y="2"/>
                      <a:pt x="56" y="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6" name="Google Shape;5296;p47"/>
              <p:cNvSpPr/>
              <p:nvPr/>
            </p:nvSpPr>
            <p:spPr>
              <a:xfrm rot="-755217">
                <a:off x="7672387" y="1788546"/>
                <a:ext cx="59483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72" h="81" extrusionOk="0">
                    <a:moveTo>
                      <a:pt x="71" y="0"/>
                    </a:moveTo>
                    <a:cubicBezTo>
                      <a:pt x="70" y="3"/>
                      <a:pt x="68" y="6"/>
                      <a:pt x="67" y="9"/>
                    </a:cubicBezTo>
                    <a:cubicBezTo>
                      <a:pt x="50" y="37"/>
                      <a:pt x="28" y="61"/>
                      <a:pt x="0" y="80"/>
                    </a:cubicBezTo>
                    <a:cubicBezTo>
                      <a:pt x="3" y="72"/>
                      <a:pt x="7" y="64"/>
                      <a:pt x="11" y="56"/>
                    </a:cubicBezTo>
                    <a:cubicBezTo>
                      <a:pt x="23" y="35"/>
                      <a:pt x="41" y="17"/>
                      <a:pt x="62" y="5"/>
                    </a:cubicBezTo>
                    <a:cubicBezTo>
                      <a:pt x="65" y="3"/>
                      <a:pt x="68" y="2"/>
                      <a:pt x="7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7" name="Google Shape;5297;p47"/>
              <p:cNvSpPr/>
              <p:nvPr/>
            </p:nvSpPr>
            <p:spPr>
              <a:xfrm rot="-755217">
                <a:off x="8028873" y="2275936"/>
                <a:ext cx="58656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71" h="59" extrusionOk="0">
                    <a:moveTo>
                      <a:pt x="70" y="58"/>
                    </a:moveTo>
                    <a:cubicBezTo>
                      <a:pt x="37" y="50"/>
                      <a:pt x="20" y="23"/>
                      <a:pt x="0" y="0"/>
                    </a:cubicBezTo>
                    <a:cubicBezTo>
                      <a:pt x="27" y="16"/>
                      <a:pt x="56" y="28"/>
                      <a:pt x="70" y="5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8" name="Google Shape;5298;p47"/>
              <p:cNvSpPr/>
              <p:nvPr/>
            </p:nvSpPr>
            <p:spPr>
              <a:xfrm rot="-755217">
                <a:off x="7686686" y="1809371"/>
                <a:ext cx="57004" cy="70219"/>
              </a:xfrm>
              <a:custGeom>
                <a:avLst/>
                <a:gdLst/>
                <a:ahLst/>
                <a:cxnLst/>
                <a:rect l="l" t="t" r="r" b="b"/>
                <a:pathLst>
                  <a:path w="69" h="85" extrusionOk="0">
                    <a:moveTo>
                      <a:pt x="0" y="84"/>
                    </a:moveTo>
                    <a:cubicBezTo>
                      <a:pt x="12" y="48"/>
                      <a:pt x="44" y="27"/>
                      <a:pt x="68" y="0"/>
                    </a:cubicBezTo>
                    <a:cubicBezTo>
                      <a:pt x="65" y="11"/>
                      <a:pt x="60" y="23"/>
                      <a:pt x="54" y="33"/>
                    </a:cubicBezTo>
                    <a:cubicBezTo>
                      <a:pt x="42" y="53"/>
                      <a:pt x="26" y="70"/>
                      <a:pt x="6" y="81"/>
                    </a:cubicBezTo>
                    <a:cubicBezTo>
                      <a:pt x="4" y="82"/>
                      <a:pt x="2" y="83"/>
                      <a:pt x="0" y="8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9" name="Google Shape;5299;p47"/>
              <p:cNvSpPr/>
              <p:nvPr/>
            </p:nvSpPr>
            <p:spPr>
              <a:xfrm rot="-755217">
                <a:off x="9177648" y="4328223"/>
                <a:ext cx="37177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45" h="42" extrusionOk="0">
                    <a:moveTo>
                      <a:pt x="44" y="17"/>
                    </a:moveTo>
                    <a:cubicBezTo>
                      <a:pt x="44" y="34"/>
                      <a:pt x="30" y="35"/>
                      <a:pt x="18" y="38"/>
                    </a:cubicBezTo>
                    <a:cubicBezTo>
                      <a:pt x="5" y="41"/>
                      <a:pt x="0" y="35"/>
                      <a:pt x="0" y="25"/>
                    </a:cubicBezTo>
                    <a:cubicBezTo>
                      <a:pt x="0" y="10"/>
                      <a:pt x="12" y="5"/>
                      <a:pt x="26" y="2"/>
                    </a:cubicBezTo>
                    <a:cubicBezTo>
                      <a:pt x="40" y="0"/>
                      <a:pt x="41" y="7"/>
                      <a:pt x="44" y="1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0" name="Google Shape;5300;p47"/>
              <p:cNvSpPr/>
              <p:nvPr/>
            </p:nvSpPr>
            <p:spPr>
              <a:xfrm rot="-755217">
                <a:off x="10108238" y="3247039"/>
                <a:ext cx="38829" cy="61132"/>
              </a:xfrm>
              <a:custGeom>
                <a:avLst/>
                <a:gdLst/>
                <a:ahLst/>
                <a:cxnLst/>
                <a:rect l="l" t="t" r="r" b="b"/>
                <a:pathLst>
                  <a:path w="47" h="74" extrusionOk="0">
                    <a:moveTo>
                      <a:pt x="46" y="73"/>
                    </a:moveTo>
                    <a:cubicBezTo>
                      <a:pt x="33" y="62"/>
                      <a:pt x="23" y="49"/>
                      <a:pt x="14" y="35"/>
                    </a:cubicBezTo>
                    <a:cubicBezTo>
                      <a:pt x="8" y="24"/>
                      <a:pt x="3" y="12"/>
                      <a:pt x="0" y="0"/>
                    </a:cubicBezTo>
                    <a:cubicBezTo>
                      <a:pt x="12" y="12"/>
                      <a:pt x="23" y="25"/>
                      <a:pt x="31" y="40"/>
                    </a:cubicBezTo>
                    <a:cubicBezTo>
                      <a:pt x="37" y="50"/>
                      <a:pt x="42" y="61"/>
                      <a:pt x="46" y="7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1" name="Google Shape;5301;p47"/>
              <p:cNvSpPr/>
              <p:nvPr/>
            </p:nvSpPr>
            <p:spPr>
              <a:xfrm rot="-755217">
                <a:off x="10504918" y="3396704"/>
                <a:ext cx="38003" cy="85089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3" extrusionOk="0">
                    <a:moveTo>
                      <a:pt x="45" y="0"/>
                    </a:moveTo>
                    <a:cubicBezTo>
                      <a:pt x="42" y="26"/>
                      <a:pt x="34" y="50"/>
                      <a:pt x="21" y="72"/>
                    </a:cubicBezTo>
                    <a:cubicBezTo>
                      <a:pt x="15" y="83"/>
                      <a:pt x="8" y="93"/>
                      <a:pt x="0" y="102"/>
                    </a:cubicBezTo>
                    <a:cubicBezTo>
                      <a:pt x="3" y="77"/>
                      <a:pt x="10" y="53"/>
                      <a:pt x="23" y="31"/>
                    </a:cubicBezTo>
                    <a:cubicBezTo>
                      <a:pt x="30" y="20"/>
                      <a:pt x="37" y="10"/>
                      <a:pt x="4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2" name="Google Shape;5302;p47"/>
              <p:cNvSpPr/>
              <p:nvPr/>
            </p:nvSpPr>
            <p:spPr>
              <a:xfrm rot="-755217">
                <a:off x="8806461" y="4121521"/>
                <a:ext cx="30567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7" h="43" extrusionOk="0">
                    <a:moveTo>
                      <a:pt x="14" y="42"/>
                    </a:moveTo>
                    <a:cubicBezTo>
                      <a:pt x="12" y="42"/>
                      <a:pt x="10" y="41"/>
                      <a:pt x="8" y="40"/>
                    </a:cubicBezTo>
                    <a:cubicBezTo>
                      <a:pt x="6" y="39"/>
                      <a:pt x="4" y="37"/>
                      <a:pt x="3" y="35"/>
                    </a:cubicBezTo>
                    <a:cubicBezTo>
                      <a:pt x="1" y="32"/>
                      <a:pt x="1" y="30"/>
                      <a:pt x="1" y="27"/>
                    </a:cubicBezTo>
                    <a:cubicBezTo>
                      <a:pt x="0" y="26"/>
                      <a:pt x="0" y="25"/>
                      <a:pt x="0" y="23"/>
                    </a:cubicBezTo>
                    <a:cubicBezTo>
                      <a:pt x="0" y="19"/>
                      <a:pt x="1" y="16"/>
                      <a:pt x="3" y="12"/>
                    </a:cubicBezTo>
                    <a:cubicBezTo>
                      <a:pt x="5" y="8"/>
                      <a:pt x="8" y="6"/>
                      <a:pt x="12" y="4"/>
                    </a:cubicBezTo>
                    <a:cubicBezTo>
                      <a:pt x="15" y="2"/>
                      <a:pt x="19" y="1"/>
                      <a:pt x="23" y="0"/>
                    </a:cubicBezTo>
                    <a:cubicBezTo>
                      <a:pt x="32" y="0"/>
                      <a:pt x="36" y="6"/>
                      <a:pt x="35" y="14"/>
                    </a:cubicBezTo>
                    <a:cubicBezTo>
                      <a:pt x="33" y="29"/>
                      <a:pt x="30" y="40"/>
                      <a:pt x="14" y="4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3" name="Google Shape;5303;p47"/>
              <p:cNvSpPr/>
              <p:nvPr/>
            </p:nvSpPr>
            <p:spPr>
              <a:xfrm rot="-755217">
                <a:off x="8689902" y="4170172"/>
                <a:ext cx="40481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49" h="46" extrusionOk="0">
                    <a:moveTo>
                      <a:pt x="48" y="35"/>
                    </a:moveTo>
                    <a:cubicBezTo>
                      <a:pt x="24" y="45"/>
                      <a:pt x="9" y="39"/>
                      <a:pt x="0" y="21"/>
                    </a:cubicBezTo>
                    <a:lnTo>
                      <a:pt x="0" y="20"/>
                    </a:lnTo>
                    <a:cubicBezTo>
                      <a:pt x="0" y="17"/>
                      <a:pt x="0" y="15"/>
                      <a:pt x="2" y="13"/>
                    </a:cubicBezTo>
                    <a:cubicBezTo>
                      <a:pt x="3" y="11"/>
                      <a:pt x="4" y="9"/>
                      <a:pt x="6" y="8"/>
                    </a:cubicBezTo>
                    <a:cubicBezTo>
                      <a:pt x="29" y="0"/>
                      <a:pt x="37" y="16"/>
                      <a:pt x="48" y="3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4" name="Google Shape;5304;p47"/>
              <p:cNvSpPr/>
              <p:nvPr/>
            </p:nvSpPr>
            <p:spPr>
              <a:xfrm rot="-755217">
                <a:off x="8921315" y="4129416"/>
                <a:ext cx="33046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40" h="39" extrusionOk="0">
                    <a:moveTo>
                      <a:pt x="38" y="23"/>
                    </a:moveTo>
                    <a:cubicBezTo>
                      <a:pt x="34" y="31"/>
                      <a:pt x="28" y="38"/>
                      <a:pt x="18" y="35"/>
                    </a:cubicBezTo>
                    <a:cubicBezTo>
                      <a:pt x="15" y="35"/>
                      <a:pt x="13" y="34"/>
                      <a:pt x="10" y="32"/>
                    </a:cubicBezTo>
                    <a:cubicBezTo>
                      <a:pt x="7" y="31"/>
                      <a:pt x="4" y="28"/>
                      <a:pt x="2" y="25"/>
                    </a:cubicBezTo>
                    <a:cubicBezTo>
                      <a:pt x="1" y="22"/>
                      <a:pt x="0" y="18"/>
                      <a:pt x="0" y="14"/>
                    </a:cubicBezTo>
                    <a:lnTo>
                      <a:pt x="0" y="13"/>
                    </a:lnTo>
                    <a:cubicBezTo>
                      <a:pt x="0" y="11"/>
                      <a:pt x="0" y="9"/>
                      <a:pt x="1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5" y="0"/>
                      <a:pt x="17" y="1"/>
                      <a:pt x="19" y="1"/>
                    </a:cubicBezTo>
                    <a:cubicBezTo>
                      <a:pt x="29" y="5"/>
                      <a:pt x="39" y="9"/>
                      <a:pt x="38" y="2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5" name="Google Shape;5305;p47"/>
              <p:cNvSpPr/>
              <p:nvPr/>
            </p:nvSpPr>
            <p:spPr>
              <a:xfrm rot="-755217">
                <a:off x="8656253" y="4208172"/>
                <a:ext cx="32220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9" h="40" extrusionOk="0">
                    <a:moveTo>
                      <a:pt x="19" y="0"/>
                    </a:moveTo>
                    <a:lnTo>
                      <a:pt x="20" y="0"/>
                    </a:lnTo>
                    <a:cubicBezTo>
                      <a:pt x="23" y="0"/>
                      <a:pt x="26" y="0"/>
                      <a:pt x="29" y="2"/>
                    </a:cubicBezTo>
                    <a:cubicBezTo>
                      <a:pt x="32" y="4"/>
                      <a:pt x="34" y="6"/>
                      <a:pt x="36" y="9"/>
                    </a:cubicBezTo>
                    <a:cubicBezTo>
                      <a:pt x="37" y="12"/>
                      <a:pt x="38" y="14"/>
                      <a:pt x="38" y="18"/>
                    </a:cubicBezTo>
                    <a:cubicBezTo>
                      <a:pt x="38" y="19"/>
                      <a:pt x="38" y="20"/>
                      <a:pt x="38" y="21"/>
                    </a:cubicBezTo>
                    <a:cubicBezTo>
                      <a:pt x="37" y="24"/>
                      <a:pt x="37" y="27"/>
                      <a:pt x="35" y="30"/>
                    </a:cubicBezTo>
                    <a:cubicBezTo>
                      <a:pt x="33" y="33"/>
                      <a:pt x="31" y="35"/>
                      <a:pt x="28" y="37"/>
                    </a:cubicBezTo>
                    <a:cubicBezTo>
                      <a:pt x="25" y="39"/>
                      <a:pt x="22" y="39"/>
                      <a:pt x="18" y="39"/>
                    </a:cubicBezTo>
                    <a:cubicBezTo>
                      <a:pt x="17" y="39"/>
                      <a:pt x="16" y="39"/>
                      <a:pt x="15" y="39"/>
                    </a:cubicBezTo>
                    <a:cubicBezTo>
                      <a:pt x="4" y="39"/>
                      <a:pt x="0" y="31"/>
                      <a:pt x="0" y="21"/>
                    </a:cubicBezTo>
                    <a:cubicBezTo>
                      <a:pt x="0" y="20"/>
                      <a:pt x="0" y="20"/>
                      <a:pt x="0" y="19"/>
                    </a:cubicBezTo>
                    <a:cubicBezTo>
                      <a:pt x="0" y="16"/>
                      <a:pt x="1" y="12"/>
                      <a:pt x="3" y="9"/>
                    </a:cubicBezTo>
                    <a:cubicBezTo>
                      <a:pt x="5" y="6"/>
                      <a:pt x="7" y="4"/>
                      <a:pt x="10" y="2"/>
                    </a:cubicBezTo>
                    <a:cubicBezTo>
                      <a:pt x="13" y="1"/>
                      <a:pt x="16" y="0"/>
                      <a:pt x="1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6" name="Google Shape;5306;p47"/>
              <p:cNvSpPr/>
              <p:nvPr/>
            </p:nvSpPr>
            <p:spPr>
              <a:xfrm rot="-755217">
                <a:off x="8076372" y="2726921"/>
                <a:ext cx="35524" cy="67740"/>
              </a:xfrm>
              <a:custGeom>
                <a:avLst/>
                <a:gdLst/>
                <a:ahLst/>
                <a:cxnLst/>
                <a:rect l="l" t="t" r="r" b="b"/>
                <a:pathLst>
                  <a:path w="43" h="82" extrusionOk="0">
                    <a:moveTo>
                      <a:pt x="3" y="1"/>
                    </a:moveTo>
                    <a:cubicBezTo>
                      <a:pt x="25" y="23"/>
                      <a:pt x="29" y="54"/>
                      <a:pt x="42" y="81"/>
                    </a:cubicBezTo>
                    <a:cubicBezTo>
                      <a:pt x="23" y="56"/>
                      <a:pt x="0" y="35"/>
                      <a:pt x="4" y="0"/>
                    </a:cubicBezTo>
                    <a:lnTo>
                      <a:pt x="3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7" name="Google Shape;5307;p47"/>
              <p:cNvSpPr/>
              <p:nvPr/>
            </p:nvSpPr>
            <p:spPr>
              <a:xfrm rot="-755217">
                <a:off x="9178822" y="3144683"/>
                <a:ext cx="45438" cy="45436"/>
              </a:xfrm>
              <a:custGeom>
                <a:avLst/>
                <a:gdLst/>
                <a:ahLst/>
                <a:cxnLst/>
                <a:rect l="l" t="t" r="r" b="b"/>
                <a:pathLst>
                  <a:path w="55" h="55" extrusionOk="0">
                    <a:moveTo>
                      <a:pt x="6" y="0"/>
                    </a:moveTo>
                    <a:lnTo>
                      <a:pt x="54" y="53"/>
                    </a:lnTo>
                    <a:lnTo>
                      <a:pt x="52" y="54"/>
                    </a:lnTo>
                    <a:lnTo>
                      <a:pt x="0" y="8"/>
                    </a:lnTo>
                    <a:lnTo>
                      <a:pt x="6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5308" name="Google Shape;5308;p47"/>
              <p:cNvSpPr/>
              <p:nvPr/>
            </p:nvSpPr>
            <p:spPr>
              <a:xfrm rot="-755217">
                <a:off x="9805511" y="3004955"/>
                <a:ext cx="43786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53" h="57" extrusionOk="0">
                    <a:moveTo>
                      <a:pt x="0" y="0"/>
                    </a:moveTo>
                    <a:lnTo>
                      <a:pt x="52" y="56"/>
                    </a:lnTo>
                    <a:cubicBezTo>
                      <a:pt x="17" y="37"/>
                      <a:pt x="17" y="3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9" name="Google Shape;5309;p47"/>
              <p:cNvSpPr/>
              <p:nvPr/>
            </p:nvSpPr>
            <p:spPr>
              <a:xfrm rot="-755217">
                <a:off x="8447541" y="4116677"/>
                <a:ext cx="41307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50" h="44" extrusionOk="0">
                    <a:moveTo>
                      <a:pt x="49" y="34"/>
                    </a:moveTo>
                    <a:cubicBezTo>
                      <a:pt x="44" y="35"/>
                      <a:pt x="38" y="36"/>
                      <a:pt x="33" y="38"/>
                    </a:cubicBezTo>
                    <a:cubicBezTo>
                      <a:pt x="22" y="42"/>
                      <a:pt x="12" y="43"/>
                      <a:pt x="6" y="31"/>
                    </a:cubicBezTo>
                    <a:cubicBezTo>
                      <a:pt x="0" y="19"/>
                      <a:pt x="8" y="14"/>
                      <a:pt x="16" y="9"/>
                    </a:cubicBezTo>
                    <a:cubicBezTo>
                      <a:pt x="29" y="0"/>
                      <a:pt x="39" y="5"/>
                      <a:pt x="45" y="19"/>
                    </a:cubicBezTo>
                    <a:cubicBezTo>
                      <a:pt x="46" y="24"/>
                      <a:pt x="47" y="30"/>
                      <a:pt x="47" y="35"/>
                    </a:cubicBezTo>
                    <a:lnTo>
                      <a:pt x="49" y="3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0" name="Google Shape;5310;p47"/>
              <p:cNvSpPr/>
              <p:nvPr/>
            </p:nvSpPr>
            <p:spPr>
              <a:xfrm rot="-755217">
                <a:off x="7716784" y="1825994"/>
                <a:ext cx="58656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71" h="68" extrusionOk="0">
                    <a:moveTo>
                      <a:pt x="70" y="0"/>
                    </a:moveTo>
                    <a:cubicBezTo>
                      <a:pt x="53" y="28"/>
                      <a:pt x="29" y="51"/>
                      <a:pt x="1" y="67"/>
                    </a:cubicBezTo>
                    <a:lnTo>
                      <a:pt x="0" y="67"/>
                    </a:lnTo>
                    <a:cubicBezTo>
                      <a:pt x="2" y="61"/>
                      <a:pt x="5" y="56"/>
                      <a:pt x="8" y="50"/>
                    </a:cubicBezTo>
                    <a:cubicBezTo>
                      <a:pt x="18" y="33"/>
                      <a:pt x="32" y="19"/>
                      <a:pt x="50" y="9"/>
                    </a:cubicBezTo>
                    <a:cubicBezTo>
                      <a:pt x="56" y="5"/>
                      <a:pt x="63" y="2"/>
                      <a:pt x="7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1" name="Google Shape;5311;p47"/>
              <p:cNvSpPr/>
              <p:nvPr/>
            </p:nvSpPr>
            <p:spPr>
              <a:xfrm rot="-755217">
                <a:off x="9020292" y="4275698"/>
                <a:ext cx="33046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40" h="33" extrusionOk="0">
                    <a:moveTo>
                      <a:pt x="39" y="22"/>
                    </a:moveTo>
                    <a:cubicBezTo>
                      <a:pt x="37" y="32"/>
                      <a:pt x="30" y="32"/>
                      <a:pt x="23" y="30"/>
                    </a:cubicBezTo>
                    <a:cubicBezTo>
                      <a:pt x="16" y="28"/>
                      <a:pt x="0" y="28"/>
                      <a:pt x="1" y="13"/>
                    </a:cubicBezTo>
                    <a:cubicBezTo>
                      <a:pt x="1" y="11"/>
                      <a:pt x="2" y="9"/>
                      <a:pt x="3" y="7"/>
                    </a:cubicBezTo>
                    <a:cubicBezTo>
                      <a:pt x="4" y="5"/>
                      <a:pt x="6" y="4"/>
                      <a:pt x="8" y="2"/>
                    </a:cubicBezTo>
                    <a:cubicBezTo>
                      <a:pt x="11" y="0"/>
                      <a:pt x="13" y="0"/>
                      <a:pt x="16" y="0"/>
                    </a:cubicBezTo>
                    <a:cubicBezTo>
                      <a:pt x="17" y="0"/>
                      <a:pt x="19" y="0"/>
                      <a:pt x="20" y="0"/>
                    </a:cubicBezTo>
                    <a:cubicBezTo>
                      <a:pt x="23" y="1"/>
                      <a:pt x="25" y="2"/>
                      <a:pt x="27" y="3"/>
                    </a:cubicBezTo>
                    <a:cubicBezTo>
                      <a:pt x="31" y="5"/>
                      <a:pt x="34" y="8"/>
                      <a:pt x="36" y="12"/>
                    </a:cubicBezTo>
                    <a:cubicBezTo>
                      <a:pt x="38" y="15"/>
                      <a:pt x="39" y="18"/>
                      <a:pt x="39" y="2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2" name="Google Shape;5312;p47"/>
              <p:cNvSpPr/>
              <p:nvPr/>
            </p:nvSpPr>
            <p:spPr>
              <a:xfrm rot="-755217">
                <a:off x="9573068" y="3037193"/>
                <a:ext cx="47090" cy="61132"/>
              </a:xfrm>
              <a:custGeom>
                <a:avLst/>
                <a:gdLst/>
                <a:ahLst/>
                <a:cxnLst/>
                <a:rect l="l" t="t" r="r" b="b"/>
                <a:pathLst>
                  <a:path w="57" h="74" extrusionOk="0">
                    <a:moveTo>
                      <a:pt x="47" y="73"/>
                    </a:moveTo>
                    <a:lnTo>
                      <a:pt x="0" y="6"/>
                    </a:lnTo>
                    <a:lnTo>
                      <a:pt x="9" y="0"/>
                    </a:lnTo>
                    <a:lnTo>
                      <a:pt x="56" y="67"/>
                    </a:lnTo>
                    <a:lnTo>
                      <a:pt x="47" y="7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5313" name="Google Shape;5313;p47"/>
              <p:cNvSpPr/>
              <p:nvPr/>
            </p:nvSpPr>
            <p:spPr>
              <a:xfrm rot="-755217">
                <a:off x="8564668" y="2570414"/>
                <a:ext cx="42960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52" h="73" extrusionOk="0">
                    <a:moveTo>
                      <a:pt x="0" y="1"/>
                    </a:moveTo>
                    <a:cubicBezTo>
                      <a:pt x="16" y="13"/>
                      <a:pt x="29" y="28"/>
                      <a:pt x="39" y="45"/>
                    </a:cubicBezTo>
                    <a:cubicBezTo>
                      <a:pt x="44" y="54"/>
                      <a:pt x="48" y="63"/>
                      <a:pt x="51" y="72"/>
                    </a:cubicBezTo>
                    <a:cubicBezTo>
                      <a:pt x="36" y="61"/>
                      <a:pt x="23" y="46"/>
                      <a:pt x="14" y="30"/>
                    </a:cubicBezTo>
                    <a:cubicBezTo>
                      <a:pt x="9" y="21"/>
                      <a:pt x="4" y="1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4" name="Google Shape;5314;p47"/>
              <p:cNvSpPr/>
              <p:nvPr/>
            </p:nvSpPr>
            <p:spPr>
              <a:xfrm rot="-755217">
                <a:off x="9428507" y="3432956"/>
                <a:ext cx="43786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53" h="73" extrusionOk="0">
                    <a:moveTo>
                      <a:pt x="1" y="0"/>
                    </a:moveTo>
                    <a:cubicBezTo>
                      <a:pt x="16" y="11"/>
                      <a:pt x="30" y="26"/>
                      <a:pt x="39" y="42"/>
                    </a:cubicBezTo>
                    <a:cubicBezTo>
                      <a:pt x="45" y="52"/>
                      <a:pt x="48" y="62"/>
                      <a:pt x="52" y="72"/>
                    </a:cubicBezTo>
                    <a:cubicBezTo>
                      <a:pt x="36" y="60"/>
                      <a:pt x="23" y="46"/>
                      <a:pt x="13" y="29"/>
                    </a:cubicBezTo>
                    <a:cubicBezTo>
                      <a:pt x="8" y="19"/>
                      <a:pt x="4" y="10"/>
                      <a:pt x="0" y="0"/>
                    </a:cubicBezTo>
                    <a:lnTo>
                      <a:pt x="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5" name="Google Shape;5315;p47"/>
              <p:cNvSpPr/>
              <p:nvPr/>
            </p:nvSpPr>
            <p:spPr>
              <a:xfrm rot="-755217">
                <a:off x="7731395" y="2007949"/>
                <a:ext cx="64440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78" h="33" extrusionOk="0">
                    <a:moveTo>
                      <a:pt x="0" y="2"/>
                    </a:moveTo>
                    <a:cubicBezTo>
                      <a:pt x="31" y="0"/>
                      <a:pt x="48" y="21"/>
                      <a:pt x="77" y="28"/>
                    </a:cubicBezTo>
                    <a:cubicBezTo>
                      <a:pt x="40" y="32"/>
                      <a:pt x="40" y="32"/>
                      <a:pt x="0" y="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6" name="Google Shape;5316;p47"/>
              <p:cNvSpPr/>
              <p:nvPr/>
            </p:nvSpPr>
            <p:spPr>
              <a:xfrm rot="-755217">
                <a:off x="9250651" y="2916197"/>
                <a:ext cx="44612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54" h="47" extrusionOk="0">
                    <a:moveTo>
                      <a:pt x="0" y="0"/>
                    </a:moveTo>
                    <a:cubicBezTo>
                      <a:pt x="4" y="1"/>
                      <a:pt x="7" y="3"/>
                      <a:pt x="11" y="5"/>
                    </a:cubicBezTo>
                    <a:cubicBezTo>
                      <a:pt x="28" y="15"/>
                      <a:pt x="42" y="29"/>
                      <a:pt x="53" y="46"/>
                    </a:cubicBezTo>
                    <a:cubicBezTo>
                      <a:pt x="49" y="44"/>
                      <a:pt x="45" y="42"/>
                      <a:pt x="41" y="40"/>
                    </a:cubicBezTo>
                    <a:cubicBezTo>
                      <a:pt x="24" y="30"/>
                      <a:pt x="10" y="1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7" name="Google Shape;5317;p47"/>
              <p:cNvSpPr/>
              <p:nvPr/>
            </p:nvSpPr>
            <p:spPr>
              <a:xfrm rot="-755217">
                <a:off x="8913932" y="4474675"/>
                <a:ext cx="64440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78" h="46" extrusionOk="0">
                    <a:moveTo>
                      <a:pt x="66" y="25"/>
                    </a:moveTo>
                    <a:lnTo>
                      <a:pt x="77" y="37"/>
                    </a:lnTo>
                    <a:cubicBezTo>
                      <a:pt x="42" y="45"/>
                      <a:pt x="20" y="26"/>
                      <a:pt x="0" y="2"/>
                    </a:cubicBezTo>
                    <a:cubicBezTo>
                      <a:pt x="25" y="0"/>
                      <a:pt x="40" y="29"/>
                      <a:pt x="66" y="2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8" name="Google Shape;5318;p47"/>
              <p:cNvSpPr/>
              <p:nvPr/>
            </p:nvSpPr>
            <p:spPr>
              <a:xfrm rot="-755217">
                <a:off x="9986444" y="3210079"/>
                <a:ext cx="37177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45" h="73" extrusionOk="0">
                    <a:moveTo>
                      <a:pt x="44" y="71"/>
                    </a:moveTo>
                    <a:cubicBezTo>
                      <a:pt x="14" y="57"/>
                      <a:pt x="9" y="27"/>
                      <a:pt x="0" y="0"/>
                    </a:cubicBezTo>
                    <a:cubicBezTo>
                      <a:pt x="10" y="10"/>
                      <a:pt x="19" y="22"/>
                      <a:pt x="26" y="34"/>
                    </a:cubicBezTo>
                    <a:cubicBezTo>
                      <a:pt x="33" y="46"/>
                      <a:pt x="39" y="59"/>
                      <a:pt x="43" y="72"/>
                    </a:cubicBezTo>
                    <a:lnTo>
                      <a:pt x="44" y="7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9" name="Google Shape;5319;p47"/>
              <p:cNvSpPr/>
              <p:nvPr/>
            </p:nvSpPr>
            <p:spPr>
              <a:xfrm rot="-755217">
                <a:off x="8398749" y="2316291"/>
                <a:ext cx="48743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59" h="54" extrusionOk="0">
                    <a:moveTo>
                      <a:pt x="0" y="0"/>
                    </a:moveTo>
                    <a:cubicBezTo>
                      <a:pt x="3" y="1"/>
                      <a:pt x="6" y="3"/>
                      <a:pt x="9" y="5"/>
                    </a:cubicBezTo>
                    <a:cubicBezTo>
                      <a:pt x="29" y="16"/>
                      <a:pt x="46" y="33"/>
                      <a:pt x="58" y="53"/>
                    </a:cubicBezTo>
                    <a:cubicBezTo>
                      <a:pt x="53" y="51"/>
                      <a:pt x="48" y="49"/>
                      <a:pt x="43" y="46"/>
                    </a:cubicBezTo>
                    <a:cubicBezTo>
                      <a:pt x="27" y="37"/>
                      <a:pt x="13" y="23"/>
                      <a:pt x="4" y="7"/>
                    </a:cubicBezTo>
                    <a:cubicBezTo>
                      <a:pt x="3" y="5"/>
                      <a:pt x="2" y="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0" name="Google Shape;5320;p47"/>
              <p:cNvSpPr/>
              <p:nvPr/>
            </p:nvSpPr>
            <p:spPr>
              <a:xfrm rot="-755217">
                <a:off x="9418082" y="3473559"/>
                <a:ext cx="42134" cy="60306"/>
              </a:xfrm>
              <a:custGeom>
                <a:avLst/>
                <a:gdLst/>
                <a:ahLst/>
                <a:cxnLst/>
                <a:rect l="l" t="t" r="r" b="b"/>
                <a:pathLst>
                  <a:path w="51" h="73" extrusionOk="0">
                    <a:moveTo>
                      <a:pt x="0" y="0"/>
                    </a:moveTo>
                    <a:lnTo>
                      <a:pt x="50" y="72"/>
                    </a:lnTo>
                    <a:cubicBezTo>
                      <a:pt x="14" y="47"/>
                      <a:pt x="14" y="4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1" name="Google Shape;5321;p47"/>
              <p:cNvSpPr/>
              <p:nvPr/>
            </p:nvSpPr>
            <p:spPr>
              <a:xfrm rot="-755217">
                <a:off x="8180420" y="2247602"/>
                <a:ext cx="61961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75" h="54" extrusionOk="0">
                    <a:moveTo>
                      <a:pt x="74" y="53"/>
                    </a:moveTo>
                    <a:cubicBezTo>
                      <a:pt x="39" y="39"/>
                      <a:pt x="26" y="17"/>
                      <a:pt x="0" y="0"/>
                    </a:cubicBezTo>
                    <a:cubicBezTo>
                      <a:pt x="34" y="10"/>
                      <a:pt x="34" y="10"/>
                      <a:pt x="74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2" name="Google Shape;5322;p47"/>
              <p:cNvSpPr/>
              <p:nvPr/>
            </p:nvSpPr>
            <p:spPr>
              <a:xfrm rot="-755217">
                <a:off x="9763277" y="3514789"/>
                <a:ext cx="42960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52" h="63" extrusionOk="0">
                    <a:moveTo>
                      <a:pt x="0" y="2"/>
                    </a:moveTo>
                    <a:cubicBezTo>
                      <a:pt x="1" y="2"/>
                      <a:pt x="2" y="3"/>
                      <a:pt x="3" y="3"/>
                    </a:cubicBezTo>
                    <a:cubicBezTo>
                      <a:pt x="19" y="13"/>
                      <a:pt x="33" y="27"/>
                      <a:pt x="43" y="43"/>
                    </a:cubicBezTo>
                    <a:cubicBezTo>
                      <a:pt x="46" y="49"/>
                      <a:pt x="49" y="55"/>
                      <a:pt x="51" y="62"/>
                    </a:cubicBezTo>
                    <a:cubicBezTo>
                      <a:pt x="31" y="44"/>
                      <a:pt x="7" y="30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3" name="Google Shape;5323;p47"/>
              <p:cNvSpPr/>
              <p:nvPr/>
            </p:nvSpPr>
            <p:spPr>
              <a:xfrm rot="-755217">
                <a:off x="10120184" y="3435799"/>
                <a:ext cx="43786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53" h="58" extrusionOk="0">
                    <a:moveTo>
                      <a:pt x="48" y="37"/>
                    </a:moveTo>
                    <a:lnTo>
                      <a:pt x="52" y="57"/>
                    </a:lnTo>
                    <a:cubicBezTo>
                      <a:pt x="19" y="53"/>
                      <a:pt x="9" y="26"/>
                      <a:pt x="0" y="0"/>
                    </a:cubicBezTo>
                    <a:cubicBezTo>
                      <a:pt x="21" y="3"/>
                      <a:pt x="25" y="34"/>
                      <a:pt x="48" y="3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4" name="Google Shape;5324;p47"/>
              <p:cNvSpPr/>
              <p:nvPr/>
            </p:nvSpPr>
            <p:spPr>
              <a:xfrm rot="-755217">
                <a:off x="10117931" y="3724766"/>
                <a:ext cx="46264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56" h="68" extrusionOk="0">
                    <a:moveTo>
                      <a:pt x="2" y="0"/>
                    </a:moveTo>
                    <a:cubicBezTo>
                      <a:pt x="20" y="10"/>
                      <a:pt x="35" y="24"/>
                      <a:pt x="44" y="41"/>
                    </a:cubicBezTo>
                    <a:cubicBezTo>
                      <a:pt x="49" y="50"/>
                      <a:pt x="52" y="58"/>
                      <a:pt x="55" y="67"/>
                    </a:cubicBezTo>
                    <a:cubicBezTo>
                      <a:pt x="36" y="56"/>
                      <a:pt x="20" y="40"/>
                      <a:pt x="8" y="20"/>
                    </a:cubicBezTo>
                    <a:cubicBezTo>
                      <a:pt x="5" y="14"/>
                      <a:pt x="2" y="8"/>
                      <a:pt x="0" y="2"/>
                    </a:cubicBezTo>
                    <a:lnTo>
                      <a:pt x="2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5" name="Google Shape;5325;p47"/>
              <p:cNvSpPr/>
              <p:nvPr/>
            </p:nvSpPr>
            <p:spPr>
              <a:xfrm rot="-755217">
                <a:off x="8449137" y="3100571"/>
                <a:ext cx="42960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2" h="61" extrusionOk="0">
                    <a:moveTo>
                      <a:pt x="0" y="1"/>
                    </a:moveTo>
                    <a:cubicBezTo>
                      <a:pt x="18" y="11"/>
                      <a:pt x="33" y="26"/>
                      <a:pt x="43" y="44"/>
                    </a:cubicBezTo>
                    <a:cubicBezTo>
                      <a:pt x="46" y="49"/>
                      <a:pt x="49" y="55"/>
                      <a:pt x="51" y="60"/>
                    </a:cubicBezTo>
                    <a:cubicBezTo>
                      <a:pt x="50" y="60"/>
                      <a:pt x="50" y="60"/>
                      <a:pt x="49" y="59"/>
                    </a:cubicBezTo>
                    <a:cubicBezTo>
                      <a:pt x="32" y="49"/>
                      <a:pt x="19" y="37"/>
                      <a:pt x="10" y="20"/>
                    </a:cubicBezTo>
                    <a:cubicBezTo>
                      <a:pt x="6" y="14"/>
                      <a:pt x="3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6" name="Google Shape;5326;p47"/>
              <p:cNvSpPr/>
              <p:nvPr/>
            </p:nvSpPr>
            <p:spPr>
              <a:xfrm rot="-755217">
                <a:off x="9190216" y="3518874"/>
                <a:ext cx="37177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45" h="54" extrusionOk="0">
                    <a:moveTo>
                      <a:pt x="0" y="0"/>
                    </a:moveTo>
                    <a:cubicBezTo>
                      <a:pt x="15" y="10"/>
                      <a:pt x="28" y="23"/>
                      <a:pt x="37" y="39"/>
                    </a:cubicBezTo>
                    <a:cubicBezTo>
                      <a:pt x="39" y="43"/>
                      <a:pt x="42" y="48"/>
                      <a:pt x="44" y="53"/>
                    </a:cubicBezTo>
                    <a:cubicBezTo>
                      <a:pt x="28" y="43"/>
                      <a:pt x="16" y="30"/>
                      <a:pt x="7" y="15"/>
                    </a:cubicBezTo>
                    <a:cubicBezTo>
                      <a:pt x="4" y="10"/>
                      <a:pt x="2" y="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7" name="Google Shape;5327;p47"/>
              <p:cNvSpPr/>
              <p:nvPr/>
            </p:nvSpPr>
            <p:spPr>
              <a:xfrm rot="-755217">
                <a:off x="8193462" y="2542955"/>
                <a:ext cx="44612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4" h="61" extrusionOk="0">
                    <a:moveTo>
                      <a:pt x="0" y="1"/>
                    </a:moveTo>
                    <a:cubicBezTo>
                      <a:pt x="26" y="12"/>
                      <a:pt x="37" y="38"/>
                      <a:pt x="53" y="60"/>
                    </a:cubicBezTo>
                    <a:cubicBezTo>
                      <a:pt x="53" y="60"/>
                      <a:pt x="53" y="59"/>
                      <a:pt x="52" y="59"/>
                    </a:cubicBezTo>
                    <a:cubicBezTo>
                      <a:pt x="35" y="49"/>
                      <a:pt x="20" y="35"/>
                      <a:pt x="10" y="17"/>
                    </a:cubicBezTo>
                    <a:cubicBezTo>
                      <a:pt x="7" y="12"/>
                      <a:pt x="4" y="6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8" name="Google Shape;5328;p47"/>
              <p:cNvSpPr/>
              <p:nvPr/>
            </p:nvSpPr>
            <p:spPr>
              <a:xfrm rot="-755217">
                <a:off x="10112775" y="3955217"/>
                <a:ext cx="38829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47" h="61" extrusionOk="0">
                    <a:moveTo>
                      <a:pt x="3" y="33"/>
                    </a:moveTo>
                    <a:lnTo>
                      <a:pt x="0" y="0"/>
                    </a:lnTo>
                    <a:cubicBezTo>
                      <a:pt x="15" y="13"/>
                      <a:pt x="28" y="29"/>
                      <a:pt x="38" y="46"/>
                    </a:cubicBezTo>
                    <a:cubicBezTo>
                      <a:pt x="41" y="51"/>
                      <a:pt x="43" y="55"/>
                      <a:pt x="46" y="60"/>
                    </a:cubicBezTo>
                    <a:cubicBezTo>
                      <a:pt x="26" y="60"/>
                      <a:pt x="19" y="40"/>
                      <a:pt x="3" y="3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9" name="Google Shape;5329;p47"/>
              <p:cNvSpPr/>
              <p:nvPr/>
            </p:nvSpPr>
            <p:spPr>
              <a:xfrm rot="-755217">
                <a:off x="8624330" y="3829157"/>
                <a:ext cx="33046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40" h="33" extrusionOk="0">
                    <a:moveTo>
                      <a:pt x="21" y="32"/>
                    </a:moveTo>
                    <a:cubicBezTo>
                      <a:pt x="6" y="32"/>
                      <a:pt x="0" y="25"/>
                      <a:pt x="0" y="16"/>
                    </a:cubicBezTo>
                    <a:cubicBezTo>
                      <a:pt x="0" y="13"/>
                      <a:pt x="0" y="11"/>
                      <a:pt x="2" y="8"/>
                    </a:cubicBezTo>
                    <a:cubicBezTo>
                      <a:pt x="3" y="6"/>
                      <a:pt x="5" y="4"/>
                      <a:pt x="8" y="2"/>
                    </a:cubicBezTo>
                    <a:cubicBezTo>
                      <a:pt x="11" y="0"/>
                      <a:pt x="14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30" y="0"/>
                      <a:pt x="39" y="5"/>
                      <a:pt x="37" y="19"/>
                    </a:cubicBezTo>
                    <a:cubicBezTo>
                      <a:pt x="37" y="21"/>
                      <a:pt x="36" y="23"/>
                      <a:pt x="35" y="24"/>
                    </a:cubicBezTo>
                    <a:cubicBezTo>
                      <a:pt x="34" y="27"/>
                      <a:pt x="32" y="29"/>
                      <a:pt x="29" y="30"/>
                    </a:cubicBezTo>
                    <a:cubicBezTo>
                      <a:pt x="27" y="31"/>
                      <a:pt x="24" y="32"/>
                      <a:pt x="21" y="3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0" name="Google Shape;5330;p47"/>
              <p:cNvSpPr/>
              <p:nvPr/>
            </p:nvSpPr>
            <p:spPr>
              <a:xfrm rot="-755217">
                <a:off x="8807712" y="3794032"/>
                <a:ext cx="33872" cy="26435"/>
              </a:xfrm>
              <a:custGeom>
                <a:avLst/>
                <a:gdLst/>
                <a:ahLst/>
                <a:cxnLst/>
                <a:rect l="l" t="t" r="r" b="b"/>
                <a:pathLst>
                  <a:path w="41" h="32" extrusionOk="0">
                    <a:moveTo>
                      <a:pt x="16" y="31"/>
                    </a:moveTo>
                    <a:cubicBezTo>
                      <a:pt x="7" y="31"/>
                      <a:pt x="3" y="27"/>
                      <a:pt x="2" y="22"/>
                    </a:cubicBezTo>
                    <a:cubicBezTo>
                      <a:pt x="0" y="5"/>
                      <a:pt x="11" y="0"/>
                      <a:pt x="25" y="0"/>
                    </a:cubicBezTo>
                    <a:cubicBezTo>
                      <a:pt x="32" y="0"/>
                      <a:pt x="40" y="4"/>
                      <a:pt x="38" y="13"/>
                    </a:cubicBezTo>
                    <a:cubicBezTo>
                      <a:pt x="36" y="22"/>
                      <a:pt x="22" y="26"/>
                      <a:pt x="16" y="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1" name="Google Shape;5331;p47"/>
              <p:cNvSpPr/>
              <p:nvPr/>
            </p:nvSpPr>
            <p:spPr>
              <a:xfrm rot="-755217">
                <a:off x="9148830" y="3754596"/>
                <a:ext cx="55352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67" h="51" extrusionOk="0">
                    <a:moveTo>
                      <a:pt x="66" y="50"/>
                    </a:moveTo>
                    <a:cubicBezTo>
                      <a:pt x="60" y="48"/>
                      <a:pt x="55" y="45"/>
                      <a:pt x="49" y="42"/>
                    </a:cubicBezTo>
                    <a:cubicBezTo>
                      <a:pt x="31" y="31"/>
                      <a:pt x="14" y="17"/>
                      <a:pt x="0" y="0"/>
                    </a:cubicBezTo>
                    <a:cubicBezTo>
                      <a:pt x="38" y="7"/>
                      <a:pt x="49" y="34"/>
                      <a:pt x="66" y="5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2" name="Google Shape;5332;p47"/>
              <p:cNvSpPr/>
              <p:nvPr/>
            </p:nvSpPr>
            <p:spPr>
              <a:xfrm rot="-755217">
                <a:off x="9060752" y="3421086"/>
                <a:ext cx="42960" cy="50392"/>
              </a:xfrm>
              <a:custGeom>
                <a:avLst/>
                <a:gdLst/>
                <a:ahLst/>
                <a:cxnLst/>
                <a:rect l="l" t="t" r="r" b="b"/>
                <a:pathLst>
                  <a:path w="52" h="61" extrusionOk="0">
                    <a:moveTo>
                      <a:pt x="0" y="1"/>
                    </a:moveTo>
                    <a:cubicBezTo>
                      <a:pt x="27" y="11"/>
                      <a:pt x="38" y="37"/>
                      <a:pt x="51" y="60"/>
                    </a:cubicBezTo>
                    <a:cubicBezTo>
                      <a:pt x="31" y="43"/>
                      <a:pt x="8" y="2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3" name="Google Shape;5333;p47"/>
              <p:cNvSpPr/>
              <p:nvPr/>
            </p:nvSpPr>
            <p:spPr>
              <a:xfrm rot="-755217">
                <a:off x="8201480" y="3688871"/>
                <a:ext cx="36351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44" h="46" extrusionOk="0">
                    <a:moveTo>
                      <a:pt x="19" y="0"/>
                    </a:moveTo>
                    <a:cubicBezTo>
                      <a:pt x="23" y="3"/>
                      <a:pt x="28" y="5"/>
                      <a:pt x="28" y="7"/>
                    </a:cubicBezTo>
                    <a:cubicBezTo>
                      <a:pt x="28" y="19"/>
                      <a:pt x="43" y="29"/>
                      <a:pt x="32" y="41"/>
                    </a:cubicBezTo>
                    <a:cubicBezTo>
                      <a:pt x="31" y="42"/>
                      <a:pt x="30" y="42"/>
                      <a:pt x="29" y="43"/>
                    </a:cubicBezTo>
                    <a:cubicBezTo>
                      <a:pt x="27" y="44"/>
                      <a:pt x="25" y="45"/>
                      <a:pt x="22" y="45"/>
                    </a:cubicBezTo>
                    <a:cubicBezTo>
                      <a:pt x="20" y="45"/>
                      <a:pt x="18" y="44"/>
                      <a:pt x="16" y="43"/>
                    </a:cubicBezTo>
                    <a:cubicBezTo>
                      <a:pt x="14" y="42"/>
                      <a:pt x="13" y="41"/>
                      <a:pt x="12" y="40"/>
                    </a:cubicBezTo>
                    <a:cubicBezTo>
                      <a:pt x="0" y="24"/>
                      <a:pt x="0" y="10"/>
                      <a:pt x="1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4" name="Google Shape;5334;p47"/>
              <p:cNvSpPr/>
              <p:nvPr/>
            </p:nvSpPr>
            <p:spPr>
              <a:xfrm rot="-755217">
                <a:off x="9363046" y="3964577"/>
                <a:ext cx="9088" cy="75175"/>
              </a:xfrm>
              <a:custGeom>
                <a:avLst/>
                <a:gdLst/>
                <a:ahLst/>
                <a:cxnLst/>
                <a:rect l="l" t="t" r="r" b="b"/>
                <a:pathLst>
                  <a:path w="11" h="91" extrusionOk="0">
                    <a:moveTo>
                      <a:pt x="4" y="0"/>
                    </a:moveTo>
                    <a:cubicBezTo>
                      <a:pt x="8" y="15"/>
                      <a:pt x="10" y="30"/>
                      <a:pt x="10" y="45"/>
                    </a:cubicBezTo>
                    <a:cubicBezTo>
                      <a:pt x="10" y="60"/>
                      <a:pt x="8" y="75"/>
                      <a:pt x="4" y="90"/>
                    </a:cubicBezTo>
                    <a:cubicBezTo>
                      <a:pt x="1" y="75"/>
                      <a:pt x="0" y="60"/>
                      <a:pt x="0" y="45"/>
                    </a:cubicBezTo>
                    <a:cubicBezTo>
                      <a:pt x="0" y="30"/>
                      <a:pt x="1" y="15"/>
                      <a:pt x="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5" name="Google Shape;5335;p47"/>
              <p:cNvSpPr/>
              <p:nvPr/>
            </p:nvSpPr>
            <p:spPr>
              <a:xfrm rot="-755217">
                <a:off x="10275115" y="3541706"/>
                <a:ext cx="23132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28" h="80" extrusionOk="0">
                    <a:moveTo>
                      <a:pt x="23" y="77"/>
                    </a:moveTo>
                    <a:cubicBezTo>
                      <a:pt x="0" y="55"/>
                      <a:pt x="8" y="26"/>
                      <a:pt x="5" y="0"/>
                    </a:cubicBezTo>
                    <a:cubicBezTo>
                      <a:pt x="27" y="22"/>
                      <a:pt x="20" y="53"/>
                      <a:pt x="22" y="79"/>
                    </a:cubicBezTo>
                    <a:lnTo>
                      <a:pt x="23" y="7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6" name="Google Shape;5336;p47"/>
              <p:cNvSpPr/>
              <p:nvPr/>
            </p:nvSpPr>
            <p:spPr>
              <a:xfrm rot="-755217">
                <a:off x="10000511" y="3902263"/>
                <a:ext cx="48743" cy="59479"/>
              </a:xfrm>
              <a:custGeom>
                <a:avLst/>
                <a:gdLst/>
                <a:ahLst/>
                <a:cxnLst/>
                <a:rect l="l" t="t" r="r" b="b"/>
                <a:pathLst>
                  <a:path w="59" h="72" extrusionOk="0">
                    <a:moveTo>
                      <a:pt x="46" y="38"/>
                    </a:moveTo>
                    <a:cubicBezTo>
                      <a:pt x="50" y="49"/>
                      <a:pt x="58" y="58"/>
                      <a:pt x="55" y="71"/>
                    </a:cubicBezTo>
                    <a:cubicBezTo>
                      <a:pt x="38" y="52"/>
                      <a:pt x="21" y="34"/>
                      <a:pt x="4" y="15"/>
                    </a:cubicBezTo>
                    <a:cubicBezTo>
                      <a:pt x="0" y="9"/>
                      <a:pt x="1" y="1"/>
                      <a:pt x="11" y="0"/>
                    </a:cubicBezTo>
                    <a:lnTo>
                      <a:pt x="46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7" name="Google Shape;5337;p47"/>
              <p:cNvSpPr/>
              <p:nvPr/>
            </p:nvSpPr>
            <p:spPr>
              <a:xfrm rot="-755217">
                <a:off x="8159652" y="3598458"/>
                <a:ext cx="27263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33" h="42" extrusionOk="0">
                    <a:moveTo>
                      <a:pt x="32" y="20"/>
                    </a:moveTo>
                    <a:cubicBezTo>
                      <a:pt x="32" y="34"/>
                      <a:pt x="27" y="41"/>
                      <a:pt x="17" y="40"/>
                    </a:cubicBezTo>
                    <a:cubicBezTo>
                      <a:pt x="14" y="40"/>
                      <a:pt x="11" y="40"/>
                      <a:pt x="9" y="38"/>
                    </a:cubicBezTo>
                    <a:cubicBezTo>
                      <a:pt x="6" y="37"/>
                      <a:pt x="4" y="34"/>
                      <a:pt x="2" y="31"/>
                    </a:cubicBezTo>
                    <a:cubicBezTo>
                      <a:pt x="1" y="29"/>
                      <a:pt x="0" y="26"/>
                      <a:pt x="0" y="23"/>
                    </a:cubicBezTo>
                    <a:cubicBezTo>
                      <a:pt x="0" y="22"/>
                      <a:pt x="0" y="21"/>
                      <a:pt x="0" y="20"/>
                    </a:cubicBezTo>
                    <a:cubicBezTo>
                      <a:pt x="0" y="17"/>
                      <a:pt x="0" y="15"/>
                      <a:pt x="2" y="12"/>
                    </a:cubicBezTo>
                    <a:cubicBezTo>
                      <a:pt x="4" y="10"/>
                      <a:pt x="6" y="7"/>
                      <a:pt x="8" y="5"/>
                    </a:cubicBezTo>
                    <a:cubicBezTo>
                      <a:pt x="10" y="4"/>
                      <a:pt x="12" y="4"/>
                      <a:pt x="14" y="3"/>
                    </a:cubicBezTo>
                    <a:cubicBezTo>
                      <a:pt x="30" y="0"/>
                      <a:pt x="28" y="15"/>
                      <a:pt x="32" y="2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8" name="Google Shape;5338;p47"/>
              <p:cNvSpPr/>
              <p:nvPr/>
            </p:nvSpPr>
            <p:spPr>
              <a:xfrm rot="-755217">
                <a:off x="10006591" y="3706030"/>
                <a:ext cx="47917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58" h="44" extrusionOk="0">
                    <a:moveTo>
                      <a:pt x="8" y="0"/>
                    </a:moveTo>
                    <a:lnTo>
                      <a:pt x="57" y="43"/>
                    </a:lnTo>
                    <a:cubicBezTo>
                      <a:pt x="46" y="41"/>
                      <a:pt x="36" y="37"/>
                      <a:pt x="27" y="32"/>
                    </a:cubicBezTo>
                    <a:cubicBezTo>
                      <a:pt x="16" y="26"/>
                      <a:pt x="7" y="18"/>
                      <a:pt x="0" y="9"/>
                    </a:cubicBez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9" name="Google Shape;5339;p47"/>
              <p:cNvSpPr/>
              <p:nvPr/>
            </p:nvSpPr>
            <p:spPr>
              <a:xfrm rot="-755217">
                <a:off x="9762151" y="3219313"/>
                <a:ext cx="45438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55" h="59" extrusionOk="0">
                    <a:moveTo>
                      <a:pt x="9" y="0"/>
                    </a:moveTo>
                    <a:lnTo>
                      <a:pt x="54" y="53"/>
                    </a:lnTo>
                    <a:lnTo>
                      <a:pt x="48" y="58"/>
                    </a:lnTo>
                    <a:lnTo>
                      <a:pt x="0" y="8"/>
                    </a:lnTo>
                    <a:lnTo>
                      <a:pt x="9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5340" name="Google Shape;5340;p47"/>
              <p:cNvSpPr/>
              <p:nvPr/>
            </p:nvSpPr>
            <p:spPr>
              <a:xfrm rot="-755217">
                <a:off x="8098288" y="2266956"/>
                <a:ext cx="52873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64" h="54" extrusionOk="0">
                    <a:moveTo>
                      <a:pt x="63" y="51"/>
                    </a:moveTo>
                    <a:cubicBezTo>
                      <a:pt x="55" y="48"/>
                      <a:pt x="49" y="45"/>
                      <a:pt x="42" y="41"/>
                    </a:cubicBezTo>
                    <a:cubicBezTo>
                      <a:pt x="25" y="31"/>
                      <a:pt x="10" y="17"/>
                      <a:pt x="0" y="0"/>
                    </a:cubicBezTo>
                    <a:cubicBezTo>
                      <a:pt x="7" y="2"/>
                      <a:pt x="14" y="5"/>
                      <a:pt x="20" y="9"/>
                    </a:cubicBezTo>
                    <a:cubicBezTo>
                      <a:pt x="36" y="18"/>
                      <a:pt x="48" y="31"/>
                      <a:pt x="58" y="47"/>
                    </a:cubicBezTo>
                    <a:cubicBezTo>
                      <a:pt x="59" y="49"/>
                      <a:pt x="61" y="51"/>
                      <a:pt x="62" y="53"/>
                    </a:cubicBezTo>
                    <a:lnTo>
                      <a:pt x="63" y="5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1" name="Google Shape;5341;p47"/>
              <p:cNvSpPr/>
              <p:nvPr/>
            </p:nvSpPr>
            <p:spPr>
              <a:xfrm rot="-755217">
                <a:off x="9005742" y="3376360"/>
                <a:ext cx="46264" cy="56175"/>
              </a:xfrm>
              <a:custGeom>
                <a:avLst/>
                <a:gdLst/>
                <a:ahLst/>
                <a:cxnLst/>
                <a:rect l="l" t="t" r="r" b="b"/>
                <a:pathLst>
                  <a:path w="56" h="68" extrusionOk="0">
                    <a:moveTo>
                      <a:pt x="55" y="67"/>
                    </a:moveTo>
                    <a:cubicBezTo>
                      <a:pt x="54" y="66"/>
                      <a:pt x="52" y="65"/>
                      <a:pt x="50" y="64"/>
                    </a:cubicBezTo>
                    <a:cubicBezTo>
                      <a:pt x="34" y="54"/>
                      <a:pt x="20" y="40"/>
                      <a:pt x="10" y="24"/>
                    </a:cubicBezTo>
                    <a:cubicBezTo>
                      <a:pt x="6" y="17"/>
                      <a:pt x="3" y="9"/>
                      <a:pt x="0" y="0"/>
                    </a:cubicBezTo>
                    <a:cubicBezTo>
                      <a:pt x="3" y="2"/>
                      <a:pt x="6" y="3"/>
                      <a:pt x="9" y="5"/>
                    </a:cubicBezTo>
                    <a:cubicBezTo>
                      <a:pt x="24" y="14"/>
                      <a:pt x="36" y="26"/>
                      <a:pt x="45" y="41"/>
                    </a:cubicBezTo>
                    <a:cubicBezTo>
                      <a:pt x="50" y="49"/>
                      <a:pt x="53" y="58"/>
                      <a:pt x="55" y="6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2" name="Google Shape;5342;p47"/>
              <p:cNvSpPr/>
              <p:nvPr/>
            </p:nvSpPr>
            <p:spPr>
              <a:xfrm rot="-755217">
                <a:off x="8491156" y="4136121"/>
                <a:ext cx="29741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6" h="40" extrusionOk="0">
                    <a:moveTo>
                      <a:pt x="0" y="2"/>
                    </a:moveTo>
                    <a:cubicBezTo>
                      <a:pt x="4" y="1"/>
                      <a:pt x="7" y="1"/>
                      <a:pt x="11" y="1"/>
                    </a:cubicBezTo>
                    <a:cubicBezTo>
                      <a:pt x="15" y="1"/>
                      <a:pt x="18" y="1"/>
                      <a:pt x="22" y="2"/>
                    </a:cubicBezTo>
                    <a:cubicBezTo>
                      <a:pt x="35" y="3"/>
                      <a:pt x="33" y="13"/>
                      <a:pt x="32" y="22"/>
                    </a:cubicBezTo>
                    <a:cubicBezTo>
                      <a:pt x="32" y="24"/>
                      <a:pt x="31" y="26"/>
                      <a:pt x="30" y="28"/>
                    </a:cubicBezTo>
                    <a:cubicBezTo>
                      <a:pt x="28" y="31"/>
                      <a:pt x="26" y="33"/>
                      <a:pt x="23" y="35"/>
                    </a:cubicBezTo>
                    <a:cubicBezTo>
                      <a:pt x="22" y="36"/>
                      <a:pt x="20" y="36"/>
                      <a:pt x="18" y="37"/>
                    </a:cubicBezTo>
                    <a:cubicBezTo>
                      <a:pt x="7" y="39"/>
                      <a:pt x="1" y="33"/>
                      <a:pt x="0" y="22"/>
                    </a:cubicBezTo>
                    <a:cubicBezTo>
                      <a:pt x="0" y="14"/>
                      <a:pt x="1" y="7"/>
                      <a:pt x="2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3" name="Google Shape;5343;p47"/>
              <p:cNvSpPr/>
              <p:nvPr/>
            </p:nvSpPr>
            <p:spPr>
              <a:xfrm rot="-755217">
                <a:off x="8031711" y="2389127"/>
                <a:ext cx="33046" cy="55349"/>
              </a:xfrm>
              <a:custGeom>
                <a:avLst/>
                <a:gdLst/>
                <a:ahLst/>
                <a:cxnLst/>
                <a:rect l="l" t="t" r="r" b="b"/>
                <a:pathLst>
                  <a:path w="40" h="67" extrusionOk="0">
                    <a:moveTo>
                      <a:pt x="39" y="66"/>
                    </a:moveTo>
                    <a:cubicBezTo>
                      <a:pt x="28" y="57"/>
                      <a:pt x="20" y="47"/>
                      <a:pt x="13" y="35"/>
                    </a:cubicBezTo>
                    <a:cubicBezTo>
                      <a:pt x="7" y="25"/>
                      <a:pt x="3" y="13"/>
                      <a:pt x="0" y="0"/>
                    </a:cubicBezTo>
                    <a:cubicBezTo>
                      <a:pt x="10" y="9"/>
                      <a:pt x="18" y="20"/>
                      <a:pt x="25" y="31"/>
                    </a:cubicBezTo>
                    <a:cubicBezTo>
                      <a:pt x="31" y="42"/>
                      <a:pt x="36" y="53"/>
                      <a:pt x="39" y="6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4" name="Google Shape;5344;p47"/>
              <p:cNvSpPr/>
              <p:nvPr/>
            </p:nvSpPr>
            <p:spPr>
              <a:xfrm rot="-755217">
                <a:off x="9192508" y="2759021"/>
                <a:ext cx="46264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56" h="63" extrusionOk="0">
                    <a:moveTo>
                      <a:pt x="46" y="62"/>
                    </a:moveTo>
                    <a:lnTo>
                      <a:pt x="0" y="7"/>
                    </a:lnTo>
                    <a:lnTo>
                      <a:pt x="9" y="0"/>
                    </a:lnTo>
                    <a:cubicBezTo>
                      <a:pt x="27" y="16"/>
                      <a:pt x="42" y="35"/>
                      <a:pt x="55" y="56"/>
                    </a:cubicBezTo>
                    <a:lnTo>
                      <a:pt x="46" y="6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5" name="Google Shape;5345;p47"/>
              <p:cNvSpPr/>
              <p:nvPr/>
            </p:nvSpPr>
            <p:spPr>
              <a:xfrm rot="-755217">
                <a:off x="8964761" y="2536349"/>
                <a:ext cx="47917" cy="57001"/>
              </a:xfrm>
              <a:custGeom>
                <a:avLst/>
                <a:gdLst/>
                <a:ahLst/>
                <a:cxnLst/>
                <a:rect l="l" t="t" r="r" b="b"/>
                <a:pathLst>
                  <a:path w="58" h="69" extrusionOk="0">
                    <a:moveTo>
                      <a:pt x="4" y="0"/>
                    </a:moveTo>
                    <a:cubicBezTo>
                      <a:pt x="22" y="11"/>
                      <a:pt x="36" y="26"/>
                      <a:pt x="46" y="43"/>
                    </a:cubicBezTo>
                    <a:cubicBezTo>
                      <a:pt x="51" y="51"/>
                      <a:pt x="55" y="60"/>
                      <a:pt x="57" y="68"/>
                    </a:cubicBezTo>
                    <a:cubicBezTo>
                      <a:pt x="56" y="67"/>
                      <a:pt x="54" y="67"/>
                      <a:pt x="53" y="66"/>
                    </a:cubicBezTo>
                    <a:cubicBezTo>
                      <a:pt x="35" y="55"/>
                      <a:pt x="20" y="40"/>
                      <a:pt x="9" y="22"/>
                    </a:cubicBezTo>
                    <a:cubicBezTo>
                      <a:pt x="6" y="16"/>
                      <a:pt x="3" y="10"/>
                      <a:pt x="0" y="4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6" name="Google Shape;5346;p47"/>
              <p:cNvSpPr/>
              <p:nvPr/>
            </p:nvSpPr>
            <p:spPr>
              <a:xfrm rot="-755217">
                <a:off x="10232476" y="3728273"/>
                <a:ext cx="29741" cy="68567"/>
              </a:xfrm>
              <a:custGeom>
                <a:avLst/>
                <a:gdLst/>
                <a:ahLst/>
                <a:cxnLst/>
                <a:rect l="l" t="t" r="r" b="b"/>
                <a:pathLst>
                  <a:path w="36" h="83" extrusionOk="0">
                    <a:moveTo>
                      <a:pt x="1" y="1"/>
                    </a:moveTo>
                    <a:cubicBezTo>
                      <a:pt x="5" y="6"/>
                      <a:pt x="9" y="12"/>
                      <a:pt x="12" y="18"/>
                    </a:cubicBezTo>
                    <a:cubicBezTo>
                      <a:pt x="23" y="37"/>
                      <a:pt x="31" y="59"/>
                      <a:pt x="35" y="82"/>
                    </a:cubicBezTo>
                    <a:lnTo>
                      <a:pt x="10" y="53"/>
                    </a:lnTo>
                    <a:lnTo>
                      <a:pt x="0" y="36"/>
                    </a:lnTo>
                    <a:cubicBezTo>
                      <a:pt x="0" y="24"/>
                      <a:pt x="1" y="12"/>
                      <a:pt x="2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7" name="Google Shape;5347;p47"/>
              <p:cNvSpPr/>
              <p:nvPr/>
            </p:nvSpPr>
            <p:spPr>
              <a:xfrm rot="-755217">
                <a:off x="8820534" y="2848742"/>
                <a:ext cx="39655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48" h="63" extrusionOk="0">
                    <a:moveTo>
                      <a:pt x="10" y="0"/>
                    </a:moveTo>
                    <a:lnTo>
                      <a:pt x="47" y="56"/>
                    </a:lnTo>
                    <a:lnTo>
                      <a:pt x="38" y="62"/>
                    </a:lnTo>
                    <a:lnTo>
                      <a:pt x="0" y="8"/>
                    </a:lnTo>
                    <a:lnTo>
                      <a:pt x="1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5348" name="Google Shape;5348;p47"/>
              <p:cNvSpPr/>
              <p:nvPr/>
            </p:nvSpPr>
            <p:spPr>
              <a:xfrm rot="-755217">
                <a:off x="8756092" y="3340003"/>
                <a:ext cx="50395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61" h="46" extrusionOk="0">
                    <a:moveTo>
                      <a:pt x="7" y="0"/>
                    </a:moveTo>
                    <a:lnTo>
                      <a:pt x="60" y="45"/>
                    </a:lnTo>
                    <a:cubicBezTo>
                      <a:pt x="33" y="42"/>
                      <a:pt x="18" y="23"/>
                      <a:pt x="0" y="7"/>
                    </a:cubicBezTo>
                    <a:lnTo>
                      <a:pt x="7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9" name="Google Shape;5349;p47"/>
              <p:cNvSpPr/>
              <p:nvPr/>
            </p:nvSpPr>
            <p:spPr>
              <a:xfrm rot="-755217">
                <a:off x="8119657" y="3350553"/>
                <a:ext cx="33046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40" h="70" extrusionOk="0">
                    <a:moveTo>
                      <a:pt x="39" y="68"/>
                    </a:moveTo>
                    <a:cubicBezTo>
                      <a:pt x="13" y="54"/>
                      <a:pt x="13" y="23"/>
                      <a:pt x="0" y="0"/>
                    </a:cubicBezTo>
                    <a:cubicBezTo>
                      <a:pt x="9" y="9"/>
                      <a:pt x="17" y="19"/>
                      <a:pt x="23" y="30"/>
                    </a:cubicBezTo>
                    <a:cubicBezTo>
                      <a:pt x="30" y="42"/>
                      <a:pt x="35" y="55"/>
                      <a:pt x="38" y="69"/>
                    </a:cubicBezTo>
                    <a:lnTo>
                      <a:pt x="39" y="6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0" name="Google Shape;5350;p47"/>
              <p:cNvSpPr/>
              <p:nvPr/>
            </p:nvSpPr>
            <p:spPr>
              <a:xfrm rot="-755217">
                <a:off x="10175860" y="3768533"/>
                <a:ext cx="46264" cy="55349"/>
              </a:xfrm>
              <a:custGeom>
                <a:avLst/>
                <a:gdLst/>
                <a:ahLst/>
                <a:cxnLst/>
                <a:rect l="l" t="t" r="r" b="b"/>
                <a:pathLst>
                  <a:path w="56" h="67" extrusionOk="0">
                    <a:moveTo>
                      <a:pt x="55" y="66"/>
                    </a:moveTo>
                    <a:cubicBezTo>
                      <a:pt x="54" y="65"/>
                      <a:pt x="53" y="65"/>
                      <a:pt x="52" y="64"/>
                    </a:cubicBezTo>
                    <a:cubicBezTo>
                      <a:pt x="34" y="54"/>
                      <a:pt x="20" y="40"/>
                      <a:pt x="9" y="22"/>
                    </a:cubicBezTo>
                    <a:cubicBezTo>
                      <a:pt x="5" y="15"/>
                      <a:pt x="2" y="7"/>
                      <a:pt x="0" y="0"/>
                    </a:cubicBezTo>
                    <a:cubicBezTo>
                      <a:pt x="2" y="1"/>
                      <a:pt x="5" y="3"/>
                      <a:pt x="7" y="4"/>
                    </a:cubicBezTo>
                    <a:cubicBezTo>
                      <a:pt x="23" y="14"/>
                      <a:pt x="36" y="26"/>
                      <a:pt x="45" y="41"/>
                    </a:cubicBezTo>
                    <a:cubicBezTo>
                      <a:pt x="49" y="49"/>
                      <a:pt x="52" y="57"/>
                      <a:pt x="55" y="6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1" name="Google Shape;5351;p47"/>
              <p:cNvSpPr/>
              <p:nvPr/>
            </p:nvSpPr>
            <p:spPr>
              <a:xfrm rot="-755217">
                <a:off x="9119011" y="3640656"/>
                <a:ext cx="44612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54" h="60" extrusionOk="0">
                    <a:moveTo>
                      <a:pt x="0" y="1"/>
                    </a:moveTo>
                    <a:cubicBezTo>
                      <a:pt x="30" y="9"/>
                      <a:pt x="35" y="40"/>
                      <a:pt x="53" y="59"/>
                    </a:cubicBezTo>
                    <a:cubicBezTo>
                      <a:pt x="51" y="58"/>
                      <a:pt x="50" y="57"/>
                      <a:pt x="48" y="56"/>
                    </a:cubicBezTo>
                    <a:cubicBezTo>
                      <a:pt x="33" y="47"/>
                      <a:pt x="20" y="35"/>
                      <a:pt x="11" y="19"/>
                    </a:cubicBezTo>
                    <a:cubicBezTo>
                      <a:pt x="7" y="13"/>
                      <a:pt x="5" y="7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2" name="Google Shape;5352;p47"/>
              <p:cNvSpPr/>
              <p:nvPr/>
            </p:nvSpPr>
            <p:spPr>
              <a:xfrm rot="-755217">
                <a:off x="8456614" y="3582205"/>
                <a:ext cx="40481" cy="26435"/>
              </a:xfrm>
              <a:custGeom>
                <a:avLst/>
                <a:gdLst/>
                <a:ahLst/>
                <a:cxnLst/>
                <a:rect l="l" t="t" r="r" b="b"/>
                <a:pathLst>
                  <a:path w="49" h="32" extrusionOk="0">
                    <a:moveTo>
                      <a:pt x="48" y="23"/>
                    </a:moveTo>
                    <a:cubicBezTo>
                      <a:pt x="42" y="25"/>
                      <a:pt x="37" y="27"/>
                      <a:pt x="31" y="27"/>
                    </a:cubicBezTo>
                    <a:cubicBezTo>
                      <a:pt x="20" y="25"/>
                      <a:pt x="5" y="31"/>
                      <a:pt x="1" y="13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1"/>
                      <a:pt x="1" y="9"/>
                      <a:pt x="2" y="7"/>
                    </a:cubicBezTo>
                    <a:cubicBezTo>
                      <a:pt x="3" y="6"/>
                      <a:pt x="3" y="5"/>
                      <a:pt x="4" y="4"/>
                    </a:cubicBezTo>
                    <a:cubicBezTo>
                      <a:pt x="5" y="4"/>
                      <a:pt x="5" y="4"/>
                      <a:pt x="6" y="3"/>
                    </a:cubicBezTo>
                    <a:cubicBezTo>
                      <a:pt x="10" y="1"/>
                      <a:pt x="14" y="0"/>
                      <a:pt x="19" y="0"/>
                    </a:cubicBezTo>
                    <a:cubicBezTo>
                      <a:pt x="23" y="0"/>
                      <a:pt x="28" y="1"/>
                      <a:pt x="32" y="3"/>
                    </a:cubicBezTo>
                    <a:cubicBezTo>
                      <a:pt x="35" y="5"/>
                      <a:pt x="37" y="7"/>
                      <a:pt x="39" y="9"/>
                    </a:cubicBezTo>
                    <a:cubicBezTo>
                      <a:pt x="41" y="11"/>
                      <a:pt x="43" y="14"/>
                      <a:pt x="44" y="16"/>
                    </a:cubicBezTo>
                    <a:cubicBezTo>
                      <a:pt x="46" y="18"/>
                      <a:pt x="47" y="21"/>
                      <a:pt x="48" y="2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3" name="Google Shape;5353;p47"/>
              <p:cNvSpPr/>
              <p:nvPr/>
            </p:nvSpPr>
            <p:spPr>
              <a:xfrm rot="-755217">
                <a:off x="8111598" y="2551357"/>
                <a:ext cx="34698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42" h="63" extrusionOk="0">
                    <a:moveTo>
                      <a:pt x="1" y="0"/>
                    </a:moveTo>
                    <a:cubicBezTo>
                      <a:pt x="12" y="9"/>
                      <a:pt x="22" y="20"/>
                      <a:pt x="29" y="32"/>
                    </a:cubicBezTo>
                    <a:cubicBezTo>
                      <a:pt x="34" y="41"/>
                      <a:pt x="38" y="51"/>
                      <a:pt x="41" y="62"/>
                    </a:cubicBezTo>
                    <a:cubicBezTo>
                      <a:pt x="28" y="54"/>
                      <a:pt x="18" y="42"/>
                      <a:pt x="11" y="29"/>
                    </a:cubicBezTo>
                    <a:cubicBezTo>
                      <a:pt x="6" y="21"/>
                      <a:pt x="2" y="11"/>
                      <a:pt x="0" y="2"/>
                    </a:cubicBezTo>
                    <a:lnTo>
                      <a:pt x="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4" name="Google Shape;5354;p47"/>
              <p:cNvSpPr/>
              <p:nvPr/>
            </p:nvSpPr>
            <p:spPr>
              <a:xfrm rot="-755217">
                <a:off x="8741587" y="3061576"/>
                <a:ext cx="34698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42" h="60" extrusionOk="0">
                    <a:moveTo>
                      <a:pt x="41" y="57"/>
                    </a:moveTo>
                    <a:cubicBezTo>
                      <a:pt x="15" y="47"/>
                      <a:pt x="10" y="22"/>
                      <a:pt x="0" y="0"/>
                    </a:cubicBezTo>
                    <a:cubicBezTo>
                      <a:pt x="12" y="8"/>
                      <a:pt x="22" y="19"/>
                      <a:pt x="29" y="32"/>
                    </a:cubicBezTo>
                    <a:cubicBezTo>
                      <a:pt x="34" y="40"/>
                      <a:pt x="38" y="49"/>
                      <a:pt x="40" y="59"/>
                    </a:cubicBezTo>
                    <a:lnTo>
                      <a:pt x="41" y="5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5" name="Google Shape;5355;p47"/>
              <p:cNvSpPr/>
              <p:nvPr/>
            </p:nvSpPr>
            <p:spPr>
              <a:xfrm rot="-755217">
                <a:off x="9107088" y="3098842"/>
                <a:ext cx="38003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6" h="50" extrusionOk="0">
                    <a:moveTo>
                      <a:pt x="45" y="49"/>
                    </a:moveTo>
                    <a:cubicBezTo>
                      <a:pt x="27" y="37"/>
                      <a:pt x="13" y="22"/>
                      <a:pt x="2" y="4"/>
                    </a:cubicBezTo>
                    <a:cubicBezTo>
                      <a:pt x="2" y="2"/>
                      <a:pt x="1" y="1"/>
                      <a:pt x="0" y="0"/>
                    </a:cubicBezTo>
                    <a:cubicBezTo>
                      <a:pt x="2" y="1"/>
                      <a:pt x="3" y="1"/>
                      <a:pt x="4" y="2"/>
                    </a:cubicBezTo>
                    <a:cubicBezTo>
                      <a:pt x="18" y="10"/>
                      <a:pt x="30" y="22"/>
                      <a:pt x="38" y="36"/>
                    </a:cubicBezTo>
                    <a:cubicBezTo>
                      <a:pt x="41" y="40"/>
                      <a:pt x="43" y="45"/>
                      <a:pt x="45" y="4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6" name="Google Shape;5356;p47"/>
              <p:cNvSpPr/>
              <p:nvPr/>
            </p:nvSpPr>
            <p:spPr>
              <a:xfrm rot="-755217">
                <a:off x="8160790" y="3398457"/>
                <a:ext cx="36351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44" h="60" extrusionOk="0">
                    <a:moveTo>
                      <a:pt x="0" y="1"/>
                    </a:moveTo>
                    <a:lnTo>
                      <a:pt x="21" y="10"/>
                    </a:lnTo>
                    <a:lnTo>
                      <a:pt x="19" y="9"/>
                    </a:lnTo>
                    <a:cubicBezTo>
                      <a:pt x="19" y="28"/>
                      <a:pt x="36" y="40"/>
                      <a:pt x="43" y="59"/>
                    </a:cubicBezTo>
                    <a:cubicBezTo>
                      <a:pt x="43" y="58"/>
                      <a:pt x="42" y="58"/>
                      <a:pt x="42" y="58"/>
                    </a:cubicBezTo>
                    <a:cubicBezTo>
                      <a:pt x="30" y="51"/>
                      <a:pt x="20" y="41"/>
                      <a:pt x="12" y="28"/>
                    </a:cubicBezTo>
                    <a:cubicBezTo>
                      <a:pt x="7" y="19"/>
                      <a:pt x="4" y="10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7" name="Google Shape;5357;p47"/>
              <p:cNvSpPr/>
              <p:nvPr/>
            </p:nvSpPr>
            <p:spPr>
              <a:xfrm rot="-755217">
                <a:off x="9598735" y="3414219"/>
                <a:ext cx="28915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35" h="57" extrusionOk="0">
                    <a:moveTo>
                      <a:pt x="1" y="1"/>
                    </a:moveTo>
                    <a:cubicBezTo>
                      <a:pt x="24" y="11"/>
                      <a:pt x="22" y="38"/>
                      <a:pt x="34" y="56"/>
                    </a:cubicBezTo>
                    <a:cubicBezTo>
                      <a:pt x="20" y="39"/>
                      <a:pt x="0" y="26"/>
                      <a:pt x="2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8" name="Google Shape;5358;p47"/>
              <p:cNvSpPr/>
              <p:nvPr/>
            </p:nvSpPr>
            <p:spPr>
              <a:xfrm rot="-755217">
                <a:off x="10006457" y="3303882"/>
                <a:ext cx="33872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1" h="45" extrusionOk="0">
                    <a:moveTo>
                      <a:pt x="40" y="31"/>
                    </a:moveTo>
                    <a:cubicBezTo>
                      <a:pt x="40" y="41"/>
                      <a:pt x="32" y="44"/>
                      <a:pt x="25" y="40"/>
                    </a:cubicBezTo>
                    <a:cubicBezTo>
                      <a:pt x="12" y="31"/>
                      <a:pt x="0" y="19"/>
                      <a:pt x="9" y="0"/>
                    </a:cubicBezTo>
                    <a:cubicBezTo>
                      <a:pt x="22" y="8"/>
                      <a:pt x="32" y="19"/>
                      <a:pt x="40" y="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9" name="Google Shape;5359;p47"/>
              <p:cNvSpPr/>
              <p:nvPr/>
            </p:nvSpPr>
            <p:spPr>
              <a:xfrm rot="-755217">
                <a:off x="8636172" y="3741954"/>
                <a:ext cx="24784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4" extrusionOk="0">
                    <a:moveTo>
                      <a:pt x="29" y="15"/>
                    </a:moveTo>
                    <a:cubicBezTo>
                      <a:pt x="29" y="28"/>
                      <a:pt x="24" y="32"/>
                      <a:pt x="16" y="33"/>
                    </a:cubicBezTo>
                    <a:lnTo>
                      <a:pt x="15" y="33"/>
                    </a:lnTo>
                    <a:cubicBezTo>
                      <a:pt x="12" y="33"/>
                      <a:pt x="10" y="33"/>
                      <a:pt x="7" y="31"/>
                    </a:cubicBezTo>
                    <a:cubicBezTo>
                      <a:pt x="4" y="29"/>
                      <a:pt x="3" y="27"/>
                      <a:pt x="2" y="25"/>
                    </a:cubicBezTo>
                    <a:cubicBezTo>
                      <a:pt x="1" y="23"/>
                      <a:pt x="0" y="20"/>
                      <a:pt x="0" y="18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6"/>
                      <a:pt x="0" y="16"/>
                      <a:pt x="0" y="15"/>
                    </a:cubicBezTo>
                    <a:cubicBezTo>
                      <a:pt x="0" y="12"/>
                      <a:pt x="0" y="11"/>
                      <a:pt x="2" y="8"/>
                    </a:cubicBezTo>
                    <a:cubicBezTo>
                      <a:pt x="4" y="5"/>
                      <a:pt x="5" y="3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lnTo>
                      <a:pt x="16" y="0"/>
                    </a:lnTo>
                    <a:cubicBezTo>
                      <a:pt x="18" y="0"/>
                      <a:pt x="20" y="1"/>
                      <a:pt x="22" y="2"/>
                    </a:cubicBezTo>
                    <a:cubicBezTo>
                      <a:pt x="24" y="3"/>
                      <a:pt x="26" y="5"/>
                      <a:pt x="27" y="7"/>
                    </a:cubicBezTo>
                    <a:cubicBezTo>
                      <a:pt x="28" y="9"/>
                      <a:pt x="29" y="12"/>
                      <a:pt x="29" y="14"/>
                    </a:cubicBezTo>
                    <a:lnTo>
                      <a:pt x="29" y="1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0" name="Google Shape;5360;p47"/>
              <p:cNvSpPr/>
              <p:nvPr/>
            </p:nvSpPr>
            <p:spPr>
              <a:xfrm rot="-755217">
                <a:off x="9334210" y="3594333"/>
                <a:ext cx="36351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4" h="56" extrusionOk="0">
                    <a:moveTo>
                      <a:pt x="43" y="54"/>
                    </a:moveTo>
                    <a:cubicBezTo>
                      <a:pt x="17" y="46"/>
                      <a:pt x="12" y="20"/>
                      <a:pt x="0" y="0"/>
                    </a:cubicBezTo>
                    <a:cubicBezTo>
                      <a:pt x="2" y="1"/>
                      <a:pt x="3" y="2"/>
                      <a:pt x="5" y="3"/>
                    </a:cubicBezTo>
                    <a:cubicBezTo>
                      <a:pt x="17" y="10"/>
                      <a:pt x="27" y="20"/>
                      <a:pt x="34" y="32"/>
                    </a:cubicBezTo>
                    <a:cubicBezTo>
                      <a:pt x="38" y="39"/>
                      <a:pt x="41" y="47"/>
                      <a:pt x="43" y="55"/>
                    </a:cubicBezTo>
                    <a:lnTo>
                      <a:pt x="43" y="5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1" name="Google Shape;5361;p47"/>
              <p:cNvSpPr/>
              <p:nvPr/>
            </p:nvSpPr>
            <p:spPr>
              <a:xfrm rot="-755217">
                <a:off x="10027567" y="3531194"/>
                <a:ext cx="40481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49" h="44" extrusionOk="0">
                    <a:moveTo>
                      <a:pt x="0" y="1"/>
                    </a:moveTo>
                    <a:cubicBezTo>
                      <a:pt x="6" y="3"/>
                      <a:pt x="12" y="5"/>
                      <a:pt x="17" y="8"/>
                    </a:cubicBezTo>
                    <a:cubicBezTo>
                      <a:pt x="29" y="15"/>
                      <a:pt x="37" y="24"/>
                      <a:pt x="44" y="36"/>
                    </a:cubicBezTo>
                    <a:cubicBezTo>
                      <a:pt x="45" y="38"/>
                      <a:pt x="47" y="40"/>
                      <a:pt x="48" y="43"/>
                    </a:cubicBezTo>
                    <a:cubicBezTo>
                      <a:pt x="31" y="30"/>
                      <a:pt x="6" y="2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2" name="Google Shape;5362;p47"/>
              <p:cNvSpPr/>
              <p:nvPr/>
            </p:nvSpPr>
            <p:spPr>
              <a:xfrm rot="-755217">
                <a:off x="8371402" y="4007900"/>
                <a:ext cx="29741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6" h="34" extrusionOk="0">
                    <a:moveTo>
                      <a:pt x="35" y="22"/>
                    </a:moveTo>
                    <a:cubicBezTo>
                      <a:pt x="34" y="23"/>
                      <a:pt x="34" y="24"/>
                      <a:pt x="34" y="24"/>
                    </a:cubicBezTo>
                    <a:cubicBezTo>
                      <a:pt x="32" y="27"/>
                      <a:pt x="30" y="29"/>
                      <a:pt x="27" y="31"/>
                    </a:cubicBezTo>
                    <a:cubicBezTo>
                      <a:pt x="24" y="33"/>
                      <a:pt x="22" y="33"/>
                      <a:pt x="19" y="33"/>
                    </a:cubicBezTo>
                    <a:cubicBezTo>
                      <a:pt x="16" y="33"/>
                      <a:pt x="14" y="33"/>
                      <a:pt x="12" y="32"/>
                    </a:cubicBezTo>
                    <a:cubicBezTo>
                      <a:pt x="10" y="31"/>
                      <a:pt x="9" y="31"/>
                      <a:pt x="7" y="30"/>
                    </a:cubicBezTo>
                    <a:cubicBezTo>
                      <a:pt x="5" y="29"/>
                      <a:pt x="3" y="28"/>
                      <a:pt x="2" y="25"/>
                    </a:cubicBezTo>
                    <a:cubicBezTo>
                      <a:pt x="1" y="22"/>
                      <a:pt x="0" y="20"/>
                      <a:pt x="0" y="17"/>
                    </a:cubicBezTo>
                    <a:cubicBezTo>
                      <a:pt x="0" y="15"/>
                      <a:pt x="0" y="13"/>
                      <a:pt x="1" y="11"/>
                    </a:cubicBezTo>
                    <a:cubicBezTo>
                      <a:pt x="1" y="10"/>
                      <a:pt x="2" y="9"/>
                      <a:pt x="3" y="8"/>
                    </a:cubicBezTo>
                    <a:cubicBezTo>
                      <a:pt x="4" y="5"/>
                      <a:pt x="6" y="4"/>
                      <a:pt x="8" y="2"/>
                    </a:cubicBezTo>
                    <a:cubicBezTo>
                      <a:pt x="10" y="0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3" y="3"/>
                      <a:pt x="24" y="3"/>
                      <a:pt x="25" y="4"/>
                    </a:cubicBezTo>
                    <a:cubicBezTo>
                      <a:pt x="28" y="6"/>
                      <a:pt x="30" y="8"/>
                      <a:pt x="32" y="11"/>
                    </a:cubicBezTo>
                    <a:cubicBezTo>
                      <a:pt x="34" y="14"/>
                      <a:pt x="35" y="17"/>
                      <a:pt x="35" y="20"/>
                    </a:cubicBezTo>
                    <a:cubicBezTo>
                      <a:pt x="35" y="21"/>
                      <a:pt x="35" y="22"/>
                      <a:pt x="35" y="2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3" name="Google Shape;5363;p47"/>
              <p:cNvSpPr/>
              <p:nvPr/>
            </p:nvSpPr>
            <p:spPr>
              <a:xfrm rot="-755217">
                <a:off x="10425672" y="3641048"/>
                <a:ext cx="29741" cy="62784"/>
              </a:xfrm>
              <a:custGeom>
                <a:avLst/>
                <a:gdLst/>
                <a:ahLst/>
                <a:cxnLst/>
                <a:rect l="l" t="t" r="r" b="b"/>
                <a:pathLst>
                  <a:path w="36" h="76" extrusionOk="0">
                    <a:moveTo>
                      <a:pt x="0" y="75"/>
                    </a:moveTo>
                    <a:cubicBezTo>
                      <a:pt x="2" y="57"/>
                      <a:pt x="7" y="40"/>
                      <a:pt x="16" y="25"/>
                    </a:cubicBezTo>
                    <a:cubicBezTo>
                      <a:pt x="21" y="16"/>
                      <a:pt x="28" y="7"/>
                      <a:pt x="35" y="0"/>
                    </a:cubicBezTo>
                    <a:cubicBezTo>
                      <a:pt x="35" y="17"/>
                      <a:pt x="30" y="34"/>
                      <a:pt x="22" y="48"/>
                    </a:cubicBezTo>
                    <a:cubicBezTo>
                      <a:pt x="16" y="58"/>
                      <a:pt x="8" y="67"/>
                      <a:pt x="0" y="7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4" name="Google Shape;5364;p47"/>
              <p:cNvSpPr/>
              <p:nvPr/>
            </p:nvSpPr>
            <p:spPr>
              <a:xfrm rot="-755217">
                <a:off x="8682974" y="4077403"/>
                <a:ext cx="27263" cy="26435"/>
              </a:xfrm>
              <a:custGeom>
                <a:avLst/>
                <a:gdLst/>
                <a:ahLst/>
                <a:cxnLst/>
                <a:rect l="l" t="t" r="r" b="b"/>
                <a:pathLst>
                  <a:path w="33" h="32" extrusionOk="0">
                    <a:moveTo>
                      <a:pt x="13" y="0"/>
                    </a:moveTo>
                    <a:lnTo>
                      <a:pt x="14" y="0"/>
                    </a:lnTo>
                    <a:cubicBezTo>
                      <a:pt x="17" y="0"/>
                      <a:pt x="20" y="0"/>
                      <a:pt x="23" y="2"/>
                    </a:cubicBezTo>
                    <a:cubicBezTo>
                      <a:pt x="26" y="4"/>
                      <a:pt x="27" y="6"/>
                      <a:pt x="29" y="9"/>
                    </a:cubicBezTo>
                    <a:cubicBezTo>
                      <a:pt x="30" y="10"/>
                      <a:pt x="31" y="13"/>
                      <a:pt x="31" y="15"/>
                    </a:cubicBezTo>
                    <a:cubicBezTo>
                      <a:pt x="31" y="16"/>
                      <a:pt x="32" y="17"/>
                      <a:pt x="32" y="19"/>
                    </a:cubicBezTo>
                    <a:cubicBezTo>
                      <a:pt x="32" y="21"/>
                      <a:pt x="31" y="23"/>
                      <a:pt x="30" y="25"/>
                    </a:cubicBezTo>
                    <a:cubicBezTo>
                      <a:pt x="29" y="27"/>
                      <a:pt x="28" y="28"/>
                      <a:pt x="26" y="29"/>
                    </a:cubicBezTo>
                    <a:cubicBezTo>
                      <a:pt x="25" y="30"/>
                      <a:pt x="23" y="30"/>
                      <a:pt x="21" y="30"/>
                    </a:cubicBezTo>
                    <a:cubicBezTo>
                      <a:pt x="20" y="31"/>
                      <a:pt x="18" y="31"/>
                      <a:pt x="16" y="31"/>
                    </a:cubicBezTo>
                    <a:cubicBezTo>
                      <a:pt x="14" y="31"/>
                      <a:pt x="11" y="31"/>
                      <a:pt x="8" y="29"/>
                    </a:cubicBezTo>
                    <a:cubicBezTo>
                      <a:pt x="5" y="27"/>
                      <a:pt x="4" y="26"/>
                      <a:pt x="2" y="23"/>
                    </a:cubicBezTo>
                    <a:cubicBezTo>
                      <a:pt x="0" y="20"/>
                      <a:pt x="0" y="17"/>
                      <a:pt x="0" y="15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0"/>
                      <a:pt x="1" y="8"/>
                      <a:pt x="2" y="6"/>
                    </a:cubicBezTo>
                    <a:cubicBezTo>
                      <a:pt x="3" y="4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5" name="Google Shape;5365;p47"/>
              <p:cNvSpPr/>
              <p:nvPr/>
            </p:nvSpPr>
            <p:spPr>
              <a:xfrm rot="-755217">
                <a:off x="10492051" y="3894601"/>
                <a:ext cx="29741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36" h="81" extrusionOk="0">
                    <a:moveTo>
                      <a:pt x="35" y="0"/>
                    </a:moveTo>
                    <a:cubicBezTo>
                      <a:pt x="33" y="20"/>
                      <a:pt x="27" y="39"/>
                      <a:pt x="17" y="57"/>
                    </a:cubicBezTo>
                    <a:cubicBezTo>
                      <a:pt x="12" y="65"/>
                      <a:pt x="7" y="72"/>
                      <a:pt x="0" y="80"/>
                    </a:cubicBezTo>
                    <a:cubicBezTo>
                      <a:pt x="1" y="60"/>
                      <a:pt x="7" y="41"/>
                      <a:pt x="17" y="25"/>
                    </a:cubicBezTo>
                    <a:cubicBezTo>
                      <a:pt x="22" y="16"/>
                      <a:pt x="28" y="7"/>
                      <a:pt x="3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6" name="Google Shape;5366;p47"/>
              <p:cNvSpPr/>
              <p:nvPr/>
            </p:nvSpPr>
            <p:spPr>
              <a:xfrm rot="-755217">
                <a:off x="10480120" y="3962534"/>
                <a:ext cx="28915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35" h="81" extrusionOk="0">
                    <a:moveTo>
                      <a:pt x="34" y="0"/>
                    </a:moveTo>
                    <a:cubicBezTo>
                      <a:pt x="32" y="20"/>
                      <a:pt x="26" y="40"/>
                      <a:pt x="16" y="57"/>
                    </a:cubicBezTo>
                    <a:cubicBezTo>
                      <a:pt x="11" y="65"/>
                      <a:pt x="6" y="73"/>
                      <a:pt x="0" y="80"/>
                    </a:cubicBezTo>
                    <a:cubicBezTo>
                      <a:pt x="1" y="60"/>
                      <a:pt x="7" y="41"/>
                      <a:pt x="17" y="24"/>
                    </a:cubicBezTo>
                    <a:cubicBezTo>
                      <a:pt x="22" y="15"/>
                      <a:pt x="28" y="8"/>
                      <a:pt x="3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7" name="Google Shape;5367;p47"/>
              <p:cNvSpPr/>
              <p:nvPr/>
            </p:nvSpPr>
            <p:spPr>
              <a:xfrm rot="-755217">
                <a:off x="9114082" y="4329305"/>
                <a:ext cx="32220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39" h="30" extrusionOk="0">
                    <a:moveTo>
                      <a:pt x="16" y="0"/>
                    </a:moveTo>
                    <a:cubicBezTo>
                      <a:pt x="27" y="4"/>
                      <a:pt x="38" y="7"/>
                      <a:pt x="37" y="20"/>
                    </a:cubicBezTo>
                    <a:cubicBezTo>
                      <a:pt x="37" y="29"/>
                      <a:pt x="27" y="28"/>
                      <a:pt x="21" y="29"/>
                    </a:cubicBezTo>
                    <a:cubicBezTo>
                      <a:pt x="15" y="29"/>
                      <a:pt x="2" y="28"/>
                      <a:pt x="1" y="17"/>
                    </a:cubicBezTo>
                    <a:cubicBezTo>
                      <a:pt x="0" y="5"/>
                      <a:pt x="7" y="2"/>
                      <a:pt x="1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8" name="Google Shape;5368;p47"/>
              <p:cNvSpPr/>
              <p:nvPr/>
            </p:nvSpPr>
            <p:spPr>
              <a:xfrm rot="-755217">
                <a:off x="8959241" y="4400491"/>
                <a:ext cx="30567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7" h="33" extrusionOk="0">
                    <a:moveTo>
                      <a:pt x="12" y="32"/>
                    </a:moveTo>
                    <a:cubicBezTo>
                      <a:pt x="10" y="32"/>
                      <a:pt x="9" y="32"/>
                      <a:pt x="7" y="31"/>
                    </a:cubicBezTo>
                    <a:cubicBezTo>
                      <a:pt x="5" y="29"/>
                      <a:pt x="3" y="28"/>
                      <a:pt x="2" y="26"/>
                    </a:cubicBezTo>
                    <a:cubicBezTo>
                      <a:pt x="1" y="24"/>
                      <a:pt x="0" y="21"/>
                      <a:pt x="0" y="19"/>
                    </a:cubicBezTo>
                    <a:cubicBezTo>
                      <a:pt x="0" y="18"/>
                      <a:pt x="0" y="18"/>
                      <a:pt x="0" y="17"/>
                    </a:cubicBezTo>
                    <a:lnTo>
                      <a:pt x="0" y="16"/>
                    </a:lnTo>
                    <a:cubicBezTo>
                      <a:pt x="0" y="13"/>
                      <a:pt x="0" y="11"/>
                      <a:pt x="2" y="8"/>
                    </a:cubicBezTo>
                    <a:cubicBezTo>
                      <a:pt x="4" y="5"/>
                      <a:pt x="5" y="4"/>
                      <a:pt x="8" y="2"/>
                    </a:cubicBezTo>
                    <a:cubicBezTo>
                      <a:pt x="11" y="0"/>
                      <a:pt x="13" y="0"/>
                      <a:pt x="16" y="0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26" y="0"/>
                      <a:pt x="36" y="6"/>
                      <a:pt x="33" y="18"/>
                    </a:cubicBezTo>
                    <a:cubicBezTo>
                      <a:pt x="32" y="20"/>
                      <a:pt x="32" y="21"/>
                      <a:pt x="31" y="23"/>
                    </a:cubicBezTo>
                    <a:cubicBezTo>
                      <a:pt x="30" y="26"/>
                      <a:pt x="27" y="28"/>
                      <a:pt x="24" y="30"/>
                    </a:cubicBezTo>
                    <a:cubicBezTo>
                      <a:pt x="21" y="32"/>
                      <a:pt x="17" y="32"/>
                      <a:pt x="14" y="32"/>
                    </a:cubicBezTo>
                    <a:cubicBezTo>
                      <a:pt x="13" y="32"/>
                      <a:pt x="13" y="32"/>
                      <a:pt x="12" y="3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9" name="Google Shape;5369;p47"/>
              <p:cNvSpPr/>
              <p:nvPr/>
            </p:nvSpPr>
            <p:spPr>
              <a:xfrm rot="-755217">
                <a:off x="10132913" y="3497538"/>
                <a:ext cx="33046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40" h="48" extrusionOk="0">
                    <a:moveTo>
                      <a:pt x="39" y="47"/>
                    </a:moveTo>
                    <a:cubicBezTo>
                      <a:pt x="24" y="34"/>
                      <a:pt x="11" y="18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5" y="11"/>
                      <a:pt x="25" y="11"/>
                      <a:pt x="39" y="4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0" name="Google Shape;5370;p47"/>
              <p:cNvSpPr/>
              <p:nvPr/>
            </p:nvSpPr>
            <p:spPr>
              <a:xfrm rot="-755217">
                <a:off x="9841398" y="3517338"/>
                <a:ext cx="36351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44" h="42" extrusionOk="0">
                    <a:moveTo>
                      <a:pt x="0" y="0"/>
                    </a:moveTo>
                    <a:cubicBezTo>
                      <a:pt x="29" y="9"/>
                      <a:pt x="32" y="29"/>
                      <a:pt x="43" y="41"/>
                    </a:cubicBezTo>
                    <a:cubicBezTo>
                      <a:pt x="24" y="38"/>
                      <a:pt x="16" y="2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1" name="Google Shape;5371;p47"/>
              <p:cNvSpPr/>
              <p:nvPr/>
            </p:nvSpPr>
            <p:spPr>
              <a:xfrm rot="-755217">
                <a:off x="8821091" y="4323932"/>
                <a:ext cx="29741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6" h="33" extrusionOk="0">
                    <a:moveTo>
                      <a:pt x="0" y="10"/>
                    </a:moveTo>
                    <a:cubicBezTo>
                      <a:pt x="0" y="3"/>
                      <a:pt x="9" y="1"/>
                      <a:pt x="20" y="0"/>
                    </a:cubicBezTo>
                    <a:cubicBezTo>
                      <a:pt x="26" y="0"/>
                      <a:pt x="32" y="0"/>
                      <a:pt x="33" y="6"/>
                    </a:cubicBezTo>
                    <a:cubicBezTo>
                      <a:pt x="35" y="18"/>
                      <a:pt x="25" y="24"/>
                      <a:pt x="15" y="28"/>
                    </a:cubicBezTo>
                    <a:cubicBezTo>
                      <a:pt x="5" y="32"/>
                      <a:pt x="1" y="26"/>
                      <a:pt x="0" y="1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2" name="Google Shape;5372;p47"/>
              <p:cNvSpPr/>
              <p:nvPr/>
            </p:nvSpPr>
            <p:spPr>
              <a:xfrm rot="-755217">
                <a:off x="9665337" y="2960181"/>
                <a:ext cx="34698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2" h="51" extrusionOk="0">
                    <a:moveTo>
                      <a:pt x="2" y="0"/>
                    </a:moveTo>
                    <a:lnTo>
                      <a:pt x="3" y="0"/>
                    </a:lnTo>
                    <a:cubicBezTo>
                      <a:pt x="15" y="7"/>
                      <a:pt x="26" y="18"/>
                      <a:pt x="33" y="31"/>
                    </a:cubicBezTo>
                    <a:cubicBezTo>
                      <a:pt x="37" y="37"/>
                      <a:pt x="39" y="43"/>
                      <a:pt x="41" y="50"/>
                    </a:cubicBezTo>
                    <a:cubicBezTo>
                      <a:pt x="40" y="49"/>
                      <a:pt x="38" y="49"/>
                      <a:pt x="37" y="48"/>
                    </a:cubicBezTo>
                    <a:cubicBezTo>
                      <a:pt x="25" y="41"/>
                      <a:pt x="14" y="31"/>
                      <a:pt x="7" y="18"/>
                    </a:cubicBezTo>
                    <a:cubicBezTo>
                      <a:pt x="4" y="13"/>
                      <a:pt x="2" y="7"/>
                      <a:pt x="0" y="1"/>
                    </a:cubicBezTo>
                    <a:lnTo>
                      <a:pt x="2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3" name="Google Shape;5373;p47"/>
              <p:cNvSpPr/>
              <p:nvPr/>
            </p:nvSpPr>
            <p:spPr>
              <a:xfrm rot="-755217">
                <a:off x="9943157" y="3494453"/>
                <a:ext cx="37177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45" h="35" extrusionOk="0">
                    <a:moveTo>
                      <a:pt x="44" y="33"/>
                    </a:moveTo>
                    <a:cubicBezTo>
                      <a:pt x="22" y="33"/>
                      <a:pt x="11" y="15"/>
                      <a:pt x="0" y="0"/>
                    </a:cubicBezTo>
                    <a:cubicBezTo>
                      <a:pt x="7" y="1"/>
                      <a:pt x="15" y="3"/>
                      <a:pt x="21" y="7"/>
                    </a:cubicBezTo>
                    <a:cubicBezTo>
                      <a:pt x="28" y="11"/>
                      <a:pt x="35" y="16"/>
                      <a:pt x="39" y="24"/>
                    </a:cubicBezTo>
                    <a:cubicBezTo>
                      <a:pt x="41" y="28"/>
                      <a:pt x="42" y="31"/>
                      <a:pt x="43" y="34"/>
                    </a:cubicBezTo>
                    <a:lnTo>
                      <a:pt x="44" y="3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4" name="Google Shape;5374;p47"/>
              <p:cNvSpPr/>
              <p:nvPr/>
            </p:nvSpPr>
            <p:spPr>
              <a:xfrm rot="-755217">
                <a:off x="9535321" y="3129050"/>
                <a:ext cx="33046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0" y="1"/>
                    </a:moveTo>
                    <a:cubicBezTo>
                      <a:pt x="22" y="9"/>
                      <a:pt x="30" y="28"/>
                      <a:pt x="39" y="49"/>
                    </a:cubicBezTo>
                    <a:cubicBezTo>
                      <a:pt x="22" y="36"/>
                      <a:pt x="4" y="24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5" name="Google Shape;5375;p47"/>
              <p:cNvSpPr/>
              <p:nvPr/>
            </p:nvSpPr>
            <p:spPr>
              <a:xfrm rot="-755217">
                <a:off x="9494564" y="3613762"/>
                <a:ext cx="33872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1" h="50" extrusionOk="0">
                    <a:moveTo>
                      <a:pt x="0" y="1"/>
                    </a:moveTo>
                    <a:cubicBezTo>
                      <a:pt x="24" y="8"/>
                      <a:pt x="31" y="30"/>
                      <a:pt x="40" y="49"/>
                    </a:cubicBezTo>
                    <a:cubicBezTo>
                      <a:pt x="38" y="49"/>
                      <a:pt x="37" y="48"/>
                      <a:pt x="35" y="47"/>
                    </a:cubicBezTo>
                    <a:cubicBezTo>
                      <a:pt x="24" y="41"/>
                      <a:pt x="15" y="32"/>
                      <a:pt x="9" y="21"/>
                    </a:cubicBezTo>
                    <a:cubicBezTo>
                      <a:pt x="5" y="14"/>
                      <a:pt x="2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6" name="Google Shape;5376;p47"/>
              <p:cNvSpPr/>
              <p:nvPr/>
            </p:nvSpPr>
            <p:spPr>
              <a:xfrm rot="-755217">
                <a:off x="10364673" y="3430673"/>
                <a:ext cx="17349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21" h="54" extrusionOk="0">
                    <a:moveTo>
                      <a:pt x="8" y="53"/>
                    </a:moveTo>
                    <a:cubicBezTo>
                      <a:pt x="0" y="33"/>
                      <a:pt x="20" y="20"/>
                      <a:pt x="18" y="0"/>
                    </a:cubicBezTo>
                    <a:cubicBezTo>
                      <a:pt x="19" y="6"/>
                      <a:pt x="20" y="11"/>
                      <a:pt x="20" y="17"/>
                    </a:cubicBezTo>
                    <a:cubicBezTo>
                      <a:pt x="20" y="27"/>
                      <a:pt x="17" y="38"/>
                      <a:pt x="12" y="47"/>
                    </a:cubicBezTo>
                    <a:cubicBezTo>
                      <a:pt x="11" y="49"/>
                      <a:pt x="9" y="51"/>
                      <a:pt x="8" y="5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7" name="Google Shape;5377;p47"/>
              <p:cNvSpPr/>
              <p:nvPr/>
            </p:nvSpPr>
            <p:spPr>
              <a:xfrm rot="-755217">
                <a:off x="10203899" y="3735355"/>
                <a:ext cx="36351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44" h="58" extrusionOk="0">
                    <a:moveTo>
                      <a:pt x="33" y="34"/>
                    </a:moveTo>
                    <a:lnTo>
                      <a:pt x="43" y="52"/>
                    </a:lnTo>
                    <a:cubicBezTo>
                      <a:pt x="35" y="57"/>
                      <a:pt x="27" y="56"/>
                      <a:pt x="22" y="46"/>
                    </a:cubicBezTo>
                    <a:cubicBezTo>
                      <a:pt x="18" y="42"/>
                      <a:pt x="16" y="37"/>
                      <a:pt x="13" y="32"/>
                    </a:cubicBezTo>
                    <a:cubicBezTo>
                      <a:pt x="8" y="22"/>
                      <a:pt x="3" y="12"/>
                      <a:pt x="0" y="0"/>
                    </a:cubicBezTo>
                    <a:cubicBezTo>
                      <a:pt x="20" y="2"/>
                      <a:pt x="17" y="28"/>
                      <a:pt x="33" y="3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8" name="Google Shape;5378;p47"/>
              <p:cNvSpPr/>
              <p:nvPr/>
            </p:nvSpPr>
            <p:spPr>
              <a:xfrm rot="-755217">
                <a:off x="8310600" y="3533665"/>
                <a:ext cx="33046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0" h="45" extrusionOk="0">
                    <a:moveTo>
                      <a:pt x="0" y="1"/>
                    </a:moveTo>
                    <a:cubicBezTo>
                      <a:pt x="21" y="8"/>
                      <a:pt x="29" y="28"/>
                      <a:pt x="39" y="44"/>
                    </a:cubicBezTo>
                    <a:cubicBezTo>
                      <a:pt x="37" y="43"/>
                      <a:pt x="35" y="42"/>
                      <a:pt x="33" y="41"/>
                    </a:cubicBezTo>
                    <a:cubicBezTo>
                      <a:pt x="22" y="35"/>
                      <a:pt x="13" y="26"/>
                      <a:pt x="7" y="16"/>
                    </a:cubicBezTo>
                    <a:cubicBezTo>
                      <a:pt x="4" y="11"/>
                      <a:pt x="2" y="6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9" name="Google Shape;5379;p47"/>
              <p:cNvSpPr/>
              <p:nvPr/>
            </p:nvSpPr>
            <p:spPr>
              <a:xfrm rot="-755217">
                <a:off x="8891166" y="2751071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3" y="1"/>
                      <a:pt x="6" y="3"/>
                      <a:pt x="9" y="5"/>
                    </a:cubicBezTo>
                    <a:cubicBezTo>
                      <a:pt x="20" y="11"/>
                      <a:pt x="29" y="20"/>
                      <a:pt x="36" y="31"/>
                    </a:cubicBezTo>
                    <a:cubicBezTo>
                      <a:pt x="40" y="38"/>
                      <a:pt x="43" y="46"/>
                      <a:pt x="44" y="55"/>
                    </a:cubicBezTo>
                    <a:cubicBezTo>
                      <a:pt x="41" y="54"/>
                      <a:pt x="38" y="52"/>
                      <a:pt x="35" y="50"/>
                    </a:cubicBezTo>
                    <a:cubicBezTo>
                      <a:pt x="24" y="44"/>
                      <a:pt x="15" y="35"/>
                      <a:pt x="8" y="24"/>
                    </a:cubicBezTo>
                    <a:cubicBezTo>
                      <a:pt x="4" y="16"/>
                      <a:pt x="1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0" name="Google Shape;5380;p47"/>
              <p:cNvSpPr/>
              <p:nvPr/>
            </p:nvSpPr>
            <p:spPr>
              <a:xfrm rot="-755217">
                <a:off x="8653104" y="3466517"/>
                <a:ext cx="18175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22" h="50" extrusionOk="0">
                    <a:moveTo>
                      <a:pt x="3" y="0"/>
                    </a:moveTo>
                    <a:lnTo>
                      <a:pt x="21" y="49"/>
                    </a:lnTo>
                    <a:cubicBezTo>
                      <a:pt x="21" y="49"/>
                      <a:pt x="20" y="48"/>
                      <a:pt x="19" y="48"/>
                    </a:cubicBezTo>
                    <a:cubicBezTo>
                      <a:pt x="14" y="45"/>
                      <a:pt x="9" y="40"/>
                      <a:pt x="5" y="34"/>
                    </a:cubicBezTo>
                    <a:cubicBezTo>
                      <a:pt x="1" y="28"/>
                      <a:pt x="0" y="21"/>
                      <a:pt x="0" y="15"/>
                    </a:cubicBezTo>
                    <a:cubicBezTo>
                      <a:pt x="0" y="10"/>
                      <a:pt x="1" y="5"/>
                      <a:pt x="3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1" name="Google Shape;5381;p47"/>
              <p:cNvSpPr/>
              <p:nvPr/>
            </p:nvSpPr>
            <p:spPr>
              <a:xfrm rot="-755217">
                <a:off x="8992443" y="3898705"/>
                <a:ext cx="23132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28" h="30" extrusionOk="0">
                    <a:moveTo>
                      <a:pt x="10" y="28"/>
                    </a:moveTo>
                    <a:cubicBezTo>
                      <a:pt x="5" y="28"/>
                      <a:pt x="0" y="24"/>
                      <a:pt x="0" y="18"/>
                    </a:cubicBezTo>
                    <a:cubicBezTo>
                      <a:pt x="0" y="15"/>
                      <a:pt x="2" y="12"/>
                      <a:pt x="3" y="10"/>
                    </a:cubicBezTo>
                    <a:cubicBezTo>
                      <a:pt x="5" y="7"/>
                      <a:pt x="7" y="5"/>
                      <a:pt x="10" y="3"/>
                    </a:cubicBezTo>
                    <a:cubicBezTo>
                      <a:pt x="13" y="1"/>
                      <a:pt x="16" y="0"/>
                      <a:pt x="19" y="0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3" y="0"/>
                      <a:pt x="27" y="8"/>
                      <a:pt x="26" y="12"/>
                    </a:cubicBezTo>
                    <a:cubicBezTo>
                      <a:pt x="26" y="22"/>
                      <a:pt x="21" y="29"/>
                      <a:pt x="10" y="2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2" name="Google Shape;5382;p47"/>
              <p:cNvSpPr/>
              <p:nvPr/>
            </p:nvSpPr>
            <p:spPr>
              <a:xfrm rot="-755217">
                <a:off x="9834619" y="3571121"/>
                <a:ext cx="30567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7" h="41" extrusionOk="0">
                    <a:moveTo>
                      <a:pt x="0" y="0"/>
                    </a:moveTo>
                    <a:cubicBezTo>
                      <a:pt x="14" y="9"/>
                      <a:pt x="26" y="22"/>
                      <a:pt x="34" y="37"/>
                    </a:cubicBezTo>
                    <a:cubicBezTo>
                      <a:pt x="35" y="38"/>
                      <a:pt x="35" y="39"/>
                      <a:pt x="36" y="40"/>
                    </a:cubicBezTo>
                    <a:cubicBezTo>
                      <a:pt x="13" y="28"/>
                      <a:pt x="13" y="2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3" name="Google Shape;5383;p47"/>
              <p:cNvSpPr/>
              <p:nvPr/>
            </p:nvSpPr>
            <p:spPr>
              <a:xfrm rot="-755217">
                <a:off x="9757928" y="3079170"/>
                <a:ext cx="34698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2" h="51" extrusionOk="0">
                    <a:moveTo>
                      <a:pt x="0" y="1"/>
                    </a:moveTo>
                    <a:cubicBezTo>
                      <a:pt x="26" y="8"/>
                      <a:pt x="32" y="30"/>
                      <a:pt x="41" y="50"/>
                    </a:cubicBezTo>
                    <a:cubicBezTo>
                      <a:pt x="23" y="37"/>
                      <a:pt x="4" y="24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4" name="Google Shape;5384;p47"/>
              <p:cNvSpPr/>
              <p:nvPr/>
            </p:nvSpPr>
            <p:spPr>
              <a:xfrm rot="-755217">
                <a:off x="8861780" y="3072831"/>
                <a:ext cx="32220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9" h="33" extrusionOk="0">
                    <a:moveTo>
                      <a:pt x="0" y="0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9" y="0"/>
                      <a:pt x="14" y="2"/>
                      <a:pt x="20" y="5"/>
                    </a:cubicBezTo>
                    <a:cubicBezTo>
                      <a:pt x="26" y="8"/>
                      <a:pt x="30" y="13"/>
                      <a:pt x="33" y="18"/>
                    </a:cubicBezTo>
                    <a:cubicBezTo>
                      <a:pt x="36" y="22"/>
                      <a:pt x="37" y="27"/>
                      <a:pt x="38" y="32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5" name="Google Shape;5385;p47"/>
              <p:cNvSpPr/>
              <p:nvPr/>
            </p:nvSpPr>
            <p:spPr>
              <a:xfrm rot="-755217">
                <a:off x="8927891" y="3995712"/>
                <a:ext cx="26437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32" h="31" extrusionOk="0">
                    <a:moveTo>
                      <a:pt x="31" y="14"/>
                    </a:moveTo>
                    <a:cubicBezTo>
                      <a:pt x="27" y="25"/>
                      <a:pt x="21" y="30"/>
                      <a:pt x="11" y="28"/>
                    </a:cubicBezTo>
                    <a:cubicBezTo>
                      <a:pt x="5" y="28"/>
                      <a:pt x="0" y="24"/>
                      <a:pt x="2" y="17"/>
                    </a:cubicBezTo>
                    <a:cubicBezTo>
                      <a:pt x="2" y="15"/>
                      <a:pt x="4" y="12"/>
                      <a:pt x="4" y="10"/>
                    </a:cubicBezTo>
                    <a:cubicBezTo>
                      <a:pt x="6" y="7"/>
                      <a:pt x="8" y="5"/>
                      <a:pt x="11" y="3"/>
                    </a:cubicBezTo>
                    <a:cubicBezTo>
                      <a:pt x="13" y="2"/>
                      <a:pt x="16" y="1"/>
                      <a:pt x="19" y="1"/>
                    </a:cubicBezTo>
                    <a:cubicBezTo>
                      <a:pt x="30" y="0"/>
                      <a:pt x="29" y="9"/>
                      <a:pt x="31" y="1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6" name="Google Shape;5386;p47"/>
              <p:cNvSpPr/>
              <p:nvPr/>
            </p:nvSpPr>
            <p:spPr>
              <a:xfrm rot="-755217">
                <a:off x="8380060" y="2246936"/>
                <a:ext cx="47090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57" h="47" extrusionOk="0">
                    <a:moveTo>
                      <a:pt x="0" y="0"/>
                    </a:moveTo>
                    <a:cubicBezTo>
                      <a:pt x="7" y="2"/>
                      <a:pt x="13" y="6"/>
                      <a:pt x="19" y="9"/>
                    </a:cubicBezTo>
                    <a:cubicBezTo>
                      <a:pt x="35" y="18"/>
                      <a:pt x="47" y="30"/>
                      <a:pt x="56" y="45"/>
                    </a:cubicBezTo>
                    <a:lnTo>
                      <a:pt x="56" y="46"/>
                    </a:lnTo>
                    <a:cubicBezTo>
                      <a:pt x="49" y="44"/>
                      <a:pt x="42" y="41"/>
                      <a:pt x="36" y="37"/>
                    </a:cubicBezTo>
                    <a:cubicBezTo>
                      <a:pt x="22" y="29"/>
                      <a:pt x="9" y="16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7" name="Google Shape;5387;p47"/>
              <p:cNvSpPr/>
              <p:nvPr/>
            </p:nvSpPr>
            <p:spPr>
              <a:xfrm rot="-755217">
                <a:off x="7732407" y="1758097"/>
                <a:ext cx="34698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2" h="47" extrusionOk="0">
                    <a:moveTo>
                      <a:pt x="0" y="46"/>
                    </a:moveTo>
                    <a:lnTo>
                      <a:pt x="10" y="24"/>
                    </a:lnTo>
                    <a:lnTo>
                      <a:pt x="41" y="0"/>
                    </a:lnTo>
                    <a:cubicBezTo>
                      <a:pt x="27" y="32"/>
                      <a:pt x="27" y="32"/>
                      <a:pt x="0" y="4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8" name="Google Shape;5388;p47"/>
              <p:cNvSpPr/>
              <p:nvPr/>
            </p:nvSpPr>
            <p:spPr>
              <a:xfrm rot="-755217">
                <a:off x="8134401" y="2443508"/>
                <a:ext cx="37177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57" extrusionOk="0">
                    <a:moveTo>
                      <a:pt x="44" y="56"/>
                    </a:moveTo>
                    <a:cubicBezTo>
                      <a:pt x="41" y="54"/>
                      <a:pt x="38" y="53"/>
                      <a:pt x="35" y="51"/>
                    </a:cubicBezTo>
                    <a:cubicBezTo>
                      <a:pt x="24" y="45"/>
                      <a:pt x="15" y="36"/>
                      <a:pt x="9" y="25"/>
                    </a:cubicBezTo>
                    <a:cubicBezTo>
                      <a:pt x="5" y="17"/>
                      <a:pt x="2" y="9"/>
                      <a:pt x="0" y="0"/>
                    </a:cubicBezTo>
                    <a:cubicBezTo>
                      <a:pt x="3" y="1"/>
                      <a:pt x="6" y="3"/>
                      <a:pt x="8" y="4"/>
                    </a:cubicBezTo>
                    <a:cubicBezTo>
                      <a:pt x="19" y="11"/>
                      <a:pt x="28" y="20"/>
                      <a:pt x="34" y="30"/>
                    </a:cubicBezTo>
                    <a:cubicBezTo>
                      <a:pt x="39" y="38"/>
                      <a:pt x="42" y="47"/>
                      <a:pt x="43" y="56"/>
                    </a:cubicBezTo>
                    <a:lnTo>
                      <a:pt x="44" y="5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9" name="Google Shape;5389;p47"/>
              <p:cNvSpPr/>
              <p:nvPr/>
            </p:nvSpPr>
            <p:spPr>
              <a:xfrm rot="-755217">
                <a:off x="9037965" y="2652495"/>
                <a:ext cx="34698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2" h="51" extrusionOk="0">
                    <a:moveTo>
                      <a:pt x="0" y="1"/>
                    </a:moveTo>
                    <a:cubicBezTo>
                      <a:pt x="24" y="9"/>
                      <a:pt x="32" y="30"/>
                      <a:pt x="41" y="50"/>
                    </a:cubicBezTo>
                    <a:cubicBezTo>
                      <a:pt x="39" y="50"/>
                      <a:pt x="38" y="49"/>
                      <a:pt x="36" y="48"/>
                    </a:cubicBezTo>
                    <a:cubicBezTo>
                      <a:pt x="25" y="41"/>
                      <a:pt x="16" y="32"/>
                      <a:pt x="9" y="20"/>
                    </a:cubicBezTo>
                    <a:cubicBezTo>
                      <a:pt x="5" y="14"/>
                      <a:pt x="2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0" name="Google Shape;5390;p47"/>
              <p:cNvSpPr/>
              <p:nvPr/>
            </p:nvSpPr>
            <p:spPr>
              <a:xfrm rot="-755217">
                <a:off x="8767473" y="3004508"/>
                <a:ext cx="38003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6" h="47" extrusionOk="0">
                    <a:moveTo>
                      <a:pt x="45" y="46"/>
                    </a:moveTo>
                    <a:cubicBezTo>
                      <a:pt x="44" y="45"/>
                      <a:pt x="44" y="45"/>
                      <a:pt x="43" y="44"/>
                    </a:cubicBezTo>
                    <a:cubicBezTo>
                      <a:pt x="26" y="35"/>
                      <a:pt x="12" y="21"/>
                      <a:pt x="2" y="4"/>
                    </a:cubicBezTo>
                    <a:cubicBezTo>
                      <a:pt x="2" y="3"/>
                      <a:pt x="1" y="1"/>
                      <a:pt x="0" y="0"/>
                    </a:cubicBezTo>
                    <a:cubicBezTo>
                      <a:pt x="30" y="8"/>
                      <a:pt x="34" y="30"/>
                      <a:pt x="45" y="4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1" name="Google Shape;5391;p47"/>
              <p:cNvSpPr/>
              <p:nvPr/>
            </p:nvSpPr>
            <p:spPr>
              <a:xfrm rot="-755217">
                <a:off x="9734431" y="3112668"/>
                <a:ext cx="31394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8" h="46" extrusionOk="0">
                    <a:moveTo>
                      <a:pt x="37" y="44"/>
                    </a:moveTo>
                    <a:cubicBezTo>
                      <a:pt x="15" y="38"/>
                      <a:pt x="7" y="19"/>
                      <a:pt x="0" y="0"/>
                    </a:cubicBezTo>
                    <a:cubicBezTo>
                      <a:pt x="2" y="1"/>
                      <a:pt x="4" y="2"/>
                      <a:pt x="6" y="3"/>
                    </a:cubicBezTo>
                    <a:cubicBezTo>
                      <a:pt x="15" y="9"/>
                      <a:pt x="23" y="16"/>
                      <a:pt x="29" y="26"/>
                    </a:cubicBezTo>
                    <a:cubicBezTo>
                      <a:pt x="32" y="32"/>
                      <a:pt x="35" y="38"/>
                      <a:pt x="36" y="45"/>
                    </a:cubicBezTo>
                    <a:lnTo>
                      <a:pt x="37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2" name="Google Shape;5392;p47"/>
              <p:cNvSpPr/>
              <p:nvPr/>
            </p:nvSpPr>
            <p:spPr>
              <a:xfrm rot="-755217">
                <a:off x="8463736" y="4043226"/>
                <a:ext cx="37177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45" h="40" extrusionOk="0">
                    <a:moveTo>
                      <a:pt x="0" y="7"/>
                    </a:moveTo>
                    <a:cubicBezTo>
                      <a:pt x="9" y="0"/>
                      <a:pt x="15" y="5"/>
                      <a:pt x="21" y="7"/>
                    </a:cubicBezTo>
                    <a:cubicBezTo>
                      <a:pt x="26" y="9"/>
                      <a:pt x="44" y="16"/>
                      <a:pt x="33" y="29"/>
                    </a:cubicBezTo>
                    <a:cubicBezTo>
                      <a:pt x="26" y="39"/>
                      <a:pt x="17" y="32"/>
                      <a:pt x="10" y="26"/>
                    </a:cubicBezTo>
                    <a:cubicBezTo>
                      <a:pt x="7" y="25"/>
                      <a:pt x="4" y="21"/>
                      <a:pt x="3" y="19"/>
                    </a:cubicBezTo>
                    <a:cubicBezTo>
                      <a:pt x="1" y="15"/>
                      <a:pt x="0" y="13"/>
                      <a:pt x="0" y="9"/>
                    </a:cubicBezTo>
                    <a:cubicBezTo>
                      <a:pt x="0" y="9"/>
                      <a:pt x="0" y="8"/>
                      <a:pt x="0" y="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3" name="Google Shape;5393;p47"/>
              <p:cNvSpPr/>
              <p:nvPr/>
            </p:nvSpPr>
            <p:spPr>
              <a:xfrm rot="-755217">
                <a:off x="8402744" y="3065725"/>
                <a:ext cx="38003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6" h="56" extrusionOk="0">
                    <a:moveTo>
                      <a:pt x="0" y="0"/>
                    </a:moveTo>
                    <a:cubicBezTo>
                      <a:pt x="3" y="1"/>
                      <a:pt x="6" y="3"/>
                      <a:pt x="8" y="4"/>
                    </a:cubicBezTo>
                    <a:cubicBezTo>
                      <a:pt x="20" y="11"/>
                      <a:pt x="29" y="20"/>
                      <a:pt x="36" y="31"/>
                    </a:cubicBezTo>
                    <a:cubicBezTo>
                      <a:pt x="40" y="39"/>
                      <a:pt x="43" y="46"/>
                      <a:pt x="45" y="55"/>
                    </a:cubicBezTo>
                    <a:cubicBezTo>
                      <a:pt x="41" y="53"/>
                      <a:pt x="38" y="52"/>
                      <a:pt x="35" y="50"/>
                    </a:cubicBezTo>
                    <a:cubicBezTo>
                      <a:pt x="24" y="44"/>
                      <a:pt x="15" y="35"/>
                      <a:pt x="9" y="24"/>
                    </a:cubicBezTo>
                    <a:cubicBezTo>
                      <a:pt x="5" y="16"/>
                      <a:pt x="2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4" name="Google Shape;5394;p47"/>
              <p:cNvSpPr/>
              <p:nvPr/>
            </p:nvSpPr>
            <p:spPr>
              <a:xfrm rot="-755217">
                <a:off x="8216181" y="2649854"/>
                <a:ext cx="33872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1" h="50" extrusionOk="0">
                    <a:moveTo>
                      <a:pt x="0" y="1"/>
                    </a:moveTo>
                    <a:cubicBezTo>
                      <a:pt x="2" y="2"/>
                      <a:pt x="4" y="3"/>
                      <a:pt x="5" y="4"/>
                    </a:cubicBezTo>
                    <a:cubicBezTo>
                      <a:pt x="17" y="10"/>
                      <a:pt x="26" y="20"/>
                      <a:pt x="33" y="31"/>
                    </a:cubicBezTo>
                    <a:cubicBezTo>
                      <a:pt x="36" y="37"/>
                      <a:pt x="39" y="43"/>
                      <a:pt x="40" y="49"/>
                    </a:cubicBezTo>
                    <a:cubicBezTo>
                      <a:pt x="39" y="49"/>
                      <a:pt x="37" y="48"/>
                      <a:pt x="36" y="47"/>
                    </a:cubicBezTo>
                    <a:cubicBezTo>
                      <a:pt x="25" y="41"/>
                      <a:pt x="15" y="31"/>
                      <a:pt x="9" y="20"/>
                    </a:cubicBezTo>
                    <a:cubicBezTo>
                      <a:pt x="5" y="14"/>
                      <a:pt x="3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5" name="Google Shape;5395;p47"/>
              <p:cNvSpPr/>
              <p:nvPr/>
            </p:nvSpPr>
            <p:spPr>
              <a:xfrm rot="-755217">
                <a:off x="9128253" y="3474264"/>
                <a:ext cx="37177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5" h="50" extrusionOk="0">
                    <a:moveTo>
                      <a:pt x="8" y="0"/>
                    </a:moveTo>
                    <a:lnTo>
                      <a:pt x="44" y="43"/>
                    </a:lnTo>
                    <a:lnTo>
                      <a:pt x="37" y="49"/>
                    </a:lnTo>
                    <a:lnTo>
                      <a:pt x="0" y="6"/>
                    </a:lnTo>
                    <a:lnTo>
                      <a:pt x="8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</p:sp>
          <p:sp>
            <p:nvSpPr>
              <p:cNvPr id="5396" name="Google Shape;5396;p47"/>
              <p:cNvSpPr/>
              <p:nvPr/>
            </p:nvSpPr>
            <p:spPr>
              <a:xfrm rot="-755217">
                <a:off x="8195479" y="3474685"/>
                <a:ext cx="33872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41" h="50" extrusionOk="0">
                    <a:moveTo>
                      <a:pt x="0" y="1"/>
                    </a:moveTo>
                    <a:cubicBezTo>
                      <a:pt x="24" y="8"/>
                      <a:pt x="29" y="31"/>
                      <a:pt x="40" y="49"/>
                    </a:cubicBezTo>
                    <a:cubicBezTo>
                      <a:pt x="38" y="48"/>
                      <a:pt x="35" y="47"/>
                      <a:pt x="33" y="45"/>
                    </a:cubicBezTo>
                    <a:cubicBezTo>
                      <a:pt x="23" y="39"/>
                      <a:pt x="14" y="31"/>
                      <a:pt x="9" y="21"/>
                    </a:cubicBezTo>
                    <a:cubicBezTo>
                      <a:pt x="5" y="15"/>
                      <a:pt x="2" y="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7" name="Google Shape;5397;p47"/>
              <p:cNvSpPr/>
              <p:nvPr/>
            </p:nvSpPr>
            <p:spPr>
              <a:xfrm rot="-755217">
                <a:off x="9880955" y="3102139"/>
                <a:ext cx="36351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44" h="35" extrusionOk="0">
                    <a:moveTo>
                      <a:pt x="0" y="0"/>
                    </a:moveTo>
                    <a:cubicBezTo>
                      <a:pt x="23" y="0"/>
                      <a:pt x="32" y="19"/>
                      <a:pt x="43" y="34"/>
                    </a:cubicBezTo>
                    <a:cubicBezTo>
                      <a:pt x="21" y="34"/>
                      <a:pt x="11" y="1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8" name="Google Shape;5398;p47"/>
              <p:cNvSpPr/>
              <p:nvPr/>
            </p:nvSpPr>
            <p:spPr>
              <a:xfrm rot="-755217">
                <a:off x="9977221" y="3322681"/>
                <a:ext cx="29741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6" h="41" extrusionOk="0">
                    <a:moveTo>
                      <a:pt x="35" y="40"/>
                    </a:moveTo>
                    <a:cubicBezTo>
                      <a:pt x="30" y="39"/>
                      <a:pt x="26" y="38"/>
                      <a:pt x="21" y="35"/>
                    </a:cubicBezTo>
                    <a:cubicBezTo>
                      <a:pt x="15" y="32"/>
                      <a:pt x="9" y="25"/>
                      <a:pt x="5" y="19"/>
                    </a:cubicBezTo>
                    <a:cubicBezTo>
                      <a:pt x="2" y="13"/>
                      <a:pt x="0" y="7"/>
                      <a:pt x="0" y="0"/>
                    </a:cubicBezTo>
                    <a:lnTo>
                      <a:pt x="35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9" name="Google Shape;5399;p47"/>
              <p:cNvSpPr/>
              <p:nvPr/>
            </p:nvSpPr>
            <p:spPr>
              <a:xfrm rot="-755217">
                <a:off x="9222226" y="2830002"/>
                <a:ext cx="31394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8" h="41" extrusionOk="0">
                    <a:moveTo>
                      <a:pt x="37" y="40"/>
                    </a:moveTo>
                    <a:cubicBezTo>
                      <a:pt x="32" y="39"/>
                      <a:pt x="27" y="37"/>
                      <a:pt x="23" y="34"/>
                    </a:cubicBezTo>
                    <a:cubicBezTo>
                      <a:pt x="16" y="30"/>
                      <a:pt x="10" y="24"/>
                      <a:pt x="6" y="17"/>
                    </a:cubicBezTo>
                    <a:cubicBezTo>
                      <a:pt x="3" y="12"/>
                      <a:pt x="1" y="6"/>
                      <a:pt x="0" y="0"/>
                    </a:cubicBezTo>
                    <a:lnTo>
                      <a:pt x="37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0" name="Google Shape;5400;p47"/>
              <p:cNvSpPr/>
              <p:nvPr/>
            </p:nvSpPr>
            <p:spPr>
              <a:xfrm rot="-755217">
                <a:off x="9786411" y="3371381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1" y="1"/>
                      <a:pt x="3" y="2"/>
                      <a:pt x="5" y="3"/>
                    </a:cubicBezTo>
                    <a:cubicBezTo>
                      <a:pt x="17" y="10"/>
                      <a:pt x="28" y="21"/>
                      <a:pt x="35" y="34"/>
                    </a:cubicBezTo>
                    <a:cubicBezTo>
                      <a:pt x="39" y="40"/>
                      <a:pt x="42" y="48"/>
                      <a:pt x="44" y="55"/>
                    </a:cubicBezTo>
                    <a:cubicBezTo>
                      <a:pt x="40" y="54"/>
                      <a:pt x="36" y="52"/>
                      <a:pt x="33" y="50"/>
                    </a:cubicBezTo>
                    <a:cubicBezTo>
                      <a:pt x="23" y="44"/>
                      <a:pt x="14" y="36"/>
                      <a:pt x="8" y="26"/>
                    </a:cubicBezTo>
                    <a:cubicBezTo>
                      <a:pt x="4" y="18"/>
                      <a:pt x="1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1" name="Google Shape;5401;p47"/>
              <p:cNvSpPr/>
              <p:nvPr/>
            </p:nvSpPr>
            <p:spPr>
              <a:xfrm rot="-755217">
                <a:off x="8306048" y="3469458"/>
                <a:ext cx="2643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32" h="51" extrusionOk="0">
                    <a:moveTo>
                      <a:pt x="0" y="1"/>
                    </a:moveTo>
                    <a:cubicBezTo>
                      <a:pt x="9" y="8"/>
                      <a:pt x="17" y="16"/>
                      <a:pt x="22" y="25"/>
                    </a:cubicBezTo>
                    <a:cubicBezTo>
                      <a:pt x="27" y="33"/>
                      <a:pt x="30" y="41"/>
                      <a:pt x="31" y="50"/>
                    </a:cubicBezTo>
                    <a:cubicBezTo>
                      <a:pt x="31" y="50"/>
                      <a:pt x="30" y="49"/>
                      <a:pt x="29" y="49"/>
                    </a:cubicBezTo>
                    <a:cubicBezTo>
                      <a:pt x="21" y="44"/>
                      <a:pt x="14" y="37"/>
                      <a:pt x="9" y="28"/>
                    </a:cubicBezTo>
                    <a:cubicBezTo>
                      <a:pt x="4" y="20"/>
                      <a:pt x="1" y="10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2" name="Google Shape;5402;p47"/>
              <p:cNvSpPr/>
              <p:nvPr/>
            </p:nvSpPr>
            <p:spPr>
              <a:xfrm rot="-755217">
                <a:off x="8023727" y="2313556"/>
                <a:ext cx="34698" cy="43783"/>
              </a:xfrm>
              <a:custGeom>
                <a:avLst/>
                <a:gdLst/>
                <a:ahLst/>
                <a:cxnLst/>
                <a:rect l="l" t="t" r="r" b="b"/>
                <a:pathLst>
                  <a:path w="42" h="53" extrusionOk="0">
                    <a:moveTo>
                      <a:pt x="40" y="52"/>
                    </a:moveTo>
                    <a:cubicBezTo>
                      <a:pt x="38" y="51"/>
                      <a:pt x="36" y="50"/>
                      <a:pt x="33" y="49"/>
                    </a:cubicBezTo>
                    <a:cubicBezTo>
                      <a:pt x="23" y="43"/>
                      <a:pt x="14" y="34"/>
                      <a:pt x="8" y="23"/>
                    </a:cubicBezTo>
                    <a:cubicBezTo>
                      <a:pt x="4" y="16"/>
                      <a:pt x="1" y="9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ubicBezTo>
                      <a:pt x="15" y="9"/>
                      <a:pt x="26" y="20"/>
                      <a:pt x="33" y="33"/>
                    </a:cubicBezTo>
                    <a:cubicBezTo>
                      <a:pt x="36" y="39"/>
                      <a:pt x="39" y="44"/>
                      <a:pt x="41" y="50"/>
                    </a:cubicBezTo>
                    <a:lnTo>
                      <a:pt x="40" y="5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3" name="Google Shape;5403;p47"/>
              <p:cNvSpPr/>
              <p:nvPr/>
            </p:nvSpPr>
            <p:spPr>
              <a:xfrm rot="-755217">
                <a:off x="9771618" y="3141362"/>
                <a:ext cx="3387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41" h="49" extrusionOk="0">
                    <a:moveTo>
                      <a:pt x="0" y="1"/>
                    </a:moveTo>
                    <a:cubicBezTo>
                      <a:pt x="23" y="8"/>
                      <a:pt x="29" y="30"/>
                      <a:pt x="40" y="48"/>
                    </a:cubicBezTo>
                    <a:cubicBezTo>
                      <a:pt x="24" y="35"/>
                      <a:pt x="4" y="2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4" name="Google Shape;5404;p47"/>
              <p:cNvSpPr/>
              <p:nvPr/>
            </p:nvSpPr>
            <p:spPr>
              <a:xfrm rot="-755217">
                <a:off x="8694002" y="2906826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3" y="1"/>
                      <a:pt x="7" y="3"/>
                      <a:pt x="10" y="5"/>
                    </a:cubicBezTo>
                    <a:cubicBezTo>
                      <a:pt x="20" y="11"/>
                      <a:pt x="29" y="20"/>
                      <a:pt x="36" y="31"/>
                    </a:cubicBezTo>
                    <a:cubicBezTo>
                      <a:pt x="40" y="38"/>
                      <a:pt x="43" y="46"/>
                      <a:pt x="44" y="55"/>
                    </a:cubicBezTo>
                    <a:cubicBezTo>
                      <a:pt x="41" y="54"/>
                      <a:pt x="37" y="52"/>
                      <a:pt x="34" y="50"/>
                    </a:cubicBezTo>
                    <a:cubicBezTo>
                      <a:pt x="24" y="44"/>
                      <a:pt x="15" y="35"/>
                      <a:pt x="9" y="25"/>
                    </a:cubicBezTo>
                    <a:cubicBezTo>
                      <a:pt x="4" y="17"/>
                      <a:pt x="1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5" name="Google Shape;5405;p47"/>
              <p:cNvSpPr/>
              <p:nvPr/>
            </p:nvSpPr>
            <p:spPr>
              <a:xfrm rot="-755217">
                <a:off x="9094609" y="3179324"/>
                <a:ext cx="46264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56" h="40" extrusionOk="0">
                    <a:moveTo>
                      <a:pt x="55" y="39"/>
                    </a:moveTo>
                    <a:cubicBezTo>
                      <a:pt x="33" y="35"/>
                      <a:pt x="21" y="20"/>
                      <a:pt x="0" y="0"/>
                    </a:cubicBezTo>
                    <a:cubicBezTo>
                      <a:pt x="9" y="2"/>
                      <a:pt x="18" y="5"/>
                      <a:pt x="26" y="10"/>
                    </a:cubicBezTo>
                    <a:cubicBezTo>
                      <a:pt x="38" y="17"/>
                      <a:pt x="48" y="27"/>
                      <a:pt x="55" y="3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6" name="Google Shape;5406;p47"/>
              <p:cNvSpPr/>
              <p:nvPr/>
            </p:nvSpPr>
            <p:spPr>
              <a:xfrm rot="-755217">
                <a:off x="9035335" y="3145066"/>
                <a:ext cx="47090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57" h="40" extrusionOk="0">
                    <a:moveTo>
                      <a:pt x="0" y="2"/>
                    </a:moveTo>
                    <a:cubicBezTo>
                      <a:pt x="23" y="5"/>
                      <a:pt x="35" y="25"/>
                      <a:pt x="56" y="39"/>
                    </a:cubicBezTo>
                    <a:cubicBezTo>
                      <a:pt x="24" y="32"/>
                      <a:pt x="24" y="32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7" name="Google Shape;5407;p47"/>
              <p:cNvSpPr/>
              <p:nvPr/>
            </p:nvSpPr>
            <p:spPr>
              <a:xfrm rot="-755217">
                <a:off x="9784962" y="3408430"/>
                <a:ext cx="33872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41" h="52" extrusionOk="0">
                    <a:moveTo>
                      <a:pt x="0" y="1"/>
                    </a:moveTo>
                    <a:cubicBezTo>
                      <a:pt x="2" y="2"/>
                      <a:pt x="4" y="4"/>
                      <a:pt x="6" y="5"/>
                    </a:cubicBezTo>
                    <a:cubicBezTo>
                      <a:pt x="17" y="12"/>
                      <a:pt x="26" y="20"/>
                      <a:pt x="32" y="30"/>
                    </a:cubicBezTo>
                    <a:cubicBezTo>
                      <a:pt x="36" y="37"/>
                      <a:pt x="39" y="44"/>
                      <a:pt x="40" y="51"/>
                    </a:cubicBezTo>
                    <a:cubicBezTo>
                      <a:pt x="23" y="37"/>
                      <a:pt x="2" y="2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8" name="Google Shape;5408;p47"/>
              <p:cNvSpPr/>
              <p:nvPr/>
            </p:nvSpPr>
            <p:spPr>
              <a:xfrm rot="-755217">
                <a:off x="8278846" y="2303249"/>
                <a:ext cx="33046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0" h="45" extrusionOk="0">
                    <a:moveTo>
                      <a:pt x="39" y="44"/>
                    </a:moveTo>
                    <a:cubicBezTo>
                      <a:pt x="24" y="35"/>
                      <a:pt x="12" y="23"/>
                      <a:pt x="4" y="8"/>
                    </a:cubicBezTo>
                    <a:cubicBezTo>
                      <a:pt x="2" y="5"/>
                      <a:pt x="1" y="3"/>
                      <a:pt x="0" y="0"/>
                    </a:cubicBezTo>
                    <a:cubicBezTo>
                      <a:pt x="3" y="1"/>
                      <a:pt x="5" y="2"/>
                      <a:pt x="8" y="4"/>
                    </a:cubicBezTo>
                    <a:cubicBezTo>
                      <a:pt x="18" y="10"/>
                      <a:pt x="26" y="18"/>
                      <a:pt x="32" y="28"/>
                    </a:cubicBezTo>
                    <a:cubicBezTo>
                      <a:pt x="35" y="33"/>
                      <a:pt x="37" y="38"/>
                      <a:pt x="39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9" name="Google Shape;5409;p47"/>
              <p:cNvSpPr/>
              <p:nvPr/>
            </p:nvSpPr>
            <p:spPr>
              <a:xfrm rot="-755217">
                <a:off x="9255728" y="2752918"/>
                <a:ext cx="3387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41" h="49" extrusionOk="0">
                    <a:moveTo>
                      <a:pt x="0" y="1"/>
                    </a:moveTo>
                    <a:cubicBezTo>
                      <a:pt x="24" y="7"/>
                      <a:pt x="27" y="32"/>
                      <a:pt x="40" y="48"/>
                    </a:cubicBezTo>
                    <a:cubicBezTo>
                      <a:pt x="23" y="35"/>
                      <a:pt x="3" y="25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0" name="Google Shape;5410;p47"/>
              <p:cNvSpPr/>
              <p:nvPr/>
            </p:nvSpPr>
            <p:spPr>
              <a:xfrm rot="-755217">
                <a:off x="8995300" y="3126405"/>
                <a:ext cx="36351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44" h="38" extrusionOk="0">
                    <a:moveTo>
                      <a:pt x="43" y="35"/>
                    </a:moveTo>
                    <a:cubicBezTo>
                      <a:pt x="18" y="37"/>
                      <a:pt x="12" y="14"/>
                      <a:pt x="0" y="0"/>
                    </a:cubicBezTo>
                    <a:cubicBezTo>
                      <a:pt x="17" y="8"/>
                      <a:pt x="35" y="14"/>
                      <a:pt x="42" y="36"/>
                    </a:cubicBezTo>
                    <a:lnTo>
                      <a:pt x="43" y="3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1" name="Google Shape;5411;p47"/>
              <p:cNvSpPr/>
              <p:nvPr/>
            </p:nvSpPr>
            <p:spPr>
              <a:xfrm rot="-755217">
                <a:off x="8992372" y="2616649"/>
                <a:ext cx="38003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6" h="56" extrusionOk="0">
                    <a:moveTo>
                      <a:pt x="0" y="0"/>
                    </a:moveTo>
                    <a:cubicBezTo>
                      <a:pt x="4" y="1"/>
                      <a:pt x="7" y="3"/>
                      <a:pt x="11" y="5"/>
                    </a:cubicBezTo>
                    <a:cubicBezTo>
                      <a:pt x="21" y="11"/>
                      <a:pt x="30" y="20"/>
                      <a:pt x="36" y="30"/>
                    </a:cubicBezTo>
                    <a:cubicBezTo>
                      <a:pt x="40" y="38"/>
                      <a:pt x="43" y="46"/>
                      <a:pt x="45" y="55"/>
                    </a:cubicBezTo>
                    <a:cubicBezTo>
                      <a:pt x="42" y="54"/>
                      <a:pt x="39" y="52"/>
                      <a:pt x="37" y="51"/>
                    </a:cubicBezTo>
                    <a:cubicBezTo>
                      <a:pt x="25" y="44"/>
                      <a:pt x="16" y="35"/>
                      <a:pt x="9" y="24"/>
                    </a:cubicBezTo>
                    <a:cubicBezTo>
                      <a:pt x="5" y="17"/>
                      <a:pt x="2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2" name="Google Shape;5412;p47"/>
              <p:cNvSpPr/>
              <p:nvPr/>
            </p:nvSpPr>
            <p:spPr>
              <a:xfrm rot="-755217">
                <a:off x="10346529" y="3296840"/>
                <a:ext cx="25611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31" h="70" extrusionOk="0">
                    <a:moveTo>
                      <a:pt x="20" y="0"/>
                    </a:moveTo>
                    <a:cubicBezTo>
                      <a:pt x="30" y="28"/>
                      <a:pt x="14" y="44"/>
                      <a:pt x="9" y="69"/>
                    </a:cubicBezTo>
                    <a:cubicBezTo>
                      <a:pt x="0" y="42"/>
                      <a:pt x="13" y="27"/>
                      <a:pt x="2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3" name="Google Shape;5413;p47"/>
              <p:cNvSpPr/>
              <p:nvPr/>
            </p:nvSpPr>
            <p:spPr>
              <a:xfrm rot="-755217">
                <a:off x="9442697" y="3915763"/>
                <a:ext cx="20654" cy="66088"/>
              </a:xfrm>
              <a:custGeom>
                <a:avLst/>
                <a:gdLst/>
                <a:ahLst/>
                <a:cxnLst/>
                <a:rect l="l" t="t" r="r" b="b"/>
                <a:pathLst>
                  <a:path w="25" h="80" extrusionOk="0">
                    <a:moveTo>
                      <a:pt x="24" y="0"/>
                    </a:moveTo>
                    <a:cubicBezTo>
                      <a:pt x="24" y="2"/>
                      <a:pt x="24" y="4"/>
                      <a:pt x="24" y="6"/>
                    </a:cubicBezTo>
                    <a:cubicBezTo>
                      <a:pt x="24" y="28"/>
                      <a:pt x="18" y="50"/>
                      <a:pt x="7" y="69"/>
                    </a:cubicBezTo>
                    <a:cubicBezTo>
                      <a:pt x="5" y="73"/>
                      <a:pt x="3" y="76"/>
                      <a:pt x="1" y="79"/>
                    </a:cubicBezTo>
                    <a:cubicBezTo>
                      <a:pt x="0" y="76"/>
                      <a:pt x="0" y="73"/>
                      <a:pt x="0" y="70"/>
                    </a:cubicBezTo>
                    <a:cubicBezTo>
                      <a:pt x="0" y="50"/>
                      <a:pt x="6" y="30"/>
                      <a:pt x="16" y="12"/>
                    </a:cubicBezTo>
                    <a:cubicBezTo>
                      <a:pt x="18" y="8"/>
                      <a:pt x="21" y="4"/>
                      <a:pt x="2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4" name="Google Shape;5414;p47"/>
              <p:cNvSpPr/>
              <p:nvPr/>
            </p:nvSpPr>
            <p:spPr>
              <a:xfrm rot="-755217">
                <a:off x="8675266" y="3913147"/>
                <a:ext cx="29741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36" h="52" extrusionOk="0">
                    <a:moveTo>
                      <a:pt x="16" y="51"/>
                    </a:moveTo>
                    <a:cubicBezTo>
                      <a:pt x="1" y="46"/>
                      <a:pt x="0" y="39"/>
                      <a:pt x="0" y="32"/>
                    </a:cubicBezTo>
                    <a:cubicBezTo>
                      <a:pt x="0" y="19"/>
                      <a:pt x="0" y="0"/>
                      <a:pt x="16" y="3"/>
                    </a:cubicBezTo>
                    <a:cubicBezTo>
                      <a:pt x="35" y="7"/>
                      <a:pt x="19" y="23"/>
                      <a:pt x="18" y="34"/>
                    </a:cubicBezTo>
                    <a:cubicBezTo>
                      <a:pt x="18" y="39"/>
                      <a:pt x="17" y="44"/>
                      <a:pt x="16" y="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5" name="Google Shape;5415;p47"/>
              <p:cNvSpPr/>
              <p:nvPr/>
            </p:nvSpPr>
            <p:spPr>
              <a:xfrm rot="-755217">
                <a:off x="9232548" y="3796630"/>
                <a:ext cx="41307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50" h="42" extrusionOk="0">
                    <a:moveTo>
                      <a:pt x="49" y="40"/>
                    </a:moveTo>
                    <a:cubicBezTo>
                      <a:pt x="43" y="38"/>
                      <a:pt x="37" y="35"/>
                      <a:pt x="31" y="32"/>
                    </a:cubicBezTo>
                    <a:cubicBezTo>
                      <a:pt x="18" y="25"/>
                      <a:pt x="8" y="15"/>
                      <a:pt x="1" y="2"/>
                    </a:cubicBezTo>
                    <a:cubicBezTo>
                      <a:pt x="1" y="2"/>
                      <a:pt x="0" y="1"/>
                      <a:pt x="0" y="0"/>
                    </a:cubicBezTo>
                    <a:cubicBezTo>
                      <a:pt x="20" y="9"/>
                      <a:pt x="40" y="17"/>
                      <a:pt x="48" y="41"/>
                    </a:cubicBezTo>
                    <a:lnTo>
                      <a:pt x="49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6" name="Google Shape;5416;p47"/>
              <p:cNvSpPr/>
              <p:nvPr/>
            </p:nvSpPr>
            <p:spPr>
              <a:xfrm rot="-755217">
                <a:off x="10077795" y="3405650"/>
                <a:ext cx="3387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41" h="49" extrusionOk="0">
                    <a:moveTo>
                      <a:pt x="40" y="47"/>
                    </a:moveTo>
                    <a:cubicBezTo>
                      <a:pt x="35" y="46"/>
                      <a:pt x="31" y="44"/>
                      <a:pt x="26" y="41"/>
                    </a:cubicBezTo>
                    <a:cubicBezTo>
                      <a:pt x="18" y="37"/>
                      <a:pt x="12" y="30"/>
                      <a:pt x="7" y="22"/>
                    </a:cubicBezTo>
                    <a:cubicBezTo>
                      <a:pt x="3" y="15"/>
                      <a:pt x="1" y="8"/>
                      <a:pt x="0" y="0"/>
                    </a:cubicBezTo>
                    <a:cubicBezTo>
                      <a:pt x="13" y="16"/>
                      <a:pt x="38" y="22"/>
                      <a:pt x="39" y="48"/>
                    </a:cubicBezTo>
                    <a:lnTo>
                      <a:pt x="40" y="4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7" name="Google Shape;5417;p47"/>
              <p:cNvSpPr/>
              <p:nvPr/>
            </p:nvSpPr>
            <p:spPr>
              <a:xfrm rot="-755217">
                <a:off x="8594843" y="2667415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44" y="55"/>
                    </a:moveTo>
                    <a:cubicBezTo>
                      <a:pt x="41" y="53"/>
                      <a:pt x="38" y="52"/>
                      <a:pt x="35" y="50"/>
                    </a:cubicBezTo>
                    <a:cubicBezTo>
                      <a:pt x="24" y="44"/>
                      <a:pt x="15" y="34"/>
                      <a:pt x="8" y="23"/>
                    </a:cubicBezTo>
                    <a:cubicBezTo>
                      <a:pt x="4" y="16"/>
                      <a:pt x="1" y="8"/>
                      <a:pt x="0" y="0"/>
                    </a:cubicBezTo>
                    <a:cubicBezTo>
                      <a:pt x="3" y="1"/>
                      <a:pt x="6" y="2"/>
                      <a:pt x="8" y="4"/>
                    </a:cubicBezTo>
                    <a:cubicBezTo>
                      <a:pt x="20" y="12"/>
                      <a:pt x="29" y="20"/>
                      <a:pt x="36" y="31"/>
                    </a:cubicBezTo>
                    <a:cubicBezTo>
                      <a:pt x="40" y="39"/>
                      <a:pt x="43" y="46"/>
                      <a:pt x="44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8" name="Google Shape;5418;p47"/>
              <p:cNvSpPr/>
              <p:nvPr/>
            </p:nvSpPr>
            <p:spPr>
              <a:xfrm rot="-755217">
                <a:off x="9402931" y="3578183"/>
                <a:ext cx="35524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43" h="51" extrusionOk="0">
                    <a:moveTo>
                      <a:pt x="0" y="1"/>
                    </a:moveTo>
                    <a:cubicBezTo>
                      <a:pt x="27" y="7"/>
                      <a:pt x="28" y="34"/>
                      <a:pt x="42" y="50"/>
                    </a:cubicBezTo>
                    <a:cubicBezTo>
                      <a:pt x="25" y="36"/>
                      <a:pt x="2" y="27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9" name="Google Shape;5419;p47"/>
              <p:cNvSpPr/>
              <p:nvPr/>
            </p:nvSpPr>
            <p:spPr>
              <a:xfrm rot="-755217">
                <a:off x="9553506" y="3078882"/>
                <a:ext cx="37177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45" h="56" extrusionOk="0">
                    <a:moveTo>
                      <a:pt x="0" y="0"/>
                    </a:moveTo>
                    <a:cubicBezTo>
                      <a:pt x="1" y="1"/>
                      <a:pt x="3" y="2"/>
                      <a:pt x="5" y="3"/>
                    </a:cubicBezTo>
                    <a:cubicBezTo>
                      <a:pt x="17" y="10"/>
                      <a:pt x="28" y="20"/>
                      <a:pt x="35" y="33"/>
                    </a:cubicBezTo>
                    <a:cubicBezTo>
                      <a:pt x="39" y="40"/>
                      <a:pt x="42" y="47"/>
                      <a:pt x="44" y="55"/>
                    </a:cubicBezTo>
                    <a:cubicBezTo>
                      <a:pt x="40" y="53"/>
                      <a:pt x="37" y="52"/>
                      <a:pt x="34" y="50"/>
                    </a:cubicBezTo>
                    <a:cubicBezTo>
                      <a:pt x="23" y="44"/>
                      <a:pt x="14" y="35"/>
                      <a:pt x="8" y="24"/>
                    </a:cubicBezTo>
                    <a:cubicBezTo>
                      <a:pt x="4" y="17"/>
                      <a:pt x="1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0" name="Google Shape;5420;p47"/>
              <p:cNvSpPr/>
              <p:nvPr/>
            </p:nvSpPr>
            <p:spPr>
              <a:xfrm rot="-755217">
                <a:off x="8704275" y="4008717"/>
                <a:ext cx="23958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29" h="35" extrusionOk="0">
                    <a:moveTo>
                      <a:pt x="10" y="34"/>
                    </a:moveTo>
                    <a:cubicBezTo>
                      <a:pt x="1" y="33"/>
                      <a:pt x="0" y="27"/>
                      <a:pt x="1" y="22"/>
                    </a:cubicBezTo>
                    <a:cubicBezTo>
                      <a:pt x="3" y="12"/>
                      <a:pt x="5" y="0"/>
                      <a:pt x="19" y="0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25" y="2"/>
                      <a:pt x="27" y="3"/>
                      <a:pt x="27" y="4"/>
                    </a:cubicBezTo>
                    <a:cubicBezTo>
                      <a:pt x="28" y="5"/>
                      <a:pt x="28" y="7"/>
                      <a:pt x="28" y="8"/>
                    </a:cubicBezTo>
                    <a:cubicBezTo>
                      <a:pt x="28" y="9"/>
                      <a:pt x="28" y="10"/>
                      <a:pt x="27" y="11"/>
                    </a:cubicBezTo>
                    <a:cubicBezTo>
                      <a:pt x="27" y="15"/>
                      <a:pt x="26" y="19"/>
                      <a:pt x="24" y="22"/>
                    </a:cubicBezTo>
                    <a:cubicBezTo>
                      <a:pt x="21" y="26"/>
                      <a:pt x="19" y="30"/>
                      <a:pt x="13" y="33"/>
                    </a:cubicBezTo>
                    <a:cubicBezTo>
                      <a:pt x="12" y="33"/>
                      <a:pt x="11" y="34"/>
                      <a:pt x="10" y="3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1" name="Google Shape;5421;p47"/>
              <p:cNvSpPr/>
              <p:nvPr/>
            </p:nvSpPr>
            <p:spPr>
              <a:xfrm rot="-755217">
                <a:off x="8549556" y="2630983"/>
                <a:ext cx="37177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45" h="57" extrusionOk="0">
                    <a:moveTo>
                      <a:pt x="44" y="55"/>
                    </a:moveTo>
                    <a:cubicBezTo>
                      <a:pt x="41" y="54"/>
                      <a:pt x="39" y="53"/>
                      <a:pt x="36" y="51"/>
                    </a:cubicBezTo>
                    <a:cubicBezTo>
                      <a:pt x="25" y="44"/>
                      <a:pt x="15" y="35"/>
                      <a:pt x="8" y="24"/>
                    </a:cubicBezTo>
                    <a:cubicBezTo>
                      <a:pt x="4" y="16"/>
                      <a:pt x="1" y="8"/>
                      <a:pt x="0" y="0"/>
                    </a:cubicBezTo>
                    <a:cubicBezTo>
                      <a:pt x="3" y="1"/>
                      <a:pt x="5" y="2"/>
                      <a:pt x="8" y="4"/>
                    </a:cubicBezTo>
                    <a:cubicBezTo>
                      <a:pt x="19" y="10"/>
                      <a:pt x="27" y="20"/>
                      <a:pt x="34" y="31"/>
                    </a:cubicBezTo>
                    <a:cubicBezTo>
                      <a:pt x="38" y="38"/>
                      <a:pt x="42" y="47"/>
                      <a:pt x="43" y="56"/>
                    </a:cubicBezTo>
                    <a:lnTo>
                      <a:pt x="44" y="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2" name="Google Shape;5422;p47"/>
              <p:cNvSpPr/>
              <p:nvPr/>
            </p:nvSpPr>
            <p:spPr>
              <a:xfrm rot="-755217">
                <a:off x="10075716" y="3751405"/>
                <a:ext cx="33046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40" h="34" extrusionOk="0">
                    <a:moveTo>
                      <a:pt x="0" y="0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9" y="0"/>
                      <a:pt x="15" y="2"/>
                      <a:pt x="21" y="5"/>
                    </a:cubicBezTo>
                    <a:cubicBezTo>
                      <a:pt x="27" y="8"/>
                      <a:pt x="31" y="13"/>
                      <a:pt x="34" y="18"/>
                    </a:cubicBezTo>
                    <a:cubicBezTo>
                      <a:pt x="36" y="23"/>
                      <a:pt x="38" y="27"/>
                      <a:pt x="39" y="33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3" name="Google Shape;5423;p47"/>
              <p:cNvSpPr/>
              <p:nvPr/>
            </p:nvSpPr>
            <p:spPr>
              <a:xfrm rot="-755217">
                <a:off x="8398445" y="3551300"/>
                <a:ext cx="23958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29" h="29" extrusionOk="0">
                    <a:moveTo>
                      <a:pt x="28" y="12"/>
                    </a:moveTo>
                    <a:cubicBezTo>
                      <a:pt x="28" y="21"/>
                      <a:pt x="25" y="27"/>
                      <a:pt x="17" y="28"/>
                    </a:cubicBezTo>
                    <a:lnTo>
                      <a:pt x="16" y="28"/>
                    </a:lnTo>
                    <a:cubicBezTo>
                      <a:pt x="14" y="28"/>
                      <a:pt x="11" y="28"/>
                      <a:pt x="9" y="26"/>
                    </a:cubicBezTo>
                    <a:cubicBezTo>
                      <a:pt x="7" y="25"/>
                      <a:pt x="5" y="23"/>
                      <a:pt x="3" y="20"/>
                    </a:cubicBezTo>
                    <a:cubicBezTo>
                      <a:pt x="2" y="19"/>
                      <a:pt x="2" y="17"/>
                      <a:pt x="2" y="15"/>
                    </a:cubicBezTo>
                    <a:cubicBezTo>
                      <a:pt x="0" y="6"/>
                      <a:pt x="3" y="0"/>
                      <a:pt x="13" y="1"/>
                    </a:cubicBezTo>
                    <a:lnTo>
                      <a:pt x="14" y="1"/>
                    </a:lnTo>
                    <a:cubicBezTo>
                      <a:pt x="17" y="1"/>
                      <a:pt x="19" y="1"/>
                      <a:pt x="22" y="2"/>
                    </a:cubicBezTo>
                    <a:cubicBezTo>
                      <a:pt x="24" y="4"/>
                      <a:pt x="25" y="6"/>
                      <a:pt x="27" y="8"/>
                    </a:cubicBezTo>
                    <a:cubicBezTo>
                      <a:pt x="27" y="9"/>
                      <a:pt x="28" y="10"/>
                      <a:pt x="28" y="1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4" name="Google Shape;5424;p47"/>
              <p:cNvSpPr/>
              <p:nvPr/>
            </p:nvSpPr>
            <p:spPr>
              <a:xfrm rot="-755217">
                <a:off x="9299599" y="3368589"/>
                <a:ext cx="27263" cy="44610"/>
              </a:xfrm>
              <a:custGeom>
                <a:avLst/>
                <a:gdLst/>
                <a:ahLst/>
                <a:cxnLst/>
                <a:rect l="l" t="t" r="r" b="b"/>
                <a:pathLst>
                  <a:path w="33" h="54" extrusionOk="0">
                    <a:moveTo>
                      <a:pt x="3" y="0"/>
                    </a:moveTo>
                    <a:cubicBezTo>
                      <a:pt x="11" y="6"/>
                      <a:pt x="17" y="13"/>
                      <a:pt x="22" y="22"/>
                    </a:cubicBezTo>
                    <a:cubicBezTo>
                      <a:pt x="28" y="31"/>
                      <a:pt x="31" y="42"/>
                      <a:pt x="32" y="53"/>
                    </a:cubicBezTo>
                    <a:cubicBezTo>
                      <a:pt x="22" y="47"/>
                      <a:pt x="15" y="38"/>
                      <a:pt x="9" y="28"/>
                    </a:cubicBezTo>
                    <a:cubicBezTo>
                      <a:pt x="5" y="21"/>
                      <a:pt x="1" y="12"/>
                      <a:pt x="0" y="4"/>
                    </a:cubicBezTo>
                    <a:lnTo>
                      <a:pt x="3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5" name="Google Shape;5425;p47"/>
              <p:cNvSpPr/>
              <p:nvPr/>
            </p:nvSpPr>
            <p:spPr>
              <a:xfrm rot="-755217">
                <a:off x="10167411" y="3697952"/>
                <a:ext cx="27263" cy="47088"/>
              </a:xfrm>
              <a:custGeom>
                <a:avLst/>
                <a:gdLst/>
                <a:ahLst/>
                <a:cxnLst/>
                <a:rect l="l" t="t" r="r" b="b"/>
                <a:pathLst>
                  <a:path w="33" h="57" extrusionOk="0">
                    <a:moveTo>
                      <a:pt x="0" y="0"/>
                    </a:moveTo>
                    <a:cubicBezTo>
                      <a:pt x="0" y="0"/>
                      <a:pt x="1" y="0"/>
                      <a:pt x="1" y="1"/>
                    </a:cubicBezTo>
                    <a:cubicBezTo>
                      <a:pt x="10" y="6"/>
                      <a:pt x="17" y="14"/>
                      <a:pt x="23" y="23"/>
                    </a:cubicBezTo>
                    <a:cubicBezTo>
                      <a:pt x="29" y="32"/>
                      <a:pt x="32" y="43"/>
                      <a:pt x="32" y="53"/>
                    </a:cubicBezTo>
                    <a:cubicBezTo>
                      <a:pt x="32" y="54"/>
                      <a:pt x="32" y="55"/>
                      <a:pt x="32" y="56"/>
                    </a:cubicBezTo>
                    <a:cubicBezTo>
                      <a:pt x="22" y="50"/>
                      <a:pt x="15" y="42"/>
                      <a:pt x="9" y="32"/>
                    </a:cubicBezTo>
                    <a:cubicBezTo>
                      <a:pt x="3" y="22"/>
                      <a:pt x="0" y="11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6" name="Google Shape;5426;p47"/>
              <p:cNvSpPr/>
              <p:nvPr/>
            </p:nvSpPr>
            <p:spPr>
              <a:xfrm rot="-755217">
                <a:off x="9484463" y="3363770"/>
                <a:ext cx="2643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32" h="51" extrusionOk="0">
                    <a:moveTo>
                      <a:pt x="31" y="50"/>
                    </a:moveTo>
                    <a:cubicBezTo>
                      <a:pt x="22" y="44"/>
                      <a:pt x="14" y="36"/>
                      <a:pt x="9" y="27"/>
                    </a:cubicBezTo>
                    <a:cubicBezTo>
                      <a:pt x="4" y="19"/>
                      <a:pt x="1" y="9"/>
                      <a:pt x="0" y="0"/>
                    </a:cubicBezTo>
                    <a:cubicBezTo>
                      <a:pt x="8" y="7"/>
                      <a:pt x="15" y="15"/>
                      <a:pt x="21" y="25"/>
                    </a:cubicBezTo>
                    <a:cubicBezTo>
                      <a:pt x="26" y="33"/>
                      <a:pt x="29" y="41"/>
                      <a:pt x="31" y="5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7" name="Google Shape;5427;p47"/>
              <p:cNvSpPr/>
              <p:nvPr/>
            </p:nvSpPr>
            <p:spPr>
              <a:xfrm rot="-755217">
                <a:off x="10031798" y="3260450"/>
                <a:ext cx="32220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39" h="58" extrusionOk="0">
                    <a:moveTo>
                      <a:pt x="1" y="1"/>
                    </a:moveTo>
                    <a:cubicBezTo>
                      <a:pt x="18" y="12"/>
                      <a:pt x="24" y="30"/>
                      <a:pt x="38" y="57"/>
                    </a:cubicBezTo>
                    <a:cubicBezTo>
                      <a:pt x="12" y="37"/>
                      <a:pt x="0" y="22"/>
                      <a:pt x="2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8" name="Google Shape;5428;p47"/>
              <p:cNvSpPr/>
              <p:nvPr/>
            </p:nvSpPr>
            <p:spPr>
              <a:xfrm rot="-755217">
                <a:off x="9562137" y="3375000"/>
                <a:ext cx="28915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35" h="58" extrusionOk="0">
                    <a:moveTo>
                      <a:pt x="3" y="0"/>
                    </a:moveTo>
                    <a:cubicBezTo>
                      <a:pt x="12" y="6"/>
                      <a:pt x="19" y="14"/>
                      <a:pt x="25" y="24"/>
                    </a:cubicBezTo>
                    <a:cubicBezTo>
                      <a:pt x="31" y="34"/>
                      <a:pt x="34" y="45"/>
                      <a:pt x="34" y="57"/>
                    </a:cubicBezTo>
                    <a:cubicBezTo>
                      <a:pt x="24" y="51"/>
                      <a:pt x="15" y="42"/>
                      <a:pt x="9" y="31"/>
                    </a:cubicBezTo>
                    <a:cubicBezTo>
                      <a:pt x="4" y="23"/>
                      <a:pt x="1" y="13"/>
                      <a:pt x="0" y="4"/>
                    </a:cubicBezTo>
                    <a:lnTo>
                      <a:pt x="3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9" name="Google Shape;5429;p47"/>
              <p:cNvSpPr/>
              <p:nvPr/>
            </p:nvSpPr>
            <p:spPr>
              <a:xfrm rot="-755217">
                <a:off x="8270777" y="3430645"/>
                <a:ext cx="28089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34" h="56" extrusionOk="0">
                    <a:moveTo>
                      <a:pt x="33" y="55"/>
                    </a:moveTo>
                    <a:cubicBezTo>
                      <a:pt x="32" y="55"/>
                      <a:pt x="30" y="54"/>
                      <a:pt x="29" y="53"/>
                    </a:cubicBezTo>
                    <a:cubicBezTo>
                      <a:pt x="20" y="48"/>
                      <a:pt x="13" y="41"/>
                      <a:pt x="8" y="32"/>
                    </a:cubicBezTo>
                    <a:cubicBezTo>
                      <a:pt x="3" y="23"/>
                      <a:pt x="0" y="1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0" y="6"/>
                      <a:pt x="18" y="14"/>
                      <a:pt x="24" y="24"/>
                    </a:cubicBezTo>
                    <a:cubicBezTo>
                      <a:pt x="30" y="34"/>
                      <a:pt x="33" y="44"/>
                      <a:pt x="33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0" name="Google Shape;5430;p47"/>
              <p:cNvSpPr/>
              <p:nvPr/>
            </p:nvSpPr>
            <p:spPr>
              <a:xfrm rot="-755217">
                <a:off x="8811208" y="3559439"/>
                <a:ext cx="30567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37" h="60" extrusionOk="0">
                    <a:moveTo>
                      <a:pt x="36" y="59"/>
                    </a:moveTo>
                    <a:cubicBezTo>
                      <a:pt x="26" y="51"/>
                      <a:pt x="18" y="41"/>
                      <a:pt x="12" y="31"/>
                    </a:cubicBezTo>
                    <a:cubicBezTo>
                      <a:pt x="6" y="21"/>
                      <a:pt x="3" y="11"/>
                      <a:pt x="0" y="0"/>
                    </a:cubicBezTo>
                    <a:cubicBezTo>
                      <a:pt x="9" y="8"/>
                      <a:pt x="17" y="18"/>
                      <a:pt x="24" y="29"/>
                    </a:cubicBezTo>
                    <a:cubicBezTo>
                      <a:pt x="29" y="38"/>
                      <a:pt x="33" y="48"/>
                      <a:pt x="36" y="5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1" name="Google Shape;5431;p47"/>
              <p:cNvSpPr/>
              <p:nvPr/>
            </p:nvSpPr>
            <p:spPr>
              <a:xfrm rot="-755217">
                <a:off x="10012279" y="3292507"/>
                <a:ext cx="33046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40" h="44" extrusionOk="0">
                    <a:moveTo>
                      <a:pt x="30" y="43"/>
                    </a:moveTo>
                    <a:cubicBezTo>
                      <a:pt x="22" y="31"/>
                      <a:pt x="12" y="21"/>
                      <a:pt x="0" y="13"/>
                    </a:cubicBezTo>
                    <a:cubicBezTo>
                      <a:pt x="0" y="10"/>
                      <a:pt x="0" y="4"/>
                      <a:pt x="2" y="3"/>
                    </a:cubicBezTo>
                    <a:cubicBezTo>
                      <a:pt x="24" y="0"/>
                      <a:pt x="39" y="20"/>
                      <a:pt x="30" y="4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2" name="Google Shape;5432;p47"/>
              <p:cNvSpPr/>
              <p:nvPr/>
            </p:nvSpPr>
            <p:spPr>
              <a:xfrm rot="-755217">
                <a:off x="8868817" y="2942653"/>
                <a:ext cx="25611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31" h="49" extrusionOk="0">
                    <a:moveTo>
                      <a:pt x="0" y="1"/>
                    </a:moveTo>
                    <a:cubicBezTo>
                      <a:pt x="21" y="9"/>
                      <a:pt x="23" y="30"/>
                      <a:pt x="30" y="48"/>
                    </a:cubicBezTo>
                    <a:cubicBezTo>
                      <a:pt x="21" y="43"/>
                      <a:pt x="14" y="36"/>
                      <a:pt x="9" y="27"/>
                    </a:cubicBezTo>
                    <a:cubicBezTo>
                      <a:pt x="4" y="19"/>
                      <a:pt x="2" y="10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3" name="Google Shape;5433;p47"/>
              <p:cNvSpPr/>
              <p:nvPr/>
            </p:nvSpPr>
            <p:spPr>
              <a:xfrm rot="-755217">
                <a:off x="8980757" y="2898831"/>
                <a:ext cx="28089" cy="46262"/>
              </a:xfrm>
              <a:custGeom>
                <a:avLst/>
                <a:gdLst/>
                <a:ahLst/>
                <a:cxnLst/>
                <a:rect l="l" t="t" r="r" b="b"/>
                <a:pathLst>
                  <a:path w="34" h="56" extrusionOk="0">
                    <a:moveTo>
                      <a:pt x="33" y="55"/>
                    </a:moveTo>
                    <a:cubicBezTo>
                      <a:pt x="24" y="48"/>
                      <a:pt x="17" y="39"/>
                      <a:pt x="11" y="29"/>
                    </a:cubicBezTo>
                    <a:cubicBezTo>
                      <a:pt x="6" y="20"/>
                      <a:pt x="2" y="10"/>
                      <a:pt x="0" y="0"/>
                    </a:cubicBezTo>
                    <a:cubicBezTo>
                      <a:pt x="9" y="7"/>
                      <a:pt x="17" y="16"/>
                      <a:pt x="22" y="25"/>
                    </a:cubicBezTo>
                    <a:cubicBezTo>
                      <a:pt x="28" y="35"/>
                      <a:pt x="31" y="45"/>
                      <a:pt x="33" y="5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4" name="Google Shape;5434;p47"/>
              <p:cNvSpPr/>
              <p:nvPr/>
            </p:nvSpPr>
            <p:spPr>
              <a:xfrm rot="-755217">
                <a:off x="9953510" y="3607490"/>
                <a:ext cx="42134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51" h="29" extrusionOk="0">
                    <a:moveTo>
                      <a:pt x="0" y="0"/>
                    </a:moveTo>
                    <a:cubicBezTo>
                      <a:pt x="11" y="1"/>
                      <a:pt x="21" y="4"/>
                      <a:pt x="30" y="9"/>
                    </a:cubicBezTo>
                    <a:cubicBezTo>
                      <a:pt x="38" y="14"/>
                      <a:pt x="45" y="20"/>
                      <a:pt x="50" y="27"/>
                    </a:cubicBezTo>
                    <a:cubicBezTo>
                      <a:pt x="24" y="28"/>
                      <a:pt x="12" y="1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5" name="Google Shape;5435;p47"/>
              <p:cNvSpPr/>
              <p:nvPr/>
            </p:nvSpPr>
            <p:spPr>
              <a:xfrm rot="-755217">
                <a:off x="8260221" y="2472687"/>
                <a:ext cx="38003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46" h="38" extrusionOk="0">
                    <a:moveTo>
                      <a:pt x="45" y="37"/>
                    </a:moveTo>
                    <a:cubicBezTo>
                      <a:pt x="41" y="35"/>
                      <a:pt x="37" y="33"/>
                      <a:pt x="33" y="31"/>
                    </a:cubicBezTo>
                    <a:cubicBezTo>
                      <a:pt x="19" y="23"/>
                      <a:pt x="8" y="13"/>
                      <a:pt x="0" y="0"/>
                    </a:cubicBezTo>
                    <a:cubicBezTo>
                      <a:pt x="21" y="3"/>
                      <a:pt x="31" y="14"/>
                      <a:pt x="45" y="3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6" name="Google Shape;5436;p47"/>
              <p:cNvSpPr/>
              <p:nvPr/>
            </p:nvSpPr>
            <p:spPr>
              <a:xfrm rot="-755217">
                <a:off x="9058326" y="4511712"/>
                <a:ext cx="41307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50" h="29" extrusionOk="0">
                    <a:moveTo>
                      <a:pt x="49" y="28"/>
                    </a:moveTo>
                    <a:cubicBezTo>
                      <a:pt x="39" y="28"/>
                      <a:pt x="30" y="25"/>
                      <a:pt x="21" y="20"/>
                    </a:cubicBezTo>
                    <a:cubicBezTo>
                      <a:pt x="12" y="15"/>
                      <a:pt x="5" y="8"/>
                      <a:pt x="0" y="0"/>
                    </a:cubicBezTo>
                    <a:cubicBezTo>
                      <a:pt x="9" y="1"/>
                      <a:pt x="19" y="4"/>
                      <a:pt x="27" y="9"/>
                    </a:cubicBezTo>
                    <a:cubicBezTo>
                      <a:pt x="36" y="14"/>
                      <a:pt x="43" y="21"/>
                      <a:pt x="49" y="2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7" name="Google Shape;5437;p47"/>
              <p:cNvSpPr/>
              <p:nvPr/>
            </p:nvSpPr>
            <p:spPr>
              <a:xfrm rot="-755217">
                <a:off x="8163846" y="3372608"/>
                <a:ext cx="33046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40" h="46" extrusionOk="0">
                    <a:moveTo>
                      <a:pt x="9" y="40"/>
                    </a:moveTo>
                    <a:cubicBezTo>
                      <a:pt x="15" y="27"/>
                      <a:pt x="0" y="18"/>
                      <a:pt x="1" y="0"/>
                    </a:cubicBezTo>
                    <a:cubicBezTo>
                      <a:pt x="9" y="4"/>
                      <a:pt x="14" y="11"/>
                      <a:pt x="19" y="18"/>
                    </a:cubicBezTo>
                    <a:cubicBezTo>
                      <a:pt x="21" y="21"/>
                      <a:pt x="22" y="25"/>
                      <a:pt x="23" y="29"/>
                    </a:cubicBezTo>
                    <a:cubicBezTo>
                      <a:pt x="25" y="34"/>
                      <a:pt x="39" y="42"/>
                      <a:pt x="22" y="45"/>
                    </a:cubicBezTo>
                    <a:cubicBezTo>
                      <a:pt x="18" y="45"/>
                      <a:pt x="12" y="41"/>
                      <a:pt x="7" y="39"/>
                    </a:cubicBezTo>
                    <a:lnTo>
                      <a:pt x="9" y="4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8" name="Google Shape;5438;p47"/>
              <p:cNvSpPr/>
              <p:nvPr/>
            </p:nvSpPr>
            <p:spPr>
              <a:xfrm rot="-755217">
                <a:off x="10279503" y="4025242"/>
                <a:ext cx="23958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9" h="40" extrusionOk="0">
                    <a:moveTo>
                      <a:pt x="0" y="0"/>
                    </a:moveTo>
                    <a:cubicBezTo>
                      <a:pt x="15" y="8"/>
                      <a:pt x="20" y="23"/>
                      <a:pt x="28" y="39"/>
                    </a:cubicBezTo>
                    <a:cubicBezTo>
                      <a:pt x="6" y="32"/>
                      <a:pt x="4" y="1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9" name="Google Shape;5439;p47"/>
              <p:cNvSpPr/>
              <p:nvPr/>
            </p:nvSpPr>
            <p:spPr>
              <a:xfrm rot="-755217">
                <a:off x="8016965" y="2239047"/>
                <a:ext cx="38829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47" h="31" extrusionOk="0">
                    <a:moveTo>
                      <a:pt x="46" y="26"/>
                    </a:moveTo>
                    <a:cubicBezTo>
                      <a:pt x="28" y="30"/>
                      <a:pt x="18" y="17"/>
                      <a:pt x="0" y="8"/>
                    </a:cubicBezTo>
                    <a:cubicBezTo>
                      <a:pt x="26" y="0"/>
                      <a:pt x="34" y="18"/>
                      <a:pt x="46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0" name="Google Shape;5440;p47"/>
              <p:cNvSpPr/>
              <p:nvPr/>
            </p:nvSpPr>
            <p:spPr>
              <a:xfrm rot="-755217">
                <a:off x="8382994" y="3358249"/>
                <a:ext cx="27263" cy="43783"/>
              </a:xfrm>
              <a:custGeom>
                <a:avLst/>
                <a:gdLst/>
                <a:ahLst/>
                <a:cxnLst/>
                <a:rect l="l" t="t" r="r" b="b"/>
                <a:pathLst>
                  <a:path w="33" h="53" extrusionOk="0">
                    <a:moveTo>
                      <a:pt x="4" y="0"/>
                    </a:moveTo>
                    <a:cubicBezTo>
                      <a:pt x="11" y="6"/>
                      <a:pt x="17" y="13"/>
                      <a:pt x="22" y="21"/>
                    </a:cubicBezTo>
                    <a:cubicBezTo>
                      <a:pt x="27" y="30"/>
                      <a:pt x="31" y="41"/>
                      <a:pt x="32" y="52"/>
                    </a:cubicBezTo>
                    <a:cubicBezTo>
                      <a:pt x="22" y="46"/>
                      <a:pt x="14" y="37"/>
                      <a:pt x="9" y="28"/>
                    </a:cubicBezTo>
                    <a:cubicBezTo>
                      <a:pt x="4" y="20"/>
                      <a:pt x="1" y="11"/>
                      <a:pt x="0" y="3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1" name="Google Shape;5441;p47"/>
              <p:cNvSpPr/>
              <p:nvPr/>
            </p:nvSpPr>
            <p:spPr>
              <a:xfrm rot="-755217">
                <a:off x="9547069" y="3205305"/>
                <a:ext cx="23132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8" h="40" extrusionOk="0">
                    <a:moveTo>
                      <a:pt x="0" y="0"/>
                    </a:moveTo>
                    <a:cubicBezTo>
                      <a:pt x="11" y="10"/>
                      <a:pt x="23" y="18"/>
                      <a:pt x="27" y="32"/>
                    </a:cubicBezTo>
                    <a:cubicBezTo>
                      <a:pt x="20" y="39"/>
                      <a:pt x="14" y="32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2" name="Google Shape;5442;p47"/>
              <p:cNvSpPr/>
              <p:nvPr/>
            </p:nvSpPr>
            <p:spPr>
              <a:xfrm rot="-755217">
                <a:off x="10007706" y="3032648"/>
                <a:ext cx="34698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42" h="45" extrusionOk="0">
                    <a:moveTo>
                      <a:pt x="0" y="0"/>
                    </a:moveTo>
                    <a:cubicBezTo>
                      <a:pt x="18" y="2"/>
                      <a:pt x="21" y="26"/>
                      <a:pt x="41" y="26"/>
                    </a:cubicBezTo>
                    <a:lnTo>
                      <a:pt x="41" y="31"/>
                    </a:lnTo>
                    <a:cubicBezTo>
                      <a:pt x="36" y="39"/>
                      <a:pt x="31" y="44"/>
                      <a:pt x="22" y="34"/>
                    </a:cubicBezTo>
                    <a:cubicBezTo>
                      <a:pt x="13" y="24"/>
                      <a:pt x="0" y="15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3" name="Google Shape;5443;p47"/>
              <p:cNvSpPr/>
              <p:nvPr/>
            </p:nvSpPr>
            <p:spPr>
              <a:xfrm rot="-755217">
                <a:off x="8009657" y="2189837"/>
                <a:ext cx="46264" cy="19826"/>
              </a:xfrm>
              <a:custGeom>
                <a:avLst/>
                <a:gdLst/>
                <a:ahLst/>
                <a:cxnLst/>
                <a:rect l="l" t="t" r="r" b="b"/>
                <a:pathLst>
                  <a:path w="56" h="24" extrusionOk="0">
                    <a:moveTo>
                      <a:pt x="55" y="23"/>
                    </a:moveTo>
                    <a:cubicBezTo>
                      <a:pt x="55" y="23"/>
                      <a:pt x="54" y="23"/>
                      <a:pt x="53" y="23"/>
                    </a:cubicBezTo>
                    <a:cubicBezTo>
                      <a:pt x="40" y="23"/>
                      <a:pt x="27" y="19"/>
                      <a:pt x="16" y="13"/>
                    </a:cubicBezTo>
                    <a:cubicBezTo>
                      <a:pt x="10" y="9"/>
                      <a:pt x="5" y="5"/>
                      <a:pt x="0" y="1"/>
                    </a:cubicBezTo>
                    <a:cubicBezTo>
                      <a:pt x="2" y="0"/>
                      <a:pt x="3" y="0"/>
                      <a:pt x="5" y="0"/>
                    </a:cubicBezTo>
                    <a:cubicBezTo>
                      <a:pt x="17" y="0"/>
                      <a:pt x="29" y="4"/>
                      <a:pt x="39" y="10"/>
                    </a:cubicBezTo>
                    <a:cubicBezTo>
                      <a:pt x="45" y="13"/>
                      <a:pt x="51" y="18"/>
                      <a:pt x="55" y="2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4" name="Google Shape;5444;p47"/>
              <p:cNvSpPr/>
              <p:nvPr/>
            </p:nvSpPr>
            <p:spPr>
              <a:xfrm rot="-755217">
                <a:off x="8955877" y="2585856"/>
                <a:ext cx="29741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36" h="48" extrusionOk="0">
                    <a:moveTo>
                      <a:pt x="35" y="46"/>
                    </a:moveTo>
                    <a:cubicBezTo>
                      <a:pt x="15" y="40"/>
                      <a:pt x="7" y="22"/>
                      <a:pt x="0" y="4"/>
                    </a:cubicBezTo>
                    <a:lnTo>
                      <a:pt x="4" y="0"/>
                    </a:lnTo>
                    <a:cubicBezTo>
                      <a:pt x="5" y="1"/>
                      <a:pt x="6" y="1"/>
                      <a:pt x="6" y="1"/>
                    </a:cubicBezTo>
                    <a:cubicBezTo>
                      <a:pt x="15" y="6"/>
                      <a:pt x="22" y="13"/>
                      <a:pt x="27" y="22"/>
                    </a:cubicBezTo>
                    <a:cubicBezTo>
                      <a:pt x="31" y="30"/>
                      <a:pt x="34" y="38"/>
                      <a:pt x="34" y="47"/>
                    </a:cubicBezTo>
                    <a:lnTo>
                      <a:pt x="35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5" name="Google Shape;5445;p47"/>
              <p:cNvSpPr/>
              <p:nvPr/>
            </p:nvSpPr>
            <p:spPr>
              <a:xfrm rot="-755217">
                <a:off x="8062954" y="2776011"/>
                <a:ext cx="21480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26" h="49" extrusionOk="0">
                    <a:moveTo>
                      <a:pt x="7" y="1"/>
                    </a:moveTo>
                    <a:cubicBezTo>
                      <a:pt x="10" y="5"/>
                      <a:pt x="13" y="9"/>
                      <a:pt x="16" y="13"/>
                    </a:cubicBezTo>
                    <a:cubicBezTo>
                      <a:pt x="22" y="23"/>
                      <a:pt x="25" y="35"/>
                      <a:pt x="25" y="46"/>
                    </a:cubicBezTo>
                    <a:cubicBezTo>
                      <a:pt x="25" y="47"/>
                      <a:pt x="25" y="47"/>
                      <a:pt x="25" y="48"/>
                    </a:cubicBezTo>
                    <a:cubicBezTo>
                      <a:pt x="11" y="34"/>
                      <a:pt x="0" y="21"/>
                      <a:pt x="8" y="0"/>
                    </a:cubicBezTo>
                    <a:lnTo>
                      <a:pt x="7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6" name="Google Shape;5446;p47"/>
              <p:cNvSpPr/>
              <p:nvPr/>
            </p:nvSpPr>
            <p:spPr>
              <a:xfrm rot="-755217">
                <a:off x="9277110" y="3819646"/>
                <a:ext cx="33046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40" h="30" extrusionOk="0">
                    <a:moveTo>
                      <a:pt x="0" y="3"/>
                    </a:moveTo>
                    <a:cubicBezTo>
                      <a:pt x="20" y="0"/>
                      <a:pt x="28" y="18"/>
                      <a:pt x="39" y="29"/>
                    </a:cubicBezTo>
                    <a:cubicBezTo>
                      <a:pt x="32" y="29"/>
                      <a:pt x="26" y="27"/>
                      <a:pt x="20" y="23"/>
                    </a:cubicBezTo>
                    <a:cubicBezTo>
                      <a:pt x="13" y="20"/>
                      <a:pt x="6" y="13"/>
                      <a:pt x="2" y="5"/>
                    </a:cubicBezTo>
                    <a:cubicBezTo>
                      <a:pt x="2" y="4"/>
                      <a:pt x="1" y="4"/>
                      <a:pt x="1" y="3"/>
                    </a:cubicBezTo>
                    <a:lnTo>
                      <a:pt x="0" y="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7" name="Google Shape;5447;p47"/>
              <p:cNvSpPr/>
              <p:nvPr/>
            </p:nvSpPr>
            <p:spPr>
              <a:xfrm rot="-755217">
                <a:off x="10302500" y="3601385"/>
                <a:ext cx="14871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18" h="50" extrusionOk="0">
                    <a:moveTo>
                      <a:pt x="2" y="2"/>
                    </a:moveTo>
                    <a:cubicBezTo>
                      <a:pt x="17" y="14"/>
                      <a:pt x="11" y="33"/>
                      <a:pt x="17" y="49"/>
                    </a:cubicBezTo>
                    <a:cubicBezTo>
                      <a:pt x="12" y="45"/>
                      <a:pt x="8" y="41"/>
                      <a:pt x="5" y="36"/>
                    </a:cubicBezTo>
                    <a:cubicBezTo>
                      <a:pt x="2" y="30"/>
                      <a:pt x="0" y="23"/>
                      <a:pt x="0" y="16"/>
                    </a:cubicBezTo>
                    <a:cubicBezTo>
                      <a:pt x="0" y="11"/>
                      <a:pt x="1" y="5"/>
                      <a:pt x="3" y="0"/>
                    </a:cubicBezTo>
                    <a:lnTo>
                      <a:pt x="2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8" name="Google Shape;5448;p47"/>
              <p:cNvSpPr/>
              <p:nvPr/>
            </p:nvSpPr>
            <p:spPr>
              <a:xfrm rot="-755217">
                <a:off x="9988693" y="3738630"/>
                <a:ext cx="33046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40" h="30" extrusionOk="0">
                    <a:moveTo>
                      <a:pt x="34" y="29"/>
                    </a:moveTo>
                    <a:cubicBezTo>
                      <a:pt x="30" y="28"/>
                      <a:pt x="26" y="26"/>
                      <a:pt x="22" y="24"/>
                    </a:cubicBezTo>
                    <a:cubicBezTo>
                      <a:pt x="14" y="19"/>
                      <a:pt x="6" y="12"/>
                      <a:pt x="0" y="4"/>
                    </a:cubicBezTo>
                    <a:cubicBezTo>
                      <a:pt x="1" y="3"/>
                      <a:pt x="2" y="2"/>
                      <a:pt x="4" y="1"/>
                    </a:cubicBezTo>
                    <a:cubicBezTo>
                      <a:pt x="6" y="0"/>
                      <a:pt x="6" y="0"/>
                      <a:pt x="8" y="0"/>
                    </a:cubicBezTo>
                    <a:cubicBezTo>
                      <a:pt x="10" y="0"/>
                      <a:pt x="11" y="0"/>
                      <a:pt x="12" y="1"/>
                    </a:cubicBezTo>
                    <a:cubicBezTo>
                      <a:pt x="13" y="1"/>
                      <a:pt x="13" y="2"/>
                      <a:pt x="14" y="2"/>
                    </a:cubicBezTo>
                    <a:cubicBezTo>
                      <a:pt x="22" y="8"/>
                      <a:pt x="30" y="15"/>
                      <a:pt x="38" y="22"/>
                    </a:cubicBezTo>
                    <a:cubicBezTo>
                      <a:pt x="39" y="23"/>
                      <a:pt x="39" y="23"/>
                      <a:pt x="39" y="24"/>
                    </a:cubicBezTo>
                    <a:cubicBezTo>
                      <a:pt x="39" y="25"/>
                      <a:pt x="39" y="25"/>
                      <a:pt x="38" y="26"/>
                    </a:cubicBezTo>
                    <a:cubicBezTo>
                      <a:pt x="37" y="27"/>
                      <a:pt x="36" y="28"/>
                      <a:pt x="34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9" name="Google Shape;5449;p47"/>
              <p:cNvSpPr/>
              <p:nvPr/>
            </p:nvSpPr>
            <p:spPr>
              <a:xfrm rot="-755217">
                <a:off x="9502026" y="3099836"/>
                <a:ext cx="27263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3" h="45" extrusionOk="0">
                    <a:moveTo>
                      <a:pt x="32" y="44"/>
                    </a:moveTo>
                    <a:cubicBezTo>
                      <a:pt x="30" y="44"/>
                      <a:pt x="28" y="43"/>
                      <a:pt x="26" y="42"/>
                    </a:cubicBezTo>
                    <a:cubicBezTo>
                      <a:pt x="18" y="37"/>
                      <a:pt x="11" y="30"/>
                      <a:pt x="7" y="22"/>
                    </a:cubicBezTo>
                    <a:cubicBezTo>
                      <a:pt x="3" y="15"/>
                      <a:pt x="0" y="8"/>
                      <a:pt x="0" y="0"/>
                    </a:cubicBezTo>
                    <a:cubicBezTo>
                      <a:pt x="3" y="1"/>
                      <a:pt x="5" y="2"/>
                      <a:pt x="8" y="4"/>
                    </a:cubicBezTo>
                    <a:cubicBezTo>
                      <a:pt x="15" y="8"/>
                      <a:pt x="22" y="14"/>
                      <a:pt x="26" y="22"/>
                    </a:cubicBezTo>
                    <a:cubicBezTo>
                      <a:pt x="30" y="29"/>
                      <a:pt x="32" y="36"/>
                      <a:pt x="32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0" name="Google Shape;5450;p47"/>
              <p:cNvSpPr/>
              <p:nvPr/>
            </p:nvSpPr>
            <p:spPr>
              <a:xfrm rot="-755217">
                <a:off x="8085760" y="2164880"/>
                <a:ext cx="27263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33" h="31" extrusionOk="0">
                    <a:moveTo>
                      <a:pt x="0" y="4"/>
                    </a:moveTo>
                    <a:cubicBezTo>
                      <a:pt x="15" y="0"/>
                      <a:pt x="23" y="10"/>
                      <a:pt x="32" y="18"/>
                    </a:cubicBezTo>
                    <a:cubicBezTo>
                      <a:pt x="25" y="30"/>
                      <a:pt x="19" y="21"/>
                      <a:pt x="13" y="18"/>
                    </a:cubicBezTo>
                    <a:cubicBezTo>
                      <a:pt x="7" y="14"/>
                      <a:pt x="0" y="14"/>
                      <a:pt x="0" y="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1" name="Google Shape;5451;p47"/>
              <p:cNvSpPr/>
              <p:nvPr/>
            </p:nvSpPr>
            <p:spPr>
              <a:xfrm rot="-755217">
                <a:off x="10063276" y="3768546"/>
                <a:ext cx="25611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3" extrusionOk="0">
                    <a:moveTo>
                      <a:pt x="1" y="0"/>
                    </a:moveTo>
                    <a:cubicBezTo>
                      <a:pt x="4" y="1"/>
                      <a:pt x="7" y="2"/>
                      <a:pt x="9" y="3"/>
                    </a:cubicBezTo>
                    <a:cubicBezTo>
                      <a:pt x="16" y="7"/>
                      <a:pt x="21" y="12"/>
                      <a:pt x="25" y="19"/>
                    </a:cubicBezTo>
                    <a:cubicBezTo>
                      <a:pt x="27" y="23"/>
                      <a:pt x="29" y="27"/>
                      <a:pt x="30" y="32"/>
                    </a:cubicBezTo>
                    <a:cubicBezTo>
                      <a:pt x="16" y="20"/>
                      <a:pt x="0" y="20"/>
                      <a:pt x="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2" name="Google Shape;5452;p47"/>
              <p:cNvSpPr/>
              <p:nvPr/>
            </p:nvSpPr>
            <p:spPr>
              <a:xfrm rot="-755217">
                <a:off x="10423420" y="3704153"/>
                <a:ext cx="19828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24" h="47" extrusionOk="0">
                    <a:moveTo>
                      <a:pt x="14" y="0"/>
                    </a:moveTo>
                    <a:cubicBezTo>
                      <a:pt x="23" y="19"/>
                      <a:pt x="11" y="32"/>
                      <a:pt x="0" y="46"/>
                    </a:cubicBezTo>
                    <a:cubicBezTo>
                      <a:pt x="0" y="44"/>
                      <a:pt x="0" y="43"/>
                      <a:pt x="0" y="41"/>
                    </a:cubicBezTo>
                    <a:cubicBezTo>
                      <a:pt x="0" y="31"/>
                      <a:pt x="2" y="21"/>
                      <a:pt x="8" y="12"/>
                    </a:cubicBezTo>
                    <a:cubicBezTo>
                      <a:pt x="10" y="8"/>
                      <a:pt x="13" y="5"/>
                      <a:pt x="16" y="1"/>
                    </a:cubicBezTo>
                    <a:lnTo>
                      <a:pt x="1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3" name="Google Shape;5453;p47"/>
              <p:cNvSpPr/>
              <p:nvPr/>
            </p:nvSpPr>
            <p:spPr>
              <a:xfrm rot="-755217">
                <a:off x="9437908" y="3114378"/>
                <a:ext cx="24784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0" h="40" extrusionOk="0">
                    <a:moveTo>
                      <a:pt x="0" y="1"/>
                    </a:moveTo>
                    <a:cubicBezTo>
                      <a:pt x="20" y="6"/>
                      <a:pt x="22" y="24"/>
                      <a:pt x="29" y="39"/>
                    </a:cubicBezTo>
                    <a:cubicBezTo>
                      <a:pt x="15" y="29"/>
                      <a:pt x="0" y="20"/>
                      <a:pt x="3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4" name="Google Shape;5454;p47"/>
              <p:cNvSpPr/>
              <p:nvPr/>
            </p:nvSpPr>
            <p:spPr>
              <a:xfrm rot="-755217">
                <a:off x="10171669" y="3850749"/>
                <a:ext cx="27263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33" h="27" extrusionOk="0">
                    <a:moveTo>
                      <a:pt x="32" y="26"/>
                    </a:moveTo>
                    <a:cubicBezTo>
                      <a:pt x="27" y="25"/>
                      <a:pt x="22" y="24"/>
                      <a:pt x="18" y="21"/>
                    </a:cubicBezTo>
                    <a:cubicBezTo>
                      <a:pt x="12" y="18"/>
                      <a:pt x="8" y="13"/>
                      <a:pt x="4" y="7"/>
                    </a:cubicBezTo>
                    <a:cubicBezTo>
                      <a:pt x="3" y="5"/>
                      <a:pt x="1" y="2"/>
                      <a:pt x="0" y="0"/>
                    </a:cubicBezTo>
                    <a:cubicBezTo>
                      <a:pt x="20" y="3"/>
                      <a:pt x="20" y="3"/>
                      <a:pt x="31" y="26"/>
                    </a:cubicBezTo>
                    <a:lnTo>
                      <a:pt x="32" y="2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5" name="Google Shape;5455;p47"/>
              <p:cNvSpPr/>
              <p:nvPr/>
            </p:nvSpPr>
            <p:spPr>
              <a:xfrm rot="-755217">
                <a:off x="8638712" y="2705923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0" y="0"/>
                    </a:moveTo>
                    <a:cubicBezTo>
                      <a:pt x="2" y="1"/>
                      <a:pt x="5" y="2"/>
                      <a:pt x="7" y="3"/>
                    </a:cubicBezTo>
                    <a:cubicBezTo>
                      <a:pt x="15" y="8"/>
                      <a:pt x="22" y="14"/>
                      <a:pt x="26" y="22"/>
                    </a:cubicBezTo>
                    <a:cubicBezTo>
                      <a:pt x="30" y="29"/>
                      <a:pt x="32" y="36"/>
                      <a:pt x="33" y="44"/>
                    </a:cubicBezTo>
                    <a:cubicBezTo>
                      <a:pt x="30" y="43"/>
                      <a:pt x="28" y="42"/>
                      <a:pt x="25" y="40"/>
                    </a:cubicBezTo>
                    <a:cubicBezTo>
                      <a:pt x="17" y="35"/>
                      <a:pt x="11" y="29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6" name="Google Shape;5456;p47"/>
              <p:cNvSpPr/>
              <p:nvPr/>
            </p:nvSpPr>
            <p:spPr>
              <a:xfrm rot="-755217">
                <a:off x="9969337" y="3004084"/>
                <a:ext cx="33872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41" h="47" extrusionOk="0">
                    <a:moveTo>
                      <a:pt x="0" y="0"/>
                    </a:moveTo>
                    <a:cubicBezTo>
                      <a:pt x="26" y="3"/>
                      <a:pt x="35" y="23"/>
                      <a:pt x="40" y="46"/>
                    </a:cubicBezTo>
                    <a:cubicBezTo>
                      <a:pt x="19" y="37"/>
                      <a:pt x="11" y="1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7" name="Google Shape;5457;p47"/>
              <p:cNvSpPr/>
              <p:nvPr/>
            </p:nvSpPr>
            <p:spPr>
              <a:xfrm rot="-755217">
                <a:off x="9573694" y="2972225"/>
                <a:ext cx="25611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1" h="39" extrusionOk="0">
                    <a:moveTo>
                      <a:pt x="0" y="1"/>
                    </a:moveTo>
                    <a:cubicBezTo>
                      <a:pt x="21" y="5"/>
                      <a:pt x="25" y="22"/>
                      <a:pt x="30" y="38"/>
                    </a:cubicBezTo>
                    <a:cubicBezTo>
                      <a:pt x="16" y="29"/>
                      <a:pt x="1" y="20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8" name="Google Shape;5458;p47"/>
              <p:cNvSpPr/>
              <p:nvPr/>
            </p:nvSpPr>
            <p:spPr>
              <a:xfrm rot="-755217">
                <a:off x="8831053" y="3142630"/>
                <a:ext cx="22306" cy="30566"/>
              </a:xfrm>
              <a:custGeom>
                <a:avLst/>
                <a:gdLst/>
                <a:ahLst/>
                <a:cxnLst/>
                <a:rect l="l" t="t" r="r" b="b"/>
                <a:pathLst>
                  <a:path w="27" h="37" extrusionOk="0">
                    <a:moveTo>
                      <a:pt x="0" y="0"/>
                    </a:moveTo>
                    <a:cubicBezTo>
                      <a:pt x="1" y="0"/>
                      <a:pt x="1" y="1"/>
                      <a:pt x="2" y="1"/>
                    </a:cubicBezTo>
                    <a:cubicBezTo>
                      <a:pt x="10" y="6"/>
                      <a:pt x="16" y="12"/>
                      <a:pt x="20" y="20"/>
                    </a:cubicBezTo>
                    <a:cubicBezTo>
                      <a:pt x="23" y="25"/>
                      <a:pt x="25" y="30"/>
                      <a:pt x="26" y="36"/>
                    </a:cubicBezTo>
                    <a:cubicBezTo>
                      <a:pt x="25" y="36"/>
                      <a:pt x="24" y="35"/>
                      <a:pt x="23" y="35"/>
                    </a:cubicBezTo>
                    <a:cubicBezTo>
                      <a:pt x="16" y="31"/>
                      <a:pt x="10" y="24"/>
                      <a:pt x="6" y="17"/>
                    </a:cubicBezTo>
                    <a:cubicBezTo>
                      <a:pt x="3" y="12"/>
                      <a:pt x="1" y="6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9" name="Google Shape;5459;p47"/>
              <p:cNvSpPr/>
              <p:nvPr/>
            </p:nvSpPr>
            <p:spPr>
              <a:xfrm rot="-755217">
                <a:off x="8653186" y="3177808"/>
                <a:ext cx="39655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48" h="31" extrusionOk="0">
                    <a:moveTo>
                      <a:pt x="47" y="26"/>
                    </a:moveTo>
                    <a:cubicBezTo>
                      <a:pt x="43" y="27"/>
                      <a:pt x="39" y="28"/>
                      <a:pt x="34" y="28"/>
                    </a:cubicBezTo>
                    <a:cubicBezTo>
                      <a:pt x="28" y="28"/>
                      <a:pt x="22" y="26"/>
                      <a:pt x="16" y="23"/>
                    </a:cubicBezTo>
                    <a:cubicBezTo>
                      <a:pt x="10" y="20"/>
                      <a:pt x="7" y="15"/>
                      <a:pt x="3" y="9"/>
                    </a:cubicBezTo>
                    <a:cubicBezTo>
                      <a:pt x="2" y="7"/>
                      <a:pt x="0" y="5"/>
                      <a:pt x="0" y="3"/>
                    </a:cubicBezTo>
                    <a:cubicBezTo>
                      <a:pt x="22" y="0"/>
                      <a:pt x="26" y="30"/>
                      <a:pt x="47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0" name="Google Shape;5460;p47"/>
              <p:cNvSpPr/>
              <p:nvPr/>
            </p:nvSpPr>
            <p:spPr>
              <a:xfrm rot="-755217">
                <a:off x="9827053" y="3184110"/>
                <a:ext cx="24784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0" h="43" extrusionOk="0">
                    <a:moveTo>
                      <a:pt x="0" y="0"/>
                    </a:moveTo>
                    <a:cubicBezTo>
                      <a:pt x="17" y="16"/>
                      <a:pt x="26" y="24"/>
                      <a:pt x="29" y="42"/>
                    </a:cubicBezTo>
                    <a:cubicBezTo>
                      <a:pt x="20" y="37"/>
                      <a:pt x="12" y="29"/>
                      <a:pt x="7" y="20"/>
                    </a:cubicBezTo>
                    <a:cubicBezTo>
                      <a:pt x="4" y="14"/>
                      <a:pt x="1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1" name="Google Shape;5461;p47"/>
              <p:cNvSpPr/>
              <p:nvPr/>
            </p:nvSpPr>
            <p:spPr>
              <a:xfrm rot="-755217">
                <a:off x="10272460" y="3082027"/>
                <a:ext cx="19828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24" h="63" extrusionOk="0">
                    <a:moveTo>
                      <a:pt x="0" y="62"/>
                    </a:moveTo>
                    <a:cubicBezTo>
                      <a:pt x="1" y="44"/>
                      <a:pt x="6" y="27"/>
                      <a:pt x="15" y="11"/>
                    </a:cubicBezTo>
                    <a:cubicBezTo>
                      <a:pt x="17" y="7"/>
                      <a:pt x="20" y="3"/>
                      <a:pt x="23" y="0"/>
                    </a:cubicBezTo>
                    <a:cubicBezTo>
                      <a:pt x="23" y="2"/>
                      <a:pt x="23" y="4"/>
                      <a:pt x="23" y="6"/>
                    </a:cubicBezTo>
                    <a:cubicBezTo>
                      <a:pt x="23" y="20"/>
                      <a:pt x="19" y="34"/>
                      <a:pt x="12" y="46"/>
                    </a:cubicBezTo>
                    <a:cubicBezTo>
                      <a:pt x="9" y="52"/>
                      <a:pt x="4" y="58"/>
                      <a:pt x="0" y="6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2" name="Google Shape;5462;p47"/>
              <p:cNvSpPr/>
              <p:nvPr/>
            </p:nvSpPr>
            <p:spPr>
              <a:xfrm rot="-755217">
                <a:off x="7912580" y="2137219"/>
                <a:ext cx="29741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36" h="28" extrusionOk="0">
                    <a:moveTo>
                      <a:pt x="0" y="14"/>
                    </a:moveTo>
                    <a:lnTo>
                      <a:pt x="3" y="0"/>
                    </a:lnTo>
                    <a:cubicBezTo>
                      <a:pt x="9" y="1"/>
                      <a:pt x="14" y="4"/>
                      <a:pt x="20" y="7"/>
                    </a:cubicBezTo>
                    <a:cubicBezTo>
                      <a:pt x="25" y="10"/>
                      <a:pt x="31" y="14"/>
                      <a:pt x="35" y="19"/>
                    </a:cubicBezTo>
                    <a:cubicBezTo>
                      <a:pt x="25" y="27"/>
                      <a:pt x="16" y="23"/>
                      <a:pt x="8" y="23"/>
                    </a:cubicBezTo>
                    <a:lnTo>
                      <a:pt x="0" y="1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3" name="Google Shape;5463;p47"/>
              <p:cNvSpPr/>
              <p:nvPr/>
            </p:nvSpPr>
            <p:spPr>
              <a:xfrm rot="-755217">
                <a:off x="9931702" y="3070235"/>
                <a:ext cx="23958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9" h="40" extrusionOk="0">
                    <a:moveTo>
                      <a:pt x="27" y="39"/>
                    </a:moveTo>
                    <a:cubicBezTo>
                      <a:pt x="18" y="34"/>
                      <a:pt x="11" y="25"/>
                      <a:pt x="5" y="16"/>
                    </a:cubicBezTo>
                    <a:cubicBezTo>
                      <a:pt x="4" y="13"/>
                      <a:pt x="2" y="11"/>
                      <a:pt x="0" y="8"/>
                    </a:cubicBezTo>
                    <a:cubicBezTo>
                      <a:pt x="12" y="0"/>
                      <a:pt x="14" y="13"/>
                      <a:pt x="19" y="17"/>
                    </a:cubicBezTo>
                    <a:cubicBezTo>
                      <a:pt x="19" y="18"/>
                      <a:pt x="19" y="18"/>
                      <a:pt x="19" y="18"/>
                    </a:cubicBezTo>
                    <a:cubicBezTo>
                      <a:pt x="22" y="19"/>
                      <a:pt x="24" y="21"/>
                      <a:pt x="26" y="24"/>
                    </a:cubicBezTo>
                    <a:cubicBezTo>
                      <a:pt x="28" y="27"/>
                      <a:pt x="28" y="30"/>
                      <a:pt x="28" y="33"/>
                    </a:cubicBezTo>
                    <a:cubicBezTo>
                      <a:pt x="28" y="35"/>
                      <a:pt x="28" y="37"/>
                      <a:pt x="27" y="3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4" name="Google Shape;5464;p47"/>
              <p:cNvSpPr/>
              <p:nvPr/>
            </p:nvSpPr>
            <p:spPr>
              <a:xfrm rot="-755217">
                <a:off x="10473644" y="4030691"/>
                <a:ext cx="20654" cy="47914"/>
              </a:xfrm>
              <a:custGeom>
                <a:avLst/>
                <a:gdLst/>
                <a:ahLst/>
                <a:cxnLst/>
                <a:rect l="l" t="t" r="r" b="b"/>
                <a:pathLst>
                  <a:path w="25" h="58" extrusionOk="0">
                    <a:moveTo>
                      <a:pt x="24" y="0"/>
                    </a:moveTo>
                    <a:lnTo>
                      <a:pt x="24" y="1"/>
                    </a:lnTo>
                    <a:cubicBezTo>
                      <a:pt x="24" y="15"/>
                      <a:pt x="20" y="29"/>
                      <a:pt x="13" y="41"/>
                    </a:cubicBezTo>
                    <a:cubicBezTo>
                      <a:pt x="10" y="47"/>
                      <a:pt x="5" y="52"/>
                      <a:pt x="0" y="57"/>
                    </a:cubicBezTo>
                    <a:cubicBezTo>
                      <a:pt x="0" y="56"/>
                      <a:pt x="0" y="55"/>
                      <a:pt x="0" y="54"/>
                    </a:cubicBezTo>
                    <a:cubicBezTo>
                      <a:pt x="0" y="41"/>
                      <a:pt x="4" y="28"/>
                      <a:pt x="10" y="17"/>
                    </a:cubicBezTo>
                    <a:cubicBezTo>
                      <a:pt x="14" y="10"/>
                      <a:pt x="19" y="5"/>
                      <a:pt x="2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5" name="Google Shape;5465;p47"/>
              <p:cNvSpPr/>
              <p:nvPr/>
            </p:nvSpPr>
            <p:spPr>
              <a:xfrm rot="-755217">
                <a:off x="9275096" y="3345846"/>
                <a:ext cx="20654" cy="30566"/>
              </a:xfrm>
              <a:custGeom>
                <a:avLst/>
                <a:gdLst/>
                <a:ahLst/>
                <a:cxnLst/>
                <a:rect l="l" t="t" r="r" b="b"/>
                <a:pathLst>
                  <a:path w="25" h="37" extrusionOk="0">
                    <a:moveTo>
                      <a:pt x="21" y="36"/>
                    </a:moveTo>
                    <a:cubicBezTo>
                      <a:pt x="14" y="32"/>
                      <a:pt x="9" y="27"/>
                      <a:pt x="5" y="21"/>
                    </a:cubicBezTo>
                    <a:cubicBezTo>
                      <a:pt x="2" y="15"/>
                      <a:pt x="0" y="8"/>
                      <a:pt x="0" y="0"/>
                    </a:cubicBezTo>
                    <a:cubicBezTo>
                      <a:pt x="20" y="4"/>
                      <a:pt x="22" y="19"/>
                      <a:pt x="24" y="34"/>
                    </a:cubicBezTo>
                    <a:lnTo>
                      <a:pt x="21" y="3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6" name="Google Shape;5466;p47"/>
              <p:cNvSpPr/>
              <p:nvPr/>
            </p:nvSpPr>
            <p:spPr>
              <a:xfrm rot="-755217">
                <a:off x="9540483" y="2942182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3"/>
                      <a:pt x="29" y="42"/>
                      <a:pt x="27" y="41"/>
                    </a:cubicBezTo>
                    <a:cubicBezTo>
                      <a:pt x="19" y="36"/>
                      <a:pt x="12" y="29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  <a:cubicBezTo>
                      <a:pt x="4" y="1"/>
                      <a:pt x="7" y="2"/>
                      <a:pt x="10" y="4"/>
                    </a:cubicBezTo>
                    <a:cubicBezTo>
                      <a:pt x="17" y="8"/>
                      <a:pt x="23" y="14"/>
                      <a:pt x="27" y="21"/>
                    </a:cubicBezTo>
                    <a:cubicBezTo>
                      <a:pt x="31" y="28"/>
                      <a:pt x="33" y="36"/>
                      <a:pt x="33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7" name="Google Shape;5467;p47"/>
              <p:cNvSpPr/>
              <p:nvPr/>
            </p:nvSpPr>
            <p:spPr>
              <a:xfrm rot="-755217">
                <a:off x="8782327" y="3101620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0" y="1"/>
                    </a:moveTo>
                    <a:cubicBezTo>
                      <a:pt x="20" y="6"/>
                      <a:pt x="22" y="24"/>
                      <a:pt x="29" y="38"/>
                    </a:cubicBezTo>
                    <a:cubicBezTo>
                      <a:pt x="16" y="29"/>
                      <a:pt x="0" y="21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8" name="Google Shape;5468;p47"/>
              <p:cNvSpPr/>
              <p:nvPr/>
            </p:nvSpPr>
            <p:spPr>
              <a:xfrm rot="-755217">
                <a:off x="8922385" y="3061421"/>
                <a:ext cx="28915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5" h="39" extrusionOk="0">
                    <a:moveTo>
                      <a:pt x="0" y="1"/>
                    </a:moveTo>
                    <a:cubicBezTo>
                      <a:pt x="19" y="4"/>
                      <a:pt x="23" y="21"/>
                      <a:pt x="34" y="38"/>
                    </a:cubicBezTo>
                    <a:cubicBezTo>
                      <a:pt x="30" y="37"/>
                      <a:pt x="26" y="35"/>
                      <a:pt x="23" y="33"/>
                    </a:cubicBezTo>
                    <a:cubicBezTo>
                      <a:pt x="16" y="29"/>
                      <a:pt x="10" y="24"/>
                      <a:pt x="6" y="17"/>
                    </a:cubicBezTo>
                    <a:cubicBezTo>
                      <a:pt x="3" y="12"/>
                      <a:pt x="2" y="6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9" name="Google Shape;5469;p47"/>
              <p:cNvSpPr/>
              <p:nvPr/>
            </p:nvSpPr>
            <p:spPr>
              <a:xfrm rot="-755217">
                <a:off x="9528020" y="4278387"/>
                <a:ext cx="24784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30" h="35" extrusionOk="0">
                    <a:moveTo>
                      <a:pt x="2" y="1"/>
                    </a:moveTo>
                    <a:cubicBezTo>
                      <a:pt x="18" y="6"/>
                      <a:pt x="23" y="20"/>
                      <a:pt x="29" y="34"/>
                    </a:cubicBezTo>
                    <a:cubicBezTo>
                      <a:pt x="13" y="28"/>
                      <a:pt x="0" y="19"/>
                      <a:pt x="2" y="0"/>
                    </a:cubicBezTo>
                    <a:lnTo>
                      <a:pt x="2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0" name="Google Shape;5470;p47"/>
              <p:cNvSpPr/>
              <p:nvPr/>
            </p:nvSpPr>
            <p:spPr>
              <a:xfrm rot="-755217">
                <a:off x="10265701" y="3135169"/>
                <a:ext cx="19828" cy="52045"/>
              </a:xfrm>
              <a:custGeom>
                <a:avLst/>
                <a:gdLst/>
                <a:ahLst/>
                <a:cxnLst/>
                <a:rect l="l" t="t" r="r" b="b"/>
                <a:pathLst>
                  <a:path w="24" h="63" extrusionOk="0">
                    <a:moveTo>
                      <a:pt x="0" y="62"/>
                    </a:moveTo>
                    <a:cubicBezTo>
                      <a:pt x="0" y="60"/>
                      <a:pt x="0" y="58"/>
                      <a:pt x="0" y="55"/>
                    </a:cubicBezTo>
                    <a:cubicBezTo>
                      <a:pt x="0" y="42"/>
                      <a:pt x="4" y="28"/>
                      <a:pt x="10" y="17"/>
                    </a:cubicBezTo>
                    <a:cubicBezTo>
                      <a:pt x="14" y="10"/>
                      <a:pt x="18" y="5"/>
                      <a:pt x="23" y="0"/>
                    </a:cubicBezTo>
                    <a:cubicBezTo>
                      <a:pt x="21" y="18"/>
                      <a:pt x="16" y="36"/>
                      <a:pt x="6" y="52"/>
                    </a:cubicBezTo>
                    <a:cubicBezTo>
                      <a:pt x="4" y="56"/>
                      <a:pt x="2" y="59"/>
                      <a:pt x="0" y="6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1" name="Google Shape;5471;p47"/>
              <p:cNvSpPr/>
              <p:nvPr/>
            </p:nvSpPr>
            <p:spPr>
              <a:xfrm rot="-755217">
                <a:off x="10466522" y="4078000"/>
                <a:ext cx="20654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25" h="59" extrusionOk="0">
                    <a:moveTo>
                      <a:pt x="24" y="0"/>
                    </a:moveTo>
                    <a:cubicBezTo>
                      <a:pt x="23" y="15"/>
                      <a:pt x="19" y="29"/>
                      <a:pt x="12" y="42"/>
                    </a:cubicBezTo>
                    <a:cubicBezTo>
                      <a:pt x="9" y="48"/>
                      <a:pt x="5" y="53"/>
                      <a:pt x="0" y="58"/>
                    </a:cubicBezTo>
                    <a:cubicBezTo>
                      <a:pt x="0" y="57"/>
                      <a:pt x="0" y="56"/>
                      <a:pt x="0" y="55"/>
                    </a:cubicBezTo>
                    <a:cubicBezTo>
                      <a:pt x="0" y="42"/>
                      <a:pt x="3" y="29"/>
                      <a:pt x="10" y="17"/>
                    </a:cubicBezTo>
                    <a:cubicBezTo>
                      <a:pt x="14" y="11"/>
                      <a:pt x="18" y="5"/>
                      <a:pt x="2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2" name="Google Shape;5472;p47"/>
              <p:cNvSpPr/>
              <p:nvPr/>
            </p:nvSpPr>
            <p:spPr>
              <a:xfrm rot="-755217">
                <a:off x="10293092" y="3126299"/>
                <a:ext cx="21480" cy="49566"/>
              </a:xfrm>
              <a:custGeom>
                <a:avLst/>
                <a:gdLst/>
                <a:ahLst/>
                <a:cxnLst/>
                <a:rect l="l" t="t" r="r" b="b"/>
                <a:pathLst>
                  <a:path w="26" h="60" extrusionOk="0">
                    <a:moveTo>
                      <a:pt x="17" y="0"/>
                    </a:moveTo>
                    <a:cubicBezTo>
                      <a:pt x="25" y="20"/>
                      <a:pt x="14" y="34"/>
                      <a:pt x="0" y="59"/>
                    </a:cubicBezTo>
                    <a:lnTo>
                      <a:pt x="0" y="58"/>
                    </a:lnTo>
                    <a:cubicBezTo>
                      <a:pt x="0" y="41"/>
                      <a:pt x="5" y="24"/>
                      <a:pt x="13" y="10"/>
                    </a:cubicBezTo>
                    <a:cubicBezTo>
                      <a:pt x="15" y="7"/>
                      <a:pt x="16" y="4"/>
                      <a:pt x="18" y="2"/>
                    </a:cubicBezTo>
                    <a:lnTo>
                      <a:pt x="17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3" name="Google Shape;5473;p47"/>
              <p:cNvSpPr/>
              <p:nvPr/>
            </p:nvSpPr>
            <p:spPr>
              <a:xfrm rot="-755217">
                <a:off x="9506136" y="2912628"/>
                <a:ext cx="28089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4" h="47" extrusionOk="0">
                    <a:moveTo>
                      <a:pt x="33" y="44"/>
                    </a:moveTo>
                    <a:cubicBezTo>
                      <a:pt x="31" y="43"/>
                      <a:pt x="29" y="42"/>
                      <a:pt x="27" y="41"/>
                    </a:cubicBezTo>
                    <a:cubicBezTo>
                      <a:pt x="19" y="36"/>
                      <a:pt x="12" y="29"/>
                      <a:pt x="7" y="20"/>
                    </a:cubicBezTo>
                    <a:cubicBezTo>
                      <a:pt x="3" y="14"/>
                      <a:pt x="1" y="7"/>
                      <a:pt x="0" y="0"/>
                    </a:cubicBezTo>
                    <a:cubicBezTo>
                      <a:pt x="2" y="1"/>
                      <a:pt x="4" y="2"/>
                      <a:pt x="6" y="3"/>
                    </a:cubicBezTo>
                    <a:cubicBezTo>
                      <a:pt x="14" y="8"/>
                      <a:pt x="20" y="14"/>
                      <a:pt x="25" y="22"/>
                    </a:cubicBezTo>
                    <a:cubicBezTo>
                      <a:pt x="29" y="29"/>
                      <a:pt x="31" y="37"/>
                      <a:pt x="32" y="46"/>
                    </a:cubicBezTo>
                    <a:lnTo>
                      <a:pt x="33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4" name="Google Shape;5474;p47"/>
              <p:cNvSpPr/>
              <p:nvPr/>
            </p:nvSpPr>
            <p:spPr>
              <a:xfrm rot="-755217">
                <a:off x="8301090" y="2394049"/>
                <a:ext cx="23132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28" h="31" extrusionOk="0">
                    <a:moveTo>
                      <a:pt x="0" y="0"/>
                    </a:moveTo>
                    <a:cubicBezTo>
                      <a:pt x="2" y="1"/>
                      <a:pt x="4" y="2"/>
                      <a:pt x="6" y="3"/>
                    </a:cubicBezTo>
                    <a:cubicBezTo>
                      <a:pt x="13" y="7"/>
                      <a:pt x="18" y="12"/>
                      <a:pt x="22" y="19"/>
                    </a:cubicBezTo>
                    <a:cubicBezTo>
                      <a:pt x="24" y="22"/>
                      <a:pt x="26" y="26"/>
                      <a:pt x="27" y="30"/>
                    </a:cubicBezTo>
                    <a:cubicBezTo>
                      <a:pt x="8" y="28"/>
                      <a:pt x="4" y="14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5" name="Google Shape;5475;p47"/>
              <p:cNvSpPr/>
              <p:nvPr/>
            </p:nvSpPr>
            <p:spPr>
              <a:xfrm rot="-755217">
                <a:off x="8816895" y="4472608"/>
                <a:ext cx="33046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40" h="31" extrusionOk="0">
                    <a:moveTo>
                      <a:pt x="0" y="3"/>
                    </a:moveTo>
                    <a:cubicBezTo>
                      <a:pt x="21" y="0"/>
                      <a:pt x="27" y="18"/>
                      <a:pt x="39" y="30"/>
                    </a:cubicBezTo>
                    <a:cubicBezTo>
                      <a:pt x="32" y="30"/>
                      <a:pt x="26" y="28"/>
                      <a:pt x="20" y="25"/>
                    </a:cubicBezTo>
                    <a:cubicBezTo>
                      <a:pt x="14" y="21"/>
                      <a:pt x="9" y="16"/>
                      <a:pt x="5" y="10"/>
                    </a:cubicBezTo>
                    <a:cubicBezTo>
                      <a:pt x="3" y="7"/>
                      <a:pt x="2" y="4"/>
                      <a:pt x="1" y="1"/>
                    </a:cubicBezTo>
                    <a:lnTo>
                      <a:pt x="0" y="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6" name="Google Shape;5476;p47"/>
              <p:cNvSpPr/>
              <p:nvPr/>
            </p:nvSpPr>
            <p:spPr>
              <a:xfrm rot="-755217">
                <a:off x="8888587" y="3032724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0" y="0"/>
                    </a:moveTo>
                    <a:cubicBezTo>
                      <a:pt x="3" y="1"/>
                      <a:pt x="5" y="1"/>
                      <a:pt x="8" y="3"/>
                    </a:cubicBezTo>
                    <a:cubicBezTo>
                      <a:pt x="15" y="7"/>
                      <a:pt x="22" y="14"/>
                      <a:pt x="26" y="22"/>
                    </a:cubicBezTo>
                    <a:cubicBezTo>
                      <a:pt x="30" y="29"/>
                      <a:pt x="33" y="36"/>
                      <a:pt x="33" y="44"/>
                    </a:cubicBezTo>
                    <a:cubicBezTo>
                      <a:pt x="31" y="43"/>
                      <a:pt x="29" y="42"/>
                      <a:pt x="28" y="41"/>
                    </a:cubicBezTo>
                    <a:cubicBezTo>
                      <a:pt x="19" y="37"/>
                      <a:pt x="12" y="30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7" name="Google Shape;5477;p47"/>
              <p:cNvSpPr/>
              <p:nvPr/>
            </p:nvSpPr>
            <p:spPr>
              <a:xfrm rot="-755217">
                <a:off x="8854686" y="3002203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3"/>
                      <a:pt x="29" y="43"/>
                      <a:pt x="26" y="41"/>
                    </a:cubicBezTo>
                    <a:cubicBezTo>
                      <a:pt x="18" y="36"/>
                      <a:pt x="12" y="29"/>
                      <a:pt x="7" y="21"/>
                    </a:cubicBezTo>
                    <a:cubicBezTo>
                      <a:pt x="3" y="15"/>
                      <a:pt x="1" y="8"/>
                      <a:pt x="0" y="0"/>
                    </a:cubicBezTo>
                    <a:cubicBezTo>
                      <a:pt x="3" y="1"/>
                      <a:pt x="6" y="2"/>
                      <a:pt x="9" y="4"/>
                    </a:cubicBezTo>
                    <a:cubicBezTo>
                      <a:pt x="16" y="8"/>
                      <a:pt x="23" y="15"/>
                      <a:pt x="27" y="22"/>
                    </a:cubicBezTo>
                    <a:cubicBezTo>
                      <a:pt x="31" y="29"/>
                      <a:pt x="33" y="37"/>
                      <a:pt x="33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8" name="Google Shape;5478;p47"/>
              <p:cNvSpPr/>
              <p:nvPr/>
            </p:nvSpPr>
            <p:spPr>
              <a:xfrm rot="-755217">
                <a:off x="9960017" y="3237655"/>
                <a:ext cx="30567" cy="42131"/>
              </a:xfrm>
              <a:custGeom>
                <a:avLst/>
                <a:gdLst/>
                <a:ahLst/>
                <a:cxnLst/>
                <a:rect l="l" t="t" r="r" b="b"/>
                <a:pathLst>
                  <a:path w="37" h="51" extrusionOk="0">
                    <a:moveTo>
                      <a:pt x="0" y="0"/>
                    </a:moveTo>
                    <a:cubicBezTo>
                      <a:pt x="11" y="7"/>
                      <a:pt x="21" y="16"/>
                      <a:pt x="27" y="28"/>
                    </a:cubicBezTo>
                    <a:cubicBezTo>
                      <a:pt x="31" y="35"/>
                      <a:pt x="34" y="42"/>
                      <a:pt x="36" y="50"/>
                    </a:cubicBezTo>
                    <a:cubicBezTo>
                      <a:pt x="25" y="43"/>
                      <a:pt x="15" y="33"/>
                      <a:pt x="9" y="22"/>
                    </a:cubicBezTo>
                    <a:cubicBezTo>
                      <a:pt x="5" y="15"/>
                      <a:pt x="2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9" name="Google Shape;5479;p47"/>
              <p:cNvSpPr/>
              <p:nvPr/>
            </p:nvSpPr>
            <p:spPr>
              <a:xfrm rot="-755217">
                <a:off x="8726551" y="3018801"/>
                <a:ext cx="28915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35" h="38" extrusionOk="0">
                    <a:moveTo>
                      <a:pt x="34" y="35"/>
                    </a:moveTo>
                    <a:cubicBezTo>
                      <a:pt x="16" y="33"/>
                      <a:pt x="10" y="20"/>
                      <a:pt x="0" y="0"/>
                    </a:cubicBezTo>
                    <a:cubicBezTo>
                      <a:pt x="24" y="8"/>
                      <a:pt x="32" y="20"/>
                      <a:pt x="33" y="37"/>
                    </a:cubicBezTo>
                    <a:lnTo>
                      <a:pt x="34" y="3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0" name="Google Shape;5480;p47"/>
              <p:cNvSpPr/>
              <p:nvPr/>
            </p:nvSpPr>
            <p:spPr>
              <a:xfrm rot="-755217">
                <a:off x="8820158" y="2972669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3"/>
                      <a:pt x="28" y="42"/>
                      <a:pt x="26" y="41"/>
                    </a:cubicBezTo>
                    <a:cubicBezTo>
                      <a:pt x="18" y="36"/>
                      <a:pt x="11" y="30"/>
                      <a:pt x="7" y="22"/>
                    </a:cubicBezTo>
                    <a:cubicBezTo>
                      <a:pt x="3" y="15"/>
                      <a:pt x="1" y="8"/>
                      <a:pt x="0" y="0"/>
                    </a:cubicBezTo>
                    <a:cubicBezTo>
                      <a:pt x="3" y="1"/>
                      <a:pt x="6" y="2"/>
                      <a:pt x="9" y="4"/>
                    </a:cubicBezTo>
                    <a:cubicBezTo>
                      <a:pt x="16" y="8"/>
                      <a:pt x="22" y="14"/>
                      <a:pt x="26" y="21"/>
                    </a:cubicBezTo>
                    <a:cubicBezTo>
                      <a:pt x="30" y="28"/>
                      <a:pt x="32" y="36"/>
                      <a:pt x="32" y="44"/>
                    </a:cubicBezTo>
                    <a:lnTo>
                      <a:pt x="33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1" name="Google Shape;5481;p47"/>
              <p:cNvSpPr/>
              <p:nvPr/>
            </p:nvSpPr>
            <p:spPr>
              <a:xfrm rot="-755217">
                <a:off x="8126680" y="2488580"/>
                <a:ext cx="26437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2" h="40" extrusionOk="0">
                    <a:moveTo>
                      <a:pt x="31" y="38"/>
                    </a:moveTo>
                    <a:cubicBezTo>
                      <a:pt x="9" y="35"/>
                      <a:pt x="6" y="16"/>
                      <a:pt x="0" y="0"/>
                    </a:cubicBezTo>
                    <a:cubicBezTo>
                      <a:pt x="2" y="1"/>
                      <a:pt x="5" y="2"/>
                      <a:pt x="7" y="4"/>
                    </a:cubicBezTo>
                    <a:cubicBezTo>
                      <a:pt x="14" y="8"/>
                      <a:pt x="20" y="13"/>
                      <a:pt x="24" y="20"/>
                    </a:cubicBezTo>
                    <a:cubicBezTo>
                      <a:pt x="27" y="26"/>
                      <a:pt x="29" y="32"/>
                      <a:pt x="29" y="39"/>
                    </a:cubicBezTo>
                    <a:lnTo>
                      <a:pt x="31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2" name="Google Shape;5482;p47"/>
              <p:cNvSpPr/>
              <p:nvPr/>
            </p:nvSpPr>
            <p:spPr>
              <a:xfrm rot="-755217">
                <a:off x="8366249" y="3034931"/>
                <a:ext cx="29741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36" h="48" extrusionOk="0">
                    <a:moveTo>
                      <a:pt x="35" y="46"/>
                    </a:moveTo>
                    <a:cubicBezTo>
                      <a:pt x="14" y="40"/>
                      <a:pt x="7" y="22"/>
                      <a:pt x="0" y="3"/>
                    </a:cubicBezTo>
                    <a:lnTo>
                      <a:pt x="4" y="0"/>
                    </a:lnTo>
                    <a:cubicBezTo>
                      <a:pt x="4" y="0"/>
                      <a:pt x="5" y="0"/>
                      <a:pt x="5" y="1"/>
                    </a:cubicBezTo>
                    <a:cubicBezTo>
                      <a:pt x="14" y="6"/>
                      <a:pt x="22" y="13"/>
                      <a:pt x="27" y="22"/>
                    </a:cubicBezTo>
                    <a:cubicBezTo>
                      <a:pt x="31" y="30"/>
                      <a:pt x="34" y="38"/>
                      <a:pt x="34" y="47"/>
                    </a:cubicBezTo>
                    <a:lnTo>
                      <a:pt x="35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3" name="Google Shape;5483;p47"/>
              <p:cNvSpPr/>
              <p:nvPr/>
            </p:nvSpPr>
            <p:spPr>
              <a:xfrm rot="-755217">
                <a:off x="8780795" y="3268729"/>
                <a:ext cx="31394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38" h="30" extrusionOk="0">
                    <a:moveTo>
                      <a:pt x="0" y="2"/>
                    </a:moveTo>
                    <a:cubicBezTo>
                      <a:pt x="20" y="1"/>
                      <a:pt x="27" y="17"/>
                      <a:pt x="37" y="29"/>
                    </a:cubicBezTo>
                    <a:cubicBezTo>
                      <a:pt x="20" y="25"/>
                      <a:pt x="5" y="20"/>
                      <a:pt x="1" y="0"/>
                    </a:cubicBezTo>
                    <a:lnTo>
                      <a:pt x="0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4" name="Google Shape;5484;p47"/>
              <p:cNvSpPr/>
              <p:nvPr/>
            </p:nvSpPr>
            <p:spPr>
              <a:xfrm rot="-755217">
                <a:off x="8737698" y="2943702"/>
                <a:ext cx="27263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33" h="38" extrusionOk="0">
                    <a:moveTo>
                      <a:pt x="0" y="1"/>
                    </a:moveTo>
                    <a:cubicBezTo>
                      <a:pt x="21" y="4"/>
                      <a:pt x="23" y="24"/>
                      <a:pt x="32" y="37"/>
                    </a:cubicBezTo>
                    <a:cubicBezTo>
                      <a:pt x="28" y="37"/>
                      <a:pt x="23" y="35"/>
                      <a:pt x="20" y="33"/>
                    </a:cubicBezTo>
                    <a:cubicBezTo>
                      <a:pt x="14" y="30"/>
                      <a:pt x="9" y="26"/>
                      <a:pt x="6" y="20"/>
                    </a:cubicBezTo>
                    <a:cubicBezTo>
                      <a:pt x="3" y="14"/>
                      <a:pt x="1" y="8"/>
                      <a:pt x="1" y="1"/>
                    </a:cubicBezTo>
                    <a:lnTo>
                      <a:pt x="1" y="0"/>
                    </a:ln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5" name="Google Shape;5485;p47"/>
              <p:cNvSpPr/>
              <p:nvPr/>
            </p:nvSpPr>
            <p:spPr>
              <a:xfrm rot="-755217">
                <a:off x="9176036" y="2798711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29" y="38"/>
                    </a:moveTo>
                    <a:cubicBezTo>
                      <a:pt x="13" y="24"/>
                      <a:pt x="2" y="17"/>
                      <a:pt x="0" y="0"/>
                    </a:cubicBezTo>
                    <a:cubicBezTo>
                      <a:pt x="18" y="5"/>
                      <a:pt x="24" y="15"/>
                      <a:pt x="29" y="3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6" name="Google Shape;5486;p47"/>
              <p:cNvSpPr/>
              <p:nvPr/>
            </p:nvSpPr>
            <p:spPr>
              <a:xfrm rot="-755217">
                <a:off x="8960192" y="3603241"/>
                <a:ext cx="28915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5" h="46" extrusionOk="0">
                    <a:moveTo>
                      <a:pt x="34" y="44"/>
                    </a:moveTo>
                    <a:cubicBezTo>
                      <a:pt x="12" y="39"/>
                      <a:pt x="5" y="20"/>
                      <a:pt x="0" y="1"/>
                    </a:cubicBezTo>
                    <a:lnTo>
                      <a:pt x="1" y="0"/>
                    </a:lnTo>
                    <a:cubicBezTo>
                      <a:pt x="2" y="0"/>
                      <a:pt x="4" y="1"/>
                      <a:pt x="5" y="1"/>
                    </a:cubicBezTo>
                    <a:cubicBezTo>
                      <a:pt x="14" y="7"/>
                      <a:pt x="21" y="14"/>
                      <a:pt x="26" y="23"/>
                    </a:cubicBezTo>
                    <a:cubicBezTo>
                      <a:pt x="30" y="30"/>
                      <a:pt x="32" y="37"/>
                      <a:pt x="33" y="45"/>
                    </a:cubicBezTo>
                    <a:lnTo>
                      <a:pt x="34" y="44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7" name="Google Shape;5487;p47"/>
              <p:cNvSpPr/>
              <p:nvPr/>
            </p:nvSpPr>
            <p:spPr>
              <a:xfrm rot="-755217">
                <a:off x="10033973" y="3366572"/>
                <a:ext cx="23132" cy="30566"/>
              </a:xfrm>
              <a:custGeom>
                <a:avLst/>
                <a:gdLst/>
                <a:ahLst/>
                <a:cxnLst/>
                <a:rect l="l" t="t" r="r" b="b"/>
                <a:pathLst>
                  <a:path w="28" h="37" extrusionOk="0">
                    <a:moveTo>
                      <a:pt x="1" y="0"/>
                    </a:moveTo>
                    <a:lnTo>
                      <a:pt x="27" y="36"/>
                    </a:lnTo>
                    <a:cubicBezTo>
                      <a:pt x="24" y="35"/>
                      <a:pt x="20" y="34"/>
                      <a:pt x="17" y="32"/>
                    </a:cubicBezTo>
                    <a:cubicBezTo>
                      <a:pt x="12" y="29"/>
                      <a:pt x="8" y="25"/>
                      <a:pt x="5" y="20"/>
                    </a:cubicBezTo>
                    <a:cubicBezTo>
                      <a:pt x="2" y="15"/>
                      <a:pt x="0" y="9"/>
                      <a:pt x="0" y="3"/>
                    </a:cubicBezTo>
                    <a:cubicBezTo>
                      <a:pt x="0" y="2"/>
                      <a:pt x="1" y="1"/>
                      <a:pt x="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8" name="Google Shape;5488;p47"/>
              <p:cNvSpPr/>
              <p:nvPr/>
            </p:nvSpPr>
            <p:spPr>
              <a:xfrm rot="-755217">
                <a:off x="8972009" y="2817926"/>
                <a:ext cx="25611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31" h="38" extrusionOk="0">
                    <a:moveTo>
                      <a:pt x="0" y="1"/>
                    </a:moveTo>
                    <a:cubicBezTo>
                      <a:pt x="21" y="3"/>
                      <a:pt x="22" y="23"/>
                      <a:pt x="30" y="37"/>
                    </a:cubicBezTo>
                    <a:cubicBezTo>
                      <a:pt x="16" y="28"/>
                      <a:pt x="1" y="1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9" name="Google Shape;5489;p47"/>
              <p:cNvSpPr/>
              <p:nvPr/>
            </p:nvSpPr>
            <p:spPr>
              <a:xfrm rot="-755217">
                <a:off x="8157693" y="2514554"/>
                <a:ext cx="28089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4" h="47" extrusionOk="0">
                    <a:moveTo>
                      <a:pt x="0" y="0"/>
                    </a:moveTo>
                    <a:cubicBezTo>
                      <a:pt x="3" y="1"/>
                      <a:pt x="5" y="2"/>
                      <a:pt x="7" y="3"/>
                    </a:cubicBezTo>
                    <a:cubicBezTo>
                      <a:pt x="15" y="8"/>
                      <a:pt x="21" y="14"/>
                      <a:pt x="26" y="22"/>
                    </a:cubicBezTo>
                    <a:cubicBezTo>
                      <a:pt x="30" y="30"/>
                      <a:pt x="33" y="38"/>
                      <a:pt x="33" y="46"/>
                    </a:cubicBezTo>
                    <a:cubicBezTo>
                      <a:pt x="30" y="45"/>
                      <a:pt x="27" y="44"/>
                      <a:pt x="24" y="42"/>
                    </a:cubicBezTo>
                    <a:cubicBezTo>
                      <a:pt x="17" y="38"/>
                      <a:pt x="11" y="32"/>
                      <a:pt x="7" y="25"/>
                    </a:cubicBezTo>
                    <a:cubicBezTo>
                      <a:pt x="3" y="18"/>
                      <a:pt x="1" y="9"/>
                      <a:pt x="0" y="1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0" name="Google Shape;5490;p47"/>
              <p:cNvSpPr/>
              <p:nvPr/>
            </p:nvSpPr>
            <p:spPr>
              <a:xfrm rot="-755217">
                <a:off x="8982195" y="2786893"/>
                <a:ext cx="25611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1" h="40" extrusionOk="0">
                    <a:moveTo>
                      <a:pt x="0" y="1"/>
                    </a:moveTo>
                    <a:cubicBezTo>
                      <a:pt x="21" y="5"/>
                      <a:pt x="27" y="22"/>
                      <a:pt x="30" y="39"/>
                    </a:cubicBezTo>
                    <a:cubicBezTo>
                      <a:pt x="17" y="29"/>
                      <a:pt x="0" y="21"/>
                      <a:pt x="2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1" name="Google Shape;5491;p47"/>
              <p:cNvSpPr/>
              <p:nvPr/>
            </p:nvSpPr>
            <p:spPr>
              <a:xfrm rot="-755217">
                <a:off x="8993223" y="3632479"/>
                <a:ext cx="26437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32" h="40" extrusionOk="0">
                    <a:moveTo>
                      <a:pt x="1" y="1"/>
                    </a:moveTo>
                    <a:cubicBezTo>
                      <a:pt x="4" y="2"/>
                      <a:pt x="6" y="3"/>
                      <a:pt x="8" y="5"/>
                    </a:cubicBezTo>
                    <a:cubicBezTo>
                      <a:pt x="15" y="9"/>
                      <a:pt x="21" y="14"/>
                      <a:pt x="25" y="21"/>
                    </a:cubicBezTo>
                    <a:cubicBezTo>
                      <a:pt x="28" y="27"/>
                      <a:pt x="30" y="33"/>
                      <a:pt x="31" y="39"/>
                    </a:cubicBezTo>
                    <a:cubicBezTo>
                      <a:pt x="18" y="29"/>
                      <a:pt x="0" y="21"/>
                      <a:pt x="4" y="0"/>
                    </a:cubicBezTo>
                    <a:lnTo>
                      <a:pt x="1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2" name="Google Shape;5492;p47"/>
              <p:cNvSpPr/>
              <p:nvPr/>
            </p:nvSpPr>
            <p:spPr>
              <a:xfrm rot="-755217">
                <a:off x="9084238" y="3612972"/>
                <a:ext cx="27263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3" h="46" extrusionOk="0">
                    <a:moveTo>
                      <a:pt x="0" y="0"/>
                    </a:moveTo>
                    <a:cubicBezTo>
                      <a:pt x="2" y="1"/>
                      <a:pt x="5" y="3"/>
                      <a:pt x="7" y="4"/>
                    </a:cubicBezTo>
                    <a:cubicBezTo>
                      <a:pt x="15" y="8"/>
                      <a:pt x="21" y="15"/>
                      <a:pt x="26" y="22"/>
                    </a:cubicBezTo>
                    <a:cubicBezTo>
                      <a:pt x="30" y="29"/>
                      <a:pt x="32" y="37"/>
                      <a:pt x="32" y="45"/>
                    </a:cubicBezTo>
                    <a:cubicBezTo>
                      <a:pt x="29" y="44"/>
                      <a:pt x="26" y="42"/>
                      <a:pt x="24" y="41"/>
                    </a:cubicBezTo>
                    <a:cubicBezTo>
                      <a:pt x="16" y="36"/>
                      <a:pt x="10" y="31"/>
                      <a:pt x="6" y="24"/>
                    </a:cubicBezTo>
                    <a:cubicBezTo>
                      <a:pt x="2" y="17"/>
                      <a:pt x="0" y="9"/>
                      <a:pt x="0" y="1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3" name="Google Shape;5493;p47"/>
              <p:cNvSpPr/>
              <p:nvPr/>
            </p:nvSpPr>
            <p:spPr>
              <a:xfrm rot="-755217">
                <a:off x="9424382" y="3554448"/>
                <a:ext cx="30567" cy="39653"/>
              </a:xfrm>
              <a:custGeom>
                <a:avLst/>
                <a:gdLst/>
                <a:ahLst/>
                <a:cxnLst/>
                <a:rect l="l" t="t" r="r" b="b"/>
                <a:pathLst>
                  <a:path w="37" h="48" extrusionOk="0">
                    <a:moveTo>
                      <a:pt x="33" y="47"/>
                    </a:moveTo>
                    <a:cubicBezTo>
                      <a:pt x="32" y="46"/>
                      <a:pt x="32" y="46"/>
                      <a:pt x="31" y="45"/>
                    </a:cubicBezTo>
                    <a:cubicBezTo>
                      <a:pt x="21" y="40"/>
                      <a:pt x="13" y="32"/>
                      <a:pt x="7" y="22"/>
                    </a:cubicBezTo>
                    <a:cubicBezTo>
                      <a:pt x="4" y="16"/>
                      <a:pt x="2" y="9"/>
                      <a:pt x="0" y="3"/>
                    </a:cubicBezTo>
                    <a:lnTo>
                      <a:pt x="3" y="0"/>
                    </a:lnTo>
                    <a:cubicBezTo>
                      <a:pt x="3" y="0"/>
                      <a:pt x="4" y="0"/>
                      <a:pt x="4" y="1"/>
                    </a:cubicBezTo>
                    <a:cubicBezTo>
                      <a:pt x="14" y="6"/>
                      <a:pt x="22" y="15"/>
                      <a:pt x="28" y="25"/>
                    </a:cubicBezTo>
                    <a:cubicBezTo>
                      <a:pt x="32" y="31"/>
                      <a:pt x="34" y="37"/>
                      <a:pt x="36" y="44"/>
                    </a:cubicBezTo>
                    <a:lnTo>
                      <a:pt x="33" y="4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4" name="Google Shape;5494;p47"/>
              <p:cNvSpPr/>
              <p:nvPr/>
            </p:nvSpPr>
            <p:spPr>
              <a:xfrm rot="-755217">
                <a:off x="9530052" y="3529570"/>
                <a:ext cx="26437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2" h="43" extrusionOk="0">
                    <a:moveTo>
                      <a:pt x="0" y="0"/>
                    </a:moveTo>
                    <a:cubicBezTo>
                      <a:pt x="10" y="6"/>
                      <a:pt x="18" y="14"/>
                      <a:pt x="24" y="24"/>
                    </a:cubicBezTo>
                    <a:cubicBezTo>
                      <a:pt x="27" y="30"/>
                      <a:pt x="30" y="36"/>
                      <a:pt x="31" y="42"/>
                    </a:cubicBezTo>
                    <a:cubicBezTo>
                      <a:pt x="15" y="36"/>
                      <a:pt x="9" y="2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5" name="Google Shape;5495;p47"/>
              <p:cNvSpPr/>
              <p:nvPr/>
            </p:nvSpPr>
            <p:spPr>
              <a:xfrm rot="-755217">
                <a:off x="8937355" y="2788133"/>
                <a:ext cx="28915" cy="38001"/>
              </a:xfrm>
              <a:custGeom>
                <a:avLst/>
                <a:gdLst/>
                <a:ahLst/>
                <a:cxnLst/>
                <a:rect l="l" t="t" r="r" b="b"/>
                <a:pathLst>
                  <a:path w="35" h="46" extrusionOk="0">
                    <a:moveTo>
                      <a:pt x="0" y="0"/>
                    </a:moveTo>
                    <a:cubicBezTo>
                      <a:pt x="3" y="1"/>
                      <a:pt x="5" y="2"/>
                      <a:pt x="8" y="4"/>
                    </a:cubicBezTo>
                    <a:cubicBezTo>
                      <a:pt x="16" y="8"/>
                      <a:pt x="22" y="15"/>
                      <a:pt x="27" y="22"/>
                    </a:cubicBezTo>
                    <a:cubicBezTo>
                      <a:pt x="31" y="29"/>
                      <a:pt x="33" y="37"/>
                      <a:pt x="34" y="45"/>
                    </a:cubicBezTo>
                    <a:cubicBezTo>
                      <a:pt x="31" y="44"/>
                      <a:pt x="29" y="42"/>
                      <a:pt x="27" y="41"/>
                    </a:cubicBezTo>
                    <a:cubicBezTo>
                      <a:pt x="19" y="36"/>
                      <a:pt x="13" y="30"/>
                      <a:pt x="8" y="22"/>
                    </a:cubicBezTo>
                    <a:cubicBezTo>
                      <a:pt x="4" y="15"/>
                      <a:pt x="2" y="8"/>
                      <a:pt x="1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6" name="Google Shape;5496;p47"/>
              <p:cNvSpPr/>
              <p:nvPr/>
            </p:nvSpPr>
            <p:spPr>
              <a:xfrm rot="-755217">
                <a:off x="9491195" y="3552729"/>
                <a:ext cx="25611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1" h="43" extrusionOk="0">
                    <a:moveTo>
                      <a:pt x="30" y="42"/>
                    </a:moveTo>
                    <a:cubicBezTo>
                      <a:pt x="19" y="34"/>
                      <a:pt x="10" y="23"/>
                      <a:pt x="3" y="12"/>
                    </a:cubicBezTo>
                    <a:cubicBezTo>
                      <a:pt x="2" y="10"/>
                      <a:pt x="1" y="8"/>
                      <a:pt x="0" y="6"/>
                    </a:cubicBezTo>
                    <a:cubicBezTo>
                      <a:pt x="2" y="4"/>
                      <a:pt x="3" y="2"/>
                      <a:pt x="5" y="0"/>
                    </a:cubicBezTo>
                    <a:cubicBezTo>
                      <a:pt x="12" y="5"/>
                      <a:pt x="18" y="12"/>
                      <a:pt x="22" y="20"/>
                    </a:cubicBezTo>
                    <a:cubicBezTo>
                      <a:pt x="26" y="27"/>
                      <a:pt x="29" y="34"/>
                      <a:pt x="30" y="4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7" name="Google Shape;5497;p47"/>
              <p:cNvSpPr/>
              <p:nvPr/>
            </p:nvSpPr>
            <p:spPr>
              <a:xfrm rot="-755217">
                <a:off x="8173341" y="2712813"/>
                <a:ext cx="23958" cy="25609"/>
              </a:xfrm>
              <a:custGeom>
                <a:avLst/>
                <a:gdLst/>
                <a:ahLst/>
                <a:cxnLst/>
                <a:rect l="l" t="t" r="r" b="b"/>
                <a:pathLst>
                  <a:path w="29" h="31" extrusionOk="0">
                    <a:moveTo>
                      <a:pt x="28" y="30"/>
                    </a:moveTo>
                    <a:cubicBezTo>
                      <a:pt x="13" y="27"/>
                      <a:pt x="6" y="15"/>
                      <a:pt x="0" y="0"/>
                    </a:cubicBezTo>
                    <a:cubicBezTo>
                      <a:pt x="21" y="1"/>
                      <a:pt x="22" y="20"/>
                      <a:pt x="28" y="3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8" name="Google Shape;5498;p47"/>
              <p:cNvSpPr/>
              <p:nvPr/>
            </p:nvSpPr>
            <p:spPr>
              <a:xfrm rot="-755217">
                <a:off x="8732056" y="3747604"/>
                <a:ext cx="17349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21" h="33" extrusionOk="0">
                    <a:moveTo>
                      <a:pt x="20" y="21"/>
                    </a:moveTo>
                    <a:cubicBezTo>
                      <a:pt x="20" y="25"/>
                      <a:pt x="19" y="32"/>
                      <a:pt x="15" y="32"/>
                    </a:cubicBezTo>
                    <a:cubicBezTo>
                      <a:pt x="5" y="32"/>
                      <a:pt x="1" y="23"/>
                      <a:pt x="0" y="14"/>
                    </a:cubicBezTo>
                    <a:cubicBezTo>
                      <a:pt x="0" y="13"/>
                      <a:pt x="0" y="13"/>
                      <a:pt x="0" y="12"/>
                    </a:cubicBezTo>
                    <a:cubicBezTo>
                      <a:pt x="0" y="11"/>
                      <a:pt x="0" y="9"/>
                      <a:pt x="1" y="7"/>
                    </a:cubicBezTo>
                    <a:cubicBezTo>
                      <a:pt x="2" y="6"/>
                      <a:pt x="3" y="4"/>
                      <a:pt x="5" y="3"/>
                    </a:cubicBezTo>
                    <a:cubicBezTo>
                      <a:pt x="6" y="3"/>
                      <a:pt x="6" y="3"/>
                      <a:pt x="7" y="2"/>
                    </a:cubicBezTo>
                    <a:cubicBezTo>
                      <a:pt x="20" y="0"/>
                      <a:pt x="19" y="11"/>
                      <a:pt x="20" y="2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9" name="Google Shape;5499;p47"/>
              <p:cNvSpPr/>
              <p:nvPr/>
            </p:nvSpPr>
            <p:spPr>
              <a:xfrm rot="-755217">
                <a:off x="8949880" y="2757485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3"/>
                    </a:moveTo>
                    <a:cubicBezTo>
                      <a:pt x="30" y="42"/>
                      <a:pt x="27" y="41"/>
                      <a:pt x="24" y="39"/>
                    </a:cubicBezTo>
                    <a:cubicBezTo>
                      <a:pt x="17" y="35"/>
                      <a:pt x="10" y="29"/>
                      <a:pt x="6" y="21"/>
                    </a:cubicBezTo>
                    <a:cubicBezTo>
                      <a:pt x="2" y="15"/>
                      <a:pt x="0" y="7"/>
                      <a:pt x="0" y="0"/>
                    </a:cubicBezTo>
                    <a:cubicBezTo>
                      <a:pt x="3" y="1"/>
                      <a:pt x="6" y="3"/>
                      <a:pt x="8" y="4"/>
                    </a:cubicBezTo>
                    <a:cubicBezTo>
                      <a:pt x="16" y="9"/>
                      <a:pt x="22" y="14"/>
                      <a:pt x="26" y="22"/>
                    </a:cubicBezTo>
                    <a:cubicBezTo>
                      <a:pt x="30" y="28"/>
                      <a:pt x="32" y="36"/>
                      <a:pt x="33" y="44"/>
                    </a:cubicBezTo>
                    <a:lnTo>
                      <a:pt x="33" y="4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0" name="Google Shape;5500;p47"/>
              <p:cNvSpPr/>
              <p:nvPr/>
            </p:nvSpPr>
            <p:spPr>
              <a:xfrm rot="-755217">
                <a:off x="9458830" y="3584082"/>
                <a:ext cx="29741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6" h="47" extrusionOk="0">
                    <a:moveTo>
                      <a:pt x="35" y="45"/>
                    </a:moveTo>
                    <a:cubicBezTo>
                      <a:pt x="32" y="44"/>
                      <a:pt x="30" y="43"/>
                      <a:pt x="27" y="41"/>
                    </a:cubicBezTo>
                    <a:cubicBezTo>
                      <a:pt x="19" y="37"/>
                      <a:pt x="12" y="30"/>
                      <a:pt x="7" y="21"/>
                    </a:cubicBezTo>
                    <a:cubicBezTo>
                      <a:pt x="4" y="15"/>
                      <a:pt x="1" y="9"/>
                      <a:pt x="0" y="3"/>
                    </a:cubicBezTo>
                    <a:lnTo>
                      <a:pt x="3" y="0"/>
                    </a:lnTo>
                    <a:cubicBezTo>
                      <a:pt x="4" y="1"/>
                      <a:pt x="6" y="2"/>
                      <a:pt x="8" y="3"/>
                    </a:cubicBezTo>
                    <a:cubicBezTo>
                      <a:pt x="16" y="8"/>
                      <a:pt x="22" y="14"/>
                      <a:pt x="27" y="22"/>
                    </a:cubicBezTo>
                    <a:cubicBezTo>
                      <a:pt x="31" y="30"/>
                      <a:pt x="34" y="38"/>
                      <a:pt x="34" y="46"/>
                    </a:cubicBezTo>
                    <a:lnTo>
                      <a:pt x="35" y="4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1" name="Google Shape;5501;p47"/>
              <p:cNvSpPr/>
              <p:nvPr/>
            </p:nvSpPr>
            <p:spPr>
              <a:xfrm rot="-755217">
                <a:off x="9037824" y="2727480"/>
                <a:ext cx="22306" cy="36349"/>
              </a:xfrm>
              <a:custGeom>
                <a:avLst/>
                <a:gdLst/>
                <a:ahLst/>
                <a:cxnLst/>
                <a:rect l="l" t="t" r="r" b="b"/>
                <a:pathLst>
                  <a:path w="27" h="44" extrusionOk="0">
                    <a:moveTo>
                      <a:pt x="0" y="0"/>
                    </a:moveTo>
                    <a:cubicBezTo>
                      <a:pt x="13" y="15"/>
                      <a:pt x="26" y="23"/>
                      <a:pt x="26" y="43"/>
                    </a:cubicBezTo>
                    <a:cubicBezTo>
                      <a:pt x="18" y="38"/>
                      <a:pt x="11" y="32"/>
                      <a:pt x="7" y="24"/>
                    </a:cubicBezTo>
                    <a:cubicBezTo>
                      <a:pt x="3" y="17"/>
                      <a:pt x="0" y="9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2" name="Google Shape;5502;p47"/>
              <p:cNvSpPr/>
              <p:nvPr/>
            </p:nvSpPr>
            <p:spPr>
              <a:xfrm rot="-755217">
                <a:off x="8998186" y="2736778"/>
                <a:ext cx="25611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1" h="41" extrusionOk="0">
                    <a:moveTo>
                      <a:pt x="2" y="1"/>
                    </a:moveTo>
                    <a:cubicBezTo>
                      <a:pt x="4" y="2"/>
                      <a:pt x="6" y="3"/>
                      <a:pt x="8" y="4"/>
                    </a:cubicBezTo>
                    <a:cubicBezTo>
                      <a:pt x="15" y="8"/>
                      <a:pt x="20" y="13"/>
                      <a:pt x="24" y="20"/>
                    </a:cubicBezTo>
                    <a:cubicBezTo>
                      <a:pt x="27" y="26"/>
                      <a:pt x="30" y="33"/>
                      <a:pt x="30" y="40"/>
                    </a:cubicBezTo>
                    <a:cubicBezTo>
                      <a:pt x="16" y="30"/>
                      <a:pt x="0" y="21"/>
                      <a:pt x="4" y="0"/>
                    </a:cubicBezTo>
                    <a:lnTo>
                      <a:pt x="2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3" name="Google Shape;5503;p47"/>
              <p:cNvSpPr/>
              <p:nvPr/>
            </p:nvSpPr>
            <p:spPr>
              <a:xfrm rot="-755217">
                <a:off x="10060806" y="3451556"/>
                <a:ext cx="26437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32" h="30" extrusionOk="0">
                    <a:moveTo>
                      <a:pt x="31" y="29"/>
                    </a:moveTo>
                    <a:cubicBezTo>
                      <a:pt x="26" y="28"/>
                      <a:pt x="21" y="27"/>
                      <a:pt x="17" y="24"/>
                    </a:cubicBezTo>
                    <a:cubicBezTo>
                      <a:pt x="12" y="21"/>
                      <a:pt x="7" y="17"/>
                      <a:pt x="4" y="11"/>
                    </a:cubicBezTo>
                    <a:cubicBezTo>
                      <a:pt x="2" y="8"/>
                      <a:pt x="1" y="4"/>
                      <a:pt x="0" y="0"/>
                    </a:cubicBezTo>
                    <a:cubicBezTo>
                      <a:pt x="5" y="1"/>
                      <a:pt x="10" y="2"/>
                      <a:pt x="14" y="5"/>
                    </a:cubicBezTo>
                    <a:cubicBezTo>
                      <a:pt x="19" y="8"/>
                      <a:pt x="24" y="13"/>
                      <a:pt x="27" y="18"/>
                    </a:cubicBezTo>
                    <a:cubicBezTo>
                      <a:pt x="29" y="22"/>
                      <a:pt x="31" y="25"/>
                      <a:pt x="31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4" name="Google Shape;5504;p47"/>
              <p:cNvSpPr/>
              <p:nvPr/>
            </p:nvSpPr>
            <p:spPr>
              <a:xfrm rot="-755217">
                <a:off x="8230235" y="3464358"/>
                <a:ext cx="26437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32" h="49" extrusionOk="0">
                    <a:moveTo>
                      <a:pt x="0" y="0"/>
                    </a:moveTo>
                    <a:cubicBezTo>
                      <a:pt x="19" y="18"/>
                      <a:pt x="30" y="26"/>
                      <a:pt x="31" y="48"/>
                    </a:cubicBezTo>
                    <a:cubicBezTo>
                      <a:pt x="22" y="41"/>
                      <a:pt x="15" y="33"/>
                      <a:pt x="9" y="23"/>
                    </a:cubicBezTo>
                    <a:cubicBezTo>
                      <a:pt x="5" y="16"/>
                      <a:pt x="2" y="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5" name="Google Shape;5505;p47"/>
              <p:cNvSpPr/>
              <p:nvPr/>
            </p:nvSpPr>
            <p:spPr>
              <a:xfrm rot="-755217">
                <a:off x="9409309" y="3088692"/>
                <a:ext cx="23958" cy="33044"/>
              </a:xfrm>
              <a:custGeom>
                <a:avLst/>
                <a:gdLst/>
                <a:ahLst/>
                <a:cxnLst/>
                <a:rect l="l" t="t" r="r" b="b"/>
                <a:pathLst>
                  <a:path w="29" h="40" extrusionOk="0">
                    <a:moveTo>
                      <a:pt x="28" y="38"/>
                    </a:moveTo>
                    <a:cubicBezTo>
                      <a:pt x="9" y="33"/>
                      <a:pt x="4" y="17"/>
                      <a:pt x="0" y="0"/>
                    </a:cubicBezTo>
                    <a:cubicBezTo>
                      <a:pt x="13" y="10"/>
                      <a:pt x="28" y="19"/>
                      <a:pt x="26" y="39"/>
                    </a:cubicBezTo>
                    <a:lnTo>
                      <a:pt x="28" y="3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6" name="Google Shape;5506;p47"/>
              <p:cNvSpPr/>
              <p:nvPr/>
            </p:nvSpPr>
            <p:spPr>
              <a:xfrm rot="-755217">
                <a:off x="9069412" y="3698839"/>
                <a:ext cx="22306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27" h="36" extrusionOk="0">
                    <a:moveTo>
                      <a:pt x="1" y="0"/>
                    </a:moveTo>
                    <a:cubicBezTo>
                      <a:pt x="3" y="1"/>
                      <a:pt x="4" y="2"/>
                      <a:pt x="5" y="2"/>
                    </a:cubicBezTo>
                    <a:cubicBezTo>
                      <a:pt x="12" y="6"/>
                      <a:pt x="18" y="12"/>
                      <a:pt x="21" y="18"/>
                    </a:cubicBezTo>
                    <a:cubicBezTo>
                      <a:pt x="23" y="22"/>
                      <a:pt x="25" y="26"/>
                      <a:pt x="26" y="30"/>
                    </a:cubicBezTo>
                    <a:cubicBezTo>
                      <a:pt x="14" y="35"/>
                      <a:pt x="11" y="25"/>
                      <a:pt x="6" y="19"/>
                    </a:cubicBezTo>
                    <a:cubicBezTo>
                      <a:pt x="5" y="18"/>
                      <a:pt x="3" y="16"/>
                      <a:pt x="2" y="15"/>
                    </a:cubicBezTo>
                    <a:cubicBezTo>
                      <a:pt x="1" y="12"/>
                      <a:pt x="0" y="9"/>
                      <a:pt x="0" y="6"/>
                    </a:cubicBezTo>
                    <a:cubicBezTo>
                      <a:pt x="0" y="4"/>
                      <a:pt x="1" y="2"/>
                      <a:pt x="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7" name="Google Shape;5507;p47"/>
              <p:cNvSpPr/>
              <p:nvPr/>
            </p:nvSpPr>
            <p:spPr>
              <a:xfrm rot="-755217">
                <a:off x="8912723" y="2726589"/>
                <a:ext cx="30567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37" h="47" extrusionOk="0">
                    <a:moveTo>
                      <a:pt x="36" y="46"/>
                    </a:moveTo>
                    <a:cubicBezTo>
                      <a:pt x="14" y="40"/>
                      <a:pt x="7" y="22"/>
                      <a:pt x="0" y="4"/>
                    </a:cubicBezTo>
                    <a:lnTo>
                      <a:pt x="4" y="0"/>
                    </a:lnTo>
                    <a:cubicBezTo>
                      <a:pt x="4" y="0"/>
                      <a:pt x="5" y="0"/>
                      <a:pt x="5" y="1"/>
                    </a:cubicBezTo>
                    <a:cubicBezTo>
                      <a:pt x="14" y="6"/>
                      <a:pt x="22" y="13"/>
                      <a:pt x="27" y="22"/>
                    </a:cubicBezTo>
                    <a:cubicBezTo>
                      <a:pt x="32" y="30"/>
                      <a:pt x="33" y="38"/>
                      <a:pt x="34" y="46"/>
                    </a:cubicBezTo>
                    <a:lnTo>
                      <a:pt x="36" y="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8" name="Google Shape;5508;p47"/>
              <p:cNvSpPr/>
              <p:nvPr/>
            </p:nvSpPr>
            <p:spPr>
              <a:xfrm rot="-755217">
                <a:off x="9984564" y="3513048"/>
                <a:ext cx="38003" cy="28914"/>
              </a:xfrm>
              <a:custGeom>
                <a:avLst/>
                <a:gdLst/>
                <a:ahLst/>
                <a:cxnLst/>
                <a:rect l="l" t="t" r="r" b="b"/>
                <a:pathLst>
                  <a:path w="46" h="35" extrusionOk="0">
                    <a:moveTo>
                      <a:pt x="45" y="33"/>
                    </a:moveTo>
                    <a:cubicBezTo>
                      <a:pt x="37" y="32"/>
                      <a:pt x="29" y="30"/>
                      <a:pt x="22" y="26"/>
                    </a:cubicBezTo>
                    <a:cubicBezTo>
                      <a:pt x="14" y="22"/>
                      <a:pt x="8" y="16"/>
                      <a:pt x="4" y="9"/>
                    </a:cubicBezTo>
                    <a:cubicBezTo>
                      <a:pt x="3" y="6"/>
                      <a:pt x="1" y="3"/>
                      <a:pt x="0" y="0"/>
                    </a:cubicBezTo>
                    <a:cubicBezTo>
                      <a:pt x="8" y="0"/>
                      <a:pt x="15" y="2"/>
                      <a:pt x="22" y="6"/>
                    </a:cubicBezTo>
                    <a:cubicBezTo>
                      <a:pt x="30" y="10"/>
                      <a:pt x="36" y="17"/>
                      <a:pt x="41" y="25"/>
                    </a:cubicBezTo>
                    <a:cubicBezTo>
                      <a:pt x="43" y="28"/>
                      <a:pt x="44" y="31"/>
                      <a:pt x="45" y="34"/>
                    </a:cubicBezTo>
                    <a:lnTo>
                      <a:pt x="45" y="3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9" name="Google Shape;5509;p47"/>
              <p:cNvSpPr/>
              <p:nvPr/>
            </p:nvSpPr>
            <p:spPr>
              <a:xfrm rot="-755217">
                <a:off x="8965591" y="2706484"/>
                <a:ext cx="28915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5" h="45" extrusionOk="0">
                    <a:moveTo>
                      <a:pt x="34" y="44"/>
                    </a:moveTo>
                    <a:cubicBezTo>
                      <a:pt x="30" y="43"/>
                      <a:pt x="27" y="42"/>
                      <a:pt x="24" y="40"/>
                    </a:cubicBezTo>
                    <a:cubicBezTo>
                      <a:pt x="17" y="36"/>
                      <a:pt x="11" y="30"/>
                      <a:pt x="7" y="23"/>
                    </a:cubicBezTo>
                    <a:cubicBezTo>
                      <a:pt x="3" y="16"/>
                      <a:pt x="1" y="8"/>
                      <a:pt x="0" y="0"/>
                    </a:cubicBezTo>
                    <a:cubicBezTo>
                      <a:pt x="3" y="1"/>
                      <a:pt x="5" y="3"/>
                      <a:pt x="7" y="4"/>
                    </a:cubicBezTo>
                    <a:cubicBezTo>
                      <a:pt x="15" y="9"/>
                      <a:pt x="22" y="15"/>
                      <a:pt x="27" y="23"/>
                    </a:cubicBezTo>
                    <a:cubicBezTo>
                      <a:pt x="30" y="29"/>
                      <a:pt x="33" y="37"/>
                      <a:pt x="34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0" name="Google Shape;5510;p47"/>
              <p:cNvSpPr/>
              <p:nvPr/>
            </p:nvSpPr>
            <p:spPr>
              <a:xfrm rot="-755217">
                <a:off x="8149058" y="2191453"/>
                <a:ext cx="33872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41" h="28" extrusionOk="0">
                    <a:moveTo>
                      <a:pt x="40" y="27"/>
                    </a:moveTo>
                    <a:cubicBezTo>
                      <a:pt x="33" y="26"/>
                      <a:pt x="26" y="23"/>
                      <a:pt x="20" y="20"/>
                    </a:cubicBezTo>
                    <a:cubicBezTo>
                      <a:pt x="12" y="15"/>
                      <a:pt x="5" y="8"/>
                      <a:pt x="0" y="0"/>
                    </a:cubicBezTo>
                    <a:cubicBezTo>
                      <a:pt x="8" y="0"/>
                      <a:pt x="15" y="2"/>
                      <a:pt x="22" y="6"/>
                    </a:cubicBezTo>
                    <a:cubicBezTo>
                      <a:pt x="28" y="10"/>
                      <a:pt x="34" y="16"/>
                      <a:pt x="38" y="23"/>
                    </a:cubicBezTo>
                    <a:cubicBezTo>
                      <a:pt x="39" y="24"/>
                      <a:pt x="40" y="25"/>
                      <a:pt x="40" y="2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1" name="Google Shape;5511;p47"/>
              <p:cNvSpPr/>
              <p:nvPr/>
            </p:nvSpPr>
            <p:spPr>
              <a:xfrm rot="-755217">
                <a:off x="8707087" y="2764605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0" y="1"/>
                    </a:moveTo>
                    <a:cubicBezTo>
                      <a:pt x="21" y="5"/>
                      <a:pt x="24" y="22"/>
                      <a:pt x="29" y="38"/>
                    </a:cubicBezTo>
                    <a:cubicBezTo>
                      <a:pt x="16" y="29"/>
                      <a:pt x="3" y="19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2" name="Google Shape;5512;p47"/>
              <p:cNvSpPr/>
              <p:nvPr/>
            </p:nvSpPr>
            <p:spPr>
              <a:xfrm rot="-755217">
                <a:off x="8979452" y="2678811"/>
                <a:ext cx="28915" cy="34696"/>
              </a:xfrm>
              <a:custGeom>
                <a:avLst/>
                <a:gdLst/>
                <a:ahLst/>
                <a:cxnLst/>
                <a:rect l="l" t="t" r="r" b="b"/>
                <a:pathLst>
                  <a:path w="35" h="42" extrusionOk="0">
                    <a:moveTo>
                      <a:pt x="34" y="41"/>
                    </a:moveTo>
                    <a:cubicBezTo>
                      <a:pt x="32" y="40"/>
                      <a:pt x="30" y="40"/>
                      <a:pt x="28" y="38"/>
                    </a:cubicBezTo>
                    <a:cubicBezTo>
                      <a:pt x="19" y="33"/>
                      <a:pt x="12" y="26"/>
                      <a:pt x="7" y="17"/>
                    </a:cubicBezTo>
                    <a:cubicBezTo>
                      <a:pt x="4" y="12"/>
                      <a:pt x="2" y="6"/>
                      <a:pt x="0" y="0"/>
                    </a:cubicBezTo>
                    <a:cubicBezTo>
                      <a:pt x="19" y="7"/>
                      <a:pt x="24" y="21"/>
                      <a:pt x="34" y="4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3" name="Google Shape;5513;p47"/>
              <p:cNvSpPr/>
              <p:nvPr/>
            </p:nvSpPr>
            <p:spPr>
              <a:xfrm rot="-755217">
                <a:off x="8673866" y="2734471"/>
                <a:ext cx="28089" cy="371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45" extrusionOk="0">
                    <a:moveTo>
                      <a:pt x="33" y="44"/>
                    </a:moveTo>
                    <a:cubicBezTo>
                      <a:pt x="31" y="44"/>
                      <a:pt x="29" y="43"/>
                      <a:pt x="28" y="42"/>
                    </a:cubicBezTo>
                    <a:cubicBezTo>
                      <a:pt x="19" y="37"/>
                      <a:pt x="12" y="30"/>
                      <a:pt x="7" y="21"/>
                    </a:cubicBezTo>
                    <a:cubicBezTo>
                      <a:pt x="3" y="15"/>
                      <a:pt x="1" y="7"/>
                      <a:pt x="0" y="0"/>
                    </a:cubicBezTo>
                    <a:cubicBezTo>
                      <a:pt x="3" y="1"/>
                      <a:pt x="6" y="2"/>
                      <a:pt x="9" y="4"/>
                    </a:cubicBezTo>
                    <a:cubicBezTo>
                      <a:pt x="16" y="8"/>
                      <a:pt x="22" y="14"/>
                      <a:pt x="26" y="21"/>
                    </a:cubicBezTo>
                    <a:cubicBezTo>
                      <a:pt x="30" y="28"/>
                      <a:pt x="32" y="36"/>
                      <a:pt x="33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4" name="Google Shape;5514;p47"/>
              <p:cNvSpPr/>
              <p:nvPr/>
            </p:nvSpPr>
            <p:spPr>
              <a:xfrm rot="-755217">
                <a:off x="10021897" y="3582467"/>
                <a:ext cx="31394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8" h="34" extrusionOk="0">
                    <a:moveTo>
                      <a:pt x="37" y="33"/>
                    </a:moveTo>
                    <a:cubicBezTo>
                      <a:pt x="17" y="21"/>
                      <a:pt x="7" y="15"/>
                      <a:pt x="0" y="0"/>
                    </a:cubicBezTo>
                    <a:cubicBezTo>
                      <a:pt x="17" y="3"/>
                      <a:pt x="26" y="12"/>
                      <a:pt x="37" y="3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5" name="Google Shape;5515;p47"/>
              <p:cNvSpPr/>
              <p:nvPr/>
            </p:nvSpPr>
            <p:spPr>
              <a:xfrm rot="-755217">
                <a:off x="7951926" y="2885256"/>
                <a:ext cx="15697" cy="41305"/>
              </a:xfrm>
              <a:custGeom>
                <a:avLst/>
                <a:gdLst/>
                <a:ahLst/>
                <a:cxnLst/>
                <a:rect l="l" t="t" r="r" b="b"/>
                <a:pathLst>
                  <a:path w="19" h="50" extrusionOk="0">
                    <a:moveTo>
                      <a:pt x="3" y="1"/>
                    </a:moveTo>
                    <a:lnTo>
                      <a:pt x="18" y="49"/>
                    </a:lnTo>
                    <a:cubicBezTo>
                      <a:pt x="18" y="48"/>
                      <a:pt x="18" y="48"/>
                      <a:pt x="17" y="48"/>
                    </a:cubicBezTo>
                    <a:cubicBezTo>
                      <a:pt x="12" y="45"/>
                      <a:pt x="7" y="40"/>
                      <a:pt x="4" y="35"/>
                    </a:cubicBezTo>
                    <a:cubicBezTo>
                      <a:pt x="1" y="30"/>
                      <a:pt x="0" y="24"/>
                      <a:pt x="0" y="17"/>
                    </a:cubicBezTo>
                    <a:cubicBezTo>
                      <a:pt x="0" y="11"/>
                      <a:pt x="1" y="5"/>
                      <a:pt x="4" y="0"/>
                    </a:cubicBezTo>
                    <a:lnTo>
                      <a:pt x="3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6" name="Google Shape;5516;p47"/>
              <p:cNvSpPr/>
              <p:nvPr/>
            </p:nvSpPr>
            <p:spPr>
              <a:xfrm rot="-755217">
                <a:off x="8280923" y="3509835"/>
                <a:ext cx="24784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29" y="37"/>
                    </a:moveTo>
                    <a:cubicBezTo>
                      <a:pt x="27" y="36"/>
                      <a:pt x="25" y="36"/>
                      <a:pt x="24" y="35"/>
                    </a:cubicBezTo>
                    <a:cubicBezTo>
                      <a:pt x="17" y="30"/>
                      <a:pt x="10" y="24"/>
                      <a:pt x="6" y="17"/>
                    </a:cubicBezTo>
                    <a:cubicBezTo>
                      <a:pt x="3" y="12"/>
                      <a:pt x="1" y="6"/>
                      <a:pt x="0" y="0"/>
                    </a:cubicBezTo>
                    <a:cubicBezTo>
                      <a:pt x="13" y="10"/>
                      <a:pt x="29" y="18"/>
                      <a:pt x="27" y="38"/>
                    </a:cubicBezTo>
                    <a:lnTo>
                      <a:pt x="29" y="3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7" name="Google Shape;5517;p47"/>
              <p:cNvSpPr/>
              <p:nvPr/>
            </p:nvSpPr>
            <p:spPr>
              <a:xfrm rot="-755217">
                <a:off x="8968907" y="3351563"/>
                <a:ext cx="28915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35" h="43" extrusionOk="0">
                    <a:moveTo>
                      <a:pt x="34" y="41"/>
                    </a:moveTo>
                    <a:cubicBezTo>
                      <a:pt x="15" y="36"/>
                      <a:pt x="8" y="21"/>
                      <a:pt x="0" y="0"/>
                    </a:cubicBezTo>
                    <a:cubicBezTo>
                      <a:pt x="22" y="9"/>
                      <a:pt x="34" y="21"/>
                      <a:pt x="33" y="42"/>
                    </a:cubicBezTo>
                    <a:lnTo>
                      <a:pt x="34" y="4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8" name="Google Shape;5518;p47"/>
              <p:cNvSpPr/>
              <p:nvPr/>
            </p:nvSpPr>
            <p:spPr>
              <a:xfrm rot="-755217">
                <a:off x="8183616" y="2626433"/>
                <a:ext cx="27263" cy="32218"/>
              </a:xfrm>
              <a:custGeom>
                <a:avLst/>
                <a:gdLst/>
                <a:ahLst/>
                <a:cxnLst/>
                <a:rect l="l" t="t" r="r" b="b"/>
                <a:pathLst>
                  <a:path w="33" h="39" extrusionOk="0">
                    <a:moveTo>
                      <a:pt x="32" y="37"/>
                    </a:moveTo>
                    <a:cubicBezTo>
                      <a:pt x="12" y="33"/>
                      <a:pt x="10" y="13"/>
                      <a:pt x="0" y="0"/>
                    </a:cubicBezTo>
                    <a:cubicBezTo>
                      <a:pt x="5" y="1"/>
                      <a:pt x="9" y="2"/>
                      <a:pt x="12" y="4"/>
                    </a:cubicBezTo>
                    <a:cubicBezTo>
                      <a:pt x="18" y="8"/>
                      <a:pt x="23" y="12"/>
                      <a:pt x="26" y="18"/>
                    </a:cubicBezTo>
                    <a:cubicBezTo>
                      <a:pt x="29" y="24"/>
                      <a:pt x="31" y="30"/>
                      <a:pt x="31" y="37"/>
                    </a:cubicBezTo>
                    <a:lnTo>
                      <a:pt x="31" y="38"/>
                    </a:lnTo>
                    <a:lnTo>
                      <a:pt x="32" y="37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9" name="Google Shape;5519;p47"/>
              <p:cNvSpPr/>
              <p:nvPr/>
            </p:nvSpPr>
            <p:spPr>
              <a:xfrm rot="-755217">
                <a:off x="10164488" y="3571254"/>
                <a:ext cx="20654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25" h="30" extrusionOk="0">
                    <a:moveTo>
                      <a:pt x="24" y="29"/>
                    </a:moveTo>
                    <a:cubicBezTo>
                      <a:pt x="9" y="19"/>
                      <a:pt x="0" y="14"/>
                      <a:pt x="2" y="0"/>
                    </a:cubicBezTo>
                    <a:cubicBezTo>
                      <a:pt x="15" y="1"/>
                      <a:pt x="18" y="11"/>
                      <a:pt x="24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0" name="Google Shape;5520;p47"/>
              <p:cNvSpPr/>
              <p:nvPr/>
            </p:nvSpPr>
            <p:spPr>
              <a:xfrm rot="-755217">
                <a:off x="7987008" y="2895462"/>
                <a:ext cx="19828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24" h="38" extrusionOk="0">
                    <a:moveTo>
                      <a:pt x="7" y="1"/>
                    </a:moveTo>
                    <a:lnTo>
                      <a:pt x="23" y="37"/>
                    </a:lnTo>
                    <a:cubicBezTo>
                      <a:pt x="4" y="29"/>
                      <a:pt x="0" y="16"/>
                      <a:pt x="9" y="0"/>
                    </a:cubicBezTo>
                    <a:lnTo>
                      <a:pt x="7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1" name="Google Shape;5521;p47"/>
              <p:cNvSpPr/>
              <p:nvPr/>
            </p:nvSpPr>
            <p:spPr>
              <a:xfrm rot="-755217">
                <a:off x="9596121" y="3115870"/>
                <a:ext cx="19828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24" h="27" extrusionOk="0">
                    <a:moveTo>
                      <a:pt x="1" y="2"/>
                    </a:moveTo>
                    <a:cubicBezTo>
                      <a:pt x="16" y="2"/>
                      <a:pt x="20" y="14"/>
                      <a:pt x="23" y="26"/>
                    </a:cubicBezTo>
                    <a:cubicBezTo>
                      <a:pt x="7" y="25"/>
                      <a:pt x="0" y="17"/>
                      <a:pt x="2" y="0"/>
                    </a:cubicBezTo>
                    <a:lnTo>
                      <a:pt x="1" y="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2" name="Google Shape;5522;p47"/>
              <p:cNvSpPr/>
              <p:nvPr/>
            </p:nvSpPr>
            <p:spPr>
              <a:xfrm rot="-755217">
                <a:off x="9827584" y="3409445"/>
                <a:ext cx="20654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25" h="27" extrusionOk="0">
                    <a:moveTo>
                      <a:pt x="2" y="1"/>
                    </a:moveTo>
                    <a:cubicBezTo>
                      <a:pt x="17" y="3"/>
                      <a:pt x="21" y="14"/>
                      <a:pt x="24" y="26"/>
                    </a:cubicBezTo>
                    <a:cubicBezTo>
                      <a:pt x="8" y="25"/>
                      <a:pt x="0" y="17"/>
                      <a:pt x="3" y="0"/>
                    </a:cubicBezTo>
                    <a:lnTo>
                      <a:pt x="2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3" name="Google Shape;5523;p47"/>
              <p:cNvSpPr/>
              <p:nvPr/>
            </p:nvSpPr>
            <p:spPr>
              <a:xfrm rot="-755217">
                <a:off x="8594762" y="2383832"/>
                <a:ext cx="19828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24" h="28" extrusionOk="0">
                    <a:moveTo>
                      <a:pt x="23" y="27"/>
                    </a:moveTo>
                    <a:cubicBezTo>
                      <a:pt x="9" y="18"/>
                      <a:pt x="0" y="13"/>
                      <a:pt x="1" y="1"/>
                    </a:cubicBezTo>
                    <a:cubicBezTo>
                      <a:pt x="14" y="0"/>
                      <a:pt x="18" y="9"/>
                      <a:pt x="23" y="2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4" name="Google Shape;5524;p47"/>
              <p:cNvSpPr/>
              <p:nvPr/>
            </p:nvSpPr>
            <p:spPr>
              <a:xfrm rot="-755217">
                <a:off x="8869734" y="3228519"/>
                <a:ext cx="23958" cy="23131"/>
              </a:xfrm>
              <a:custGeom>
                <a:avLst/>
                <a:gdLst/>
                <a:ahLst/>
                <a:cxnLst/>
                <a:rect l="l" t="t" r="r" b="b"/>
                <a:pathLst>
                  <a:path w="29" h="28" extrusionOk="0">
                    <a:moveTo>
                      <a:pt x="28" y="21"/>
                    </a:moveTo>
                    <a:cubicBezTo>
                      <a:pt x="15" y="27"/>
                      <a:pt x="8" y="18"/>
                      <a:pt x="0" y="12"/>
                    </a:cubicBezTo>
                    <a:cubicBezTo>
                      <a:pt x="15" y="0"/>
                      <a:pt x="19" y="21"/>
                      <a:pt x="28" y="2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5" name="Google Shape;5525;p47"/>
              <p:cNvSpPr/>
              <p:nvPr/>
            </p:nvSpPr>
            <p:spPr>
              <a:xfrm rot="-755217">
                <a:off x="9633132" y="2940851"/>
                <a:ext cx="28089" cy="28088"/>
              </a:xfrm>
              <a:custGeom>
                <a:avLst/>
                <a:gdLst/>
                <a:ahLst/>
                <a:cxnLst/>
                <a:rect l="l" t="t" r="r" b="b"/>
                <a:pathLst>
                  <a:path w="34" h="34" extrusionOk="0">
                    <a:moveTo>
                      <a:pt x="31" y="33"/>
                    </a:moveTo>
                    <a:cubicBezTo>
                      <a:pt x="15" y="30"/>
                      <a:pt x="11" y="16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7" y="0"/>
                      <a:pt x="12" y="1"/>
                      <a:pt x="17" y="4"/>
                    </a:cubicBezTo>
                    <a:cubicBezTo>
                      <a:pt x="22" y="7"/>
                      <a:pt x="26" y="11"/>
                      <a:pt x="29" y="16"/>
                    </a:cubicBezTo>
                    <a:cubicBezTo>
                      <a:pt x="31" y="21"/>
                      <a:pt x="33" y="26"/>
                      <a:pt x="33" y="31"/>
                    </a:cubicBezTo>
                    <a:lnTo>
                      <a:pt x="33" y="32"/>
                    </a:lnTo>
                    <a:lnTo>
                      <a:pt x="31" y="33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6" name="Google Shape;5526;p47"/>
              <p:cNvSpPr/>
              <p:nvPr/>
            </p:nvSpPr>
            <p:spPr>
              <a:xfrm rot="-755217">
                <a:off x="8820992" y="3326546"/>
                <a:ext cx="23958" cy="19826"/>
              </a:xfrm>
              <a:custGeom>
                <a:avLst/>
                <a:gdLst/>
                <a:ahLst/>
                <a:cxnLst/>
                <a:rect l="l" t="t" r="r" b="b"/>
                <a:pathLst>
                  <a:path w="29" h="24" extrusionOk="0">
                    <a:moveTo>
                      <a:pt x="0" y="0"/>
                    </a:moveTo>
                    <a:cubicBezTo>
                      <a:pt x="18" y="5"/>
                      <a:pt x="27" y="8"/>
                      <a:pt x="28" y="21"/>
                    </a:cubicBezTo>
                    <a:cubicBezTo>
                      <a:pt x="15" y="23"/>
                      <a:pt x="9" y="14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7" name="Google Shape;5527;p47"/>
              <p:cNvSpPr/>
              <p:nvPr/>
            </p:nvSpPr>
            <p:spPr>
              <a:xfrm rot="-755217">
                <a:off x="8701668" y="3432108"/>
                <a:ext cx="14871" cy="22305"/>
              </a:xfrm>
              <a:custGeom>
                <a:avLst/>
                <a:gdLst/>
                <a:ahLst/>
                <a:cxnLst/>
                <a:rect l="l" t="t" r="r" b="b"/>
                <a:pathLst>
                  <a:path w="18" h="27" extrusionOk="0">
                    <a:moveTo>
                      <a:pt x="15" y="26"/>
                    </a:moveTo>
                    <a:cubicBezTo>
                      <a:pt x="4" y="20"/>
                      <a:pt x="4" y="10"/>
                      <a:pt x="0" y="2"/>
                    </a:cubicBezTo>
                    <a:cubicBezTo>
                      <a:pt x="4" y="2"/>
                      <a:pt x="8" y="0"/>
                      <a:pt x="10" y="2"/>
                    </a:cubicBezTo>
                    <a:cubicBezTo>
                      <a:pt x="11" y="3"/>
                      <a:pt x="12" y="5"/>
                      <a:pt x="13" y="6"/>
                    </a:cubicBezTo>
                    <a:cubicBezTo>
                      <a:pt x="15" y="10"/>
                      <a:pt x="17" y="14"/>
                      <a:pt x="17" y="18"/>
                    </a:cubicBezTo>
                    <a:cubicBezTo>
                      <a:pt x="17" y="21"/>
                      <a:pt x="16" y="24"/>
                      <a:pt x="15" y="2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8" name="Google Shape;5528;p47"/>
              <p:cNvSpPr/>
              <p:nvPr/>
            </p:nvSpPr>
            <p:spPr>
              <a:xfrm rot="-755217">
                <a:off x="9293293" y="3250435"/>
                <a:ext cx="27263" cy="27261"/>
              </a:xfrm>
              <a:custGeom>
                <a:avLst/>
                <a:gdLst/>
                <a:ahLst/>
                <a:cxnLst/>
                <a:rect l="l" t="t" r="r" b="b"/>
                <a:pathLst>
                  <a:path w="33" h="33" extrusionOk="0">
                    <a:moveTo>
                      <a:pt x="31" y="31"/>
                    </a:moveTo>
                    <a:cubicBezTo>
                      <a:pt x="15" y="31"/>
                      <a:pt x="9" y="18"/>
                      <a:pt x="0" y="0"/>
                    </a:cubicBezTo>
                    <a:cubicBezTo>
                      <a:pt x="19" y="7"/>
                      <a:pt x="32" y="13"/>
                      <a:pt x="30" y="32"/>
                    </a:cubicBezTo>
                    <a:lnTo>
                      <a:pt x="31" y="3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9" name="Google Shape;5529;p47"/>
              <p:cNvSpPr/>
              <p:nvPr/>
            </p:nvSpPr>
            <p:spPr>
              <a:xfrm rot="-755217">
                <a:off x="9644980" y="3789736"/>
                <a:ext cx="20654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25" h="36" extrusionOk="0">
                    <a:moveTo>
                      <a:pt x="5" y="0"/>
                    </a:moveTo>
                    <a:cubicBezTo>
                      <a:pt x="16" y="11"/>
                      <a:pt x="24" y="20"/>
                      <a:pt x="16" y="35"/>
                    </a:cubicBezTo>
                    <a:cubicBezTo>
                      <a:pt x="9" y="25"/>
                      <a:pt x="0" y="17"/>
                      <a:pt x="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0" name="Google Shape;5530;p47"/>
              <p:cNvSpPr/>
              <p:nvPr/>
            </p:nvSpPr>
            <p:spPr>
              <a:xfrm rot="-755217">
                <a:off x="8665529" y="2534853"/>
                <a:ext cx="19001" cy="21479"/>
              </a:xfrm>
              <a:custGeom>
                <a:avLst/>
                <a:gdLst/>
                <a:ahLst/>
                <a:cxnLst/>
                <a:rect l="l" t="t" r="r" b="b"/>
                <a:pathLst>
                  <a:path w="23" h="26" extrusionOk="0">
                    <a:moveTo>
                      <a:pt x="6" y="0"/>
                    </a:moveTo>
                    <a:cubicBezTo>
                      <a:pt x="13" y="5"/>
                      <a:pt x="22" y="9"/>
                      <a:pt x="20" y="20"/>
                    </a:cubicBezTo>
                    <a:cubicBezTo>
                      <a:pt x="20" y="24"/>
                      <a:pt x="15" y="25"/>
                      <a:pt x="12" y="22"/>
                    </a:cubicBezTo>
                    <a:cubicBezTo>
                      <a:pt x="8" y="16"/>
                      <a:pt x="4" y="11"/>
                      <a:pt x="0" y="5"/>
                    </a:cubicBezTo>
                    <a:cubicBezTo>
                      <a:pt x="2" y="3"/>
                      <a:pt x="4" y="1"/>
                      <a:pt x="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1" name="Google Shape;5531;p47"/>
              <p:cNvSpPr/>
              <p:nvPr/>
            </p:nvSpPr>
            <p:spPr>
              <a:xfrm rot="-755217">
                <a:off x="8039877" y="2839384"/>
                <a:ext cx="23132" cy="40479"/>
              </a:xfrm>
              <a:custGeom>
                <a:avLst/>
                <a:gdLst/>
                <a:ahLst/>
                <a:cxnLst/>
                <a:rect l="l" t="t" r="r" b="b"/>
                <a:pathLst>
                  <a:path w="28" h="49" extrusionOk="0">
                    <a:moveTo>
                      <a:pt x="4" y="0"/>
                    </a:moveTo>
                    <a:cubicBezTo>
                      <a:pt x="18" y="9"/>
                      <a:pt x="23" y="23"/>
                      <a:pt x="27" y="48"/>
                    </a:cubicBezTo>
                    <a:cubicBezTo>
                      <a:pt x="8" y="29"/>
                      <a:pt x="0" y="17"/>
                      <a:pt x="5" y="0"/>
                    </a:cubicBezTo>
                    <a:lnTo>
                      <a:pt x="4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2" name="Google Shape;5532;p47"/>
              <p:cNvSpPr/>
              <p:nvPr/>
            </p:nvSpPr>
            <p:spPr>
              <a:xfrm rot="-755217">
                <a:off x="7514989" y="2504148"/>
                <a:ext cx="44612" cy="199917"/>
              </a:xfrm>
              <a:custGeom>
                <a:avLst/>
                <a:gdLst/>
                <a:ahLst/>
                <a:cxnLst/>
                <a:rect l="l" t="t" r="r" b="b"/>
                <a:pathLst>
                  <a:path w="54" h="242" extrusionOk="0">
                    <a:moveTo>
                      <a:pt x="19" y="217"/>
                    </a:moveTo>
                    <a:cubicBezTo>
                      <a:pt x="53" y="184"/>
                      <a:pt x="38" y="149"/>
                      <a:pt x="40" y="119"/>
                    </a:cubicBezTo>
                    <a:cubicBezTo>
                      <a:pt x="42" y="88"/>
                      <a:pt x="34" y="55"/>
                      <a:pt x="52" y="26"/>
                    </a:cubicBezTo>
                    <a:cubicBezTo>
                      <a:pt x="52" y="90"/>
                      <a:pt x="47" y="155"/>
                      <a:pt x="52" y="219"/>
                    </a:cubicBezTo>
                    <a:cubicBezTo>
                      <a:pt x="52" y="236"/>
                      <a:pt x="43" y="230"/>
                      <a:pt x="33" y="234"/>
                    </a:cubicBezTo>
                    <a:cubicBezTo>
                      <a:pt x="15" y="241"/>
                      <a:pt x="10" y="237"/>
                      <a:pt x="7" y="221"/>
                    </a:cubicBezTo>
                    <a:cubicBezTo>
                      <a:pt x="3" y="199"/>
                      <a:pt x="1" y="178"/>
                      <a:pt x="0" y="156"/>
                    </a:cubicBezTo>
                    <a:cubicBezTo>
                      <a:pt x="0" y="153"/>
                      <a:pt x="0" y="149"/>
                      <a:pt x="0" y="146"/>
                    </a:cubicBezTo>
                    <a:cubicBezTo>
                      <a:pt x="0" y="97"/>
                      <a:pt x="6" y="48"/>
                      <a:pt x="17" y="0"/>
                    </a:cubicBezTo>
                    <a:cubicBezTo>
                      <a:pt x="16" y="69"/>
                      <a:pt x="14" y="140"/>
                      <a:pt x="19" y="21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3" name="Google Shape;5533;p47"/>
              <p:cNvSpPr/>
              <p:nvPr/>
            </p:nvSpPr>
            <p:spPr>
              <a:xfrm rot="-755217">
                <a:off x="7509754" y="2275401"/>
                <a:ext cx="63613" cy="123089"/>
              </a:xfrm>
              <a:custGeom>
                <a:avLst/>
                <a:gdLst/>
                <a:ahLst/>
                <a:cxnLst/>
                <a:rect l="l" t="t" r="r" b="b"/>
                <a:pathLst>
                  <a:path w="77" h="149" extrusionOk="0">
                    <a:moveTo>
                      <a:pt x="49" y="148"/>
                    </a:moveTo>
                    <a:cubicBezTo>
                      <a:pt x="61" y="125"/>
                      <a:pt x="51" y="108"/>
                      <a:pt x="35" y="90"/>
                    </a:cubicBezTo>
                    <a:cubicBezTo>
                      <a:pt x="27" y="82"/>
                      <a:pt x="21" y="74"/>
                      <a:pt x="15" y="65"/>
                    </a:cubicBezTo>
                    <a:cubicBezTo>
                      <a:pt x="5" y="47"/>
                      <a:pt x="0" y="27"/>
                      <a:pt x="0" y="6"/>
                    </a:cubicBezTo>
                    <a:cubicBezTo>
                      <a:pt x="0" y="5"/>
                      <a:pt x="0" y="4"/>
                      <a:pt x="0" y="2"/>
                    </a:cubicBezTo>
                    <a:cubicBezTo>
                      <a:pt x="20" y="0"/>
                      <a:pt x="16" y="14"/>
                      <a:pt x="19" y="23"/>
                    </a:cubicBezTo>
                    <a:cubicBezTo>
                      <a:pt x="25" y="41"/>
                      <a:pt x="23" y="62"/>
                      <a:pt x="52" y="65"/>
                    </a:cubicBezTo>
                    <a:cubicBezTo>
                      <a:pt x="70" y="67"/>
                      <a:pt x="63" y="89"/>
                      <a:pt x="63" y="102"/>
                    </a:cubicBezTo>
                    <a:cubicBezTo>
                      <a:pt x="62" y="115"/>
                      <a:pt x="76" y="140"/>
                      <a:pt x="48" y="146"/>
                    </a:cubicBezTo>
                    <a:lnTo>
                      <a:pt x="49" y="148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4" name="Google Shape;5534;p47"/>
              <p:cNvSpPr/>
              <p:nvPr/>
            </p:nvSpPr>
            <p:spPr>
              <a:xfrm rot="-755217">
                <a:off x="7750467" y="2358192"/>
                <a:ext cx="90050" cy="10904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32" extrusionOk="0">
                    <a:moveTo>
                      <a:pt x="0" y="4"/>
                    </a:moveTo>
                    <a:cubicBezTo>
                      <a:pt x="4" y="2"/>
                      <a:pt x="6" y="0"/>
                      <a:pt x="8" y="0"/>
                    </a:cubicBezTo>
                    <a:cubicBezTo>
                      <a:pt x="23" y="0"/>
                      <a:pt x="37" y="4"/>
                      <a:pt x="50" y="12"/>
                    </a:cubicBezTo>
                    <a:cubicBezTo>
                      <a:pt x="63" y="19"/>
                      <a:pt x="73" y="29"/>
                      <a:pt x="81" y="42"/>
                    </a:cubicBezTo>
                    <a:cubicBezTo>
                      <a:pt x="89" y="55"/>
                      <a:pt x="92" y="70"/>
                      <a:pt x="92" y="85"/>
                    </a:cubicBezTo>
                    <a:cubicBezTo>
                      <a:pt x="94" y="98"/>
                      <a:pt x="108" y="108"/>
                      <a:pt x="106" y="124"/>
                    </a:cubicBezTo>
                    <a:cubicBezTo>
                      <a:pt x="92" y="131"/>
                      <a:pt x="90" y="121"/>
                      <a:pt x="87" y="113"/>
                    </a:cubicBezTo>
                    <a:cubicBezTo>
                      <a:pt x="80" y="94"/>
                      <a:pt x="73" y="75"/>
                      <a:pt x="67" y="56"/>
                    </a:cubicBezTo>
                    <a:cubicBezTo>
                      <a:pt x="61" y="37"/>
                      <a:pt x="56" y="19"/>
                      <a:pt x="27" y="30"/>
                    </a:cubicBezTo>
                    <a:cubicBezTo>
                      <a:pt x="15" y="34"/>
                      <a:pt x="4" y="21"/>
                      <a:pt x="0" y="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5" name="Google Shape;5535;p47"/>
              <p:cNvSpPr/>
              <p:nvPr/>
            </p:nvSpPr>
            <p:spPr>
              <a:xfrm rot="-755217">
                <a:off x="7593185" y="2511104"/>
                <a:ext cx="44612" cy="120611"/>
              </a:xfrm>
              <a:custGeom>
                <a:avLst/>
                <a:gdLst/>
                <a:ahLst/>
                <a:cxnLst/>
                <a:rect l="l" t="t" r="r" b="b"/>
                <a:pathLst>
                  <a:path w="54" h="146" extrusionOk="0">
                    <a:moveTo>
                      <a:pt x="50" y="129"/>
                    </a:moveTo>
                    <a:cubicBezTo>
                      <a:pt x="30" y="115"/>
                      <a:pt x="42" y="84"/>
                      <a:pt x="16" y="68"/>
                    </a:cubicBezTo>
                    <a:lnTo>
                      <a:pt x="16" y="145"/>
                    </a:lnTo>
                    <a:cubicBezTo>
                      <a:pt x="0" y="81"/>
                      <a:pt x="3" y="57"/>
                      <a:pt x="36" y="0"/>
                    </a:cubicBezTo>
                    <a:cubicBezTo>
                      <a:pt x="36" y="50"/>
                      <a:pt x="53" y="88"/>
                      <a:pt x="49" y="130"/>
                    </a:cubicBezTo>
                    <a:lnTo>
                      <a:pt x="50" y="1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6" name="Google Shape;5536;p47"/>
              <p:cNvSpPr/>
              <p:nvPr/>
            </p:nvSpPr>
            <p:spPr>
              <a:xfrm rot="-755217">
                <a:off x="7480020" y="2488779"/>
                <a:ext cx="21480" cy="170177"/>
              </a:xfrm>
              <a:custGeom>
                <a:avLst/>
                <a:gdLst/>
                <a:ahLst/>
                <a:cxnLst/>
                <a:rect l="l" t="t" r="r" b="b"/>
                <a:pathLst>
                  <a:path w="26" h="206" extrusionOk="0">
                    <a:moveTo>
                      <a:pt x="3" y="205"/>
                    </a:moveTo>
                    <a:cubicBezTo>
                      <a:pt x="1" y="187"/>
                      <a:pt x="0" y="168"/>
                      <a:pt x="0" y="149"/>
                    </a:cubicBezTo>
                    <a:cubicBezTo>
                      <a:pt x="0" y="98"/>
                      <a:pt x="8" y="48"/>
                      <a:pt x="25" y="0"/>
                    </a:cubicBezTo>
                    <a:cubicBezTo>
                      <a:pt x="22" y="68"/>
                      <a:pt x="4" y="135"/>
                      <a:pt x="3" y="205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7" name="Google Shape;5537;p47"/>
              <p:cNvSpPr/>
              <p:nvPr/>
            </p:nvSpPr>
            <p:spPr>
              <a:xfrm rot="-755217">
                <a:off x="7631353" y="2328067"/>
                <a:ext cx="52047" cy="107393"/>
              </a:xfrm>
              <a:custGeom>
                <a:avLst/>
                <a:gdLst/>
                <a:ahLst/>
                <a:cxnLst/>
                <a:rect l="l" t="t" r="r" b="b"/>
                <a:pathLst>
                  <a:path w="63" h="130" extrusionOk="0">
                    <a:moveTo>
                      <a:pt x="0" y="0"/>
                    </a:moveTo>
                    <a:cubicBezTo>
                      <a:pt x="19" y="21"/>
                      <a:pt x="27" y="48"/>
                      <a:pt x="51" y="64"/>
                    </a:cubicBezTo>
                    <a:cubicBezTo>
                      <a:pt x="29" y="90"/>
                      <a:pt x="52" y="108"/>
                      <a:pt x="62" y="129"/>
                    </a:cubicBezTo>
                    <a:cubicBezTo>
                      <a:pt x="14" y="98"/>
                      <a:pt x="19" y="43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8" name="Google Shape;5538;p47"/>
              <p:cNvSpPr/>
              <p:nvPr/>
            </p:nvSpPr>
            <p:spPr>
              <a:xfrm rot="-755217">
                <a:off x="7592185" y="2343448"/>
                <a:ext cx="39655" cy="121437"/>
              </a:xfrm>
              <a:custGeom>
                <a:avLst/>
                <a:gdLst/>
                <a:ahLst/>
                <a:cxnLst/>
                <a:rect l="l" t="t" r="r" b="b"/>
                <a:pathLst>
                  <a:path w="48" h="147" extrusionOk="0">
                    <a:moveTo>
                      <a:pt x="0" y="0"/>
                    </a:moveTo>
                    <a:cubicBezTo>
                      <a:pt x="16" y="48"/>
                      <a:pt x="47" y="91"/>
                      <a:pt x="31" y="146"/>
                    </a:cubicBezTo>
                    <a:cubicBezTo>
                      <a:pt x="1" y="101"/>
                      <a:pt x="9" y="48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9" name="Google Shape;5539;p47"/>
              <p:cNvSpPr/>
              <p:nvPr/>
            </p:nvSpPr>
            <p:spPr>
              <a:xfrm rot="-755217">
                <a:off x="7673207" y="2455635"/>
                <a:ext cx="47090" cy="114002"/>
              </a:xfrm>
              <a:custGeom>
                <a:avLst/>
                <a:gdLst/>
                <a:ahLst/>
                <a:cxnLst/>
                <a:rect l="l" t="t" r="r" b="b"/>
                <a:pathLst>
                  <a:path w="57" h="138" extrusionOk="0">
                    <a:moveTo>
                      <a:pt x="5" y="0"/>
                    </a:moveTo>
                    <a:cubicBezTo>
                      <a:pt x="19" y="48"/>
                      <a:pt x="25" y="96"/>
                      <a:pt x="56" y="137"/>
                    </a:cubicBezTo>
                    <a:cubicBezTo>
                      <a:pt x="40" y="126"/>
                      <a:pt x="26" y="112"/>
                      <a:pt x="16" y="95"/>
                    </a:cubicBezTo>
                    <a:cubicBezTo>
                      <a:pt x="5" y="77"/>
                      <a:pt x="0" y="56"/>
                      <a:pt x="0" y="35"/>
                    </a:cubicBezTo>
                    <a:cubicBezTo>
                      <a:pt x="0" y="23"/>
                      <a:pt x="2" y="11"/>
                      <a:pt x="5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0" name="Google Shape;5540;p47"/>
              <p:cNvSpPr/>
              <p:nvPr/>
            </p:nvSpPr>
            <p:spPr>
              <a:xfrm rot="-755217">
                <a:off x="7572900" y="2538264"/>
                <a:ext cx="21480" cy="167699"/>
              </a:xfrm>
              <a:custGeom>
                <a:avLst/>
                <a:gdLst/>
                <a:ahLst/>
                <a:cxnLst/>
                <a:rect l="l" t="t" r="r" b="b"/>
                <a:pathLst>
                  <a:path w="26" h="203" extrusionOk="0">
                    <a:moveTo>
                      <a:pt x="14" y="0"/>
                    </a:moveTo>
                    <a:cubicBezTo>
                      <a:pt x="21" y="67"/>
                      <a:pt x="12" y="135"/>
                      <a:pt x="25" y="202"/>
                    </a:cubicBezTo>
                    <a:cubicBezTo>
                      <a:pt x="0" y="136"/>
                      <a:pt x="12" y="69"/>
                      <a:pt x="14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1" name="Google Shape;5541;p47"/>
              <p:cNvSpPr/>
              <p:nvPr/>
            </p:nvSpPr>
            <p:spPr>
              <a:xfrm rot="-755217">
                <a:off x="7644155" y="2475324"/>
                <a:ext cx="35524" cy="118959"/>
              </a:xfrm>
              <a:custGeom>
                <a:avLst/>
                <a:gdLst/>
                <a:ahLst/>
                <a:cxnLst/>
                <a:rect l="l" t="t" r="r" b="b"/>
                <a:pathLst>
                  <a:path w="43" h="144" extrusionOk="0">
                    <a:moveTo>
                      <a:pt x="42" y="143"/>
                    </a:moveTo>
                    <a:cubicBezTo>
                      <a:pt x="33" y="134"/>
                      <a:pt x="25" y="124"/>
                      <a:pt x="19" y="113"/>
                    </a:cubicBezTo>
                    <a:cubicBezTo>
                      <a:pt x="6" y="92"/>
                      <a:pt x="0" y="67"/>
                      <a:pt x="0" y="43"/>
                    </a:cubicBezTo>
                    <a:cubicBezTo>
                      <a:pt x="0" y="28"/>
                      <a:pt x="2" y="14"/>
                      <a:pt x="6" y="0"/>
                    </a:cubicBezTo>
                    <a:cubicBezTo>
                      <a:pt x="11" y="49"/>
                      <a:pt x="23" y="97"/>
                      <a:pt x="42" y="14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2" name="Google Shape;5542;p47"/>
              <p:cNvSpPr/>
              <p:nvPr/>
            </p:nvSpPr>
            <p:spPr>
              <a:xfrm rot="-755217">
                <a:off x="7485598" y="2338134"/>
                <a:ext cx="35524" cy="125568"/>
              </a:xfrm>
              <a:custGeom>
                <a:avLst/>
                <a:gdLst/>
                <a:ahLst/>
                <a:cxnLst/>
                <a:rect l="l" t="t" r="r" b="b"/>
                <a:pathLst>
                  <a:path w="43" h="152" extrusionOk="0">
                    <a:moveTo>
                      <a:pt x="20" y="151"/>
                    </a:moveTo>
                    <a:cubicBezTo>
                      <a:pt x="0" y="87"/>
                      <a:pt x="7" y="40"/>
                      <a:pt x="42" y="0"/>
                    </a:cubicBezTo>
                    <a:cubicBezTo>
                      <a:pt x="36" y="54"/>
                      <a:pt x="15" y="100"/>
                      <a:pt x="20" y="1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3" name="Google Shape;5543;p47"/>
              <p:cNvSpPr/>
              <p:nvPr/>
            </p:nvSpPr>
            <p:spPr>
              <a:xfrm rot="-755217">
                <a:off x="7530886" y="2381898"/>
                <a:ext cx="19828" cy="96654"/>
              </a:xfrm>
              <a:custGeom>
                <a:avLst/>
                <a:gdLst/>
                <a:ahLst/>
                <a:cxnLst/>
                <a:rect l="l" t="t" r="r" b="b"/>
                <a:pathLst>
                  <a:path w="24" h="117" extrusionOk="0">
                    <a:moveTo>
                      <a:pt x="11" y="0"/>
                    </a:moveTo>
                    <a:cubicBezTo>
                      <a:pt x="21" y="38"/>
                      <a:pt x="11" y="79"/>
                      <a:pt x="23" y="116"/>
                    </a:cubicBezTo>
                    <a:cubicBezTo>
                      <a:pt x="20" y="113"/>
                      <a:pt x="18" y="109"/>
                      <a:pt x="16" y="106"/>
                    </a:cubicBezTo>
                    <a:cubicBezTo>
                      <a:pt x="6" y="88"/>
                      <a:pt x="0" y="68"/>
                      <a:pt x="0" y="47"/>
                    </a:cubicBezTo>
                    <a:cubicBezTo>
                      <a:pt x="0" y="31"/>
                      <a:pt x="4" y="15"/>
                      <a:pt x="11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4" name="Google Shape;5544;p47"/>
              <p:cNvSpPr/>
              <p:nvPr/>
            </p:nvSpPr>
            <p:spPr>
              <a:xfrm rot="-755217">
                <a:off x="7705235" y="2457909"/>
                <a:ext cx="42960" cy="85915"/>
              </a:xfrm>
              <a:custGeom>
                <a:avLst/>
                <a:gdLst/>
                <a:ahLst/>
                <a:cxnLst/>
                <a:rect l="l" t="t" r="r" b="b"/>
                <a:pathLst>
                  <a:path w="52" h="104" extrusionOk="0">
                    <a:moveTo>
                      <a:pt x="51" y="103"/>
                    </a:moveTo>
                    <a:cubicBezTo>
                      <a:pt x="23" y="74"/>
                      <a:pt x="0" y="43"/>
                      <a:pt x="5" y="0"/>
                    </a:cubicBezTo>
                    <a:cubicBezTo>
                      <a:pt x="25" y="32"/>
                      <a:pt x="31" y="72"/>
                      <a:pt x="51" y="103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5" name="Google Shape;5545;p47"/>
              <p:cNvSpPr/>
              <p:nvPr/>
            </p:nvSpPr>
            <p:spPr>
              <a:xfrm rot="-755217">
                <a:off x="7562583" y="2391371"/>
                <a:ext cx="22306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27" h="107" extrusionOk="0">
                    <a:moveTo>
                      <a:pt x="11" y="0"/>
                    </a:moveTo>
                    <a:cubicBezTo>
                      <a:pt x="20" y="35"/>
                      <a:pt x="11" y="72"/>
                      <a:pt x="26" y="106"/>
                    </a:cubicBezTo>
                    <a:cubicBezTo>
                      <a:pt x="20" y="101"/>
                      <a:pt x="15" y="94"/>
                      <a:pt x="11" y="87"/>
                    </a:cubicBezTo>
                    <a:cubicBezTo>
                      <a:pt x="4" y="75"/>
                      <a:pt x="0" y="60"/>
                      <a:pt x="0" y="45"/>
                    </a:cubicBezTo>
                    <a:cubicBezTo>
                      <a:pt x="0" y="30"/>
                      <a:pt x="4" y="15"/>
                      <a:pt x="11" y="3"/>
                    </a:cubicBezTo>
                    <a:cubicBezTo>
                      <a:pt x="12" y="2"/>
                      <a:pt x="12" y="1"/>
                      <a:pt x="13" y="0"/>
                    </a:cubicBezTo>
                    <a:lnTo>
                      <a:pt x="11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6" name="Google Shape;5546;p47"/>
              <p:cNvSpPr/>
              <p:nvPr/>
            </p:nvSpPr>
            <p:spPr>
              <a:xfrm rot="-755217">
                <a:off x="7741144" y="2321104"/>
                <a:ext cx="54526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66" h="52" extrusionOk="0">
                    <a:moveTo>
                      <a:pt x="65" y="44"/>
                    </a:moveTo>
                    <a:cubicBezTo>
                      <a:pt x="35" y="51"/>
                      <a:pt x="24" y="26"/>
                      <a:pt x="0" y="9"/>
                    </a:cubicBezTo>
                    <a:cubicBezTo>
                      <a:pt x="40" y="0"/>
                      <a:pt x="45" y="35"/>
                      <a:pt x="65" y="4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7" name="Google Shape;5547;p47"/>
              <p:cNvSpPr/>
              <p:nvPr/>
            </p:nvSpPr>
            <p:spPr>
              <a:xfrm rot="-755217">
                <a:off x="7747665" y="2445449"/>
                <a:ext cx="22306" cy="68567"/>
              </a:xfrm>
              <a:custGeom>
                <a:avLst/>
                <a:gdLst/>
                <a:ahLst/>
                <a:cxnLst/>
                <a:rect l="l" t="t" r="r" b="b"/>
                <a:pathLst>
                  <a:path w="27" h="83" extrusionOk="0">
                    <a:moveTo>
                      <a:pt x="26" y="82"/>
                    </a:moveTo>
                    <a:cubicBezTo>
                      <a:pt x="23" y="77"/>
                      <a:pt x="20" y="73"/>
                      <a:pt x="17" y="68"/>
                    </a:cubicBezTo>
                    <a:cubicBezTo>
                      <a:pt x="6" y="48"/>
                      <a:pt x="0" y="26"/>
                      <a:pt x="0" y="4"/>
                    </a:cubicBezTo>
                    <a:cubicBezTo>
                      <a:pt x="0" y="3"/>
                      <a:pt x="0" y="1"/>
                      <a:pt x="0" y="0"/>
                    </a:cubicBezTo>
                    <a:cubicBezTo>
                      <a:pt x="23" y="30"/>
                      <a:pt x="18" y="58"/>
                      <a:pt x="26" y="8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8" name="Google Shape;5548;p47"/>
              <p:cNvSpPr/>
              <p:nvPr/>
            </p:nvSpPr>
            <p:spPr>
              <a:xfrm rot="-755217">
                <a:off x="7696911" y="2282429"/>
                <a:ext cx="33046" cy="29740"/>
              </a:xfrm>
              <a:custGeom>
                <a:avLst/>
                <a:gdLst/>
                <a:ahLst/>
                <a:cxnLst/>
                <a:rect l="l" t="t" r="r" b="b"/>
                <a:pathLst>
                  <a:path w="40" h="36" extrusionOk="0">
                    <a:moveTo>
                      <a:pt x="0" y="4"/>
                    </a:moveTo>
                    <a:cubicBezTo>
                      <a:pt x="3" y="2"/>
                      <a:pt x="5" y="0"/>
                      <a:pt x="6" y="0"/>
                    </a:cubicBezTo>
                    <a:cubicBezTo>
                      <a:pt x="17" y="6"/>
                      <a:pt x="28" y="13"/>
                      <a:pt x="39" y="20"/>
                    </a:cubicBezTo>
                    <a:cubicBezTo>
                      <a:pt x="39" y="20"/>
                      <a:pt x="36" y="27"/>
                      <a:pt x="34" y="28"/>
                    </a:cubicBezTo>
                    <a:cubicBezTo>
                      <a:pt x="11" y="35"/>
                      <a:pt x="9" y="16"/>
                      <a:pt x="0" y="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9" name="Google Shape;5549;p47"/>
              <p:cNvSpPr/>
              <p:nvPr/>
            </p:nvSpPr>
            <p:spPr>
              <a:xfrm rot="-755217">
                <a:off x="7766947" y="2427650"/>
                <a:ext cx="25611" cy="33870"/>
              </a:xfrm>
              <a:custGeom>
                <a:avLst/>
                <a:gdLst/>
                <a:ahLst/>
                <a:cxnLst/>
                <a:rect l="l" t="t" r="r" b="b"/>
                <a:pathLst>
                  <a:path w="31" h="41" extrusionOk="0">
                    <a:moveTo>
                      <a:pt x="0" y="0"/>
                    </a:moveTo>
                    <a:cubicBezTo>
                      <a:pt x="1" y="1"/>
                      <a:pt x="3" y="1"/>
                      <a:pt x="4" y="2"/>
                    </a:cubicBezTo>
                    <a:cubicBezTo>
                      <a:pt x="14" y="8"/>
                      <a:pt x="21" y="16"/>
                      <a:pt x="27" y="25"/>
                    </a:cubicBezTo>
                    <a:cubicBezTo>
                      <a:pt x="28" y="27"/>
                      <a:pt x="29" y="30"/>
                      <a:pt x="30" y="32"/>
                    </a:cubicBezTo>
                    <a:cubicBezTo>
                      <a:pt x="28" y="38"/>
                      <a:pt x="24" y="40"/>
                      <a:pt x="19" y="36"/>
                    </a:cubicBezTo>
                    <a:cubicBezTo>
                      <a:pt x="14" y="32"/>
                      <a:pt x="10" y="27"/>
                      <a:pt x="6" y="21"/>
                    </a:cubicBezTo>
                    <a:cubicBezTo>
                      <a:pt x="3" y="15"/>
                      <a:pt x="0" y="7"/>
                      <a:pt x="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0" name="Google Shape;5550;p47"/>
              <p:cNvSpPr/>
              <p:nvPr/>
            </p:nvSpPr>
            <p:spPr>
              <a:xfrm rot="-755217">
                <a:off x="7709230" y="2375775"/>
                <a:ext cx="14871" cy="38827"/>
              </a:xfrm>
              <a:custGeom>
                <a:avLst/>
                <a:gdLst/>
                <a:ahLst/>
                <a:cxnLst/>
                <a:rect l="l" t="t" r="r" b="b"/>
                <a:pathLst>
                  <a:path w="18" h="47" extrusionOk="0">
                    <a:moveTo>
                      <a:pt x="17" y="46"/>
                    </a:moveTo>
                    <a:cubicBezTo>
                      <a:pt x="14" y="42"/>
                      <a:pt x="12" y="37"/>
                      <a:pt x="9" y="33"/>
                    </a:cubicBezTo>
                    <a:cubicBezTo>
                      <a:pt x="7" y="29"/>
                      <a:pt x="4" y="24"/>
                      <a:pt x="2" y="20"/>
                    </a:cubicBezTo>
                    <a:cubicBezTo>
                      <a:pt x="1" y="17"/>
                      <a:pt x="0" y="14"/>
                      <a:pt x="0" y="11"/>
                    </a:cubicBezTo>
                    <a:cubicBezTo>
                      <a:pt x="0" y="8"/>
                      <a:pt x="1" y="5"/>
                      <a:pt x="2" y="2"/>
                    </a:cubicBezTo>
                    <a:cubicBezTo>
                      <a:pt x="3" y="1"/>
                      <a:pt x="3" y="0"/>
                      <a:pt x="4" y="0"/>
                    </a:cubicBezTo>
                    <a:cubicBezTo>
                      <a:pt x="5" y="1"/>
                      <a:pt x="6" y="2"/>
                      <a:pt x="7" y="4"/>
                    </a:cubicBezTo>
                    <a:cubicBezTo>
                      <a:pt x="14" y="16"/>
                      <a:pt x="17" y="30"/>
                      <a:pt x="17" y="44"/>
                    </a:cubicBezTo>
                    <a:cubicBezTo>
                      <a:pt x="17" y="45"/>
                      <a:pt x="17" y="46"/>
                      <a:pt x="17" y="46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1" name="Google Shape;5551;p47"/>
              <p:cNvSpPr/>
              <p:nvPr/>
            </p:nvSpPr>
            <p:spPr>
              <a:xfrm rot="-755217">
                <a:off x="7646471" y="2609882"/>
                <a:ext cx="21480" cy="31392"/>
              </a:xfrm>
              <a:custGeom>
                <a:avLst/>
                <a:gdLst/>
                <a:ahLst/>
                <a:cxnLst/>
                <a:rect l="l" t="t" r="r" b="b"/>
                <a:pathLst>
                  <a:path w="26" h="38" extrusionOk="0">
                    <a:moveTo>
                      <a:pt x="0" y="1"/>
                    </a:moveTo>
                    <a:cubicBezTo>
                      <a:pt x="16" y="4"/>
                      <a:pt x="12" y="21"/>
                      <a:pt x="25" y="37"/>
                    </a:cubicBezTo>
                    <a:cubicBezTo>
                      <a:pt x="1" y="27"/>
                      <a:pt x="0" y="14"/>
                      <a:pt x="1" y="0"/>
                    </a:cubicBezTo>
                    <a:lnTo>
                      <a:pt x="0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2" name="Google Shape;5552;p47"/>
              <p:cNvSpPr/>
              <p:nvPr/>
            </p:nvSpPr>
            <p:spPr>
              <a:xfrm rot="-755217">
                <a:off x="9656314" y="4081620"/>
                <a:ext cx="28089" cy="85089"/>
              </a:xfrm>
              <a:custGeom>
                <a:avLst/>
                <a:gdLst/>
                <a:ahLst/>
                <a:cxnLst/>
                <a:rect l="l" t="t" r="r" b="b"/>
                <a:pathLst>
                  <a:path w="34" h="103" extrusionOk="0">
                    <a:moveTo>
                      <a:pt x="7" y="102"/>
                    </a:moveTo>
                    <a:cubicBezTo>
                      <a:pt x="0" y="64"/>
                      <a:pt x="22" y="33"/>
                      <a:pt x="33" y="0"/>
                    </a:cubicBezTo>
                    <a:cubicBezTo>
                      <a:pt x="33" y="35"/>
                      <a:pt x="24" y="70"/>
                      <a:pt x="7" y="101"/>
                    </a:cubicBezTo>
                    <a:lnTo>
                      <a:pt x="7" y="10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3" name="Google Shape;5553;p47"/>
              <p:cNvSpPr/>
              <p:nvPr/>
            </p:nvSpPr>
            <p:spPr>
              <a:xfrm rot="-755217">
                <a:off x="9671593" y="3996984"/>
                <a:ext cx="23132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28" h="52" extrusionOk="0">
                    <a:moveTo>
                      <a:pt x="20" y="0"/>
                    </a:moveTo>
                    <a:cubicBezTo>
                      <a:pt x="27" y="23"/>
                      <a:pt x="16" y="34"/>
                      <a:pt x="7" y="51"/>
                    </a:cubicBezTo>
                    <a:cubicBezTo>
                      <a:pt x="0" y="28"/>
                      <a:pt x="12" y="17"/>
                      <a:pt x="20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4" name="Google Shape;5554;p47"/>
              <p:cNvSpPr/>
              <p:nvPr/>
            </p:nvSpPr>
            <p:spPr>
              <a:xfrm rot="-755217">
                <a:off x="10712035" y="3968271"/>
                <a:ext cx="42960" cy="53697"/>
              </a:xfrm>
              <a:custGeom>
                <a:avLst/>
                <a:gdLst/>
                <a:ahLst/>
                <a:cxnLst/>
                <a:rect l="l" t="t" r="r" b="b"/>
                <a:pathLst>
                  <a:path w="52" h="65" extrusionOk="0">
                    <a:moveTo>
                      <a:pt x="0" y="62"/>
                    </a:moveTo>
                    <a:cubicBezTo>
                      <a:pt x="23" y="9"/>
                      <a:pt x="23" y="9"/>
                      <a:pt x="51" y="0"/>
                    </a:cubicBezTo>
                    <a:cubicBezTo>
                      <a:pt x="48" y="7"/>
                      <a:pt x="45" y="14"/>
                      <a:pt x="41" y="20"/>
                    </a:cubicBezTo>
                    <a:cubicBezTo>
                      <a:pt x="31" y="38"/>
                      <a:pt x="18" y="52"/>
                      <a:pt x="2" y="64"/>
                    </a:cubicBezTo>
                    <a:lnTo>
                      <a:pt x="0" y="62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5" name="Google Shape;5555;p47"/>
              <p:cNvSpPr/>
              <p:nvPr/>
            </p:nvSpPr>
            <p:spPr>
              <a:xfrm rot="-755217">
                <a:off x="10491631" y="3939081"/>
                <a:ext cx="56178" cy="130524"/>
              </a:xfrm>
              <a:custGeom>
                <a:avLst/>
                <a:gdLst/>
                <a:ahLst/>
                <a:cxnLst/>
                <a:rect l="l" t="t" r="r" b="b"/>
                <a:pathLst>
                  <a:path w="68" h="158" extrusionOk="0">
                    <a:moveTo>
                      <a:pt x="0" y="157"/>
                    </a:moveTo>
                    <a:cubicBezTo>
                      <a:pt x="10" y="112"/>
                      <a:pt x="26" y="69"/>
                      <a:pt x="49" y="29"/>
                    </a:cubicBezTo>
                    <a:cubicBezTo>
                      <a:pt x="55" y="19"/>
                      <a:pt x="61" y="10"/>
                      <a:pt x="67" y="0"/>
                    </a:cubicBezTo>
                    <a:cubicBezTo>
                      <a:pt x="56" y="48"/>
                      <a:pt x="37" y="93"/>
                      <a:pt x="13" y="135"/>
                    </a:cubicBezTo>
                    <a:cubicBezTo>
                      <a:pt x="9" y="143"/>
                      <a:pt x="4" y="150"/>
                      <a:pt x="0" y="157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6" name="Google Shape;5556;p47"/>
              <p:cNvSpPr/>
              <p:nvPr/>
            </p:nvSpPr>
            <p:spPr>
              <a:xfrm rot="-755217">
                <a:off x="10582569" y="3742364"/>
                <a:ext cx="47090" cy="88393"/>
              </a:xfrm>
              <a:custGeom>
                <a:avLst/>
                <a:gdLst/>
                <a:ahLst/>
                <a:cxnLst/>
                <a:rect l="l" t="t" r="r" b="b"/>
                <a:pathLst>
                  <a:path w="57" h="107" extrusionOk="0">
                    <a:moveTo>
                      <a:pt x="56" y="0"/>
                    </a:moveTo>
                    <a:cubicBezTo>
                      <a:pt x="50" y="22"/>
                      <a:pt x="41" y="44"/>
                      <a:pt x="30" y="64"/>
                    </a:cubicBezTo>
                    <a:cubicBezTo>
                      <a:pt x="21" y="79"/>
                      <a:pt x="11" y="93"/>
                      <a:pt x="0" y="106"/>
                    </a:cubicBezTo>
                    <a:cubicBezTo>
                      <a:pt x="4" y="83"/>
                      <a:pt x="12" y="62"/>
                      <a:pt x="23" y="43"/>
                    </a:cubicBezTo>
                    <a:cubicBezTo>
                      <a:pt x="32" y="27"/>
                      <a:pt x="43" y="12"/>
                      <a:pt x="56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7" name="Google Shape;5557;p47"/>
              <p:cNvSpPr/>
              <p:nvPr/>
            </p:nvSpPr>
            <p:spPr>
              <a:xfrm rot="-755217">
                <a:off x="10524384" y="3868852"/>
                <a:ext cx="28915" cy="66914"/>
              </a:xfrm>
              <a:custGeom>
                <a:avLst/>
                <a:gdLst/>
                <a:ahLst/>
                <a:cxnLst/>
                <a:rect l="l" t="t" r="r" b="b"/>
                <a:pathLst>
                  <a:path w="35" h="81" extrusionOk="0">
                    <a:moveTo>
                      <a:pt x="0" y="80"/>
                    </a:moveTo>
                    <a:cubicBezTo>
                      <a:pt x="1" y="60"/>
                      <a:pt x="7" y="41"/>
                      <a:pt x="17" y="24"/>
                    </a:cubicBezTo>
                    <a:cubicBezTo>
                      <a:pt x="21" y="16"/>
                      <a:pt x="27" y="8"/>
                      <a:pt x="34" y="0"/>
                    </a:cubicBezTo>
                    <a:cubicBezTo>
                      <a:pt x="33" y="20"/>
                      <a:pt x="27" y="39"/>
                      <a:pt x="17" y="56"/>
                    </a:cubicBezTo>
                    <a:cubicBezTo>
                      <a:pt x="12" y="65"/>
                      <a:pt x="6" y="73"/>
                      <a:pt x="0" y="8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8" name="Google Shape;5558;p47"/>
              <p:cNvSpPr/>
              <p:nvPr/>
            </p:nvSpPr>
            <p:spPr>
              <a:xfrm rot="-755217">
                <a:off x="9586944" y="4001837"/>
                <a:ext cx="14045" cy="57001"/>
              </a:xfrm>
              <a:custGeom>
                <a:avLst/>
                <a:gdLst/>
                <a:ahLst/>
                <a:cxnLst/>
                <a:rect l="l" t="t" r="r" b="b"/>
                <a:pathLst>
                  <a:path w="17" h="69" extrusionOk="0">
                    <a:moveTo>
                      <a:pt x="0" y="68"/>
                    </a:moveTo>
                    <a:cubicBezTo>
                      <a:pt x="0" y="64"/>
                      <a:pt x="0" y="60"/>
                      <a:pt x="0" y="56"/>
                    </a:cubicBezTo>
                    <a:cubicBezTo>
                      <a:pt x="0" y="36"/>
                      <a:pt x="4" y="17"/>
                      <a:pt x="14" y="0"/>
                    </a:cubicBezTo>
                    <a:cubicBezTo>
                      <a:pt x="15" y="5"/>
                      <a:pt x="16" y="11"/>
                      <a:pt x="16" y="16"/>
                    </a:cubicBezTo>
                    <a:lnTo>
                      <a:pt x="16" y="17"/>
                    </a:lnTo>
                    <a:cubicBezTo>
                      <a:pt x="12" y="32"/>
                      <a:pt x="7" y="47"/>
                      <a:pt x="0" y="6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9" name="Google Shape;5559;p47"/>
              <p:cNvSpPr/>
              <p:nvPr/>
            </p:nvSpPr>
            <p:spPr>
              <a:xfrm rot="-755217">
                <a:off x="9834562" y="4056143"/>
                <a:ext cx="33872" cy="132177"/>
              </a:xfrm>
              <a:custGeom>
                <a:avLst/>
                <a:gdLst/>
                <a:ahLst/>
                <a:cxnLst/>
                <a:rect l="l" t="t" r="r" b="b"/>
                <a:pathLst>
                  <a:path w="41" h="160" extrusionOk="0">
                    <a:moveTo>
                      <a:pt x="2" y="159"/>
                    </a:moveTo>
                    <a:cubicBezTo>
                      <a:pt x="7" y="105"/>
                      <a:pt x="19" y="51"/>
                      <a:pt x="40" y="0"/>
                    </a:cubicBezTo>
                    <a:cubicBezTo>
                      <a:pt x="39" y="55"/>
                      <a:pt x="25" y="108"/>
                      <a:pt x="0" y="157"/>
                    </a:cubicBezTo>
                    <a:lnTo>
                      <a:pt x="2" y="15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0" name="Google Shape;5560;p47"/>
              <p:cNvSpPr/>
              <p:nvPr/>
            </p:nvSpPr>
            <p:spPr>
              <a:xfrm rot="-755217">
                <a:off x="9848173" y="4189182"/>
                <a:ext cx="12392" cy="58653"/>
              </a:xfrm>
              <a:custGeom>
                <a:avLst/>
                <a:gdLst/>
                <a:ahLst/>
                <a:cxnLst/>
                <a:rect l="l" t="t" r="r" b="b"/>
                <a:pathLst>
                  <a:path w="15" h="71" extrusionOk="0">
                    <a:moveTo>
                      <a:pt x="4" y="70"/>
                    </a:moveTo>
                    <a:cubicBezTo>
                      <a:pt x="1" y="62"/>
                      <a:pt x="0" y="53"/>
                      <a:pt x="0" y="43"/>
                    </a:cubicBezTo>
                    <a:cubicBezTo>
                      <a:pt x="0" y="28"/>
                      <a:pt x="4" y="13"/>
                      <a:pt x="11" y="0"/>
                    </a:cubicBezTo>
                    <a:cubicBezTo>
                      <a:pt x="13" y="9"/>
                      <a:pt x="14" y="18"/>
                      <a:pt x="14" y="26"/>
                    </a:cubicBezTo>
                    <a:cubicBezTo>
                      <a:pt x="14" y="42"/>
                      <a:pt x="11" y="57"/>
                      <a:pt x="4" y="7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1" name="Google Shape;5561;p47"/>
              <p:cNvSpPr/>
              <p:nvPr/>
            </p:nvSpPr>
            <p:spPr>
              <a:xfrm rot="-755217">
                <a:off x="10127471" y="2969600"/>
                <a:ext cx="17349" cy="2478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0" extrusionOk="0">
                    <a:moveTo>
                      <a:pt x="2" y="29"/>
                    </a:moveTo>
                    <a:cubicBezTo>
                      <a:pt x="1" y="26"/>
                      <a:pt x="0" y="23"/>
                      <a:pt x="0" y="19"/>
                    </a:cubicBezTo>
                    <a:cubicBezTo>
                      <a:pt x="0" y="11"/>
                      <a:pt x="0" y="0"/>
                      <a:pt x="13" y="5"/>
                    </a:cubicBezTo>
                    <a:cubicBezTo>
                      <a:pt x="20" y="7"/>
                      <a:pt x="17" y="18"/>
                      <a:pt x="13" y="23"/>
                    </a:cubicBezTo>
                    <a:cubicBezTo>
                      <a:pt x="9" y="29"/>
                      <a:pt x="4" y="27"/>
                      <a:pt x="0" y="29"/>
                    </a:cubicBezTo>
                    <a:lnTo>
                      <a:pt x="2" y="29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2" name="Google Shape;5562;p47"/>
              <p:cNvSpPr/>
              <p:nvPr/>
            </p:nvSpPr>
            <p:spPr>
              <a:xfrm rot="-755217">
                <a:off x="10132169" y="2993488"/>
                <a:ext cx="9914" cy="57827"/>
              </a:xfrm>
              <a:custGeom>
                <a:avLst/>
                <a:gdLst/>
                <a:ahLst/>
                <a:cxnLst/>
                <a:rect l="l" t="t" r="r" b="b"/>
                <a:pathLst>
                  <a:path w="12" h="70" extrusionOk="0">
                    <a:moveTo>
                      <a:pt x="6" y="0"/>
                    </a:moveTo>
                    <a:cubicBezTo>
                      <a:pt x="9" y="11"/>
                      <a:pt x="11" y="22"/>
                      <a:pt x="11" y="34"/>
                    </a:cubicBezTo>
                    <a:cubicBezTo>
                      <a:pt x="11" y="45"/>
                      <a:pt x="9" y="56"/>
                      <a:pt x="6" y="67"/>
                    </a:cubicBezTo>
                    <a:lnTo>
                      <a:pt x="6" y="69"/>
                    </a:lnTo>
                    <a:cubicBezTo>
                      <a:pt x="2" y="58"/>
                      <a:pt x="0" y="46"/>
                      <a:pt x="0" y="35"/>
                    </a:cubicBezTo>
                    <a:cubicBezTo>
                      <a:pt x="0" y="23"/>
                      <a:pt x="2" y="12"/>
                      <a:pt x="6" y="1"/>
                    </a:cubicBezTo>
                    <a:lnTo>
                      <a:pt x="6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3" name="Google Shape;5563;p47"/>
              <p:cNvSpPr/>
              <p:nvPr/>
            </p:nvSpPr>
            <p:spPr>
              <a:xfrm rot="-755217">
                <a:off x="10216457" y="3006297"/>
                <a:ext cx="20654" cy="42957"/>
              </a:xfrm>
              <a:custGeom>
                <a:avLst/>
                <a:gdLst/>
                <a:ahLst/>
                <a:cxnLst/>
                <a:rect l="l" t="t" r="r" b="b"/>
                <a:pathLst>
                  <a:path w="25" h="52" extrusionOk="0">
                    <a:moveTo>
                      <a:pt x="1" y="51"/>
                    </a:moveTo>
                    <a:cubicBezTo>
                      <a:pt x="0" y="48"/>
                      <a:pt x="0" y="45"/>
                      <a:pt x="0" y="42"/>
                    </a:cubicBezTo>
                    <a:cubicBezTo>
                      <a:pt x="0" y="33"/>
                      <a:pt x="2" y="25"/>
                      <a:pt x="7" y="17"/>
                    </a:cubicBezTo>
                    <a:cubicBezTo>
                      <a:pt x="11" y="10"/>
                      <a:pt x="17" y="4"/>
                      <a:pt x="24" y="0"/>
                    </a:cubicBezTo>
                    <a:cubicBezTo>
                      <a:pt x="15" y="16"/>
                      <a:pt x="16" y="37"/>
                      <a:pt x="1" y="5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4" name="Google Shape;5564;p47"/>
              <p:cNvSpPr/>
              <p:nvPr/>
            </p:nvSpPr>
            <p:spPr>
              <a:xfrm rot="-755217">
                <a:off x="7450174" y="1888830"/>
                <a:ext cx="20654" cy="48740"/>
              </a:xfrm>
              <a:custGeom>
                <a:avLst/>
                <a:gdLst/>
                <a:ahLst/>
                <a:cxnLst/>
                <a:rect l="l" t="t" r="r" b="b"/>
                <a:pathLst>
                  <a:path w="25" h="59" extrusionOk="0">
                    <a:moveTo>
                      <a:pt x="0" y="58"/>
                    </a:moveTo>
                    <a:cubicBezTo>
                      <a:pt x="0" y="55"/>
                      <a:pt x="0" y="53"/>
                      <a:pt x="0" y="51"/>
                    </a:cubicBezTo>
                    <a:cubicBezTo>
                      <a:pt x="0" y="39"/>
                      <a:pt x="4" y="28"/>
                      <a:pt x="9" y="18"/>
                    </a:cubicBezTo>
                    <a:cubicBezTo>
                      <a:pt x="13" y="11"/>
                      <a:pt x="18" y="5"/>
                      <a:pt x="24" y="0"/>
                    </a:cubicBezTo>
                    <a:cubicBezTo>
                      <a:pt x="24" y="1"/>
                      <a:pt x="24" y="2"/>
                      <a:pt x="24" y="3"/>
                    </a:cubicBezTo>
                    <a:cubicBezTo>
                      <a:pt x="24" y="16"/>
                      <a:pt x="20" y="29"/>
                      <a:pt x="14" y="40"/>
                    </a:cubicBezTo>
                    <a:cubicBezTo>
                      <a:pt x="10" y="47"/>
                      <a:pt x="5" y="53"/>
                      <a:pt x="0" y="58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65" name="Google Shape;5565;p47"/>
            <p:cNvGrpSpPr/>
            <p:nvPr/>
          </p:nvGrpSpPr>
          <p:grpSpPr>
            <a:xfrm>
              <a:off x="6414942" y="3379140"/>
              <a:ext cx="1542123" cy="2021747"/>
              <a:chOff x="6089760" y="2388960"/>
              <a:chExt cx="1000080" cy="1311120"/>
            </a:xfrm>
          </p:grpSpPr>
          <p:sp>
            <p:nvSpPr>
              <p:cNvPr id="5566" name="Google Shape;5566;p47"/>
              <p:cNvSpPr/>
              <p:nvPr/>
            </p:nvSpPr>
            <p:spPr>
              <a:xfrm>
                <a:off x="6567120" y="2880000"/>
                <a:ext cx="424800" cy="54000"/>
              </a:xfrm>
              <a:custGeom>
                <a:avLst/>
                <a:gdLst/>
                <a:ahLst/>
                <a:cxnLst/>
                <a:rect l="l" t="t" r="r" b="b"/>
                <a:pathLst>
                  <a:path w="1180" h="150" extrusionOk="0">
                    <a:moveTo>
                      <a:pt x="5" y="131"/>
                    </a:moveTo>
                    <a:cubicBezTo>
                      <a:pt x="193" y="149"/>
                      <a:pt x="392" y="125"/>
                      <a:pt x="580" y="107"/>
                    </a:cubicBezTo>
                    <a:cubicBezTo>
                      <a:pt x="776" y="88"/>
                      <a:pt x="978" y="68"/>
                      <a:pt x="1170" y="21"/>
                    </a:cubicBezTo>
                    <a:cubicBezTo>
                      <a:pt x="1171" y="21"/>
                      <a:pt x="1173" y="21"/>
                      <a:pt x="1174" y="20"/>
                    </a:cubicBezTo>
                    <a:cubicBezTo>
                      <a:pt x="1176" y="19"/>
                      <a:pt x="1177" y="18"/>
                      <a:pt x="1178" y="16"/>
                    </a:cubicBezTo>
                    <a:cubicBezTo>
                      <a:pt x="1179" y="14"/>
                      <a:pt x="1179" y="11"/>
                      <a:pt x="1179" y="10"/>
                    </a:cubicBezTo>
                    <a:cubicBezTo>
                      <a:pt x="1179" y="8"/>
                      <a:pt x="1179" y="7"/>
                      <a:pt x="1178" y="5"/>
                    </a:cubicBezTo>
                    <a:cubicBezTo>
                      <a:pt x="1177" y="3"/>
                      <a:pt x="1176" y="2"/>
                      <a:pt x="1174" y="1"/>
                    </a:cubicBezTo>
                    <a:cubicBezTo>
                      <a:pt x="1172" y="0"/>
                      <a:pt x="1170" y="0"/>
                      <a:pt x="1168" y="0"/>
                    </a:cubicBezTo>
                    <a:lnTo>
                      <a:pt x="1167" y="0"/>
                    </a:lnTo>
                    <a:cubicBezTo>
                      <a:pt x="973" y="25"/>
                      <a:pt x="782" y="61"/>
                      <a:pt x="588" y="80"/>
                    </a:cubicBezTo>
                    <a:cubicBezTo>
                      <a:pt x="493" y="90"/>
                      <a:pt x="397" y="98"/>
                      <a:pt x="301" y="103"/>
                    </a:cubicBezTo>
                    <a:cubicBezTo>
                      <a:pt x="203" y="109"/>
                      <a:pt x="103" y="108"/>
                      <a:pt x="5" y="121"/>
                    </a:cubicBezTo>
                    <a:cubicBezTo>
                      <a:pt x="4" y="121"/>
                      <a:pt x="3" y="121"/>
                      <a:pt x="2" y="122"/>
                    </a:cubicBezTo>
                    <a:cubicBezTo>
                      <a:pt x="1" y="123"/>
                      <a:pt x="1" y="122"/>
                      <a:pt x="0" y="123"/>
                    </a:cubicBezTo>
                    <a:cubicBezTo>
                      <a:pt x="0" y="124"/>
                      <a:pt x="0" y="125"/>
                      <a:pt x="0" y="126"/>
                    </a:cubicBezTo>
                    <a:cubicBezTo>
                      <a:pt x="0" y="127"/>
                      <a:pt x="0" y="128"/>
                      <a:pt x="0" y="128"/>
                    </a:cubicBezTo>
                    <a:cubicBezTo>
                      <a:pt x="1" y="129"/>
                      <a:pt x="1" y="130"/>
                      <a:pt x="2" y="130"/>
                    </a:cubicBezTo>
                    <a:cubicBezTo>
                      <a:pt x="4" y="131"/>
                      <a:pt x="4" y="131"/>
                      <a:pt x="5" y="13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7" name="Google Shape;5567;p47"/>
              <p:cNvSpPr/>
              <p:nvPr/>
            </p:nvSpPr>
            <p:spPr>
              <a:xfrm>
                <a:off x="6089760" y="2388960"/>
                <a:ext cx="1000080" cy="1311120"/>
              </a:xfrm>
              <a:custGeom>
                <a:avLst/>
                <a:gdLst/>
                <a:ahLst/>
                <a:cxnLst/>
                <a:rect l="l" t="t" r="r" b="b"/>
                <a:pathLst>
                  <a:path w="2778" h="3642" extrusionOk="0">
                    <a:moveTo>
                      <a:pt x="2768" y="2093"/>
                    </a:moveTo>
                    <a:cubicBezTo>
                      <a:pt x="2767" y="2066"/>
                      <a:pt x="2765" y="2038"/>
                      <a:pt x="2763" y="2011"/>
                    </a:cubicBezTo>
                    <a:cubicBezTo>
                      <a:pt x="2750" y="1807"/>
                      <a:pt x="2760" y="1603"/>
                      <a:pt x="2753" y="1399"/>
                    </a:cubicBezTo>
                    <a:cubicBezTo>
                      <a:pt x="2747" y="1250"/>
                      <a:pt x="2690" y="1123"/>
                      <a:pt x="2644" y="986"/>
                    </a:cubicBezTo>
                    <a:cubicBezTo>
                      <a:pt x="2595" y="843"/>
                      <a:pt x="2583" y="691"/>
                      <a:pt x="2553" y="544"/>
                    </a:cubicBezTo>
                    <a:cubicBezTo>
                      <a:pt x="2539" y="469"/>
                      <a:pt x="2514" y="397"/>
                      <a:pt x="2478" y="330"/>
                    </a:cubicBezTo>
                    <a:cubicBezTo>
                      <a:pt x="2434" y="255"/>
                      <a:pt x="2377" y="224"/>
                      <a:pt x="2311" y="175"/>
                    </a:cubicBezTo>
                    <a:cubicBezTo>
                      <a:pt x="2302" y="169"/>
                      <a:pt x="2292" y="163"/>
                      <a:pt x="2283" y="158"/>
                    </a:cubicBezTo>
                    <a:cubicBezTo>
                      <a:pt x="2238" y="132"/>
                      <a:pt x="2189" y="114"/>
                      <a:pt x="2139" y="104"/>
                    </a:cubicBezTo>
                    <a:cubicBezTo>
                      <a:pt x="2078" y="90"/>
                      <a:pt x="2016" y="76"/>
                      <a:pt x="1956" y="61"/>
                    </a:cubicBezTo>
                    <a:cubicBezTo>
                      <a:pt x="1841" y="32"/>
                      <a:pt x="1727" y="4"/>
                      <a:pt x="1608" y="2"/>
                    </a:cubicBezTo>
                    <a:cubicBezTo>
                      <a:pt x="1570" y="1"/>
                      <a:pt x="1532" y="0"/>
                      <a:pt x="1495" y="0"/>
                    </a:cubicBezTo>
                    <a:cubicBezTo>
                      <a:pt x="1342" y="0"/>
                      <a:pt x="1189" y="10"/>
                      <a:pt x="1038" y="31"/>
                    </a:cubicBezTo>
                    <a:cubicBezTo>
                      <a:pt x="904" y="51"/>
                      <a:pt x="770" y="70"/>
                      <a:pt x="640" y="112"/>
                    </a:cubicBezTo>
                    <a:cubicBezTo>
                      <a:pt x="588" y="130"/>
                      <a:pt x="537" y="153"/>
                      <a:pt x="489" y="181"/>
                    </a:cubicBezTo>
                    <a:cubicBezTo>
                      <a:pt x="487" y="182"/>
                      <a:pt x="485" y="183"/>
                      <a:pt x="484" y="184"/>
                    </a:cubicBezTo>
                    <a:cubicBezTo>
                      <a:pt x="456" y="201"/>
                      <a:pt x="431" y="222"/>
                      <a:pt x="410" y="247"/>
                    </a:cubicBezTo>
                    <a:cubicBezTo>
                      <a:pt x="406" y="250"/>
                      <a:pt x="403" y="254"/>
                      <a:pt x="400" y="258"/>
                    </a:cubicBezTo>
                    <a:cubicBezTo>
                      <a:pt x="396" y="266"/>
                      <a:pt x="394" y="274"/>
                      <a:pt x="394" y="283"/>
                    </a:cubicBezTo>
                    <a:cubicBezTo>
                      <a:pt x="394" y="291"/>
                      <a:pt x="396" y="300"/>
                      <a:pt x="400" y="307"/>
                    </a:cubicBezTo>
                    <a:cubicBezTo>
                      <a:pt x="402" y="309"/>
                      <a:pt x="403" y="312"/>
                      <a:pt x="405" y="314"/>
                    </a:cubicBezTo>
                    <a:cubicBezTo>
                      <a:pt x="403" y="313"/>
                      <a:pt x="401" y="313"/>
                      <a:pt x="399" y="313"/>
                    </a:cubicBezTo>
                    <a:cubicBezTo>
                      <a:pt x="389" y="313"/>
                      <a:pt x="380" y="316"/>
                      <a:pt x="372" y="321"/>
                    </a:cubicBezTo>
                    <a:cubicBezTo>
                      <a:pt x="364" y="325"/>
                      <a:pt x="357" y="332"/>
                      <a:pt x="352" y="340"/>
                    </a:cubicBezTo>
                    <a:cubicBezTo>
                      <a:pt x="350" y="343"/>
                      <a:pt x="349" y="347"/>
                      <a:pt x="348" y="350"/>
                    </a:cubicBezTo>
                    <a:cubicBezTo>
                      <a:pt x="330" y="405"/>
                      <a:pt x="301" y="455"/>
                      <a:pt x="278" y="508"/>
                    </a:cubicBezTo>
                    <a:cubicBezTo>
                      <a:pt x="267" y="535"/>
                      <a:pt x="261" y="565"/>
                      <a:pt x="248" y="593"/>
                    </a:cubicBezTo>
                    <a:cubicBezTo>
                      <a:pt x="245" y="598"/>
                      <a:pt x="244" y="605"/>
                      <a:pt x="244" y="611"/>
                    </a:cubicBezTo>
                    <a:cubicBezTo>
                      <a:pt x="244" y="615"/>
                      <a:pt x="244" y="618"/>
                      <a:pt x="245" y="621"/>
                    </a:cubicBezTo>
                    <a:cubicBezTo>
                      <a:pt x="246" y="629"/>
                      <a:pt x="247" y="637"/>
                      <a:pt x="247" y="645"/>
                    </a:cubicBezTo>
                    <a:cubicBezTo>
                      <a:pt x="247" y="662"/>
                      <a:pt x="244" y="679"/>
                      <a:pt x="237" y="695"/>
                    </a:cubicBezTo>
                    <a:cubicBezTo>
                      <a:pt x="217" y="767"/>
                      <a:pt x="201" y="841"/>
                      <a:pt x="190" y="916"/>
                    </a:cubicBezTo>
                    <a:cubicBezTo>
                      <a:pt x="186" y="949"/>
                      <a:pt x="179" y="981"/>
                      <a:pt x="168" y="1013"/>
                    </a:cubicBezTo>
                    <a:cubicBezTo>
                      <a:pt x="159" y="1037"/>
                      <a:pt x="138" y="1055"/>
                      <a:pt x="126" y="1078"/>
                    </a:cubicBezTo>
                    <a:cubicBezTo>
                      <a:pt x="117" y="1099"/>
                      <a:pt x="112" y="1122"/>
                      <a:pt x="112" y="1145"/>
                    </a:cubicBezTo>
                    <a:cubicBezTo>
                      <a:pt x="112" y="1151"/>
                      <a:pt x="112" y="1157"/>
                      <a:pt x="113" y="1163"/>
                    </a:cubicBezTo>
                    <a:cubicBezTo>
                      <a:pt x="111" y="1212"/>
                      <a:pt x="106" y="1260"/>
                      <a:pt x="97" y="1307"/>
                    </a:cubicBezTo>
                    <a:cubicBezTo>
                      <a:pt x="90" y="1361"/>
                      <a:pt x="83" y="1415"/>
                      <a:pt x="72" y="1468"/>
                    </a:cubicBezTo>
                    <a:cubicBezTo>
                      <a:pt x="66" y="1491"/>
                      <a:pt x="63" y="1516"/>
                      <a:pt x="63" y="1540"/>
                    </a:cubicBezTo>
                    <a:cubicBezTo>
                      <a:pt x="63" y="1556"/>
                      <a:pt x="64" y="1571"/>
                      <a:pt x="66" y="1586"/>
                    </a:cubicBezTo>
                    <a:cubicBezTo>
                      <a:pt x="82" y="1657"/>
                      <a:pt x="64" y="1724"/>
                      <a:pt x="59" y="1794"/>
                    </a:cubicBezTo>
                    <a:cubicBezTo>
                      <a:pt x="56" y="1842"/>
                      <a:pt x="52" y="1891"/>
                      <a:pt x="49" y="1939"/>
                    </a:cubicBezTo>
                    <a:cubicBezTo>
                      <a:pt x="47" y="1973"/>
                      <a:pt x="56" y="2013"/>
                      <a:pt x="35" y="2042"/>
                    </a:cubicBezTo>
                    <a:cubicBezTo>
                      <a:pt x="17" y="2066"/>
                      <a:pt x="0" y="2075"/>
                      <a:pt x="3" y="2107"/>
                    </a:cubicBezTo>
                    <a:cubicBezTo>
                      <a:pt x="12" y="2229"/>
                      <a:pt x="28" y="2349"/>
                      <a:pt x="50" y="2469"/>
                    </a:cubicBezTo>
                    <a:cubicBezTo>
                      <a:pt x="53" y="2489"/>
                      <a:pt x="59" y="2509"/>
                      <a:pt x="66" y="2529"/>
                    </a:cubicBezTo>
                    <a:cubicBezTo>
                      <a:pt x="92" y="2596"/>
                      <a:pt x="131" y="2659"/>
                      <a:pt x="158" y="2726"/>
                    </a:cubicBezTo>
                    <a:cubicBezTo>
                      <a:pt x="188" y="2799"/>
                      <a:pt x="216" y="2873"/>
                      <a:pt x="243" y="2947"/>
                    </a:cubicBezTo>
                    <a:cubicBezTo>
                      <a:pt x="263" y="2994"/>
                      <a:pt x="275" y="3043"/>
                      <a:pt x="279" y="3093"/>
                    </a:cubicBezTo>
                    <a:cubicBezTo>
                      <a:pt x="278" y="3103"/>
                      <a:pt x="278" y="3112"/>
                      <a:pt x="278" y="3122"/>
                    </a:cubicBezTo>
                    <a:cubicBezTo>
                      <a:pt x="278" y="3135"/>
                      <a:pt x="279" y="3148"/>
                      <a:pt x="280" y="3161"/>
                    </a:cubicBezTo>
                    <a:cubicBezTo>
                      <a:pt x="289" y="3185"/>
                      <a:pt x="300" y="3208"/>
                      <a:pt x="312" y="3230"/>
                    </a:cubicBezTo>
                    <a:cubicBezTo>
                      <a:pt x="329" y="3273"/>
                      <a:pt x="344" y="3317"/>
                      <a:pt x="355" y="3362"/>
                    </a:cubicBezTo>
                    <a:cubicBezTo>
                      <a:pt x="358" y="3374"/>
                      <a:pt x="363" y="3386"/>
                      <a:pt x="369" y="3397"/>
                    </a:cubicBezTo>
                    <a:cubicBezTo>
                      <a:pt x="380" y="3416"/>
                      <a:pt x="396" y="3432"/>
                      <a:pt x="416" y="3444"/>
                    </a:cubicBezTo>
                    <a:cubicBezTo>
                      <a:pt x="422" y="3447"/>
                      <a:pt x="429" y="3450"/>
                      <a:pt x="435" y="3453"/>
                    </a:cubicBezTo>
                    <a:cubicBezTo>
                      <a:pt x="471" y="3465"/>
                      <a:pt x="506" y="3480"/>
                      <a:pt x="539" y="3496"/>
                    </a:cubicBezTo>
                    <a:cubicBezTo>
                      <a:pt x="692" y="3578"/>
                      <a:pt x="858" y="3600"/>
                      <a:pt x="1023" y="3627"/>
                    </a:cubicBezTo>
                    <a:cubicBezTo>
                      <a:pt x="1083" y="3637"/>
                      <a:pt x="1144" y="3627"/>
                      <a:pt x="1203" y="3632"/>
                    </a:cubicBezTo>
                    <a:cubicBezTo>
                      <a:pt x="1258" y="3636"/>
                      <a:pt x="1313" y="3641"/>
                      <a:pt x="1368" y="3641"/>
                    </a:cubicBezTo>
                    <a:cubicBezTo>
                      <a:pt x="1369" y="3641"/>
                      <a:pt x="1370" y="3641"/>
                      <a:pt x="1371" y="3641"/>
                    </a:cubicBezTo>
                    <a:cubicBezTo>
                      <a:pt x="1452" y="3641"/>
                      <a:pt x="1534" y="3635"/>
                      <a:pt x="1615" y="3622"/>
                    </a:cubicBezTo>
                    <a:cubicBezTo>
                      <a:pt x="1694" y="3610"/>
                      <a:pt x="1774" y="3607"/>
                      <a:pt x="1854" y="3593"/>
                    </a:cubicBezTo>
                    <a:cubicBezTo>
                      <a:pt x="1952" y="3574"/>
                      <a:pt x="2049" y="3549"/>
                      <a:pt x="2144" y="3517"/>
                    </a:cubicBezTo>
                    <a:cubicBezTo>
                      <a:pt x="2179" y="3503"/>
                      <a:pt x="2216" y="3492"/>
                      <a:pt x="2253" y="3485"/>
                    </a:cubicBezTo>
                    <a:cubicBezTo>
                      <a:pt x="2263" y="3484"/>
                      <a:pt x="2273" y="3481"/>
                      <a:pt x="2282" y="3476"/>
                    </a:cubicBezTo>
                    <a:cubicBezTo>
                      <a:pt x="2286" y="3474"/>
                      <a:pt x="2290" y="3471"/>
                      <a:pt x="2294" y="3467"/>
                    </a:cubicBezTo>
                    <a:cubicBezTo>
                      <a:pt x="2350" y="3410"/>
                      <a:pt x="2398" y="3346"/>
                      <a:pt x="2438" y="3276"/>
                    </a:cubicBezTo>
                    <a:cubicBezTo>
                      <a:pt x="2469" y="3221"/>
                      <a:pt x="2492" y="3163"/>
                      <a:pt x="2519" y="3106"/>
                    </a:cubicBezTo>
                    <a:cubicBezTo>
                      <a:pt x="2523" y="3097"/>
                      <a:pt x="2527" y="3088"/>
                      <a:pt x="2530" y="3078"/>
                    </a:cubicBezTo>
                    <a:cubicBezTo>
                      <a:pt x="2531" y="3075"/>
                      <a:pt x="2531" y="3071"/>
                      <a:pt x="2531" y="3068"/>
                    </a:cubicBezTo>
                    <a:cubicBezTo>
                      <a:pt x="2531" y="3063"/>
                      <a:pt x="2530" y="3057"/>
                      <a:pt x="2528" y="3052"/>
                    </a:cubicBezTo>
                    <a:cubicBezTo>
                      <a:pt x="2539" y="3028"/>
                      <a:pt x="2554" y="2989"/>
                      <a:pt x="2568" y="2953"/>
                    </a:cubicBezTo>
                    <a:cubicBezTo>
                      <a:pt x="2645" y="2747"/>
                      <a:pt x="2673" y="2640"/>
                      <a:pt x="2703" y="2580"/>
                    </a:cubicBezTo>
                    <a:cubicBezTo>
                      <a:pt x="2775" y="2427"/>
                      <a:pt x="2777" y="2259"/>
                      <a:pt x="2768" y="2093"/>
                    </a:cubicBezTo>
                    <a:moveTo>
                      <a:pt x="2521" y="733"/>
                    </a:moveTo>
                    <a:cubicBezTo>
                      <a:pt x="2529" y="749"/>
                      <a:pt x="2536" y="765"/>
                      <a:pt x="2540" y="782"/>
                    </a:cubicBezTo>
                    <a:cubicBezTo>
                      <a:pt x="2551" y="863"/>
                      <a:pt x="2583" y="936"/>
                      <a:pt x="2605" y="1014"/>
                    </a:cubicBezTo>
                    <a:cubicBezTo>
                      <a:pt x="2631" y="1108"/>
                      <a:pt x="2632" y="1108"/>
                      <a:pt x="2540" y="1129"/>
                    </a:cubicBezTo>
                    <a:cubicBezTo>
                      <a:pt x="2486" y="1140"/>
                      <a:pt x="2432" y="1153"/>
                      <a:pt x="2379" y="1170"/>
                    </a:cubicBezTo>
                    <a:cubicBezTo>
                      <a:pt x="2355" y="1178"/>
                      <a:pt x="2343" y="1171"/>
                      <a:pt x="2329" y="1150"/>
                    </a:cubicBezTo>
                    <a:cubicBezTo>
                      <a:pt x="2315" y="1126"/>
                      <a:pt x="2305" y="1100"/>
                      <a:pt x="2299" y="1073"/>
                    </a:cubicBezTo>
                    <a:cubicBezTo>
                      <a:pt x="2282" y="1015"/>
                      <a:pt x="2266" y="957"/>
                      <a:pt x="2249" y="899"/>
                    </a:cubicBezTo>
                    <a:cubicBezTo>
                      <a:pt x="2246" y="885"/>
                      <a:pt x="2244" y="870"/>
                      <a:pt x="2242" y="856"/>
                    </a:cubicBezTo>
                    <a:cubicBezTo>
                      <a:pt x="2243" y="846"/>
                      <a:pt x="2244" y="839"/>
                      <a:pt x="2246" y="831"/>
                    </a:cubicBezTo>
                    <a:cubicBezTo>
                      <a:pt x="2253" y="773"/>
                      <a:pt x="2254" y="774"/>
                      <a:pt x="2311" y="761"/>
                    </a:cubicBezTo>
                    <a:cubicBezTo>
                      <a:pt x="2369" y="748"/>
                      <a:pt x="2428" y="732"/>
                      <a:pt x="2485" y="716"/>
                    </a:cubicBezTo>
                    <a:cubicBezTo>
                      <a:pt x="2488" y="714"/>
                      <a:pt x="2492" y="714"/>
                      <a:pt x="2495" y="714"/>
                    </a:cubicBezTo>
                    <a:cubicBezTo>
                      <a:pt x="2500" y="714"/>
                      <a:pt x="2504" y="714"/>
                      <a:pt x="2508" y="717"/>
                    </a:cubicBezTo>
                    <a:cubicBezTo>
                      <a:pt x="2512" y="719"/>
                      <a:pt x="2516" y="723"/>
                      <a:pt x="2518" y="727"/>
                    </a:cubicBezTo>
                    <a:cubicBezTo>
                      <a:pt x="2519" y="729"/>
                      <a:pt x="2520" y="731"/>
                      <a:pt x="2521" y="733"/>
                    </a:cubicBezTo>
                    <a:moveTo>
                      <a:pt x="530" y="1079"/>
                    </a:moveTo>
                    <a:cubicBezTo>
                      <a:pt x="521" y="986"/>
                      <a:pt x="538" y="900"/>
                      <a:pt x="603" y="828"/>
                    </a:cubicBezTo>
                    <a:cubicBezTo>
                      <a:pt x="606" y="823"/>
                      <a:pt x="611" y="819"/>
                      <a:pt x="616" y="816"/>
                    </a:cubicBezTo>
                    <a:cubicBezTo>
                      <a:pt x="622" y="812"/>
                      <a:pt x="629" y="811"/>
                      <a:pt x="636" y="811"/>
                    </a:cubicBezTo>
                    <a:cubicBezTo>
                      <a:pt x="640" y="811"/>
                      <a:pt x="645" y="811"/>
                      <a:pt x="649" y="813"/>
                    </a:cubicBezTo>
                    <a:cubicBezTo>
                      <a:pt x="754" y="850"/>
                      <a:pt x="866" y="850"/>
                      <a:pt x="973" y="868"/>
                    </a:cubicBezTo>
                    <a:cubicBezTo>
                      <a:pt x="1008" y="874"/>
                      <a:pt x="1043" y="874"/>
                      <a:pt x="1078" y="877"/>
                    </a:cubicBezTo>
                    <a:cubicBezTo>
                      <a:pt x="1097" y="879"/>
                      <a:pt x="1106" y="890"/>
                      <a:pt x="1101" y="908"/>
                    </a:cubicBezTo>
                    <a:cubicBezTo>
                      <a:pt x="1072" y="1010"/>
                      <a:pt x="1066" y="1115"/>
                      <a:pt x="1049" y="1218"/>
                    </a:cubicBezTo>
                    <a:cubicBezTo>
                      <a:pt x="1038" y="1280"/>
                      <a:pt x="1036" y="1282"/>
                      <a:pt x="969" y="1280"/>
                    </a:cubicBezTo>
                    <a:cubicBezTo>
                      <a:pt x="925" y="1284"/>
                      <a:pt x="882" y="1268"/>
                      <a:pt x="838" y="1262"/>
                    </a:cubicBezTo>
                    <a:cubicBezTo>
                      <a:pt x="746" y="1251"/>
                      <a:pt x="655" y="1232"/>
                      <a:pt x="566" y="1206"/>
                    </a:cubicBezTo>
                    <a:cubicBezTo>
                      <a:pt x="530" y="1195"/>
                      <a:pt x="525" y="1188"/>
                      <a:pt x="532" y="1152"/>
                    </a:cubicBezTo>
                    <a:cubicBezTo>
                      <a:pt x="533" y="1142"/>
                      <a:pt x="534" y="1132"/>
                      <a:pt x="534" y="1122"/>
                    </a:cubicBezTo>
                    <a:cubicBezTo>
                      <a:pt x="534" y="1108"/>
                      <a:pt x="532" y="1093"/>
                      <a:pt x="530" y="1079"/>
                    </a:cubicBezTo>
                    <a:moveTo>
                      <a:pt x="1086" y="1188"/>
                    </a:moveTo>
                    <a:cubicBezTo>
                      <a:pt x="1086" y="1185"/>
                      <a:pt x="1086" y="1183"/>
                      <a:pt x="1087" y="1170"/>
                    </a:cubicBezTo>
                    <a:cubicBezTo>
                      <a:pt x="1086" y="1088"/>
                      <a:pt x="1112" y="1003"/>
                      <a:pt x="1148" y="920"/>
                    </a:cubicBezTo>
                    <a:cubicBezTo>
                      <a:pt x="1149" y="915"/>
                      <a:pt x="1151" y="911"/>
                      <a:pt x="1153" y="907"/>
                    </a:cubicBezTo>
                    <a:cubicBezTo>
                      <a:pt x="1158" y="900"/>
                      <a:pt x="1164" y="893"/>
                      <a:pt x="1172" y="889"/>
                    </a:cubicBezTo>
                    <a:cubicBezTo>
                      <a:pt x="1180" y="884"/>
                      <a:pt x="1188" y="882"/>
                      <a:pt x="1198" y="882"/>
                    </a:cubicBezTo>
                    <a:cubicBezTo>
                      <a:pt x="1200" y="882"/>
                      <a:pt x="1202" y="882"/>
                      <a:pt x="1205" y="882"/>
                    </a:cubicBezTo>
                    <a:cubicBezTo>
                      <a:pt x="1238" y="884"/>
                      <a:pt x="1271" y="885"/>
                      <a:pt x="1305" y="885"/>
                    </a:cubicBezTo>
                    <a:cubicBezTo>
                      <a:pt x="1349" y="885"/>
                      <a:pt x="1393" y="883"/>
                      <a:pt x="1437" y="880"/>
                    </a:cubicBezTo>
                    <a:cubicBezTo>
                      <a:pt x="1481" y="879"/>
                      <a:pt x="1522" y="875"/>
                      <a:pt x="1564" y="874"/>
                    </a:cubicBezTo>
                    <a:cubicBezTo>
                      <a:pt x="1596" y="874"/>
                      <a:pt x="1601" y="877"/>
                      <a:pt x="1607" y="905"/>
                    </a:cubicBezTo>
                    <a:cubicBezTo>
                      <a:pt x="1634" y="1021"/>
                      <a:pt x="1655" y="1139"/>
                      <a:pt x="1668" y="1259"/>
                    </a:cubicBezTo>
                    <a:cubicBezTo>
                      <a:pt x="1671" y="1288"/>
                      <a:pt x="1662" y="1300"/>
                      <a:pt x="1633" y="1304"/>
                    </a:cubicBezTo>
                    <a:cubicBezTo>
                      <a:pt x="1632" y="1304"/>
                      <a:pt x="1630" y="1304"/>
                      <a:pt x="1629" y="1304"/>
                    </a:cubicBezTo>
                    <a:cubicBezTo>
                      <a:pt x="1628" y="1304"/>
                      <a:pt x="1627" y="1304"/>
                      <a:pt x="1625" y="1304"/>
                    </a:cubicBezTo>
                    <a:cubicBezTo>
                      <a:pt x="1531" y="1290"/>
                      <a:pt x="1436" y="1317"/>
                      <a:pt x="1341" y="1304"/>
                    </a:cubicBezTo>
                    <a:cubicBezTo>
                      <a:pt x="1298" y="1300"/>
                      <a:pt x="1255" y="1298"/>
                      <a:pt x="1212" y="1298"/>
                    </a:cubicBezTo>
                    <a:cubicBezTo>
                      <a:pt x="1202" y="1298"/>
                      <a:pt x="1193" y="1298"/>
                      <a:pt x="1184" y="1299"/>
                    </a:cubicBezTo>
                    <a:cubicBezTo>
                      <a:pt x="1088" y="1297"/>
                      <a:pt x="1078" y="1286"/>
                      <a:pt x="1086" y="1188"/>
                    </a:cubicBezTo>
                    <a:moveTo>
                      <a:pt x="1651" y="918"/>
                    </a:moveTo>
                    <a:cubicBezTo>
                      <a:pt x="1648" y="866"/>
                      <a:pt x="1648" y="864"/>
                      <a:pt x="1693" y="856"/>
                    </a:cubicBezTo>
                    <a:cubicBezTo>
                      <a:pt x="1839" y="833"/>
                      <a:pt x="1985" y="811"/>
                      <a:pt x="2131" y="788"/>
                    </a:cubicBezTo>
                    <a:cubicBezTo>
                      <a:pt x="2170" y="782"/>
                      <a:pt x="2187" y="793"/>
                      <a:pt x="2194" y="835"/>
                    </a:cubicBezTo>
                    <a:cubicBezTo>
                      <a:pt x="2211" y="943"/>
                      <a:pt x="2250" y="1047"/>
                      <a:pt x="2283" y="1152"/>
                    </a:cubicBezTo>
                    <a:cubicBezTo>
                      <a:pt x="2292" y="1182"/>
                      <a:pt x="2286" y="1196"/>
                      <a:pt x="2256" y="1202"/>
                    </a:cubicBezTo>
                    <a:cubicBezTo>
                      <a:pt x="2129" y="1230"/>
                      <a:pt x="2002" y="1260"/>
                      <a:pt x="1873" y="1279"/>
                    </a:cubicBezTo>
                    <a:cubicBezTo>
                      <a:pt x="1844" y="1283"/>
                      <a:pt x="1814" y="1289"/>
                      <a:pt x="1785" y="1294"/>
                    </a:cubicBezTo>
                    <a:cubicBezTo>
                      <a:pt x="1738" y="1301"/>
                      <a:pt x="1713" y="1283"/>
                      <a:pt x="1704" y="1238"/>
                    </a:cubicBezTo>
                    <a:cubicBezTo>
                      <a:pt x="1702" y="1229"/>
                      <a:pt x="1702" y="1220"/>
                      <a:pt x="1702" y="1211"/>
                    </a:cubicBezTo>
                    <a:cubicBezTo>
                      <a:pt x="1702" y="1210"/>
                      <a:pt x="1702" y="1209"/>
                      <a:pt x="1702" y="1208"/>
                    </a:cubicBezTo>
                    <a:cubicBezTo>
                      <a:pt x="1699" y="1155"/>
                      <a:pt x="1690" y="1103"/>
                      <a:pt x="1673" y="1053"/>
                    </a:cubicBezTo>
                    <a:cubicBezTo>
                      <a:pt x="1659" y="1014"/>
                      <a:pt x="1651" y="974"/>
                      <a:pt x="1651" y="932"/>
                    </a:cubicBezTo>
                    <a:cubicBezTo>
                      <a:pt x="1651" y="927"/>
                      <a:pt x="1652" y="923"/>
                      <a:pt x="1652" y="918"/>
                    </a:cubicBezTo>
                    <a:lnTo>
                      <a:pt x="1651" y="918"/>
                    </a:lnTo>
                    <a:moveTo>
                      <a:pt x="490" y="244"/>
                    </a:moveTo>
                    <a:cubicBezTo>
                      <a:pt x="615" y="138"/>
                      <a:pt x="796" y="111"/>
                      <a:pt x="952" y="82"/>
                    </a:cubicBezTo>
                    <a:cubicBezTo>
                      <a:pt x="1008" y="72"/>
                      <a:pt x="1063" y="63"/>
                      <a:pt x="1119" y="58"/>
                    </a:cubicBezTo>
                    <a:cubicBezTo>
                      <a:pt x="1164" y="53"/>
                      <a:pt x="1210" y="51"/>
                      <a:pt x="1255" y="49"/>
                    </a:cubicBezTo>
                    <a:cubicBezTo>
                      <a:pt x="1357" y="44"/>
                      <a:pt x="1459" y="33"/>
                      <a:pt x="1560" y="36"/>
                    </a:cubicBezTo>
                    <a:cubicBezTo>
                      <a:pt x="1666" y="41"/>
                      <a:pt x="1771" y="57"/>
                      <a:pt x="1874" y="83"/>
                    </a:cubicBezTo>
                    <a:cubicBezTo>
                      <a:pt x="1953" y="101"/>
                      <a:pt x="2033" y="117"/>
                      <a:pt x="2110" y="142"/>
                    </a:cubicBezTo>
                    <a:cubicBezTo>
                      <a:pt x="2181" y="163"/>
                      <a:pt x="2255" y="189"/>
                      <a:pt x="2311" y="240"/>
                    </a:cubicBezTo>
                    <a:cubicBezTo>
                      <a:pt x="2314" y="242"/>
                      <a:pt x="2317" y="245"/>
                      <a:pt x="2318" y="248"/>
                    </a:cubicBezTo>
                    <a:cubicBezTo>
                      <a:pt x="2319" y="249"/>
                      <a:pt x="2320" y="251"/>
                      <a:pt x="2321" y="253"/>
                    </a:cubicBezTo>
                    <a:cubicBezTo>
                      <a:pt x="2323" y="269"/>
                      <a:pt x="2292" y="287"/>
                      <a:pt x="2264" y="301"/>
                    </a:cubicBezTo>
                    <a:cubicBezTo>
                      <a:pt x="2263" y="299"/>
                      <a:pt x="2262" y="298"/>
                      <a:pt x="2261" y="298"/>
                    </a:cubicBezTo>
                    <a:cubicBezTo>
                      <a:pt x="2235" y="279"/>
                      <a:pt x="2209" y="262"/>
                      <a:pt x="2181" y="246"/>
                    </a:cubicBezTo>
                    <a:cubicBezTo>
                      <a:pt x="2122" y="212"/>
                      <a:pt x="2059" y="184"/>
                      <a:pt x="1994" y="165"/>
                    </a:cubicBezTo>
                    <a:cubicBezTo>
                      <a:pt x="1910" y="139"/>
                      <a:pt x="1804" y="112"/>
                      <a:pt x="1717" y="133"/>
                    </a:cubicBezTo>
                    <a:cubicBezTo>
                      <a:pt x="1716" y="133"/>
                      <a:pt x="1716" y="133"/>
                      <a:pt x="1716" y="134"/>
                    </a:cubicBezTo>
                    <a:cubicBezTo>
                      <a:pt x="1716" y="135"/>
                      <a:pt x="1716" y="135"/>
                      <a:pt x="1716" y="135"/>
                    </a:cubicBezTo>
                    <a:lnTo>
                      <a:pt x="1717" y="136"/>
                    </a:lnTo>
                    <a:cubicBezTo>
                      <a:pt x="1759" y="145"/>
                      <a:pt x="1802" y="144"/>
                      <a:pt x="1845" y="150"/>
                    </a:cubicBezTo>
                    <a:cubicBezTo>
                      <a:pt x="1896" y="158"/>
                      <a:pt x="1947" y="170"/>
                      <a:pt x="1996" y="186"/>
                    </a:cubicBezTo>
                    <a:cubicBezTo>
                      <a:pt x="2051" y="205"/>
                      <a:pt x="2104" y="229"/>
                      <a:pt x="2154" y="258"/>
                    </a:cubicBezTo>
                    <a:cubicBezTo>
                      <a:pt x="2183" y="274"/>
                      <a:pt x="2210" y="293"/>
                      <a:pt x="2237" y="312"/>
                    </a:cubicBezTo>
                    <a:cubicBezTo>
                      <a:pt x="2231" y="315"/>
                      <a:pt x="2225" y="318"/>
                      <a:pt x="2222" y="319"/>
                    </a:cubicBezTo>
                    <a:cubicBezTo>
                      <a:pt x="2179" y="343"/>
                      <a:pt x="2135" y="327"/>
                      <a:pt x="2089" y="317"/>
                    </a:cubicBezTo>
                    <a:cubicBezTo>
                      <a:pt x="2037" y="307"/>
                      <a:pt x="1985" y="297"/>
                      <a:pt x="1933" y="288"/>
                    </a:cubicBezTo>
                    <a:cubicBezTo>
                      <a:pt x="1805" y="266"/>
                      <a:pt x="1676" y="251"/>
                      <a:pt x="1546" y="245"/>
                    </a:cubicBezTo>
                    <a:cubicBezTo>
                      <a:pt x="1443" y="240"/>
                      <a:pt x="1341" y="239"/>
                      <a:pt x="1238" y="239"/>
                    </a:cubicBezTo>
                    <a:cubicBezTo>
                      <a:pt x="1139" y="239"/>
                      <a:pt x="1039" y="258"/>
                      <a:pt x="941" y="267"/>
                    </a:cubicBezTo>
                    <a:cubicBezTo>
                      <a:pt x="872" y="272"/>
                      <a:pt x="803" y="281"/>
                      <a:pt x="735" y="294"/>
                    </a:cubicBezTo>
                    <a:cubicBezTo>
                      <a:pt x="702" y="299"/>
                      <a:pt x="669" y="308"/>
                      <a:pt x="639" y="322"/>
                    </a:cubicBezTo>
                    <a:cubicBezTo>
                      <a:pt x="609" y="337"/>
                      <a:pt x="587" y="348"/>
                      <a:pt x="555" y="333"/>
                    </a:cubicBezTo>
                    <a:cubicBezTo>
                      <a:pt x="534" y="323"/>
                      <a:pt x="514" y="314"/>
                      <a:pt x="495" y="302"/>
                    </a:cubicBezTo>
                    <a:lnTo>
                      <a:pt x="490" y="298"/>
                    </a:lnTo>
                    <a:cubicBezTo>
                      <a:pt x="566" y="264"/>
                      <a:pt x="645" y="235"/>
                      <a:pt x="725" y="211"/>
                    </a:cubicBezTo>
                    <a:cubicBezTo>
                      <a:pt x="813" y="186"/>
                      <a:pt x="904" y="173"/>
                      <a:pt x="993" y="153"/>
                    </a:cubicBezTo>
                    <a:cubicBezTo>
                      <a:pt x="995" y="153"/>
                      <a:pt x="995" y="150"/>
                      <a:pt x="993" y="150"/>
                    </a:cubicBezTo>
                    <a:cubicBezTo>
                      <a:pt x="818" y="147"/>
                      <a:pt x="634" y="206"/>
                      <a:pt x="475" y="276"/>
                    </a:cubicBezTo>
                    <a:cubicBezTo>
                      <a:pt x="474" y="277"/>
                      <a:pt x="473" y="277"/>
                      <a:pt x="472" y="278"/>
                    </a:cubicBezTo>
                    <a:cubicBezTo>
                      <a:pt x="470" y="269"/>
                      <a:pt x="476" y="257"/>
                      <a:pt x="492" y="245"/>
                    </a:cubicBezTo>
                    <a:lnTo>
                      <a:pt x="490" y="244"/>
                    </a:lnTo>
                    <a:moveTo>
                      <a:pt x="2015" y="381"/>
                    </a:moveTo>
                    <a:cubicBezTo>
                      <a:pt x="2015" y="383"/>
                      <a:pt x="2012" y="385"/>
                      <a:pt x="2010" y="386"/>
                    </a:cubicBezTo>
                    <a:cubicBezTo>
                      <a:pt x="2010" y="387"/>
                      <a:pt x="2009" y="387"/>
                      <a:pt x="2008" y="388"/>
                    </a:cubicBezTo>
                    <a:cubicBezTo>
                      <a:pt x="2007" y="389"/>
                      <a:pt x="2005" y="389"/>
                      <a:pt x="2004" y="389"/>
                    </a:cubicBezTo>
                    <a:cubicBezTo>
                      <a:pt x="1918" y="392"/>
                      <a:pt x="1836" y="418"/>
                      <a:pt x="1750" y="420"/>
                    </a:cubicBezTo>
                    <a:cubicBezTo>
                      <a:pt x="1690" y="422"/>
                      <a:pt x="1630" y="428"/>
                      <a:pt x="1571" y="438"/>
                    </a:cubicBezTo>
                    <a:cubicBezTo>
                      <a:pt x="1479" y="453"/>
                      <a:pt x="1386" y="447"/>
                      <a:pt x="1294" y="446"/>
                    </a:cubicBezTo>
                    <a:cubicBezTo>
                      <a:pt x="1284" y="446"/>
                      <a:pt x="1274" y="446"/>
                      <a:pt x="1264" y="445"/>
                    </a:cubicBezTo>
                    <a:cubicBezTo>
                      <a:pt x="1194" y="442"/>
                      <a:pt x="1123" y="442"/>
                      <a:pt x="1053" y="437"/>
                    </a:cubicBezTo>
                    <a:cubicBezTo>
                      <a:pt x="1008" y="433"/>
                      <a:pt x="964" y="427"/>
                      <a:pt x="920" y="418"/>
                    </a:cubicBezTo>
                    <a:cubicBezTo>
                      <a:pt x="853" y="406"/>
                      <a:pt x="787" y="392"/>
                      <a:pt x="721" y="378"/>
                    </a:cubicBezTo>
                    <a:cubicBezTo>
                      <a:pt x="714" y="377"/>
                      <a:pt x="706" y="373"/>
                      <a:pt x="709" y="364"/>
                    </a:cubicBezTo>
                    <a:cubicBezTo>
                      <a:pt x="710" y="364"/>
                      <a:pt x="710" y="363"/>
                      <a:pt x="710" y="363"/>
                    </a:cubicBezTo>
                    <a:cubicBezTo>
                      <a:pt x="712" y="360"/>
                      <a:pt x="714" y="358"/>
                      <a:pt x="716" y="357"/>
                    </a:cubicBezTo>
                    <a:cubicBezTo>
                      <a:pt x="718" y="356"/>
                      <a:pt x="719" y="355"/>
                      <a:pt x="720" y="355"/>
                    </a:cubicBezTo>
                    <a:cubicBezTo>
                      <a:pt x="788" y="338"/>
                      <a:pt x="857" y="325"/>
                      <a:pt x="927" y="316"/>
                    </a:cubicBezTo>
                    <a:cubicBezTo>
                      <a:pt x="1106" y="296"/>
                      <a:pt x="1286" y="285"/>
                      <a:pt x="1467" y="284"/>
                    </a:cubicBezTo>
                    <a:cubicBezTo>
                      <a:pt x="1478" y="284"/>
                      <a:pt x="1489" y="284"/>
                      <a:pt x="1500" y="284"/>
                    </a:cubicBezTo>
                    <a:cubicBezTo>
                      <a:pt x="1584" y="284"/>
                      <a:pt x="1668" y="290"/>
                      <a:pt x="1750" y="304"/>
                    </a:cubicBezTo>
                    <a:cubicBezTo>
                      <a:pt x="1822" y="317"/>
                      <a:pt x="1893" y="333"/>
                      <a:pt x="1964" y="348"/>
                    </a:cubicBezTo>
                    <a:cubicBezTo>
                      <a:pt x="1977" y="349"/>
                      <a:pt x="1989" y="353"/>
                      <a:pt x="2000" y="359"/>
                    </a:cubicBezTo>
                    <a:cubicBezTo>
                      <a:pt x="2005" y="362"/>
                      <a:pt x="2008" y="364"/>
                      <a:pt x="2012" y="367"/>
                    </a:cubicBezTo>
                    <a:cubicBezTo>
                      <a:pt x="2016" y="372"/>
                      <a:pt x="2016" y="378"/>
                      <a:pt x="2016" y="383"/>
                    </a:cubicBezTo>
                    <a:lnTo>
                      <a:pt x="2015" y="381"/>
                    </a:lnTo>
                    <a:moveTo>
                      <a:pt x="305" y="548"/>
                    </a:moveTo>
                    <a:cubicBezTo>
                      <a:pt x="354" y="597"/>
                      <a:pt x="437" y="625"/>
                      <a:pt x="501" y="647"/>
                    </a:cubicBezTo>
                    <a:cubicBezTo>
                      <a:pt x="570" y="675"/>
                      <a:pt x="644" y="690"/>
                      <a:pt x="718" y="691"/>
                    </a:cubicBezTo>
                    <a:cubicBezTo>
                      <a:pt x="724" y="691"/>
                      <a:pt x="725" y="682"/>
                      <a:pt x="719" y="680"/>
                    </a:cubicBezTo>
                    <a:cubicBezTo>
                      <a:pt x="651" y="658"/>
                      <a:pt x="580" y="646"/>
                      <a:pt x="512" y="621"/>
                    </a:cubicBezTo>
                    <a:cubicBezTo>
                      <a:pt x="444" y="596"/>
                      <a:pt x="383" y="550"/>
                      <a:pt x="316" y="529"/>
                    </a:cubicBezTo>
                    <a:cubicBezTo>
                      <a:pt x="315" y="529"/>
                      <a:pt x="314" y="529"/>
                      <a:pt x="313" y="529"/>
                    </a:cubicBezTo>
                    <a:cubicBezTo>
                      <a:pt x="312" y="529"/>
                      <a:pt x="312" y="529"/>
                      <a:pt x="311" y="529"/>
                    </a:cubicBezTo>
                    <a:cubicBezTo>
                      <a:pt x="325" y="482"/>
                      <a:pt x="345" y="437"/>
                      <a:pt x="369" y="394"/>
                    </a:cubicBezTo>
                    <a:cubicBezTo>
                      <a:pt x="373" y="388"/>
                      <a:pt x="377" y="382"/>
                      <a:pt x="380" y="376"/>
                    </a:cubicBezTo>
                    <a:cubicBezTo>
                      <a:pt x="392" y="357"/>
                      <a:pt x="400" y="336"/>
                      <a:pt x="407" y="315"/>
                    </a:cubicBezTo>
                    <a:cubicBezTo>
                      <a:pt x="440" y="332"/>
                      <a:pt x="473" y="350"/>
                      <a:pt x="507" y="366"/>
                    </a:cubicBezTo>
                    <a:cubicBezTo>
                      <a:pt x="552" y="388"/>
                      <a:pt x="600" y="403"/>
                      <a:pt x="650" y="411"/>
                    </a:cubicBezTo>
                    <a:cubicBezTo>
                      <a:pt x="751" y="428"/>
                      <a:pt x="853" y="444"/>
                      <a:pt x="954" y="465"/>
                    </a:cubicBezTo>
                    <a:cubicBezTo>
                      <a:pt x="1014" y="474"/>
                      <a:pt x="1075" y="479"/>
                      <a:pt x="1136" y="479"/>
                    </a:cubicBezTo>
                    <a:cubicBezTo>
                      <a:pt x="1140" y="479"/>
                      <a:pt x="1145" y="479"/>
                      <a:pt x="1150" y="479"/>
                    </a:cubicBezTo>
                    <a:cubicBezTo>
                      <a:pt x="1235" y="482"/>
                      <a:pt x="1320" y="486"/>
                      <a:pt x="1406" y="485"/>
                    </a:cubicBezTo>
                    <a:cubicBezTo>
                      <a:pt x="1406" y="485"/>
                      <a:pt x="1407" y="485"/>
                      <a:pt x="1408" y="485"/>
                    </a:cubicBezTo>
                    <a:cubicBezTo>
                      <a:pt x="1515" y="485"/>
                      <a:pt x="1622" y="478"/>
                      <a:pt x="1728" y="465"/>
                    </a:cubicBezTo>
                    <a:cubicBezTo>
                      <a:pt x="1805" y="455"/>
                      <a:pt x="1882" y="446"/>
                      <a:pt x="1960" y="439"/>
                    </a:cubicBezTo>
                    <a:cubicBezTo>
                      <a:pt x="2079" y="428"/>
                      <a:pt x="2189" y="386"/>
                      <a:pt x="2296" y="336"/>
                    </a:cubicBezTo>
                    <a:cubicBezTo>
                      <a:pt x="2310" y="330"/>
                      <a:pt x="2322" y="322"/>
                      <a:pt x="2336" y="316"/>
                    </a:cubicBezTo>
                    <a:cubicBezTo>
                      <a:pt x="2373" y="302"/>
                      <a:pt x="2397" y="322"/>
                      <a:pt x="2413" y="351"/>
                    </a:cubicBezTo>
                    <a:cubicBezTo>
                      <a:pt x="2316" y="380"/>
                      <a:pt x="2223" y="421"/>
                      <a:pt x="2125" y="447"/>
                    </a:cubicBezTo>
                    <a:cubicBezTo>
                      <a:pt x="2018" y="474"/>
                      <a:pt x="1908" y="490"/>
                      <a:pt x="1799" y="514"/>
                    </a:cubicBezTo>
                    <a:lnTo>
                      <a:pt x="1798" y="514"/>
                    </a:lnTo>
                    <a:cubicBezTo>
                      <a:pt x="1798" y="514"/>
                      <a:pt x="1797" y="514"/>
                      <a:pt x="1797" y="515"/>
                    </a:cubicBezTo>
                    <a:lnTo>
                      <a:pt x="1797" y="516"/>
                    </a:lnTo>
                    <a:lnTo>
                      <a:pt x="1797" y="517"/>
                    </a:lnTo>
                    <a:cubicBezTo>
                      <a:pt x="1797" y="517"/>
                      <a:pt x="1798" y="517"/>
                      <a:pt x="1798" y="518"/>
                    </a:cubicBezTo>
                    <a:lnTo>
                      <a:pt x="1799" y="518"/>
                    </a:lnTo>
                    <a:cubicBezTo>
                      <a:pt x="1913" y="512"/>
                      <a:pt x="2027" y="494"/>
                      <a:pt x="2137" y="464"/>
                    </a:cubicBezTo>
                    <a:cubicBezTo>
                      <a:pt x="2231" y="440"/>
                      <a:pt x="2334" y="418"/>
                      <a:pt x="2423" y="375"/>
                    </a:cubicBezTo>
                    <a:cubicBezTo>
                      <a:pt x="2437" y="423"/>
                      <a:pt x="2457" y="469"/>
                      <a:pt x="2482" y="513"/>
                    </a:cubicBezTo>
                    <a:cubicBezTo>
                      <a:pt x="2482" y="514"/>
                      <a:pt x="2483" y="514"/>
                      <a:pt x="2483" y="515"/>
                    </a:cubicBezTo>
                    <a:cubicBezTo>
                      <a:pt x="2506" y="549"/>
                      <a:pt x="2519" y="583"/>
                      <a:pt x="2502" y="623"/>
                    </a:cubicBezTo>
                    <a:cubicBezTo>
                      <a:pt x="2500" y="628"/>
                      <a:pt x="2497" y="633"/>
                      <a:pt x="2494" y="638"/>
                    </a:cubicBezTo>
                    <a:cubicBezTo>
                      <a:pt x="2484" y="656"/>
                      <a:pt x="2469" y="671"/>
                      <a:pt x="2452" y="681"/>
                    </a:cubicBezTo>
                    <a:cubicBezTo>
                      <a:pt x="2440" y="688"/>
                      <a:pt x="2427" y="692"/>
                      <a:pt x="2413" y="695"/>
                    </a:cubicBezTo>
                    <a:cubicBezTo>
                      <a:pt x="2381" y="698"/>
                      <a:pt x="2349" y="707"/>
                      <a:pt x="2317" y="712"/>
                    </a:cubicBezTo>
                    <a:cubicBezTo>
                      <a:pt x="2228" y="727"/>
                      <a:pt x="2139" y="741"/>
                      <a:pt x="2050" y="756"/>
                    </a:cubicBezTo>
                    <a:cubicBezTo>
                      <a:pt x="1976" y="768"/>
                      <a:pt x="1902" y="778"/>
                      <a:pt x="1828" y="793"/>
                    </a:cubicBezTo>
                    <a:cubicBezTo>
                      <a:pt x="1745" y="811"/>
                      <a:pt x="1659" y="815"/>
                      <a:pt x="1574" y="826"/>
                    </a:cubicBezTo>
                    <a:cubicBezTo>
                      <a:pt x="1427" y="847"/>
                      <a:pt x="1280" y="841"/>
                      <a:pt x="1131" y="837"/>
                    </a:cubicBezTo>
                    <a:cubicBezTo>
                      <a:pt x="1017" y="831"/>
                      <a:pt x="902" y="819"/>
                      <a:pt x="788" y="801"/>
                    </a:cubicBezTo>
                    <a:cubicBezTo>
                      <a:pt x="761" y="798"/>
                      <a:pt x="734" y="792"/>
                      <a:pt x="708" y="783"/>
                    </a:cubicBezTo>
                    <a:cubicBezTo>
                      <a:pt x="599" y="743"/>
                      <a:pt x="486" y="719"/>
                      <a:pt x="380" y="675"/>
                    </a:cubicBezTo>
                    <a:cubicBezTo>
                      <a:pt x="372" y="673"/>
                      <a:pt x="364" y="669"/>
                      <a:pt x="357" y="665"/>
                    </a:cubicBezTo>
                    <a:cubicBezTo>
                      <a:pt x="340" y="656"/>
                      <a:pt x="327" y="641"/>
                      <a:pt x="317" y="625"/>
                    </a:cubicBezTo>
                    <a:cubicBezTo>
                      <a:pt x="308" y="608"/>
                      <a:pt x="303" y="590"/>
                      <a:pt x="303" y="571"/>
                    </a:cubicBezTo>
                    <a:cubicBezTo>
                      <a:pt x="303" y="563"/>
                      <a:pt x="303" y="556"/>
                      <a:pt x="305" y="548"/>
                    </a:cubicBezTo>
                    <a:moveTo>
                      <a:pt x="204" y="1063"/>
                    </a:moveTo>
                    <a:cubicBezTo>
                      <a:pt x="207" y="1040"/>
                      <a:pt x="207" y="1022"/>
                      <a:pt x="211" y="1005"/>
                    </a:cubicBezTo>
                    <a:cubicBezTo>
                      <a:pt x="223" y="938"/>
                      <a:pt x="236" y="872"/>
                      <a:pt x="251" y="806"/>
                    </a:cubicBezTo>
                    <a:cubicBezTo>
                      <a:pt x="258" y="776"/>
                      <a:pt x="267" y="747"/>
                      <a:pt x="278" y="719"/>
                    </a:cubicBezTo>
                    <a:cubicBezTo>
                      <a:pt x="287" y="694"/>
                      <a:pt x="299" y="689"/>
                      <a:pt x="325" y="701"/>
                    </a:cubicBezTo>
                    <a:cubicBezTo>
                      <a:pt x="392" y="730"/>
                      <a:pt x="461" y="754"/>
                      <a:pt x="531" y="773"/>
                    </a:cubicBezTo>
                    <a:cubicBezTo>
                      <a:pt x="534" y="774"/>
                      <a:pt x="538" y="775"/>
                      <a:pt x="541" y="777"/>
                    </a:cubicBezTo>
                    <a:cubicBezTo>
                      <a:pt x="546" y="780"/>
                      <a:pt x="551" y="784"/>
                      <a:pt x="553" y="789"/>
                    </a:cubicBezTo>
                    <a:cubicBezTo>
                      <a:pt x="556" y="793"/>
                      <a:pt x="557" y="798"/>
                      <a:pt x="557" y="804"/>
                    </a:cubicBezTo>
                    <a:cubicBezTo>
                      <a:pt x="557" y="809"/>
                      <a:pt x="555" y="816"/>
                      <a:pt x="553" y="820"/>
                    </a:cubicBezTo>
                    <a:cubicBezTo>
                      <a:pt x="553" y="820"/>
                      <a:pt x="553" y="821"/>
                      <a:pt x="552" y="821"/>
                    </a:cubicBezTo>
                    <a:cubicBezTo>
                      <a:pt x="534" y="859"/>
                      <a:pt x="521" y="900"/>
                      <a:pt x="512" y="942"/>
                    </a:cubicBezTo>
                    <a:cubicBezTo>
                      <a:pt x="505" y="981"/>
                      <a:pt x="499" y="1021"/>
                      <a:pt x="494" y="1061"/>
                    </a:cubicBezTo>
                    <a:cubicBezTo>
                      <a:pt x="492" y="1073"/>
                      <a:pt x="494" y="1086"/>
                      <a:pt x="490" y="1098"/>
                    </a:cubicBezTo>
                    <a:cubicBezTo>
                      <a:pt x="471" y="1184"/>
                      <a:pt x="463" y="1182"/>
                      <a:pt x="390" y="1158"/>
                    </a:cubicBezTo>
                    <a:cubicBezTo>
                      <a:pt x="336" y="1140"/>
                      <a:pt x="282" y="1117"/>
                      <a:pt x="229" y="1097"/>
                    </a:cubicBezTo>
                    <a:cubicBezTo>
                      <a:pt x="210" y="1091"/>
                      <a:pt x="200" y="1078"/>
                      <a:pt x="204" y="1063"/>
                    </a:cubicBezTo>
                    <a:moveTo>
                      <a:pt x="113" y="1505"/>
                    </a:moveTo>
                    <a:cubicBezTo>
                      <a:pt x="115" y="1469"/>
                      <a:pt x="121" y="1434"/>
                      <a:pt x="125" y="1398"/>
                    </a:cubicBezTo>
                    <a:cubicBezTo>
                      <a:pt x="345" y="1476"/>
                      <a:pt x="587" y="1518"/>
                      <a:pt x="819" y="1488"/>
                    </a:cubicBezTo>
                    <a:cubicBezTo>
                      <a:pt x="825" y="1488"/>
                      <a:pt x="825" y="1478"/>
                      <a:pt x="819" y="1478"/>
                    </a:cubicBezTo>
                    <a:cubicBezTo>
                      <a:pt x="582" y="1474"/>
                      <a:pt x="354" y="1448"/>
                      <a:pt x="130" y="1368"/>
                    </a:cubicBezTo>
                    <a:cubicBezTo>
                      <a:pt x="135" y="1326"/>
                      <a:pt x="141" y="1283"/>
                      <a:pt x="147" y="1241"/>
                    </a:cubicBezTo>
                    <a:cubicBezTo>
                      <a:pt x="212" y="1281"/>
                      <a:pt x="302" y="1301"/>
                      <a:pt x="375" y="1319"/>
                    </a:cubicBezTo>
                    <a:cubicBezTo>
                      <a:pt x="469" y="1342"/>
                      <a:pt x="565" y="1354"/>
                      <a:pt x="662" y="1354"/>
                    </a:cubicBezTo>
                    <a:cubicBezTo>
                      <a:pt x="663" y="1354"/>
                      <a:pt x="664" y="1354"/>
                      <a:pt x="666" y="1354"/>
                    </a:cubicBezTo>
                    <a:cubicBezTo>
                      <a:pt x="672" y="1354"/>
                      <a:pt x="673" y="1346"/>
                      <a:pt x="667" y="1345"/>
                    </a:cubicBezTo>
                    <a:cubicBezTo>
                      <a:pt x="571" y="1333"/>
                      <a:pt x="476" y="1315"/>
                      <a:pt x="382" y="1292"/>
                    </a:cubicBezTo>
                    <a:cubicBezTo>
                      <a:pt x="304" y="1271"/>
                      <a:pt x="228" y="1232"/>
                      <a:pt x="150" y="1213"/>
                    </a:cubicBezTo>
                    <a:cubicBezTo>
                      <a:pt x="152" y="1199"/>
                      <a:pt x="154" y="1184"/>
                      <a:pt x="157" y="1170"/>
                    </a:cubicBezTo>
                    <a:cubicBezTo>
                      <a:pt x="165" y="1137"/>
                      <a:pt x="178" y="1128"/>
                      <a:pt x="212" y="1143"/>
                    </a:cubicBezTo>
                    <a:cubicBezTo>
                      <a:pt x="284" y="1177"/>
                      <a:pt x="361" y="1203"/>
                      <a:pt x="439" y="1220"/>
                    </a:cubicBezTo>
                    <a:cubicBezTo>
                      <a:pt x="532" y="1241"/>
                      <a:pt x="624" y="1265"/>
                      <a:pt x="717" y="1285"/>
                    </a:cubicBezTo>
                    <a:cubicBezTo>
                      <a:pt x="810" y="1304"/>
                      <a:pt x="905" y="1310"/>
                      <a:pt x="995" y="1334"/>
                    </a:cubicBezTo>
                    <a:cubicBezTo>
                      <a:pt x="1045" y="1347"/>
                      <a:pt x="1088" y="1341"/>
                      <a:pt x="1139" y="1339"/>
                    </a:cubicBezTo>
                    <a:cubicBezTo>
                      <a:pt x="1198" y="1337"/>
                      <a:pt x="1258" y="1342"/>
                      <a:pt x="1317" y="1344"/>
                    </a:cubicBezTo>
                    <a:cubicBezTo>
                      <a:pt x="1402" y="1346"/>
                      <a:pt x="1488" y="1347"/>
                      <a:pt x="1573" y="1342"/>
                    </a:cubicBezTo>
                    <a:cubicBezTo>
                      <a:pt x="1581" y="1342"/>
                      <a:pt x="1589" y="1342"/>
                      <a:pt x="1598" y="1342"/>
                    </a:cubicBezTo>
                    <a:cubicBezTo>
                      <a:pt x="1629" y="1342"/>
                      <a:pt x="1661" y="1344"/>
                      <a:pt x="1693" y="1348"/>
                    </a:cubicBezTo>
                    <a:cubicBezTo>
                      <a:pt x="1699" y="1349"/>
                      <a:pt x="1706" y="1349"/>
                      <a:pt x="1713" y="1349"/>
                    </a:cubicBezTo>
                    <a:cubicBezTo>
                      <a:pt x="1729" y="1349"/>
                      <a:pt x="1744" y="1347"/>
                      <a:pt x="1760" y="1344"/>
                    </a:cubicBezTo>
                    <a:cubicBezTo>
                      <a:pt x="1813" y="1332"/>
                      <a:pt x="1867" y="1320"/>
                      <a:pt x="1922" y="1313"/>
                    </a:cubicBezTo>
                    <a:cubicBezTo>
                      <a:pt x="2001" y="1303"/>
                      <a:pt x="2078" y="1281"/>
                      <a:pt x="2158" y="1270"/>
                    </a:cubicBezTo>
                    <a:cubicBezTo>
                      <a:pt x="2247" y="1258"/>
                      <a:pt x="2333" y="1226"/>
                      <a:pt x="2420" y="1204"/>
                    </a:cubicBezTo>
                    <a:cubicBezTo>
                      <a:pt x="2464" y="1193"/>
                      <a:pt x="2507" y="1180"/>
                      <a:pt x="2551" y="1170"/>
                    </a:cubicBezTo>
                    <a:cubicBezTo>
                      <a:pt x="2576" y="1166"/>
                      <a:pt x="2600" y="1164"/>
                      <a:pt x="2625" y="1164"/>
                    </a:cubicBezTo>
                    <a:cubicBezTo>
                      <a:pt x="2647" y="1162"/>
                      <a:pt x="2656" y="1173"/>
                      <a:pt x="2664" y="1191"/>
                    </a:cubicBezTo>
                    <a:cubicBezTo>
                      <a:pt x="2668" y="1201"/>
                      <a:pt x="2672" y="1211"/>
                      <a:pt x="2675" y="1222"/>
                    </a:cubicBezTo>
                    <a:cubicBezTo>
                      <a:pt x="2604" y="1238"/>
                      <a:pt x="2533" y="1257"/>
                      <a:pt x="2461" y="1272"/>
                    </a:cubicBezTo>
                    <a:cubicBezTo>
                      <a:pt x="2393" y="1285"/>
                      <a:pt x="2319" y="1289"/>
                      <a:pt x="2254" y="1315"/>
                    </a:cubicBezTo>
                    <a:lnTo>
                      <a:pt x="2253" y="1315"/>
                    </a:lnTo>
                    <a:lnTo>
                      <a:pt x="2253" y="1316"/>
                    </a:lnTo>
                    <a:lnTo>
                      <a:pt x="2253" y="1317"/>
                    </a:lnTo>
                    <a:cubicBezTo>
                      <a:pt x="2254" y="1317"/>
                      <a:pt x="2254" y="1317"/>
                      <a:pt x="2254" y="1317"/>
                    </a:cubicBezTo>
                    <a:cubicBezTo>
                      <a:pt x="2326" y="1326"/>
                      <a:pt x="2404" y="1304"/>
                      <a:pt x="2474" y="1290"/>
                    </a:cubicBezTo>
                    <a:cubicBezTo>
                      <a:pt x="2545" y="1276"/>
                      <a:pt x="2613" y="1263"/>
                      <a:pt x="2680" y="1244"/>
                    </a:cubicBezTo>
                    <a:cubicBezTo>
                      <a:pt x="2697" y="1320"/>
                      <a:pt x="2708" y="1397"/>
                      <a:pt x="2713" y="1474"/>
                    </a:cubicBezTo>
                    <a:cubicBezTo>
                      <a:pt x="2719" y="1552"/>
                      <a:pt x="2713" y="1485"/>
                      <a:pt x="2713" y="1496"/>
                    </a:cubicBezTo>
                    <a:cubicBezTo>
                      <a:pt x="2714" y="1497"/>
                      <a:pt x="2714" y="1497"/>
                      <a:pt x="2714" y="1498"/>
                    </a:cubicBezTo>
                    <a:cubicBezTo>
                      <a:pt x="2714" y="1505"/>
                      <a:pt x="2712" y="1512"/>
                      <a:pt x="2708" y="1518"/>
                    </a:cubicBezTo>
                    <a:cubicBezTo>
                      <a:pt x="2705" y="1524"/>
                      <a:pt x="2700" y="1529"/>
                      <a:pt x="2694" y="1532"/>
                    </a:cubicBezTo>
                    <a:cubicBezTo>
                      <a:pt x="2691" y="1534"/>
                      <a:pt x="2689" y="1535"/>
                      <a:pt x="2686" y="1536"/>
                    </a:cubicBezTo>
                    <a:cubicBezTo>
                      <a:pt x="2599" y="1578"/>
                      <a:pt x="2508" y="1602"/>
                      <a:pt x="2418" y="1632"/>
                    </a:cubicBezTo>
                    <a:cubicBezTo>
                      <a:pt x="2379" y="1644"/>
                      <a:pt x="2340" y="1651"/>
                      <a:pt x="2300" y="1654"/>
                    </a:cubicBezTo>
                    <a:cubicBezTo>
                      <a:pt x="2260" y="1659"/>
                      <a:pt x="2221" y="1669"/>
                      <a:pt x="2184" y="1684"/>
                    </a:cubicBezTo>
                    <a:cubicBezTo>
                      <a:pt x="2112" y="1714"/>
                      <a:pt x="2035" y="1731"/>
                      <a:pt x="1957" y="1735"/>
                    </a:cubicBezTo>
                    <a:cubicBezTo>
                      <a:pt x="1940" y="1736"/>
                      <a:pt x="1923" y="1739"/>
                      <a:pt x="1906" y="1744"/>
                    </a:cubicBezTo>
                    <a:cubicBezTo>
                      <a:pt x="1855" y="1757"/>
                      <a:pt x="1803" y="1765"/>
                      <a:pt x="1750" y="1766"/>
                    </a:cubicBezTo>
                    <a:cubicBezTo>
                      <a:pt x="1693" y="1769"/>
                      <a:pt x="1636" y="1776"/>
                      <a:pt x="1579" y="1784"/>
                    </a:cubicBezTo>
                    <a:cubicBezTo>
                      <a:pt x="1522" y="1792"/>
                      <a:pt x="1464" y="1795"/>
                      <a:pt x="1407" y="1801"/>
                    </a:cubicBezTo>
                    <a:cubicBezTo>
                      <a:pt x="1396" y="1802"/>
                      <a:pt x="1386" y="1803"/>
                      <a:pt x="1375" y="1803"/>
                    </a:cubicBezTo>
                    <a:cubicBezTo>
                      <a:pt x="1371" y="1803"/>
                      <a:pt x="1366" y="1803"/>
                      <a:pt x="1362" y="1803"/>
                    </a:cubicBezTo>
                    <a:cubicBezTo>
                      <a:pt x="1247" y="1789"/>
                      <a:pt x="1132" y="1783"/>
                      <a:pt x="1018" y="1772"/>
                    </a:cubicBezTo>
                    <a:cubicBezTo>
                      <a:pt x="916" y="1759"/>
                      <a:pt x="815" y="1740"/>
                      <a:pt x="716" y="1716"/>
                    </a:cubicBezTo>
                    <a:cubicBezTo>
                      <a:pt x="686" y="1709"/>
                      <a:pt x="657" y="1703"/>
                      <a:pt x="627" y="1697"/>
                    </a:cubicBezTo>
                    <a:cubicBezTo>
                      <a:pt x="562" y="1683"/>
                      <a:pt x="494" y="1672"/>
                      <a:pt x="429" y="1654"/>
                    </a:cubicBezTo>
                    <a:cubicBezTo>
                      <a:pt x="340" y="1630"/>
                      <a:pt x="248" y="1614"/>
                      <a:pt x="161" y="1578"/>
                    </a:cubicBezTo>
                    <a:cubicBezTo>
                      <a:pt x="120" y="1561"/>
                      <a:pt x="109" y="1548"/>
                      <a:pt x="113" y="1505"/>
                    </a:cubicBezTo>
                    <a:moveTo>
                      <a:pt x="2381" y="1817"/>
                    </a:moveTo>
                    <a:cubicBezTo>
                      <a:pt x="2380" y="1799"/>
                      <a:pt x="2380" y="1781"/>
                      <a:pt x="2380" y="1764"/>
                    </a:cubicBezTo>
                    <a:cubicBezTo>
                      <a:pt x="2380" y="1746"/>
                      <a:pt x="2380" y="1729"/>
                      <a:pt x="2381" y="1712"/>
                    </a:cubicBezTo>
                    <a:cubicBezTo>
                      <a:pt x="2381" y="1684"/>
                      <a:pt x="2389" y="1675"/>
                      <a:pt x="2414" y="1668"/>
                    </a:cubicBezTo>
                    <a:cubicBezTo>
                      <a:pt x="2443" y="1661"/>
                      <a:pt x="2472" y="1654"/>
                      <a:pt x="2501" y="1646"/>
                    </a:cubicBezTo>
                    <a:cubicBezTo>
                      <a:pt x="2552" y="1632"/>
                      <a:pt x="2601" y="1615"/>
                      <a:pt x="2650" y="1595"/>
                    </a:cubicBezTo>
                    <a:cubicBezTo>
                      <a:pt x="2668" y="1587"/>
                      <a:pt x="2678" y="1593"/>
                      <a:pt x="2685" y="1612"/>
                    </a:cubicBezTo>
                    <a:cubicBezTo>
                      <a:pt x="2699" y="1645"/>
                      <a:pt x="2706" y="1681"/>
                      <a:pt x="2706" y="1717"/>
                    </a:cubicBezTo>
                    <a:cubicBezTo>
                      <a:pt x="2706" y="1719"/>
                      <a:pt x="2706" y="1720"/>
                      <a:pt x="2706" y="1722"/>
                    </a:cubicBezTo>
                    <a:cubicBezTo>
                      <a:pt x="2706" y="1769"/>
                      <a:pt x="2706" y="1817"/>
                      <a:pt x="2706" y="1865"/>
                    </a:cubicBezTo>
                    <a:lnTo>
                      <a:pt x="2711" y="1865"/>
                    </a:lnTo>
                    <a:cubicBezTo>
                      <a:pt x="2711" y="1920"/>
                      <a:pt x="2711" y="1975"/>
                      <a:pt x="2711" y="2030"/>
                    </a:cubicBezTo>
                    <a:cubicBezTo>
                      <a:pt x="2711" y="2031"/>
                      <a:pt x="2711" y="2032"/>
                      <a:pt x="2711" y="2033"/>
                    </a:cubicBezTo>
                    <a:cubicBezTo>
                      <a:pt x="2711" y="2043"/>
                      <a:pt x="2709" y="2052"/>
                      <a:pt x="2704" y="2060"/>
                    </a:cubicBezTo>
                    <a:cubicBezTo>
                      <a:pt x="2700" y="2068"/>
                      <a:pt x="2693" y="2075"/>
                      <a:pt x="2685" y="2079"/>
                    </a:cubicBezTo>
                    <a:cubicBezTo>
                      <a:pt x="2682" y="2081"/>
                      <a:pt x="2679" y="2082"/>
                      <a:pt x="2676" y="2083"/>
                    </a:cubicBezTo>
                    <a:cubicBezTo>
                      <a:pt x="2609" y="2116"/>
                      <a:pt x="2538" y="2141"/>
                      <a:pt x="2465" y="2160"/>
                    </a:cubicBezTo>
                    <a:cubicBezTo>
                      <a:pt x="2438" y="2166"/>
                      <a:pt x="2412" y="2175"/>
                      <a:pt x="2386" y="2182"/>
                    </a:cubicBezTo>
                    <a:cubicBezTo>
                      <a:pt x="2384" y="2182"/>
                      <a:pt x="2382" y="2183"/>
                      <a:pt x="2380" y="2183"/>
                    </a:cubicBezTo>
                    <a:cubicBezTo>
                      <a:pt x="2376" y="2183"/>
                      <a:pt x="2373" y="2182"/>
                      <a:pt x="2370" y="2180"/>
                    </a:cubicBezTo>
                    <a:cubicBezTo>
                      <a:pt x="2367" y="2178"/>
                      <a:pt x="2365" y="2176"/>
                      <a:pt x="2363" y="2173"/>
                    </a:cubicBezTo>
                    <a:cubicBezTo>
                      <a:pt x="2362" y="2170"/>
                      <a:pt x="2361" y="2167"/>
                      <a:pt x="2361" y="2164"/>
                    </a:cubicBezTo>
                    <a:cubicBezTo>
                      <a:pt x="2361" y="2163"/>
                      <a:pt x="2361" y="2162"/>
                      <a:pt x="2361" y="2161"/>
                    </a:cubicBezTo>
                    <a:cubicBezTo>
                      <a:pt x="2364" y="2114"/>
                      <a:pt x="2365" y="2066"/>
                      <a:pt x="2372" y="2019"/>
                    </a:cubicBezTo>
                    <a:cubicBezTo>
                      <a:pt x="2379" y="1971"/>
                      <a:pt x="2383" y="1924"/>
                      <a:pt x="2383" y="1876"/>
                    </a:cubicBezTo>
                    <a:cubicBezTo>
                      <a:pt x="2383" y="1856"/>
                      <a:pt x="2383" y="1836"/>
                      <a:pt x="2381" y="1817"/>
                    </a:cubicBezTo>
                    <a:moveTo>
                      <a:pt x="1792" y="2163"/>
                    </a:moveTo>
                    <a:cubicBezTo>
                      <a:pt x="1792" y="2155"/>
                      <a:pt x="1792" y="2148"/>
                      <a:pt x="1792" y="2140"/>
                    </a:cubicBezTo>
                    <a:cubicBezTo>
                      <a:pt x="1792" y="2080"/>
                      <a:pt x="1788" y="2020"/>
                      <a:pt x="1779" y="1961"/>
                    </a:cubicBezTo>
                    <a:cubicBezTo>
                      <a:pt x="1777" y="1936"/>
                      <a:pt x="1776" y="1912"/>
                      <a:pt x="1776" y="1887"/>
                    </a:cubicBezTo>
                    <a:cubicBezTo>
                      <a:pt x="1776" y="1872"/>
                      <a:pt x="1777" y="1856"/>
                      <a:pt x="1777" y="1841"/>
                    </a:cubicBezTo>
                    <a:cubicBezTo>
                      <a:pt x="1777" y="1840"/>
                      <a:pt x="1777" y="1839"/>
                      <a:pt x="1777" y="1838"/>
                    </a:cubicBezTo>
                    <a:cubicBezTo>
                      <a:pt x="1777" y="1833"/>
                      <a:pt x="1779" y="1826"/>
                      <a:pt x="1781" y="1822"/>
                    </a:cubicBezTo>
                    <a:cubicBezTo>
                      <a:pt x="1784" y="1817"/>
                      <a:pt x="1788" y="1814"/>
                      <a:pt x="1793" y="1811"/>
                    </a:cubicBezTo>
                    <a:cubicBezTo>
                      <a:pt x="1796" y="1809"/>
                      <a:pt x="1799" y="1808"/>
                      <a:pt x="1802" y="1808"/>
                    </a:cubicBezTo>
                    <a:cubicBezTo>
                      <a:pt x="1818" y="1802"/>
                      <a:pt x="1835" y="1798"/>
                      <a:pt x="1853" y="1796"/>
                    </a:cubicBezTo>
                    <a:cubicBezTo>
                      <a:pt x="1937" y="1790"/>
                      <a:pt x="2021" y="1777"/>
                      <a:pt x="2104" y="1757"/>
                    </a:cubicBezTo>
                    <a:cubicBezTo>
                      <a:pt x="2152" y="1743"/>
                      <a:pt x="2199" y="1727"/>
                      <a:pt x="2246" y="1709"/>
                    </a:cubicBezTo>
                    <a:cubicBezTo>
                      <a:pt x="2335" y="1678"/>
                      <a:pt x="2342" y="1682"/>
                      <a:pt x="2342" y="1779"/>
                    </a:cubicBezTo>
                    <a:cubicBezTo>
                      <a:pt x="2342" y="1801"/>
                      <a:pt x="2344" y="1824"/>
                      <a:pt x="2345" y="1846"/>
                    </a:cubicBezTo>
                    <a:cubicBezTo>
                      <a:pt x="2346" y="1863"/>
                      <a:pt x="2347" y="1879"/>
                      <a:pt x="2347" y="1896"/>
                    </a:cubicBezTo>
                    <a:cubicBezTo>
                      <a:pt x="2347" y="1929"/>
                      <a:pt x="2344" y="1963"/>
                      <a:pt x="2339" y="1996"/>
                    </a:cubicBezTo>
                    <a:cubicBezTo>
                      <a:pt x="2331" y="2048"/>
                      <a:pt x="2327" y="2100"/>
                      <a:pt x="2320" y="2152"/>
                    </a:cubicBezTo>
                    <a:cubicBezTo>
                      <a:pt x="2313" y="2204"/>
                      <a:pt x="2307" y="2209"/>
                      <a:pt x="2257" y="2221"/>
                    </a:cubicBezTo>
                    <a:cubicBezTo>
                      <a:pt x="2128" y="2250"/>
                      <a:pt x="1999" y="2280"/>
                      <a:pt x="1870" y="2311"/>
                    </a:cubicBezTo>
                    <a:cubicBezTo>
                      <a:pt x="1782" y="2333"/>
                      <a:pt x="1790" y="2309"/>
                      <a:pt x="1792" y="2246"/>
                    </a:cubicBezTo>
                    <a:cubicBezTo>
                      <a:pt x="1793" y="2218"/>
                      <a:pt x="1792" y="2190"/>
                      <a:pt x="1792" y="2163"/>
                    </a:cubicBezTo>
                    <a:moveTo>
                      <a:pt x="1013" y="2158"/>
                    </a:moveTo>
                    <a:cubicBezTo>
                      <a:pt x="1009" y="2139"/>
                      <a:pt x="1008" y="2120"/>
                      <a:pt x="1008" y="2101"/>
                    </a:cubicBezTo>
                    <a:cubicBezTo>
                      <a:pt x="1008" y="2098"/>
                      <a:pt x="1008" y="2094"/>
                      <a:pt x="1008" y="2091"/>
                    </a:cubicBezTo>
                    <a:cubicBezTo>
                      <a:pt x="1008" y="2036"/>
                      <a:pt x="1008" y="1981"/>
                      <a:pt x="1010" y="1926"/>
                    </a:cubicBezTo>
                    <a:cubicBezTo>
                      <a:pt x="1012" y="1904"/>
                      <a:pt x="1016" y="1882"/>
                      <a:pt x="1022" y="1861"/>
                    </a:cubicBezTo>
                    <a:cubicBezTo>
                      <a:pt x="1030" y="1829"/>
                      <a:pt x="1036" y="1823"/>
                      <a:pt x="1068" y="1823"/>
                    </a:cubicBezTo>
                    <a:cubicBezTo>
                      <a:pt x="1076" y="1823"/>
                      <a:pt x="1083" y="1822"/>
                      <a:pt x="1091" y="1822"/>
                    </a:cubicBezTo>
                    <a:cubicBezTo>
                      <a:pt x="1121" y="1822"/>
                      <a:pt x="1151" y="1824"/>
                      <a:pt x="1181" y="1827"/>
                    </a:cubicBezTo>
                    <a:cubicBezTo>
                      <a:pt x="1256" y="1836"/>
                      <a:pt x="1332" y="1840"/>
                      <a:pt x="1407" y="1840"/>
                    </a:cubicBezTo>
                    <a:cubicBezTo>
                      <a:pt x="1454" y="1840"/>
                      <a:pt x="1501" y="1838"/>
                      <a:pt x="1548" y="1835"/>
                    </a:cubicBezTo>
                    <a:cubicBezTo>
                      <a:pt x="1590" y="1831"/>
                      <a:pt x="1633" y="1825"/>
                      <a:pt x="1675" y="1823"/>
                    </a:cubicBezTo>
                    <a:cubicBezTo>
                      <a:pt x="1711" y="1821"/>
                      <a:pt x="1716" y="1827"/>
                      <a:pt x="1729" y="1861"/>
                    </a:cubicBezTo>
                    <a:cubicBezTo>
                      <a:pt x="1738" y="1887"/>
                      <a:pt x="1742" y="1914"/>
                      <a:pt x="1742" y="1941"/>
                    </a:cubicBezTo>
                    <a:cubicBezTo>
                      <a:pt x="1742" y="1946"/>
                      <a:pt x="1742" y="1952"/>
                      <a:pt x="1742" y="1958"/>
                    </a:cubicBezTo>
                    <a:cubicBezTo>
                      <a:pt x="1741" y="1962"/>
                      <a:pt x="1741" y="1967"/>
                      <a:pt x="1741" y="1972"/>
                    </a:cubicBezTo>
                    <a:cubicBezTo>
                      <a:pt x="1741" y="2012"/>
                      <a:pt x="1745" y="2052"/>
                      <a:pt x="1752" y="2092"/>
                    </a:cubicBezTo>
                    <a:cubicBezTo>
                      <a:pt x="1757" y="2125"/>
                      <a:pt x="1759" y="2158"/>
                      <a:pt x="1759" y="2192"/>
                    </a:cubicBezTo>
                    <a:cubicBezTo>
                      <a:pt x="1759" y="2218"/>
                      <a:pt x="1758" y="2245"/>
                      <a:pt x="1755" y="2272"/>
                    </a:cubicBezTo>
                    <a:cubicBezTo>
                      <a:pt x="1751" y="2326"/>
                      <a:pt x="1743" y="2333"/>
                      <a:pt x="1686" y="2340"/>
                    </a:cubicBezTo>
                    <a:cubicBezTo>
                      <a:pt x="1651" y="2345"/>
                      <a:pt x="1616" y="2346"/>
                      <a:pt x="1581" y="2348"/>
                    </a:cubicBezTo>
                    <a:cubicBezTo>
                      <a:pt x="1546" y="2349"/>
                      <a:pt x="1511" y="2348"/>
                      <a:pt x="1476" y="2348"/>
                    </a:cubicBezTo>
                    <a:cubicBezTo>
                      <a:pt x="1391" y="2357"/>
                      <a:pt x="1306" y="2343"/>
                      <a:pt x="1221" y="2343"/>
                    </a:cubicBezTo>
                    <a:cubicBezTo>
                      <a:pt x="1166" y="2341"/>
                      <a:pt x="1111" y="2336"/>
                      <a:pt x="1056" y="2328"/>
                    </a:cubicBezTo>
                    <a:cubicBezTo>
                      <a:pt x="1033" y="2325"/>
                      <a:pt x="1023" y="2313"/>
                      <a:pt x="1025" y="2285"/>
                    </a:cubicBezTo>
                    <a:cubicBezTo>
                      <a:pt x="1025" y="2280"/>
                      <a:pt x="1025" y="2275"/>
                      <a:pt x="1025" y="2270"/>
                    </a:cubicBezTo>
                    <a:cubicBezTo>
                      <a:pt x="1025" y="2232"/>
                      <a:pt x="1021" y="2195"/>
                      <a:pt x="1013" y="2158"/>
                    </a:cubicBezTo>
                    <a:moveTo>
                      <a:pt x="968" y="2148"/>
                    </a:moveTo>
                    <a:cubicBezTo>
                      <a:pt x="968" y="2152"/>
                      <a:pt x="968" y="2156"/>
                      <a:pt x="968" y="2160"/>
                    </a:cubicBezTo>
                    <a:cubicBezTo>
                      <a:pt x="968" y="2197"/>
                      <a:pt x="973" y="2232"/>
                      <a:pt x="983" y="2267"/>
                    </a:cubicBezTo>
                    <a:cubicBezTo>
                      <a:pt x="995" y="2311"/>
                      <a:pt x="971" y="2321"/>
                      <a:pt x="935" y="2315"/>
                    </a:cubicBezTo>
                    <a:cubicBezTo>
                      <a:pt x="918" y="2312"/>
                      <a:pt x="901" y="2310"/>
                      <a:pt x="883" y="2307"/>
                    </a:cubicBezTo>
                    <a:cubicBezTo>
                      <a:pt x="753" y="2284"/>
                      <a:pt x="622" y="2263"/>
                      <a:pt x="492" y="2230"/>
                    </a:cubicBezTo>
                    <a:cubicBezTo>
                      <a:pt x="456" y="2220"/>
                      <a:pt x="434" y="2204"/>
                      <a:pt x="430" y="2166"/>
                    </a:cubicBezTo>
                    <a:cubicBezTo>
                      <a:pt x="429" y="2154"/>
                      <a:pt x="424" y="2141"/>
                      <a:pt x="423" y="2129"/>
                    </a:cubicBezTo>
                    <a:cubicBezTo>
                      <a:pt x="422" y="2001"/>
                      <a:pt x="427" y="1874"/>
                      <a:pt x="469" y="1751"/>
                    </a:cubicBezTo>
                    <a:cubicBezTo>
                      <a:pt x="479" y="1723"/>
                      <a:pt x="488" y="1715"/>
                      <a:pt x="520" y="1721"/>
                    </a:cubicBezTo>
                    <a:cubicBezTo>
                      <a:pt x="594" y="1730"/>
                      <a:pt x="668" y="1744"/>
                      <a:pt x="742" y="1761"/>
                    </a:cubicBezTo>
                    <a:cubicBezTo>
                      <a:pt x="804" y="1779"/>
                      <a:pt x="868" y="1792"/>
                      <a:pt x="931" y="1807"/>
                    </a:cubicBezTo>
                    <a:cubicBezTo>
                      <a:pt x="970" y="1816"/>
                      <a:pt x="976" y="1824"/>
                      <a:pt x="975" y="1851"/>
                    </a:cubicBezTo>
                    <a:cubicBezTo>
                      <a:pt x="963" y="1958"/>
                      <a:pt x="973" y="2053"/>
                      <a:pt x="968" y="2148"/>
                    </a:cubicBezTo>
                    <a:moveTo>
                      <a:pt x="98" y="1996"/>
                    </a:moveTo>
                    <a:cubicBezTo>
                      <a:pt x="98" y="1953"/>
                      <a:pt x="98" y="1910"/>
                      <a:pt x="103" y="1868"/>
                    </a:cubicBezTo>
                    <a:cubicBezTo>
                      <a:pt x="109" y="1796"/>
                      <a:pt x="120" y="1724"/>
                      <a:pt x="132" y="1652"/>
                    </a:cubicBezTo>
                    <a:cubicBezTo>
                      <a:pt x="137" y="1626"/>
                      <a:pt x="147" y="1619"/>
                      <a:pt x="167" y="1628"/>
                    </a:cubicBezTo>
                    <a:cubicBezTo>
                      <a:pt x="224" y="1654"/>
                      <a:pt x="286" y="1663"/>
                      <a:pt x="346" y="1680"/>
                    </a:cubicBezTo>
                    <a:cubicBezTo>
                      <a:pt x="361" y="1684"/>
                      <a:pt x="375" y="1689"/>
                      <a:pt x="390" y="1693"/>
                    </a:cubicBezTo>
                    <a:cubicBezTo>
                      <a:pt x="421" y="1704"/>
                      <a:pt x="423" y="1737"/>
                      <a:pt x="418" y="1766"/>
                    </a:cubicBezTo>
                    <a:cubicBezTo>
                      <a:pt x="405" y="1830"/>
                      <a:pt x="388" y="1886"/>
                      <a:pt x="387" y="1953"/>
                    </a:cubicBezTo>
                    <a:cubicBezTo>
                      <a:pt x="387" y="2019"/>
                      <a:pt x="387" y="2088"/>
                      <a:pt x="386" y="2155"/>
                    </a:cubicBezTo>
                    <a:cubicBezTo>
                      <a:pt x="386" y="2188"/>
                      <a:pt x="376" y="2195"/>
                      <a:pt x="345" y="2192"/>
                    </a:cubicBezTo>
                    <a:cubicBezTo>
                      <a:pt x="272" y="2187"/>
                      <a:pt x="213" y="2136"/>
                      <a:pt x="149" y="2107"/>
                    </a:cubicBezTo>
                    <a:cubicBezTo>
                      <a:pt x="143" y="2105"/>
                      <a:pt x="138" y="2102"/>
                      <a:pt x="132" y="2099"/>
                    </a:cubicBezTo>
                    <a:cubicBezTo>
                      <a:pt x="128" y="2097"/>
                      <a:pt x="124" y="2094"/>
                      <a:pt x="121" y="2091"/>
                    </a:cubicBezTo>
                    <a:cubicBezTo>
                      <a:pt x="93" y="2068"/>
                      <a:pt x="100" y="2026"/>
                      <a:pt x="99" y="1995"/>
                    </a:cubicBezTo>
                    <a:lnTo>
                      <a:pt x="98" y="1996"/>
                    </a:lnTo>
                    <a:moveTo>
                      <a:pt x="203" y="2710"/>
                    </a:moveTo>
                    <a:cubicBezTo>
                      <a:pt x="200" y="2700"/>
                      <a:pt x="196" y="2691"/>
                      <a:pt x="194" y="2681"/>
                    </a:cubicBezTo>
                    <a:cubicBezTo>
                      <a:pt x="189" y="2659"/>
                      <a:pt x="199" y="2648"/>
                      <a:pt x="236" y="2652"/>
                    </a:cubicBezTo>
                    <a:cubicBezTo>
                      <a:pt x="283" y="2664"/>
                      <a:pt x="345" y="2680"/>
                      <a:pt x="405" y="2695"/>
                    </a:cubicBezTo>
                    <a:cubicBezTo>
                      <a:pt x="410" y="2696"/>
                      <a:pt x="414" y="2698"/>
                      <a:pt x="418" y="2700"/>
                    </a:cubicBezTo>
                    <a:cubicBezTo>
                      <a:pt x="425" y="2704"/>
                      <a:pt x="431" y="2710"/>
                      <a:pt x="436" y="2718"/>
                    </a:cubicBezTo>
                    <a:cubicBezTo>
                      <a:pt x="438" y="2721"/>
                      <a:pt x="440" y="2726"/>
                      <a:pt x="441" y="2730"/>
                    </a:cubicBezTo>
                    <a:cubicBezTo>
                      <a:pt x="447" y="2746"/>
                      <a:pt x="453" y="2762"/>
                      <a:pt x="457" y="2779"/>
                    </a:cubicBezTo>
                    <a:cubicBezTo>
                      <a:pt x="475" y="2883"/>
                      <a:pt x="512" y="2982"/>
                      <a:pt x="544" y="3082"/>
                    </a:cubicBezTo>
                    <a:cubicBezTo>
                      <a:pt x="547" y="3089"/>
                      <a:pt x="549" y="3096"/>
                      <a:pt x="550" y="3103"/>
                    </a:cubicBezTo>
                    <a:cubicBezTo>
                      <a:pt x="551" y="3105"/>
                      <a:pt x="551" y="3106"/>
                      <a:pt x="551" y="3107"/>
                    </a:cubicBezTo>
                    <a:cubicBezTo>
                      <a:pt x="551" y="3111"/>
                      <a:pt x="550" y="3113"/>
                      <a:pt x="548" y="3116"/>
                    </a:cubicBezTo>
                    <a:cubicBezTo>
                      <a:pt x="547" y="3118"/>
                      <a:pt x="545" y="3121"/>
                      <a:pt x="542" y="3123"/>
                    </a:cubicBezTo>
                    <a:cubicBezTo>
                      <a:pt x="539" y="3124"/>
                      <a:pt x="536" y="3126"/>
                      <a:pt x="533" y="3126"/>
                    </a:cubicBezTo>
                    <a:cubicBezTo>
                      <a:pt x="531" y="3126"/>
                      <a:pt x="530" y="3125"/>
                      <a:pt x="529" y="3125"/>
                    </a:cubicBezTo>
                    <a:cubicBezTo>
                      <a:pt x="504" y="3120"/>
                      <a:pt x="480" y="3114"/>
                      <a:pt x="455" y="3108"/>
                    </a:cubicBezTo>
                    <a:cubicBezTo>
                      <a:pt x="438" y="3104"/>
                      <a:pt x="422" y="3097"/>
                      <a:pt x="405" y="3094"/>
                    </a:cubicBezTo>
                    <a:cubicBezTo>
                      <a:pt x="393" y="3091"/>
                      <a:pt x="382" y="3087"/>
                      <a:pt x="372" y="3082"/>
                    </a:cubicBezTo>
                    <a:cubicBezTo>
                      <a:pt x="356" y="3073"/>
                      <a:pt x="343" y="3059"/>
                      <a:pt x="334" y="3044"/>
                    </a:cubicBezTo>
                    <a:cubicBezTo>
                      <a:pt x="332" y="3039"/>
                      <a:pt x="330" y="3035"/>
                      <a:pt x="328" y="3030"/>
                    </a:cubicBezTo>
                    <a:cubicBezTo>
                      <a:pt x="278" y="2927"/>
                      <a:pt x="236" y="2819"/>
                      <a:pt x="204" y="2709"/>
                    </a:cubicBezTo>
                    <a:lnTo>
                      <a:pt x="203" y="2710"/>
                    </a:lnTo>
                    <a:moveTo>
                      <a:pt x="1705" y="2875"/>
                    </a:moveTo>
                    <a:cubicBezTo>
                      <a:pt x="1700" y="2930"/>
                      <a:pt x="1692" y="2985"/>
                      <a:pt x="1679" y="3038"/>
                    </a:cubicBezTo>
                    <a:cubicBezTo>
                      <a:pt x="1669" y="3077"/>
                      <a:pt x="1663" y="3117"/>
                      <a:pt x="1657" y="3156"/>
                    </a:cubicBezTo>
                    <a:cubicBezTo>
                      <a:pt x="1650" y="3200"/>
                      <a:pt x="1645" y="3206"/>
                      <a:pt x="1599" y="3207"/>
                    </a:cubicBezTo>
                    <a:cubicBezTo>
                      <a:pt x="1534" y="3208"/>
                      <a:pt x="1469" y="3207"/>
                      <a:pt x="1404" y="3207"/>
                    </a:cubicBezTo>
                    <a:cubicBezTo>
                      <a:pt x="1338" y="3207"/>
                      <a:pt x="1273" y="3207"/>
                      <a:pt x="1208" y="3207"/>
                    </a:cubicBezTo>
                    <a:cubicBezTo>
                      <a:pt x="1206" y="3207"/>
                      <a:pt x="1203" y="3208"/>
                      <a:pt x="1201" y="3208"/>
                    </a:cubicBezTo>
                    <a:cubicBezTo>
                      <a:pt x="1192" y="3208"/>
                      <a:pt x="1184" y="3205"/>
                      <a:pt x="1176" y="3201"/>
                    </a:cubicBezTo>
                    <a:cubicBezTo>
                      <a:pt x="1169" y="3197"/>
                      <a:pt x="1162" y="3190"/>
                      <a:pt x="1158" y="3183"/>
                    </a:cubicBezTo>
                    <a:cubicBezTo>
                      <a:pt x="1156" y="3179"/>
                      <a:pt x="1154" y="3175"/>
                      <a:pt x="1153" y="3170"/>
                    </a:cubicBezTo>
                    <a:cubicBezTo>
                      <a:pt x="1147" y="3157"/>
                      <a:pt x="1141" y="3142"/>
                      <a:pt x="1138" y="3128"/>
                    </a:cubicBezTo>
                    <a:cubicBezTo>
                      <a:pt x="1132" y="3065"/>
                      <a:pt x="1106" y="3007"/>
                      <a:pt x="1091" y="2947"/>
                    </a:cubicBezTo>
                    <a:cubicBezTo>
                      <a:pt x="1057" y="2816"/>
                      <a:pt x="1073" y="2797"/>
                      <a:pt x="1205" y="2808"/>
                    </a:cubicBezTo>
                    <a:cubicBezTo>
                      <a:pt x="1266" y="2814"/>
                      <a:pt x="1329" y="2818"/>
                      <a:pt x="1391" y="2818"/>
                    </a:cubicBezTo>
                    <a:cubicBezTo>
                      <a:pt x="1449" y="2818"/>
                      <a:pt x="1507" y="2815"/>
                      <a:pt x="1564" y="2809"/>
                    </a:cubicBezTo>
                    <a:cubicBezTo>
                      <a:pt x="1583" y="2808"/>
                      <a:pt x="1602" y="2808"/>
                      <a:pt x="1620" y="2808"/>
                    </a:cubicBezTo>
                    <a:cubicBezTo>
                      <a:pt x="1639" y="2808"/>
                      <a:pt x="1658" y="2808"/>
                      <a:pt x="1676" y="2809"/>
                    </a:cubicBezTo>
                    <a:cubicBezTo>
                      <a:pt x="1677" y="2809"/>
                      <a:pt x="1677" y="2809"/>
                      <a:pt x="1677" y="2809"/>
                    </a:cubicBezTo>
                    <a:cubicBezTo>
                      <a:pt x="1682" y="2809"/>
                      <a:pt x="1687" y="2810"/>
                      <a:pt x="1691" y="2813"/>
                    </a:cubicBezTo>
                    <a:cubicBezTo>
                      <a:pt x="1696" y="2815"/>
                      <a:pt x="1699" y="2819"/>
                      <a:pt x="1702" y="2824"/>
                    </a:cubicBezTo>
                    <a:cubicBezTo>
                      <a:pt x="1704" y="2828"/>
                      <a:pt x="1706" y="2832"/>
                      <a:pt x="1706" y="2837"/>
                    </a:cubicBezTo>
                    <a:cubicBezTo>
                      <a:pt x="1707" y="2843"/>
                      <a:pt x="1707" y="2849"/>
                      <a:pt x="1707" y="2855"/>
                    </a:cubicBezTo>
                    <a:cubicBezTo>
                      <a:pt x="1707" y="2861"/>
                      <a:pt x="1707" y="2868"/>
                      <a:pt x="1706" y="2874"/>
                    </a:cubicBezTo>
                    <a:lnTo>
                      <a:pt x="1705" y="2875"/>
                    </a:lnTo>
                    <a:moveTo>
                      <a:pt x="1732" y="2930"/>
                    </a:moveTo>
                    <a:cubicBezTo>
                      <a:pt x="1739" y="2898"/>
                      <a:pt x="1748" y="2867"/>
                      <a:pt x="1754" y="2835"/>
                    </a:cubicBezTo>
                    <a:cubicBezTo>
                      <a:pt x="1761" y="2803"/>
                      <a:pt x="1769" y="2793"/>
                      <a:pt x="1803" y="2788"/>
                    </a:cubicBezTo>
                    <a:cubicBezTo>
                      <a:pt x="1840" y="2784"/>
                      <a:pt x="1878" y="2780"/>
                      <a:pt x="1915" y="2778"/>
                    </a:cubicBezTo>
                    <a:cubicBezTo>
                      <a:pt x="1965" y="2774"/>
                      <a:pt x="2015" y="2765"/>
                      <a:pt x="2062" y="2750"/>
                    </a:cubicBezTo>
                    <a:cubicBezTo>
                      <a:pt x="2096" y="2740"/>
                      <a:pt x="2130" y="2734"/>
                      <a:pt x="2165" y="2731"/>
                    </a:cubicBezTo>
                    <a:cubicBezTo>
                      <a:pt x="2175" y="2731"/>
                      <a:pt x="2185" y="2729"/>
                      <a:pt x="2195" y="2729"/>
                    </a:cubicBezTo>
                    <a:cubicBezTo>
                      <a:pt x="2196" y="2729"/>
                      <a:pt x="2196" y="2729"/>
                      <a:pt x="2197" y="2729"/>
                    </a:cubicBezTo>
                    <a:cubicBezTo>
                      <a:pt x="2201" y="2729"/>
                      <a:pt x="2206" y="2731"/>
                      <a:pt x="2209" y="2733"/>
                    </a:cubicBezTo>
                    <a:cubicBezTo>
                      <a:pt x="2213" y="2735"/>
                      <a:pt x="2217" y="2737"/>
                      <a:pt x="2219" y="2742"/>
                    </a:cubicBezTo>
                    <a:cubicBezTo>
                      <a:pt x="2221" y="2745"/>
                      <a:pt x="2221" y="2748"/>
                      <a:pt x="2222" y="2751"/>
                    </a:cubicBezTo>
                    <a:cubicBezTo>
                      <a:pt x="2225" y="2765"/>
                      <a:pt x="2227" y="2780"/>
                      <a:pt x="2227" y="2795"/>
                    </a:cubicBezTo>
                    <a:cubicBezTo>
                      <a:pt x="2227" y="2805"/>
                      <a:pt x="2226" y="2815"/>
                      <a:pt x="2224" y="2826"/>
                    </a:cubicBezTo>
                    <a:cubicBezTo>
                      <a:pt x="2218" y="2873"/>
                      <a:pt x="2208" y="2919"/>
                      <a:pt x="2192" y="2964"/>
                    </a:cubicBezTo>
                    <a:cubicBezTo>
                      <a:pt x="2175" y="3006"/>
                      <a:pt x="2164" y="3050"/>
                      <a:pt x="2148" y="3092"/>
                    </a:cubicBezTo>
                    <a:cubicBezTo>
                      <a:pt x="2147" y="3097"/>
                      <a:pt x="2145" y="3101"/>
                      <a:pt x="2142" y="3106"/>
                    </a:cubicBezTo>
                    <a:cubicBezTo>
                      <a:pt x="2137" y="3116"/>
                      <a:pt x="2129" y="3123"/>
                      <a:pt x="2119" y="3129"/>
                    </a:cubicBezTo>
                    <a:cubicBezTo>
                      <a:pt x="2112" y="3133"/>
                      <a:pt x="2103" y="3136"/>
                      <a:pt x="2094" y="3137"/>
                    </a:cubicBezTo>
                    <a:cubicBezTo>
                      <a:pt x="2005" y="3151"/>
                      <a:pt x="1916" y="3166"/>
                      <a:pt x="1827" y="3181"/>
                    </a:cubicBezTo>
                    <a:cubicBezTo>
                      <a:pt x="1795" y="3186"/>
                      <a:pt x="1762" y="3191"/>
                      <a:pt x="1730" y="3194"/>
                    </a:cubicBezTo>
                    <a:cubicBezTo>
                      <a:pt x="1712" y="3196"/>
                      <a:pt x="1706" y="3187"/>
                      <a:pt x="1703" y="3167"/>
                    </a:cubicBezTo>
                    <a:cubicBezTo>
                      <a:pt x="1691" y="3083"/>
                      <a:pt x="1716" y="3007"/>
                      <a:pt x="1733" y="2929"/>
                    </a:cubicBezTo>
                    <a:lnTo>
                      <a:pt x="1732" y="2930"/>
                    </a:lnTo>
                    <a:moveTo>
                      <a:pt x="1084" y="3060"/>
                    </a:moveTo>
                    <a:cubicBezTo>
                      <a:pt x="1090" y="3077"/>
                      <a:pt x="1093" y="3094"/>
                      <a:pt x="1095" y="3111"/>
                    </a:cubicBezTo>
                    <a:cubicBezTo>
                      <a:pt x="1104" y="3216"/>
                      <a:pt x="1104" y="3205"/>
                      <a:pt x="1014" y="3198"/>
                    </a:cubicBezTo>
                    <a:cubicBezTo>
                      <a:pt x="999" y="3197"/>
                      <a:pt x="984" y="3196"/>
                      <a:pt x="963" y="3195"/>
                    </a:cubicBezTo>
                    <a:cubicBezTo>
                      <a:pt x="873" y="3199"/>
                      <a:pt x="780" y="3175"/>
                      <a:pt x="686" y="3160"/>
                    </a:cubicBezTo>
                    <a:cubicBezTo>
                      <a:pt x="670" y="3158"/>
                      <a:pt x="654" y="3152"/>
                      <a:pt x="640" y="3144"/>
                    </a:cubicBezTo>
                    <a:cubicBezTo>
                      <a:pt x="620" y="3132"/>
                      <a:pt x="604" y="3116"/>
                      <a:pt x="592" y="3096"/>
                    </a:cubicBezTo>
                    <a:cubicBezTo>
                      <a:pt x="586" y="3085"/>
                      <a:pt x="580" y="3072"/>
                      <a:pt x="577" y="3059"/>
                    </a:cubicBezTo>
                    <a:cubicBezTo>
                      <a:pt x="565" y="3016"/>
                      <a:pt x="550" y="2974"/>
                      <a:pt x="536" y="2931"/>
                    </a:cubicBezTo>
                    <a:cubicBezTo>
                      <a:pt x="529" y="2909"/>
                      <a:pt x="523" y="2888"/>
                      <a:pt x="518" y="2866"/>
                    </a:cubicBezTo>
                    <a:cubicBezTo>
                      <a:pt x="511" y="2829"/>
                      <a:pt x="506" y="2792"/>
                      <a:pt x="500" y="2754"/>
                    </a:cubicBezTo>
                    <a:cubicBezTo>
                      <a:pt x="496" y="2728"/>
                      <a:pt x="506" y="2717"/>
                      <a:pt x="534" y="2720"/>
                    </a:cubicBezTo>
                    <a:cubicBezTo>
                      <a:pt x="548" y="2721"/>
                      <a:pt x="563" y="2724"/>
                      <a:pt x="577" y="2728"/>
                    </a:cubicBezTo>
                    <a:cubicBezTo>
                      <a:pt x="708" y="2763"/>
                      <a:pt x="842" y="2787"/>
                      <a:pt x="977" y="2801"/>
                    </a:cubicBezTo>
                    <a:cubicBezTo>
                      <a:pt x="1019" y="2805"/>
                      <a:pt x="1028" y="2811"/>
                      <a:pt x="1034" y="2855"/>
                    </a:cubicBezTo>
                    <a:cubicBezTo>
                      <a:pt x="1044" y="2925"/>
                      <a:pt x="1061" y="2993"/>
                      <a:pt x="1084" y="3060"/>
                    </a:cubicBezTo>
                    <a:moveTo>
                      <a:pt x="2445" y="3132"/>
                    </a:moveTo>
                    <a:cubicBezTo>
                      <a:pt x="2415" y="3195"/>
                      <a:pt x="2405" y="3267"/>
                      <a:pt x="2351" y="3317"/>
                    </a:cubicBezTo>
                    <a:cubicBezTo>
                      <a:pt x="2347" y="3323"/>
                      <a:pt x="2343" y="3329"/>
                      <a:pt x="2340" y="3334"/>
                    </a:cubicBezTo>
                    <a:cubicBezTo>
                      <a:pt x="2178" y="3384"/>
                      <a:pt x="2023" y="3439"/>
                      <a:pt x="1855" y="3467"/>
                    </a:cubicBezTo>
                    <a:cubicBezTo>
                      <a:pt x="1717" y="3488"/>
                      <a:pt x="1578" y="3498"/>
                      <a:pt x="1438" y="3498"/>
                    </a:cubicBezTo>
                    <a:cubicBezTo>
                      <a:pt x="1409" y="3498"/>
                      <a:pt x="1379" y="3497"/>
                      <a:pt x="1349" y="3496"/>
                    </a:cubicBezTo>
                    <a:cubicBezTo>
                      <a:pt x="1345" y="3496"/>
                      <a:pt x="1345" y="3501"/>
                      <a:pt x="1349" y="3502"/>
                    </a:cubicBezTo>
                    <a:cubicBezTo>
                      <a:pt x="1413" y="3508"/>
                      <a:pt x="1478" y="3511"/>
                      <a:pt x="1542" y="3511"/>
                    </a:cubicBezTo>
                    <a:cubicBezTo>
                      <a:pt x="1649" y="3511"/>
                      <a:pt x="1755" y="3502"/>
                      <a:pt x="1860" y="3486"/>
                    </a:cubicBezTo>
                    <a:cubicBezTo>
                      <a:pt x="2010" y="3464"/>
                      <a:pt x="2173" y="3432"/>
                      <a:pt x="2315" y="3372"/>
                    </a:cubicBezTo>
                    <a:cubicBezTo>
                      <a:pt x="2291" y="3399"/>
                      <a:pt x="2264" y="3422"/>
                      <a:pt x="2233" y="3440"/>
                    </a:cubicBezTo>
                    <a:cubicBezTo>
                      <a:pt x="2203" y="3457"/>
                      <a:pt x="2170" y="3470"/>
                      <a:pt x="2136" y="3477"/>
                    </a:cubicBezTo>
                    <a:cubicBezTo>
                      <a:pt x="2097" y="3485"/>
                      <a:pt x="2060" y="3500"/>
                      <a:pt x="2021" y="3510"/>
                    </a:cubicBezTo>
                    <a:cubicBezTo>
                      <a:pt x="1965" y="3523"/>
                      <a:pt x="1908" y="3533"/>
                      <a:pt x="1852" y="3547"/>
                    </a:cubicBezTo>
                    <a:cubicBezTo>
                      <a:pt x="1756" y="3567"/>
                      <a:pt x="1659" y="3579"/>
                      <a:pt x="1562" y="3582"/>
                    </a:cubicBezTo>
                    <a:cubicBezTo>
                      <a:pt x="1496" y="3586"/>
                      <a:pt x="1432" y="3600"/>
                      <a:pt x="1366" y="3599"/>
                    </a:cubicBezTo>
                    <a:cubicBezTo>
                      <a:pt x="1214" y="3585"/>
                      <a:pt x="1060" y="3597"/>
                      <a:pt x="909" y="3567"/>
                    </a:cubicBezTo>
                    <a:cubicBezTo>
                      <a:pt x="819" y="3548"/>
                      <a:pt x="726" y="3534"/>
                      <a:pt x="640" y="3498"/>
                    </a:cubicBezTo>
                    <a:cubicBezTo>
                      <a:pt x="575" y="3471"/>
                      <a:pt x="513" y="3438"/>
                      <a:pt x="451" y="3407"/>
                    </a:cubicBezTo>
                    <a:cubicBezTo>
                      <a:pt x="446" y="3405"/>
                      <a:pt x="442" y="3403"/>
                      <a:pt x="438" y="3401"/>
                    </a:cubicBezTo>
                    <a:cubicBezTo>
                      <a:pt x="418" y="3389"/>
                      <a:pt x="402" y="3372"/>
                      <a:pt x="390" y="3352"/>
                    </a:cubicBezTo>
                    <a:cubicBezTo>
                      <a:pt x="383" y="3340"/>
                      <a:pt x="378" y="3326"/>
                      <a:pt x="375" y="3311"/>
                    </a:cubicBezTo>
                    <a:cubicBezTo>
                      <a:pt x="373" y="3305"/>
                      <a:pt x="372" y="3299"/>
                      <a:pt x="371" y="3293"/>
                    </a:cubicBezTo>
                    <a:cubicBezTo>
                      <a:pt x="479" y="3326"/>
                      <a:pt x="590" y="3352"/>
                      <a:pt x="701" y="3372"/>
                    </a:cubicBezTo>
                    <a:cubicBezTo>
                      <a:pt x="812" y="3391"/>
                      <a:pt x="931" y="3415"/>
                      <a:pt x="1044" y="3402"/>
                    </a:cubicBezTo>
                    <a:cubicBezTo>
                      <a:pt x="1049" y="3402"/>
                      <a:pt x="1049" y="3394"/>
                      <a:pt x="1044" y="3393"/>
                    </a:cubicBezTo>
                    <a:cubicBezTo>
                      <a:pt x="936" y="3369"/>
                      <a:pt x="824" y="3366"/>
                      <a:pt x="715" y="3346"/>
                    </a:cubicBezTo>
                    <a:cubicBezTo>
                      <a:pt x="600" y="3326"/>
                      <a:pt x="487" y="3298"/>
                      <a:pt x="376" y="3263"/>
                    </a:cubicBezTo>
                    <a:cubicBezTo>
                      <a:pt x="374" y="3263"/>
                      <a:pt x="373" y="3263"/>
                      <a:pt x="371" y="3263"/>
                    </a:cubicBezTo>
                    <a:cubicBezTo>
                      <a:pt x="369" y="3263"/>
                      <a:pt x="366" y="3263"/>
                      <a:pt x="364" y="3265"/>
                    </a:cubicBezTo>
                    <a:cubicBezTo>
                      <a:pt x="358" y="3240"/>
                      <a:pt x="351" y="3216"/>
                      <a:pt x="345" y="3191"/>
                    </a:cubicBezTo>
                    <a:cubicBezTo>
                      <a:pt x="382" y="3204"/>
                      <a:pt x="422" y="3212"/>
                      <a:pt x="460" y="3222"/>
                    </a:cubicBezTo>
                    <a:cubicBezTo>
                      <a:pt x="504" y="3236"/>
                      <a:pt x="549" y="3246"/>
                      <a:pt x="595" y="3252"/>
                    </a:cubicBezTo>
                    <a:cubicBezTo>
                      <a:pt x="596" y="3252"/>
                      <a:pt x="596" y="3251"/>
                      <a:pt x="597" y="3251"/>
                    </a:cubicBezTo>
                    <a:cubicBezTo>
                      <a:pt x="598" y="3250"/>
                      <a:pt x="599" y="3251"/>
                      <a:pt x="599" y="3250"/>
                    </a:cubicBezTo>
                    <a:cubicBezTo>
                      <a:pt x="600" y="3249"/>
                      <a:pt x="599" y="3248"/>
                      <a:pt x="599" y="3248"/>
                    </a:cubicBezTo>
                    <a:cubicBezTo>
                      <a:pt x="599" y="3247"/>
                      <a:pt x="599" y="3246"/>
                      <a:pt x="599" y="3246"/>
                    </a:cubicBezTo>
                    <a:cubicBezTo>
                      <a:pt x="598" y="3245"/>
                      <a:pt x="598" y="3244"/>
                      <a:pt x="597" y="3244"/>
                    </a:cubicBezTo>
                    <a:cubicBezTo>
                      <a:pt x="549" y="3223"/>
                      <a:pt x="499" y="3206"/>
                      <a:pt x="448" y="3194"/>
                    </a:cubicBezTo>
                    <a:cubicBezTo>
                      <a:pt x="412" y="3184"/>
                      <a:pt x="376" y="3170"/>
                      <a:pt x="340" y="3163"/>
                    </a:cubicBezTo>
                    <a:cubicBezTo>
                      <a:pt x="338" y="3142"/>
                      <a:pt x="352" y="3132"/>
                      <a:pt x="372" y="3139"/>
                    </a:cubicBezTo>
                    <a:cubicBezTo>
                      <a:pt x="419" y="3156"/>
                      <a:pt x="466" y="3170"/>
                      <a:pt x="515" y="3179"/>
                    </a:cubicBezTo>
                    <a:cubicBezTo>
                      <a:pt x="560" y="3188"/>
                      <a:pt x="600" y="3204"/>
                      <a:pt x="647" y="3210"/>
                    </a:cubicBezTo>
                    <a:cubicBezTo>
                      <a:pt x="722" y="3219"/>
                      <a:pt x="798" y="3226"/>
                      <a:pt x="873" y="3235"/>
                    </a:cubicBezTo>
                    <a:cubicBezTo>
                      <a:pt x="945" y="3246"/>
                      <a:pt x="1018" y="3253"/>
                      <a:pt x="1091" y="3257"/>
                    </a:cubicBezTo>
                    <a:cubicBezTo>
                      <a:pt x="1278" y="3257"/>
                      <a:pt x="1466" y="3261"/>
                      <a:pt x="1653" y="3256"/>
                    </a:cubicBezTo>
                    <a:cubicBezTo>
                      <a:pt x="1742" y="3253"/>
                      <a:pt x="1836" y="3228"/>
                      <a:pt x="1925" y="3214"/>
                    </a:cubicBezTo>
                    <a:cubicBezTo>
                      <a:pt x="1996" y="3214"/>
                      <a:pt x="2074" y="3190"/>
                      <a:pt x="2144" y="3178"/>
                    </a:cubicBezTo>
                    <a:cubicBezTo>
                      <a:pt x="2218" y="3166"/>
                      <a:pt x="2291" y="3144"/>
                      <a:pt x="2363" y="3126"/>
                    </a:cubicBezTo>
                    <a:cubicBezTo>
                      <a:pt x="2385" y="3120"/>
                      <a:pt x="2407" y="3116"/>
                      <a:pt x="2429" y="3112"/>
                    </a:cubicBezTo>
                    <a:cubicBezTo>
                      <a:pt x="2439" y="3110"/>
                      <a:pt x="2450" y="3122"/>
                      <a:pt x="2446" y="3131"/>
                    </a:cubicBezTo>
                    <a:lnTo>
                      <a:pt x="2445" y="3132"/>
                    </a:lnTo>
                    <a:moveTo>
                      <a:pt x="2589" y="2709"/>
                    </a:moveTo>
                    <a:cubicBezTo>
                      <a:pt x="2584" y="2722"/>
                      <a:pt x="2566" y="2801"/>
                      <a:pt x="2528" y="2958"/>
                    </a:cubicBezTo>
                    <a:cubicBezTo>
                      <a:pt x="2523" y="2980"/>
                      <a:pt x="2516" y="3012"/>
                      <a:pt x="2513" y="3036"/>
                    </a:cubicBezTo>
                    <a:cubicBezTo>
                      <a:pt x="2511" y="3034"/>
                      <a:pt x="2509" y="3033"/>
                      <a:pt x="2507" y="3032"/>
                    </a:cubicBezTo>
                    <a:cubicBezTo>
                      <a:pt x="2501" y="3028"/>
                      <a:pt x="2493" y="3026"/>
                      <a:pt x="2486" y="3026"/>
                    </a:cubicBezTo>
                    <a:cubicBezTo>
                      <a:pt x="2484" y="3026"/>
                      <a:pt x="2482" y="3027"/>
                      <a:pt x="2480" y="3027"/>
                    </a:cubicBezTo>
                    <a:cubicBezTo>
                      <a:pt x="2465" y="3028"/>
                      <a:pt x="2451" y="3033"/>
                      <a:pt x="2437" y="3039"/>
                    </a:cubicBezTo>
                    <a:cubicBezTo>
                      <a:pt x="2386" y="3067"/>
                      <a:pt x="2328" y="3078"/>
                      <a:pt x="2274" y="3095"/>
                    </a:cubicBezTo>
                    <a:cubicBezTo>
                      <a:pt x="2203" y="3117"/>
                      <a:pt x="2187" y="3089"/>
                      <a:pt x="2208" y="3024"/>
                    </a:cubicBezTo>
                    <a:cubicBezTo>
                      <a:pt x="2241" y="2932"/>
                      <a:pt x="2265" y="2837"/>
                      <a:pt x="2280" y="2741"/>
                    </a:cubicBezTo>
                    <a:cubicBezTo>
                      <a:pt x="2283" y="2713"/>
                      <a:pt x="2294" y="2703"/>
                      <a:pt x="2326" y="2702"/>
                    </a:cubicBezTo>
                    <a:cubicBezTo>
                      <a:pt x="2376" y="2698"/>
                      <a:pt x="2426" y="2687"/>
                      <a:pt x="2472" y="2669"/>
                    </a:cubicBezTo>
                    <a:cubicBezTo>
                      <a:pt x="2494" y="2662"/>
                      <a:pt x="2515" y="2656"/>
                      <a:pt x="2538" y="2653"/>
                    </a:cubicBezTo>
                    <a:cubicBezTo>
                      <a:pt x="2564" y="2648"/>
                      <a:pt x="2581" y="2650"/>
                      <a:pt x="2589" y="2659"/>
                    </a:cubicBezTo>
                    <a:cubicBezTo>
                      <a:pt x="2602" y="2672"/>
                      <a:pt x="2593" y="2697"/>
                      <a:pt x="2590" y="2708"/>
                    </a:cubicBezTo>
                    <a:lnTo>
                      <a:pt x="2589" y="2709"/>
                    </a:lnTo>
                    <a:moveTo>
                      <a:pt x="2726" y="2215"/>
                    </a:moveTo>
                    <a:cubicBezTo>
                      <a:pt x="2725" y="2215"/>
                      <a:pt x="2723" y="2215"/>
                      <a:pt x="2722" y="2215"/>
                    </a:cubicBezTo>
                    <a:cubicBezTo>
                      <a:pt x="2721" y="2215"/>
                      <a:pt x="2719" y="2215"/>
                      <a:pt x="2718" y="2215"/>
                    </a:cubicBezTo>
                    <a:cubicBezTo>
                      <a:pt x="2556" y="2277"/>
                      <a:pt x="2391" y="2329"/>
                      <a:pt x="2224" y="2373"/>
                    </a:cubicBezTo>
                    <a:cubicBezTo>
                      <a:pt x="2145" y="2393"/>
                      <a:pt x="2064" y="2410"/>
                      <a:pt x="1985" y="2425"/>
                    </a:cubicBezTo>
                    <a:cubicBezTo>
                      <a:pt x="1908" y="2439"/>
                      <a:pt x="1827" y="2444"/>
                      <a:pt x="1752" y="2466"/>
                    </a:cubicBezTo>
                    <a:cubicBezTo>
                      <a:pt x="1751" y="2466"/>
                      <a:pt x="1751" y="2467"/>
                      <a:pt x="1751" y="2467"/>
                    </a:cubicBezTo>
                    <a:cubicBezTo>
                      <a:pt x="1750" y="2468"/>
                      <a:pt x="1750" y="2468"/>
                      <a:pt x="1750" y="2469"/>
                    </a:cubicBezTo>
                    <a:cubicBezTo>
                      <a:pt x="1750" y="2469"/>
                      <a:pt x="1750" y="2470"/>
                      <a:pt x="1751" y="2470"/>
                    </a:cubicBezTo>
                    <a:cubicBezTo>
                      <a:pt x="1751" y="2470"/>
                      <a:pt x="1751" y="2471"/>
                      <a:pt x="1752" y="2471"/>
                    </a:cubicBezTo>
                    <a:cubicBezTo>
                      <a:pt x="1833" y="2475"/>
                      <a:pt x="1917" y="2455"/>
                      <a:pt x="1997" y="2441"/>
                    </a:cubicBezTo>
                    <a:cubicBezTo>
                      <a:pt x="2081" y="2426"/>
                      <a:pt x="2164" y="2408"/>
                      <a:pt x="2247" y="2389"/>
                    </a:cubicBezTo>
                    <a:cubicBezTo>
                      <a:pt x="2410" y="2352"/>
                      <a:pt x="2569" y="2303"/>
                      <a:pt x="2725" y="2243"/>
                    </a:cubicBezTo>
                    <a:cubicBezTo>
                      <a:pt x="2724" y="2274"/>
                      <a:pt x="2720" y="2305"/>
                      <a:pt x="2714" y="2335"/>
                    </a:cubicBezTo>
                    <a:cubicBezTo>
                      <a:pt x="2708" y="2367"/>
                      <a:pt x="2700" y="2398"/>
                      <a:pt x="2693" y="2430"/>
                    </a:cubicBezTo>
                    <a:cubicBezTo>
                      <a:pt x="2686" y="2461"/>
                      <a:pt x="2691" y="2500"/>
                      <a:pt x="2671" y="2527"/>
                    </a:cubicBezTo>
                    <a:cubicBezTo>
                      <a:pt x="2645" y="2561"/>
                      <a:pt x="2588" y="2602"/>
                      <a:pt x="2546" y="2608"/>
                    </a:cubicBezTo>
                    <a:cubicBezTo>
                      <a:pt x="2449" y="2622"/>
                      <a:pt x="2358" y="2657"/>
                      <a:pt x="2259" y="2667"/>
                    </a:cubicBezTo>
                    <a:cubicBezTo>
                      <a:pt x="2161" y="2676"/>
                      <a:pt x="2062" y="2702"/>
                      <a:pt x="1963" y="2720"/>
                    </a:cubicBezTo>
                    <a:cubicBezTo>
                      <a:pt x="1916" y="2729"/>
                      <a:pt x="1870" y="2738"/>
                      <a:pt x="1822" y="2742"/>
                    </a:cubicBezTo>
                    <a:cubicBezTo>
                      <a:pt x="1716" y="2754"/>
                      <a:pt x="1607" y="2767"/>
                      <a:pt x="1498" y="2772"/>
                    </a:cubicBezTo>
                    <a:cubicBezTo>
                      <a:pt x="1390" y="2777"/>
                      <a:pt x="1279" y="2769"/>
                      <a:pt x="1169" y="2767"/>
                    </a:cubicBezTo>
                    <a:cubicBezTo>
                      <a:pt x="1074" y="2765"/>
                      <a:pt x="980" y="2753"/>
                      <a:pt x="885" y="2744"/>
                    </a:cubicBezTo>
                    <a:cubicBezTo>
                      <a:pt x="793" y="2733"/>
                      <a:pt x="703" y="2712"/>
                      <a:pt x="615" y="2683"/>
                    </a:cubicBezTo>
                    <a:cubicBezTo>
                      <a:pt x="559" y="2668"/>
                      <a:pt x="503" y="2656"/>
                      <a:pt x="446" y="2649"/>
                    </a:cubicBezTo>
                    <a:cubicBezTo>
                      <a:pt x="376" y="2639"/>
                      <a:pt x="308" y="2620"/>
                      <a:pt x="240" y="2604"/>
                    </a:cubicBezTo>
                    <a:cubicBezTo>
                      <a:pt x="223" y="2600"/>
                      <a:pt x="207" y="2593"/>
                      <a:pt x="193" y="2585"/>
                    </a:cubicBezTo>
                    <a:cubicBezTo>
                      <a:pt x="166" y="2569"/>
                      <a:pt x="143" y="2547"/>
                      <a:pt x="128" y="2520"/>
                    </a:cubicBezTo>
                    <a:cubicBezTo>
                      <a:pt x="122" y="2509"/>
                      <a:pt x="117" y="2499"/>
                      <a:pt x="113" y="2487"/>
                    </a:cubicBezTo>
                    <a:cubicBezTo>
                      <a:pt x="191" y="2514"/>
                      <a:pt x="271" y="2535"/>
                      <a:pt x="352" y="2553"/>
                    </a:cubicBezTo>
                    <a:cubicBezTo>
                      <a:pt x="451" y="2575"/>
                      <a:pt x="555" y="2602"/>
                      <a:pt x="657" y="2596"/>
                    </a:cubicBezTo>
                    <a:cubicBezTo>
                      <a:pt x="658" y="2596"/>
                      <a:pt x="658" y="2595"/>
                      <a:pt x="658" y="2595"/>
                    </a:cubicBezTo>
                    <a:cubicBezTo>
                      <a:pt x="658" y="2594"/>
                      <a:pt x="659" y="2594"/>
                      <a:pt x="659" y="2593"/>
                    </a:cubicBezTo>
                    <a:lnTo>
                      <a:pt x="658" y="2592"/>
                    </a:lnTo>
                    <a:cubicBezTo>
                      <a:pt x="658" y="2592"/>
                      <a:pt x="658" y="2591"/>
                      <a:pt x="657" y="2591"/>
                    </a:cubicBezTo>
                    <a:cubicBezTo>
                      <a:pt x="565" y="2562"/>
                      <a:pt x="468" y="2550"/>
                      <a:pt x="374" y="2529"/>
                    </a:cubicBezTo>
                    <a:cubicBezTo>
                      <a:pt x="280" y="2507"/>
                      <a:pt x="189" y="2476"/>
                      <a:pt x="96" y="2450"/>
                    </a:cubicBezTo>
                    <a:cubicBezTo>
                      <a:pt x="81" y="2408"/>
                      <a:pt x="72" y="2365"/>
                      <a:pt x="70" y="2320"/>
                    </a:cubicBezTo>
                    <a:cubicBezTo>
                      <a:pt x="68" y="2293"/>
                      <a:pt x="63" y="2266"/>
                      <a:pt x="61" y="2238"/>
                    </a:cubicBezTo>
                    <a:cubicBezTo>
                      <a:pt x="60" y="2223"/>
                      <a:pt x="59" y="2209"/>
                      <a:pt x="59" y="2194"/>
                    </a:cubicBezTo>
                    <a:cubicBezTo>
                      <a:pt x="59" y="2186"/>
                      <a:pt x="59" y="2178"/>
                      <a:pt x="60" y="2171"/>
                    </a:cubicBezTo>
                    <a:lnTo>
                      <a:pt x="60" y="2170"/>
                    </a:lnTo>
                    <a:cubicBezTo>
                      <a:pt x="60" y="2164"/>
                      <a:pt x="61" y="2158"/>
                      <a:pt x="64" y="2153"/>
                    </a:cubicBezTo>
                    <a:cubicBezTo>
                      <a:pt x="67" y="2147"/>
                      <a:pt x="72" y="2143"/>
                      <a:pt x="77" y="2140"/>
                    </a:cubicBezTo>
                    <a:cubicBezTo>
                      <a:pt x="82" y="2137"/>
                      <a:pt x="88" y="2135"/>
                      <a:pt x="95" y="2135"/>
                    </a:cubicBezTo>
                    <a:cubicBezTo>
                      <a:pt x="99" y="2135"/>
                      <a:pt x="103" y="2136"/>
                      <a:pt x="107" y="2137"/>
                    </a:cubicBezTo>
                    <a:cubicBezTo>
                      <a:pt x="117" y="2140"/>
                      <a:pt x="129" y="2144"/>
                      <a:pt x="137" y="2149"/>
                    </a:cubicBezTo>
                    <a:cubicBezTo>
                      <a:pt x="144" y="2153"/>
                      <a:pt x="148" y="2156"/>
                      <a:pt x="153" y="2161"/>
                    </a:cubicBezTo>
                    <a:cubicBezTo>
                      <a:pt x="164" y="2169"/>
                      <a:pt x="176" y="2176"/>
                      <a:pt x="188" y="2183"/>
                    </a:cubicBezTo>
                    <a:cubicBezTo>
                      <a:pt x="219" y="2201"/>
                      <a:pt x="253" y="2215"/>
                      <a:pt x="288" y="2223"/>
                    </a:cubicBezTo>
                    <a:cubicBezTo>
                      <a:pt x="496" y="2280"/>
                      <a:pt x="708" y="2324"/>
                      <a:pt x="921" y="2353"/>
                    </a:cubicBezTo>
                    <a:cubicBezTo>
                      <a:pt x="1038" y="2372"/>
                      <a:pt x="1155" y="2382"/>
                      <a:pt x="1273" y="2382"/>
                    </a:cubicBezTo>
                    <a:cubicBezTo>
                      <a:pt x="1311" y="2382"/>
                      <a:pt x="1348" y="2390"/>
                      <a:pt x="1386" y="2389"/>
                    </a:cubicBezTo>
                    <a:cubicBezTo>
                      <a:pt x="1460" y="2389"/>
                      <a:pt x="1535" y="2386"/>
                      <a:pt x="1609" y="2384"/>
                    </a:cubicBezTo>
                    <a:cubicBezTo>
                      <a:pt x="1683" y="2382"/>
                      <a:pt x="1751" y="2386"/>
                      <a:pt x="1821" y="2368"/>
                    </a:cubicBezTo>
                    <a:cubicBezTo>
                      <a:pt x="1973" y="2329"/>
                      <a:pt x="2128" y="2294"/>
                      <a:pt x="2283" y="2259"/>
                    </a:cubicBezTo>
                    <a:cubicBezTo>
                      <a:pt x="2305" y="2257"/>
                      <a:pt x="2327" y="2250"/>
                      <a:pt x="2347" y="2239"/>
                    </a:cubicBezTo>
                    <a:cubicBezTo>
                      <a:pt x="2350" y="2237"/>
                      <a:pt x="2354" y="2235"/>
                      <a:pt x="2357" y="2233"/>
                    </a:cubicBezTo>
                    <a:cubicBezTo>
                      <a:pt x="2384" y="2217"/>
                      <a:pt x="2414" y="2208"/>
                      <a:pt x="2445" y="2204"/>
                    </a:cubicBezTo>
                    <a:cubicBezTo>
                      <a:pt x="2506" y="2197"/>
                      <a:pt x="2560" y="2169"/>
                      <a:pt x="2619" y="2154"/>
                    </a:cubicBezTo>
                    <a:cubicBezTo>
                      <a:pt x="2645" y="2145"/>
                      <a:pt x="2670" y="2133"/>
                      <a:pt x="2694" y="2120"/>
                    </a:cubicBezTo>
                    <a:cubicBezTo>
                      <a:pt x="2697" y="2118"/>
                      <a:pt x="2700" y="2117"/>
                      <a:pt x="2703" y="2117"/>
                    </a:cubicBezTo>
                    <a:cubicBezTo>
                      <a:pt x="2707" y="2117"/>
                      <a:pt x="2711" y="2118"/>
                      <a:pt x="2714" y="2120"/>
                    </a:cubicBezTo>
                    <a:cubicBezTo>
                      <a:pt x="2718" y="2122"/>
                      <a:pt x="2720" y="2124"/>
                      <a:pt x="2722" y="2128"/>
                    </a:cubicBezTo>
                    <a:cubicBezTo>
                      <a:pt x="2724" y="2131"/>
                      <a:pt x="2725" y="2135"/>
                      <a:pt x="2725" y="2139"/>
                    </a:cubicBezTo>
                    <a:cubicBezTo>
                      <a:pt x="2727" y="2165"/>
                      <a:pt x="2728" y="2190"/>
                      <a:pt x="2727" y="2215"/>
                    </a:cubicBezTo>
                    <a:lnTo>
                      <a:pt x="2726" y="221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8" name="Google Shape;5568;p47"/>
              <p:cNvSpPr/>
              <p:nvPr/>
            </p:nvSpPr>
            <p:spPr>
              <a:xfrm>
                <a:off x="6503400" y="3567960"/>
                <a:ext cx="306360" cy="28440"/>
              </a:xfrm>
              <a:custGeom>
                <a:avLst/>
                <a:gdLst/>
                <a:ahLst/>
                <a:cxnLst/>
                <a:rect l="l" t="t" r="r" b="b"/>
                <a:pathLst>
                  <a:path w="851" h="79" extrusionOk="0">
                    <a:moveTo>
                      <a:pt x="839" y="0"/>
                    </a:moveTo>
                    <a:cubicBezTo>
                      <a:pt x="700" y="10"/>
                      <a:pt x="563" y="37"/>
                      <a:pt x="424" y="48"/>
                    </a:cubicBezTo>
                    <a:cubicBezTo>
                      <a:pt x="285" y="59"/>
                      <a:pt x="146" y="55"/>
                      <a:pt x="7" y="60"/>
                    </a:cubicBezTo>
                    <a:cubicBezTo>
                      <a:pt x="0" y="60"/>
                      <a:pt x="0" y="72"/>
                      <a:pt x="7" y="72"/>
                    </a:cubicBezTo>
                    <a:cubicBezTo>
                      <a:pt x="65" y="76"/>
                      <a:pt x="122" y="78"/>
                      <a:pt x="180" y="78"/>
                    </a:cubicBezTo>
                    <a:cubicBezTo>
                      <a:pt x="262" y="78"/>
                      <a:pt x="344" y="74"/>
                      <a:pt x="426" y="67"/>
                    </a:cubicBezTo>
                    <a:cubicBezTo>
                      <a:pt x="564" y="57"/>
                      <a:pt x="709" y="49"/>
                      <a:pt x="842" y="13"/>
                    </a:cubicBezTo>
                    <a:cubicBezTo>
                      <a:pt x="850" y="11"/>
                      <a:pt x="846" y="0"/>
                      <a:pt x="839" y="0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9" name="Google Shape;5569;p47"/>
              <p:cNvSpPr/>
              <p:nvPr/>
            </p:nvSpPr>
            <p:spPr>
              <a:xfrm>
                <a:off x="6313320" y="2591280"/>
                <a:ext cx="453240" cy="45360"/>
              </a:xfrm>
              <a:custGeom>
                <a:avLst/>
                <a:gdLst/>
                <a:ahLst/>
                <a:cxnLst/>
                <a:rect l="l" t="t" r="r" b="b"/>
                <a:pathLst>
                  <a:path w="1259" h="126" extrusionOk="0">
                    <a:moveTo>
                      <a:pt x="1246" y="61"/>
                    </a:moveTo>
                    <a:cubicBezTo>
                      <a:pt x="1086" y="84"/>
                      <a:pt x="925" y="96"/>
                      <a:pt x="764" y="96"/>
                    </a:cubicBezTo>
                    <a:cubicBezTo>
                      <a:pt x="713" y="96"/>
                      <a:pt x="663" y="95"/>
                      <a:pt x="613" y="92"/>
                    </a:cubicBezTo>
                    <a:cubicBezTo>
                      <a:pt x="512" y="87"/>
                      <a:pt x="411" y="76"/>
                      <a:pt x="311" y="60"/>
                    </a:cubicBezTo>
                    <a:cubicBezTo>
                      <a:pt x="207" y="44"/>
                      <a:pt x="106" y="14"/>
                      <a:pt x="3" y="0"/>
                    </a:cubicBezTo>
                    <a:cubicBezTo>
                      <a:pt x="2" y="0"/>
                      <a:pt x="2" y="0"/>
                      <a:pt x="1" y="0"/>
                    </a:cubicBezTo>
                    <a:cubicBezTo>
                      <a:pt x="1" y="0"/>
                      <a:pt x="1" y="1"/>
                      <a:pt x="0" y="1"/>
                    </a:cubicBezTo>
                    <a:lnTo>
                      <a:pt x="0" y="2"/>
                    </a:lnTo>
                    <a:cubicBezTo>
                      <a:pt x="0" y="3"/>
                      <a:pt x="0" y="3"/>
                      <a:pt x="0" y="4"/>
                    </a:cubicBezTo>
                    <a:cubicBezTo>
                      <a:pt x="1" y="5"/>
                      <a:pt x="1" y="5"/>
                      <a:pt x="1" y="5"/>
                    </a:cubicBezTo>
                    <a:lnTo>
                      <a:pt x="2" y="5"/>
                    </a:lnTo>
                    <a:cubicBezTo>
                      <a:pt x="95" y="44"/>
                      <a:pt x="199" y="62"/>
                      <a:pt x="298" y="80"/>
                    </a:cubicBezTo>
                    <a:cubicBezTo>
                      <a:pt x="404" y="99"/>
                      <a:pt x="511" y="112"/>
                      <a:pt x="619" y="119"/>
                    </a:cubicBezTo>
                    <a:cubicBezTo>
                      <a:pt x="679" y="123"/>
                      <a:pt x="739" y="125"/>
                      <a:pt x="799" y="125"/>
                    </a:cubicBezTo>
                    <a:cubicBezTo>
                      <a:pt x="950" y="125"/>
                      <a:pt x="1101" y="112"/>
                      <a:pt x="1249" y="86"/>
                    </a:cubicBezTo>
                    <a:cubicBezTo>
                      <a:pt x="1250" y="86"/>
                      <a:pt x="1251" y="85"/>
                      <a:pt x="1251" y="85"/>
                    </a:cubicBezTo>
                    <a:cubicBezTo>
                      <a:pt x="1253" y="84"/>
                      <a:pt x="1255" y="82"/>
                      <a:pt x="1256" y="80"/>
                    </a:cubicBezTo>
                    <a:cubicBezTo>
                      <a:pt x="1257" y="78"/>
                      <a:pt x="1258" y="76"/>
                      <a:pt x="1258" y="74"/>
                    </a:cubicBezTo>
                    <a:cubicBezTo>
                      <a:pt x="1258" y="72"/>
                      <a:pt x="1257" y="69"/>
                      <a:pt x="1256" y="67"/>
                    </a:cubicBezTo>
                    <a:cubicBezTo>
                      <a:pt x="1255" y="65"/>
                      <a:pt x="1253" y="64"/>
                      <a:pt x="1251" y="63"/>
                    </a:cubicBezTo>
                    <a:cubicBezTo>
                      <a:pt x="1250" y="62"/>
                      <a:pt x="1248" y="61"/>
                      <a:pt x="1246" y="6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0" name="Google Shape;5570;p47"/>
              <p:cNvSpPr/>
              <p:nvPr/>
            </p:nvSpPr>
            <p:spPr>
              <a:xfrm>
                <a:off x="6414480" y="2441880"/>
                <a:ext cx="222120" cy="22680"/>
              </a:xfrm>
              <a:custGeom>
                <a:avLst/>
                <a:gdLst/>
                <a:ahLst/>
                <a:cxnLst/>
                <a:rect l="l" t="t" r="r" b="b"/>
                <a:pathLst>
                  <a:path w="617" h="63" extrusionOk="0">
                    <a:moveTo>
                      <a:pt x="615" y="29"/>
                    </a:moveTo>
                    <a:cubicBezTo>
                      <a:pt x="529" y="10"/>
                      <a:pt x="442" y="0"/>
                      <a:pt x="354" y="0"/>
                    </a:cubicBezTo>
                    <a:cubicBezTo>
                      <a:pt x="338" y="0"/>
                      <a:pt x="322" y="0"/>
                      <a:pt x="306" y="1"/>
                    </a:cubicBezTo>
                    <a:cubicBezTo>
                      <a:pt x="207" y="5"/>
                      <a:pt x="94" y="12"/>
                      <a:pt x="2" y="54"/>
                    </a:cubicBezTo>
                    <a:cubicBezTo>
                      <a:pt x="1" y="55"/>
                      <a:pt x="1" y="55"/>
                      <a:pt x="0" y="56"/>
                    </a:cubicBezTo>
                    <a:cubicBezTo>
                      <a:pt x="0" y="56"/>
                      <a:pt x="0" y="57"/>
                      <a:pt x="0" y="58"/>
                    </a:cubicBezTo>
                    <a:cubicBezTo>
                      <a:pt x="0" y="58"/>
                      <a:pt x="0" y="59"/>
                      <a:pt x="0" y="60"/>
                    </a:cubicBezTo>
                    <a:cubicBezTo>
                      <a:pt x="1" y="61"/>
                      <a:pt x="1" y="61"/>
                      <a:pt x="2" y="61"/>
                    </a:cubicBezTo>
                    <a:cubicBezTo>
                      <a:pt x="2" y="61"/>
                      <a:pt x="3" y="62"/>
                      <a:pt x="4" y="62"/>
                    </a:cubicBezTo>
                    <a:cubicBezTo>
                      <a:pt x="103" y="54"/>
                      <a:pt x="200" y="28"/>
                      <a:pt x="298" y="23"/>
                    </a:cubicBezTo>
                    <a:cubicBezTo>
                      <a:pt x="327" y="21"/>
                      <a:pt x="355" y="21"/>
                      <a:pt x="384" y="21"/>
                    </a:cubicBezTo>
                    <a:cubicBezTo>
                      <a:pt x="460" y="21"/>
                      <a:pt x="537" y="25"/>
                      <a:pt x="613" y="35"/>
                    </a:cubicBezTo>
                    <a:cubicBezTo>
                      <a:pt x="614" y="35"/>
                      <a:pt x="614" y="35"/>
                      <a:pt x="615" y="34"/>
                    </a:cubicBezTo>
                    <a:cubicBezTo>
                      <a:pt x="615" y="34"/>
                      <a:pt x="616" y="34"/>
                      <a:pt x="616" y="33"/>
                    </a:cubicBezTo>
                    <a:lnTo>
                      <a:pt x="616" y="32"/>
                    </a:lnTo>
                    <a:cubicBezTo>
                      <a:pt x="616" y="31"/>
                      <a:pt x="616" y="30"/>
                      <a:pt x="616" y="30"/>
                    </a:cubicBezTo>
                    <a:cubicBezTo>
                      <a:pt x="616" y="29"/>
                      <a:pt x="615" y="29"/>
                      <a:pt x="615" y="29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1" name="Google Shape;5571;p47"/>
              <p:cNvSpPr/>
              <p:nvPr/>
            </p:nvSpPr>
            <p:spPr>
              <a:xfrm>
                <a:off x="6134040" y="3212640"/>
                <a:ext cx="345600" cy="72000"/>
              </a:xfrm>
              <a:custGeom>
                <a:avLst/>
                <a:gdLst/>
                <a:ahLst/>
                <a:cxnLst/>
                <a:rect l="l" t="t" r="r" b="b"/>
                <a:pathLst>
                  <a:path w="960" h="200" extrusionOk="0">
                    <a:moveTo>
                      <a:pt x="953" y="162"/>
                    </a:moveTo>
                    <a:cubicBezTo>
                      <a:pt x="794" y="153"/>
                      <a:pt x="639" y="160"/>
                      <a:pt x="482" y="134"/>
                    </a:cubicBezTo>
                    <a:cubicBezTo>
                      <a:pt x="398" y="120"/>
                      <a:pt x="315" y="101"/>
                      <a:pt x="234" y="77"/>
                    </a:cubicBezTo>
                    <a:cubicBezTo>
                      <a:pt x="159" y="55"/>
                      <a:pt x="85" y="21"/>
                      <a:pt x="9" y="2"/>
                    </a:cubicBezTo>
                    <a:cubicBezTo>
                      <a:pt x="5" y="0"/>
                      <a:pt x="0" y="7"/>
                      <a:pt x="5" y="10"/>
                    </a:cubicBezTo>
                    <a:cubicBezTo>
                      <a:pt x="72" y="51"/>
                      <a:pt x="152" y="74"/>
                      <a:pt x="227" y="96"/>
                    </a:cubicBezTo>
                    <a:cubicBezTo>
                      <a:pt x="303" y="119"/>
                      <a:pt x="381" y="137"/>
                      <a:pt x="460" y="150"/>
                    </a:cubicBezTo>
                    <a:cubicBezTo>
                      <a:pt x="617" y="178"/>
                      <a:pt x="794" y="199"/>
                      <a:pt x="953" y="170"/>
                    </a:cubicBezTo>
                    <a:cubicBezTo>
                      <a:pt x="958" y="170"/>
                      <a:pt x="959" y="162"/>
                      <a:pt x="953" y="162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2" name="Google Shape;5572;p47"/>
              <p:cNvSpPr/>
              <p:nvPr/>
            </p:nvSpPr>
            <p:spPr>
              <a:xfrm>
                <a:off x="6369120" y="3288600"/>
                <a:ext cx="530280" cy="41040"/>
              </a:xfrm>
              <a:custGeom>
                <a:avLst/>
                <a:gdLst/>
                <a:ahLst/>
                <a:cxnLst/>
                <a:rect l="l" t="t" r="r" b="b"/>
                <a:pathLst>
                  <a:path w="1473" h="114" extrusionOk="0">
                    <a:moveTo>
                      <a:pt x="1459" y="1"/>
                    </a:moveTo>
                    <a:cubicBezTo>
                      <a:pt x="1340" y="17"/>
                      <a:pt x="1223" y="45"/>
                      <a:pt x="1104" y="61"/>
                    </a:cubicBezTo>
                    <a:cubicBezTo>
                      <a:pt x="984" y="76"/>
                      <a:pt x="864" y="86"/>
                      <a:pt x="744" y="89"/>
                    </a:cubicBezTo>
                    <a:cubicBezTo>
                      <a:pt x="714" y="90"/>
                      <a:pt x="684" y="90"/>
                      <a:pt x="654" y="90"/>
                    </a:cubicBezTo>
                    <a:cubicBezTo>
                      <a:pt x="561" y="90"/>
                      <a:pt x="468" y="86"/>
                      <a:pt x="376" y="79"/>
                    </a:cubicBezTo>
                    <a:cubicBezTo>
                      <a:pt x="252" y="68"/>
                      <a:pt x="131" y="45"/>
                      <a:pt x="8" y="31"/>
                    </a:cubicBezTo>
                    <a:cubicBezTo>
                      <a:pt x="2" y="31"/>
                      <a:pt x="0" y="39"/>
                      <a:pt x="5" y="41"/>
                    </a:cubicBezTo>
                    <a:cubicBezTo>
                      <a:pt x="235" y="104"/>
                      <a:pt x="489" y="113"/>
                      <a:pt x="726" y="110"/>
                    </a:cubicBezTo>
                    <a:cubicBezTo>
                      <a:pt x="850" y="109"/>
                      <a:pt x="973" y="101"/>
                      <a:pt x="1096" y="86"/>
                    </a:cubicBezTo>
                    <a:cubicBezTo>
                      <a:pt x="1218" y="71"/>
                      <a:pt x="1345" y="55"/>
                      <a:pt x="1463" y="16"/>
                    </a:cubicBezTo>
                    <a:cubicBezTo>
                      <a:pt x="1472" y="13"/>
                      <a:pt x="1468" y="0"/>
                      <a:pt x="1459" y="1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4750975-1DFA-E131-7B14-7BF3C9E2989A}"/>
              </a:ext>
            </a:extLst>
          </p:cNvPr>
          <p:cNvSpPr/>
          <p:nvPr/>
        </p:nvSpPr>
        <p:spPr>
          <a:xfrm>
            <a:off x="670241" y="3150132"/>
            <a:ext cx="3820373" cy="1493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ganic Chicken Farming Project Proposal by Slidesgo">
  <a:themeElements>
    <a:clrScheme name="Simple Light">
      <a:dk1>
        <a:srgbClr val="49341A"/>
      </a:dk1>
      <a:lt1>
        <a:srgbClr val="F9F2EC"/>
      </a:lt1>
      <a:dk2>
        <a:srgbClr val="8D592D"/>
      </a:dk2>
      <a:lt2>
        <a:srgbClr val="664924"/>
      </a:lt2>
      <a:accent1>
        <a:srgbClr val="2A1E0F"/>
      </a:accent1>
      <a:accent2>
        <a:srgbClr val="0C0C0A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9341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1411</TotalTime>
  <Words>1120</Words>
  <Application>Microsoft Office PowerPoint</Application>
  <PresentationFormat>Affichage à l'écran (16:9)</PresentationFormat>
  <Paragraphs>114</Paragraphs>
  <Slides>33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42" baseType="lpstr">
      <vt:lpstr>Anaheim</vt:lpstr>
      <vt:lpstr>Raleway</vt:lpstr>
      <vt:lpstr>Open Sans</vt:lpstr>
      <vt:lpstr>Arial</vt:lpstr>
      <vt:lpstr>Outfit</vt:lpstr>
      <vt:lpstr>Nunito Light</vt:lpstr>
      <vt:lpstr>PT Sans</vt:lpstr>
      <vt:lpstr>Zen Antique</vt:lpstr>
      <vt:lpstr>Organic Chicken Farming Project Proposal by Slidesgo</vt:lpstr>
      <vt:lpstr>Produisez une étude de marché avec R ou Python</vt:lpstr>
      <vt:lpstr>Le contexte</vt:lpstr>
      <vt:lpstr>Le meilleur rapport qualité/prix en protéines</vt:lpstr>
      <vt:lpstr>Qui est La poule qui chante ? </vt:lpstr>
      <vt:lpstr>La méthodologie</vt:lpstr>
      <vt:lpstr>Méthodologie</vt:lpstr>
      <vt:lpstr>Analyse  PESTEL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Analyse des Composantes Principales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CAH </vt:lpstr>
      <vt:lpstr>Présentation PowerPoint</vt:lpstr>
      <vt:lpstr>Présentation PowerPoint</vt:lpstr>
      <vt:lpstr>Présentation PowerPoint</vt:lpstr>
      <vt:lpstr>K-means</vt:lpstr>
      <vt:lpstr>Présentation PowerPoint</vt:lpstr>
      <vt:lpstr>Présentation PowerPoint</vt:lpstr>
      <vt:lpstr>Présentation PowerPoint</vt:lpstr>
      <vt:lpstr>Recommandations</vt:lpstr>
      <vt:lpstr>Présentation PowerPoint</vt:lpstr>
      <vt:lpstr>Présentation PowerPoint</vt:lpstr>
      <vt:lpstr>Merci!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Zied Belhocine</cp:lastModifiedBy>
  <cp:revision>1</cp:revision>
  <dcterms:modified xsi:type="dcterms:W3CDTF">2026-07-02T14:39:41Z</dcterms:modified>
</cp:coreProperties>
</file>